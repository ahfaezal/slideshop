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47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6" r:id="rId36"/>
    <p:sldId id="297" r:id="rId37"/>
    <p:sldId id="298" r:id="rId38"/>
    <p:sldId id="299" r:id="rId39"/>
    <p:sldId id="300" r:id="rId40"/>
    <p:sldId id="302" r:id="rId41"/>
    <p:sldId id="303" r:id="rId42"/>
    <p:sldId id="304" r:id="rId43"/>
    <p:sldId id="305" r:id="rId44"/>
    <p:sldId id="306" r:id="rId45"/>
    <p:sldId id="307" r:id="rId46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48"/>
      <p:bold r:id="rId49"/>
    </p:embeddedFont>
    <p:embeddedFont>
      <p:font typeface="Lilita One" panose="020B0604020202020204" charset="0"/>
      <p:regular r:id="rId50"/>
    </p:embeddedFont>
    <p:embeddedFont>
      <p:font typeface="Proxima Nova" panose="020B0604020202020204" charset="0"/>
      <p:regular r:id="rId51"/>
      <p:bold r:id="rId52"/>
      <p:italic r:id="rId53"/>
      <p:boldItalic r:id="rId54"/>
    </p:embeddedFont>
    <p:embeddedFont>
      <p:font typeface="Proxima Nova Semibold" panose="020B0604020202020204" charset="0"/>
      <p:regular r:id="rId55"/>
      <p:bold r:id="rId56"/>
      <p:boldItalic r:id="rId57"/>
    </p:embeddedFont>
    <p:embeddedFont>
      <p:font typeface="Roboto Medium" panose="020000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1D3E2F-F8F4-49D2-84FC-C7E880DB4A9E}">
  <a:tblStyle styleId="{0C1D3E2F-F8F4-49D2-84FC-C7E880DB4A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0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font" Target="fonts/font1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7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88e49a9d6a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88e49a9d6a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88e49a9d6a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88e49a9d6a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8a0076b5d1_0_16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8a0076b5d1_0_16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88e49a9d6a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88e49a9d6a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8a0076b5a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8a0076b5a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8a0076b5a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8a0076b5a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8a0076b5af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8a0076b5af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88e49a9d6a_0_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88e49a9d6a_0_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8a0076b5d1_0_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8a0076b5d1_0_1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8a0076b5af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8a0076b5af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8a0076b5d1_0_1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8a0076b5d1_0_1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8a0076b5a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8a0076b5a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8a0076b5af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8a0076b5af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8a0076b5af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8a0076b5af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8a0076b5a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8a0076b5a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8a0076b5af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8a0076b5af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8a0076b5af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8a0076b5af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8a0076b5af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8a0076b5af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8a0076b5d1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8a0076b5d1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8a0076b5af_0_7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8a0076b5af_0_7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8a0076b5af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8a0076b5af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8a0076b5af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8a0076b5af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8a0076b5d1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8a0076b5d1_0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8a0076b5d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8a0076b5d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8a0076b5af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8a0076b5af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0076b5d1_0_1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0076b5d1_0_1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8a0076b5af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8a0076b5af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8a0076b5d1_0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8a0076b5d1_0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8a0076b5af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8a0076b5af_0_8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8a0076b5af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8a0076b5af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8a0076b5af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8a0076b5af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8a0076b5af_0_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8a0076b5af_0_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8a0076b5d1_0_9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8a0076b5d1_0_9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Google Shape;4310;g8a0076b5d1_0_12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1" name="Google Shape;4311;g8a0076b5d1_0_12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9" name="Google Shape;4729;g8a0076b5d1_0_12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0" name="Google Shape;4730;g8a0076b5d1_0_12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9" name="Google Shape;4899;g8a0076b5d1_0_12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0" name="Google Shape;4900;g8a0076b5d1_0_12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" name="Google Shape;5304;g8a0076b5d1_0_13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5" name="Google Shape;5305;g8a0076b5d1_0_13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g8a0076b5d1_0_14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9" name="Google Shape;6099;g8a0076b5d1_0_14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9" name="Google Shape;6459;g8a0076b5d1_0_14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0" name="Google Shape;6460;g8a0076b5d1_0_14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9" name="Google Shape;6969;g8a0076b5d1_0_15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0" name="Google Shape;6970;g8a0076b5d1_0_15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9" name="Google Shape;7589;g8a0076b5d1_0_15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0" name="Google Shape;7590;g8a0076b5d1_0_15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3" name="Google Shape;8183;g8a0076b5d1_0_16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4" name="Google Shape;8184;g8a0076b5d1_0_16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4" name="Google Shape;8504;g8a0076b5d1_0_16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5" name="Google Shape;8505;g8a0076b5d1_0_16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024800" y="2733675"/>
            <a:ext cx="51747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24800" y="1639267"/>
            <a:ext cx="6002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Font typeface="Lilita One"/>
              <a:buNone/>
              <a:defRPr sz="7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20000" y="1498200"/>
            <a:ext cx="82500" cy="2147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5585401" y="-35377"/>
            <a:ext cx="3821270" cy="5231077"/>
            <a:chOff x="5585401" y="1895"/>
            <a:chExt cx="3821270" cy="5231077"/>
          </a:xfrm>
        </p:grpSpPr>
        <p:sp>
          <p:nvSpPr>
            <p:cNvPr id="13" name="Google Shape;13;p2"/>
            <p:cNvSpPr/>
            <p:nvPr/>
          </p:nvSpPr>
          <p:spPr>
            <a:xfrm>
              <a:off x="8934353" y="4693222"/>
              <a:ext cx="275093" cy="539392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71299" y="4415016"/>
              <a:ext cx="538147" cy="817598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816200" y="1171212"/>
              <a:ext cx="393246" cy="1237982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407823" y="4164341"/>
              <a:ext cx="801623" cy="1068273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483771" y="1895"/>
              <a:ext cx="725675" cy="2726183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125408" y="3912495"/>
              <a:ext cx="1084038" cy="1320477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447795" y="1895"/>
              <a:ext cx="1958875" cy="5230719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7108" y="1895"/>
              <a:ext cx="2047222" cy="5230719"/>
            </a:xfrm>
            <a:custGeom>
              <a:avLst/>
              <a:gdLst/>
              <a:ahLst/>
              <a:cxnLst/>
              <a:rect l="l" t="t" r="r" b="b"/>
              <a:pathLst>
                <a:path w="62914" h="160735" extrusionOk="0">
                  <a:moveTo>
                    <a:pt x="1" y="0"/>
                  </a:moveTo>
                  <a:cubicBezTo>
                    <a:pt x="1382" y="2548"/>
                    <a:pt x="3311" y="4643"/>
                    <a:pt x="6109" y="6048"/>
                  </a:cubicBezTo>
                  <a:cubicBezTo>
                    <a:pt x="11788" y="9084"/>
                    <a:pt x="16062" y="8584"/>
                    <a:pt x="26897" y="10716"/>
                  </a:cubicBezTo>
                  <a:cubicBezTo>
                    <a:pt x="31219" y="11382"/>
                    <a:pt x="35529" y="11990"/>
                    <a:pt x="39720" y="16073"/>
                  </a:cubicBezTo>
                  <a:cubicBezTo>
                    <a:pt x="46852" y="23277"/>
                    <a:pt x="45875" y="32468"/>
                    <a:pt x="42315" y="38374"/>
                  </a:cubicBezTo>
                  <a:cubicBezTo>
                    <a:pt x="31969" y="57579"/>
                    <a:pt x="27909" y="64234"/>
                    <a:pt x="39779" y="76009"/>
                  </a:cubicBezTo>
                  <a:cubicBezTo>
                    <a:pt x="46221" y="82784"/>
                    <a:pt x="51817" y="87630"/>
                    <a:pt x="53495" y="90952"/>
                  </a:cubicBezTo>
                  <a:cubicBezTo>
                    <a:pt x="58270" y="99762"/>
                    <a:pt x="54805" y="110787"/>
                    <a:pt x="45840" y="115264"/>
                  </a:cubicBezTo>
                  <a:cubicBezTo>
                    <a:pt x="41637" y="117657"/>
                    <a:pt x="26444" y="124039"/>
                    <a:pt x="24135" y="127504"/>
                  </a:cubicBezTo>
                  <a:cubicBezTo>
                    <a:pt x="15622" y="136933"/>
                    <a:pt x="21789" y="149542"/>
                    <a:pt x="22480" y="160734"/>
                  </a:cubicBezTo>
                  <a:lnTo>
                    <a:pt x="26016" y="160734"/>
                  </a:lnTo>
                  <a:cubicBezTo>
                    <a:pt x="22349" y="138684"/>
                    <a:pt x="21099" y="131159"/>
                    <a:pt x="36767" y="123670"/>
                  </a:cubicBezTo>
                  <a:cubicBezTo>
                    <a:pt x="45518" y="119134"/>
                    <a:pt x="52293" y="116443"/>
                    <a:pt x="55067" y="113693"/>
                  </a:cubicBezTo>
                  <a:cubicBezTo>
                    <a:pt x="62651" y="106608"/>
                    <a:pt x="62913" y="94678"/>
                    <a:pt x="55662" y="87273"/>
                  </a:cubicBezTo>
                  <a:cubicBezTo>
                    <a:pt x="52674" y="83903"/>
                    <a:pt x="39839" y="72164"/>
                    <a:pt x="38744" y="68580"/>
                  </a:cubicBezTo>
                  <a:cubicBezTo>
                    <a:pt x="29302" y="48685"/>
                    <a:pt x="62294" y="33647"/>
                    <a:pt x="44756" y="13883"/>
                  </a:cubicBezTo>
                  <a:cubicBezTo>
                    <a:pt x="37779" y="5453"/>
                    <a:pt x="16741" y="8061"/>
                    <a:pt x="9073" y="2857"/>
                  </a:cubicBezTo>
                  <a:cubicBezTo>
                    <a:pt x="7680" y="2119"/>
                    <a:pt x="6430" y="1155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764358" y="1895"/>
              <a:ext cx="2058448" cy="5230719"/>
            </a:xfrm>
            <a:custGeom>
              <a:avLst/>
              <a:gdLst/>
              <a:ahLst/>
              <a:cxnLst/>
              <a:rect l="l" t="t" r="r" b="b"/>
              <a:pathLst>
                <a:path w="63259" h="160735" extrusionOk="0">
                  <a:moveTo>
                    <a:pt x="1" y="0"/>
                  </a:moveTo>
                  <a:cubicBezTo>
                    <a:pt x="965" y="4489"/>
                    <a:pt x="2513" y="8346"/>
                    <a:pt x="5763" y="10549"/>
                  </a:cubicBezTo>
                  <a:cubicBezTo>
                    <a:pt x="11716" y="15061"/>
                    <a:pt x="15515" y="13990"/>
                    <a:pt x="26706" y="16264"/>
                  </a:cubicBezTo>
                  <a:cubicBezTo>
                    <a:pt x="30993" y="16943"/>
                    <a:pt x="34743" y="17371"/>
                    <a:pt x="38756" y="21217"/>
                  </a:cubicBezTo>
                  <a:cubicBezTo>
                    <a:pt x="45340" y="27801"/>
                    <a:pt x="44459" y="36326"/>
                    <a:pt x="41196" y="41708"/>
                  </a:cubicBezTo>
                  <a:cubicBezTo>
                    <a:pt x="31743" y="59269"/>
                    <a:pt x="27980" y="65496"/>
                    <a:pt x="38625" y="76128"/>
                  </a:cubicBezTo>
                  <a:cubicBezTo>
                    <a:pt x="44530" y="82367"/>
                    <a:pt x="49924" y="87023"/>
                    <a:pt x="51495" y="90190"/>
                  </a:cubicBezTo>
                  <a:cubicBezTo>
                    <a:pt x="55829" y="98286"/>
                    <a:pt x="52626" y="108359"/>
                    <a:pt x="44411" y="112466"/>
                  </a:cubicBezTo>
                  <a:cubicBezTo>
                    <a:pt x="40637" y="114609"/>
                    <a:pt x="26718" y="120503"/>
                    <a:pt x="24575" y="123575"/>
                  </a:cubicBezTo>
                  <a:cubicBezTo>
                    <a:pt x="14836" y="134159"/>
                    <a:pt x="25373" y="149125"/>
                    <a:pt x="22456" y="160734"/>
                  </a:cubicBezTo>
                  <a:lnTo>
                    <a:pt x="26849" y="160734"/>
                  </a:lnTo>
                  <a:cubicBezTo>
                    <a:pt x="27278" y="153281"/>
                    <a:pt x="24528" y="144363"/>
                    <a:pt x="24158" y="138374"/>
                  </a:cubicBezTo>
                  <a:cubicBezTo>
                    <a:pt x="22908" y="116752"/>
                    <a:pt x="51067" y="120479"/>
                    <a:pt x="57305" y="105442"/>
                  </a:cubicBezTo>
                  <a:cubicBezTo>
                    <a:pt x="63259" y="90725"/>
                    <a:pt x="49614" y="83510"/>
                    <a:pt x="41470" y="74116"/>
                  </a:cubicBezTo>
                  <a:cubicBezTo>
                    <a:pt x="34946" y="67330"/>
                    <a:pt x="36017" y="58674"/>
                    <a:pt x="38815" y="53792"/>
                  </a:cubicBezTo>
                  <a:cubicBezTo>
                    <a:pt x="43387" y="44208"/>
                    <a:pt x="49864" y="35790"/>
                    <a:pt x="48423" y="28575"/>
                  </a:cubicBezTo>
                  <a:cubicBezTo>
                    <a:pt x="44363" y="5786"/>
                    <a:pt x="16872" y="18026"/>
                    <a:pt x="6823" y="5382"/>
                  </a:cubicBezTo>
                  <a:cubicBezTo>
                    <a:pt x="5501" y="4000"/>
                    <a:pt x="4549" y="2143"/>
                    <a:pt x="3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534625" y="1895"/>
              <a:ext cx="1932518" cy="5230719"/>
            </a:xfrm>
            <a:custGeom>
              <a:avLst/>
              <a:gdLst/>
              <a:ahLst/>
              <a:cxnLst/>
              <a:rect l="l" t="t" r="r" b="b"/>
              <a:pathLst>
                <a:path w="59389" h="160735" extrusionOk="0">
                  <a:moveTo>
                    <a:pt x="0" y="0"/>
                  </a:moveTo>
                  <a:cubicBezTo>
                    <a:pt x="988" y="7572"/>
                    <a:pt x="2060" y="15073"/>
                    <a:pt x="8680" y="18193"/>
                  </a:cubicBezTo>
                  <a:cubicBezTo>
                    <a:pt x="13300" y="20503"/>
                    <a:pt x="16907" y="20181"/>
                    <a:pt x="25801" y="21919"/>
                  </a:cubicBezTo>
                  <a:cubicBezTo>
                    <a:pt x="29421" y="22455"/>
                    <a:pt x="33135" y="23027"/>
                    <a:pt x="36636" y="26503"/>
                  </a:cubicBezTo>
                  <a:cubicBezTo>
                    <a:pt x="42577" y="32575"/>
                    <a:pt x="41648" y="40303"/>
                    <a:pt x="38696" y="45160"/>
                  </a:cubicBezTo>
                  <a:cubicBezTo>
                    <a:pt x="29873" y="61448"/>
                    <a:pt x="26730" y="67008"/>
                    <a:pt x="36672" y="76795"/>
                  </a:cubicBezTo>
                  <a:cubicBezTo>
                    <a:pt x="42220" y="82641"/>
                    <a:pt x="46589" y="86320"/>
                    <a:pt x="48161" y="89368"/>
                  </a:cubicBezTo>
                  <a:cubicBezTo>
                    <a:pt x="52078" y="96750"/>
                    <a:pt x="49149" y="105918"/>
                    <a:pt x="41672" y="109656"/>
                  </a:cubicBezTo>
                  <a:cubicBezTo>
                    <a:pt x="38493" y="111466"/>
                    <a:pt x="25932" y="116883"/>
                    <a:pt x="23956" y="119384"/>
                  </a:cubicBezTo>
                  <a:cubicBezTo>
                    <a:pt x="12133" y="131349"/>
                    <a:pt x="30135" y="149876"/>
                    <a:pt x="17145" y="160734"/>
                  </a:cubicBezTo>
                  <a:lnTo>
                    <a:pt x="24158" y="160734"/>
                  </a:lnTo>
                  <a:cubicBezTo>
                    <a:pt x="28516" y="153543"/>
                    <a:pt x="23956" y="140839"/>
                    <a:pt x="23515" y="133409"/>
                  </a:cubicBezTo>
                  <a:cubicBezTo>
                    <a:pt x="22455" y="113716"/>
                    <a:pt x="48185" y="117086"/>
                    <a:pt x="53888" y="103358"/>
                  </a:cubicBezTo>
                  <a:cubicBezTo>
                    <a:pt x="59389" y="89880"/>
                    <a:pt x="46816" y="83201"/>
                    <a:pt x="39386" y="74628"/>
                  </a:cubicBezTo>
                  <a:cubicBezTo>
                    <a:pt x="33409" y="68437"/>
                    <a:pt x="34397" y="60460"/>
                    <a:pt x="36945" y="56031"/>
                  </a:cubicBezTo>
                  <a:cubicBezTo>
                    <a:pt x="41577" y="46113"/>
                    <a:pt x="48221" y="38671"/>
                    <a:pt x="45137" y="30206"/>
                  </a:cubicBezTo>
                  <a:cubicBezTo>
                    <a:pt x="39565" y="12918"/>
                    <a:pt x="16276" y="22836"/>
                    <a:pt x="7465" y="11466"/>
                  </a:cubicBezTo>
                  <a:cubicBezTo>
                    <a:pt x="5144" y="8906"/>
                    <a:pt x="4084" y="4620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85401" y="1895"/>
              <a:ext cx="2525299" cy="5230719"/>
            </a:xfrm>
            <a:custGeom>
              <a:avLst/>
              <a:gdLst/>
              <a:ahLst/>
              <a:cxnLst/>
              <a:rect l="l" t="t" r="r" b="b"/>
              <a:pathLst>
                <a:path w="77606" h="160735" extrusionOk="0">
                  <a:moveTo>
                    <a:pt x="22063" y="0"/>
                  </a:moveTo>
                  <a:cubicBezTo>
                    <a:pt x="24194" y="8430"/>
                    <a:pt x="23135" y="19371"/>
                    <a:pt x="29933" y="23348"/>
                  </a:cubicBezTo>
                  <a:cubicBezTo>
                    <a:pt x="34660" y="26396"/>
                    <a:pt x="37625" y="25706"/>
                    <a:pt x="46435" y="27480"/>
                  </a:cubicBezTo>
                  <a:cubicBezTo>
                    <a:pt x="49971" y="28027"/>
                    <a:pt x="53091" y="28408"/>
                    <a:pt x="56377" y="31563"/>
                  </a:cubicBezTo>
                  <a:cubicBezTo>
                    <a:pt x="61890" y="37100"/>
                    <a:pt x="61009" y="44160"/>
                    <a:pt x="58318" y="48613"/>
                  </a:cubicBezTo>
                  <a:cubicBezTo>
                    <a:pt x="50233" y="63460"/>
                    <a:pt x="47602" y="68425"/>
                    <a:pt x="56675" y="77295"/>
                  </a:cubicBezTo>
                  <a:cubicBezTo>
                    <a:pt x="61699" y="82593"/>
                    <a:pt x="65200" y="85463"/>
                    <a:pt x="66795" y="88308"/>
                  </a:cubicBezTo>
                  <a:cubicBezTo>
                    <a:pt x="70498" y="95012"/>
                    <a:pt x="67878" y="103441"/>
                    <a:pt x="61044" y="106858"/>
                  </a:cubicBezTo>
                  <a:cubicBezTo>
                    <a:pt x="58449" y="108335"/>
                    <a:pt x="47364" y="113216"/>
                    <a:pt x="45483" y="115217"/>
                  </a:cubicBezTo>
                  <a:cubicBezTo>
                    <a:pt x="33112" y="126706"/>
                    <a:pt x="53115" y="145458"/>
                    <a:pt x="36101" y="154912"/>
                  </a:cubicBezTo>
                  <a:cubicBezTo>
                    <a:pt x="34370" y="155925"/>
                    <a:pt x="32293" y="156292"/>
                    <a:pt x="30033" y="156292"/>
                  </a:cubicBezTo>
                  <a:cubicBezTo>
                    <a:pt x="24112" y="156292"/>
                    <a:pt x="16939" y="153775"/>
                    <a:pt x="11462" y="153775"/>
                  </a:cubicBezTo>
                  <a:cubicBezTo>
                    <a:pt x="9841" y="153775"/>
                    <a:pt x="8368" y="153995"/>
                    <a:pt x="7121" y="154567"/>
                  </a:cubicBezTo>
                  <a:cubicBezTo>
                    <a:pt x="4025" y="155543"/>
                    <a:pt x="1823" y="157865"/>
                    <a:pt x="1" y="160734"/>
                  </a:cubicBezTo>
                  <a:lnTo>
                    <a:pt x="5168" y="160734"/>
                  </a:lnTo>
                  <a:cubicBezTo>
                    <a:pt x="5490" y="160472"/>
                    <a:pt x="5835" y="160234"/>
                    <a:pt x="6192" y="160020"/>
                  </a:cubicBezTo>
                  <a:cubicBezTo>
                    <a:pt x="8777" y="158294"/>
                    <a:pt x="11590" y="157709"/>
                    <a:pt x="14511" y="157709"/>
                  </a:cubicBezTo>
                  <a:cubicBezTo>
                    <a:pt x="20658" y="157709"/>
                    <a:pt x="27286" y="160297"/>
                    <a:pt x="33288" y="160297"/>
                  </a:cubicBezTo>
                  <a:cubicBezTo>
                    <a:pt x="37484" y="160297"/>
                    <a:pt x="41374" y="159032"/>
                    <a:pt x="44578" y="154733"/>
                  </a:cubicBezTo>
                  <a:cubicBezTo>
                    <a:pt x="50162" y="148518"/>
                    <a:pt x="45388" y="135755"/>
                    <a:pt x="44971" y="128468"/>
                  </a:cubicBezTo>
                  <a:cubicBezTo>
                    <a:pt x="44102" y="110704"/>
                    <a:pt x="67390" y="113693"/>
                    <a:pt x="72570" y="101286"/>
                  </a:cubicBezTo>
                  <a:cubicBezTo>
                    <a:pt x="77606" y="89047"/>
                    <a:pt x="66104" y="82903"/>
                    <a:pt x="59401" y="75164"/>
                  </a:cubicBezTo>
                  <a:cubicBezTo>
                    <a:pt x="53889" y="69449"/>
                    <a:pt x="54913" y="62139"/>
                    <a:pt x="57234" y="58162"/>
                  </a:cubicBezTo>
                  <a:cubicBezTo>
                    <a:pt x="61782" y="48577"/>
                    <a:pt x="67819" y="41886"/>
                    <a:pt x="64271" y="33814"/>
                  </a:cubicBezTo>
                  <a:cubicBezTo>
                    <a:pt x="58746" y="19431"/>
                    <a:pt x="37827" y="27944"/>
                    <a:pt x="30219" y="17526"/>
                  </a:cubicBezTo>
                  <a:cubicBezTo>
                    <a:pt x="27040" y="13823"/>
                    <a:pt x="26611" y="6382"/>
                    <a:pt x="25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019437" y="2001399"/>
            <a:ext cx="409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" name="Google Shape;26;p3"/>
          <p:cNvSpPr/>
          <p:nvPr/>
        </p:nvSpPr>
        <p:spPr>
          <a:xfrm rot="-5400000">
            <a:off x="2397000" y="2315725"/>
            <a:ext cx="82500" cy="2633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019450" y="2743600"/>
            <a:ext cx="32553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5532213" y="-2195"/>
            <a:ext cx="3611622" cy="4300445"/>
            <a:chOff x="5532213" y="-2195"/>
            <a:chExt cx="3611622" cy="4300445"/>
          </a:xfrm>
        </p:grpSpPr>
        <p:sp>
          <p:nvSpPr>
            <p:cNvPr id="29" name="Google Shape;29;p3"/>
            <p:cNvSpPr/>
            <p:nvPr/>
          </p:nvSpPr>
          <p:spPr>
            <a:xfrm rot="10800000" flipH="1">
              <a:off x="5532213" y="-1843"/>
              <a:ext cx="3611622" cy="4300093"/>
            </a:xfrm>
            <a:custGeom>
              <a:avLst/>
              <a:gdLst/>
              <a:ahLst/>
              <a:cxnLst/>
              <a:rect l="l" t="t" r="r" b="b"/>
              <a:pathLst>
                <a:path w="112872" h="134273" extrusionOk="0">
                  <a:moveTo>
                    <a:pt x="83885" y="0"/>
                  </a:moveTo>
                  <a:cubicBezTo>
                    <a:pt x="77646" y="0"/>
                    <a:pt x="71710" y="1067"/>
                    <a:pt x="66652" y="5185"/>
                  </a:cubicBezTo>
                  <a:cubicBezTo>
                    <a:pt x="54412" y="15138"/>
                    <a:pt x="60484" y="34284"/>
                    <a:pt x="50959" y="45023"/>
                  </a:cubicBezTo>
                  <a:cubicBezTo>
                    <a:pt x="38529" y="59060"/>
                    <a:pt x="6513" y="62478"/>
                    <a:pt x="3072" y="80432"/>
                  </a:cubicBezTo>
                  <a:cubicBezTo>
                    <a:pt x="1" y="96541"/>
                    <a:pt x="29814" y="106316"/>
                    <a:pt x="30195" y="124533"/>
                  </a:cubicBezTo>
                  <a:cubicBezTo>
                    <a:pt x="30266" y="127831"/>
                    <a:pt x="29588" y="131057"/>
                    <a:pt x="28528" y="134272"/>
                  </a:cubicBezTo>
                  <a:lnTo>
                    <a:pt x="33124" y="134272"/>
                  </a:lnTo>
                  <a:cubicBezTo>
                    <a:pt x="34434" y="130903"/>
                    <a:pt x="35398" y="127485"/>
                    <a:pt x="35600" y="123949"/>
                  </a:cubicBezTo>
                  <a:cubicBezTo>
                    <a:pt x="36612" y="105483"/>
                    <a:pt x="10681" y="97839"/>
                    <a:pt x="10752" y="79920"/>
                  </a:cubicBezTo>
                  <a:cubicBezTo>
                    <a:pt x="10788" y="70729"/>
                    <a:pt x="24968" y="63990"/>
                    <a:pt x="31886" y="60382"/>
                  </a:cubicBezTo>
                  <a:cubicBezTo>
                    <a:pt x="39672" y="56310"/>
                    <a:pt x="50162" y="53250"/>
                    <a:pt x="55829" y="46499"/>
                  </a:cubicBezTo>
                  <a:cubicBezTo>
                    <a:pt x="64449" y="36200"/>
                    <a:pt x="57294" y="18008"/>
                    <a:pt x="69617" y="8661"/>
                  </a:cubicBezTo>
                  <a:cubicBezTo>
                    <a:pt x="74537" y="4929"/>
                    <a:pt x="80167" y="3906"/>
                    <a:pt x="86058" y="3906"/>
                  </a:cubicBezTo>
                  <a:cubicBezTo>
                    <a:pt x="93207" y="3906"/>
                    <a:pt x="100740" y="5414"/>
                    <a:pt x="107850" y="5414"/>
                  </a:cubicBezTo>
                  <a:cubicBezTo>
                    <a:pt x="109552" y="5414"/>
                    <a:pt x="111229" y="5327"/>
                    <a:pt x="112872" y="5113"/>
                  </a:cubicBezTo>
                  <a:lnTo>
                    <a:pt x="112872" y="303"/>
                  </a:lnTo>
                  <a:cubicBezTo>
                    <a:pt x="110131" y="991"/>
                    <a:pt x="107258" y="1230"/>
                    <a:pt x="104314" y="1230"/>
                  </a:cubicBezTo>
                  <a:cubicBezTo>
                    <a:pt x="97633" y="1230"/>
                    <a:pt x="90585" y="0"/>
                    <a:pt x="8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 flipH="1">
              <a:off x="6097961" y="-1843"/>
              <a:ext cx="3045490" cy="4054301"/>
            </a:xfrm>
            <a:custGeom>
              <a:avLst/>
              <a:gdLst/>
              <a:ahLst/>
              <a:cxnLst/>
              <a:rect l="l" t="t" r="r" b="b"/>
              <a:pathLst>
                <a:path w="95179" h="126598" extrusionOk="0">
                  <a:moveTo>
                    <a:pt x="70508" y="1"/>
                  </a:moveTo>
                  <a:cubicBezTo>
                    <a:pt x="64970" y="1"/>
                    <a:pt x="59685" y="1001"/>
                    <a:pt x="55031" y="4439"/>
                  </a:cubicBezTo>
                  <a:cubicBezTo>
                    <a:pt x="49138" y="8797"/>
                    <a:pt x="47268" y="15833"/>
                    <a:pt x="46387" y="22799"/>
                  </a:cubicBezTo>
                  <a:cubicBezTo>
                    <a:pt x="45685" y="28383"/>
                    <a:pt x="46721" y="35657"/>
                    <a:pt x="43208" y="40205"/>
                  </a:cubicBezTo>
                  <a:cubicBezTo>
                    <a:pt x="33350" y="52969"/>
                    <a:pt x="2572" y="52624"/>
                    <a:pt x="1203" y="72031"/>
                  </a:cubicBezTo>
                  <a:cubicBezTo>
                    <a:pt x="0" y="89223"/>
                    <a:pt x="25349" y="97748"/>
                    <a:pt x="23218" y="115905"/>
                  </a:cubicBezTo>
                  <a:cubicBezTo>
                    <a:pt x="22789" y="119560"/>
                    <a:pt x="21551" y="123097"/>
                    <a:pt x="20003" y="126597"/>
                  </a:cubicBezTo>
                  <a:lnTo>
                    <a:pt x="24468" y="126597"/>
                  </a:lnTo>
                  <a:cubicBezTo>
                    <a:pt x="26230" y="123025"/>
                    <a:pt x="27718" y="119418"/>
                    <a:pt x="28385" y="115691"/>
                  </a:cubicBezTo>
                  <a:cubicBezTo>
                    <a:pt x="31540" y="97939"/>
                    <a:pt x="7870" y="88438"/>
                    <a:pt x="9609" y="72067"/>
                  </a:cubicBezTo>
                  <a:cubicBezTo>
                    <a:pt x="11716" y="52266"/>
                    <a:pt x="39386" y="54386"/>
                    <a:pt x="48459" y="41479"/>
                  </a:cubicBezTo>
                  <a:cubicBezTo>
                    <a:pt x="51304" y="37431"/>
                    <a:pt x="49661" y="30252"/>
                    <a:pt x="49947" y="25347"/>
                  </a:cubicBezTo>
                  <a:cubicBezTo>
                    <a:pt x="50352" y="18596"/>
                    <a:pt x="52590" y="11881"/>
                    <a:pt x="58317" y="7868"/>
                  </a:cubicBezTo>
                  <a:cubicBezTo>
                    <a:pt x="62738" y="4771"/>
                    <a:pt x="67688" y="3825"/>
                    <a:pt x="72867" y="3825"/>
                  </a:cubicBezTo>
                  <a:cubicBezTo>
                    <a:pt x="80132" y="3825"/>
                    <a:pt x="87846" y="5686"/>
                    <a:pt x="95179" y="6082"/>
                  </a:cubicBezTo>
                  <a:lnTo>
                    <a:pt x="95179" y="1915"/>
                  </a:lnTo>
                  <a:cubicBezTo>
                    <a:pt x="94800" y="1925"/>
                    <a:pt x="94420" y="1930"/>
                    <a:pt x="94038" y="1930"/>
                  </a:cubicBezTo>
                  <a:cubicBezTo>
                    <a:pt x="86381" y="1930"/>
                    <a:pt x="78200" y="1"/>
                    <a:pt x="70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10800000" flipH="1">
              <a:off x="6601601" y="-1843"/>
              <a:ext cx="2541849" cy="3806588"/>
            </a:xfrm>
            <a:custGeom>
              <a:avLst/>
              <a:gdLst/>
              <a:ahLst/>
              <a:cxnLst/>
              <a:rect l="l" t="t" r="r" b="b"/>
              <a:pathLst>
                <a:path w="79439" h="118863" extrusionOk="0">
                  <a:moveTo>
                    <a:pt x="59713" y="0"/>
                  </a:moveTo>
                  <a:cubicBezTo>
                    <a:pt x="54889" y="0"/>
                    <a:pt x="50258" y="857"/>
                    <a:pt x="46054" y="3538"/>
                  </a:cubicBezTo>
                  <a:cubicBezTo>
                    <a:pt x="40732" y="6932"/>
                    <a:pt x="38279" y="13944"/>
                    <a:pt x="37958" y="20005"/>
                  </a:cubicBezTo>
                  <a:cubicBezTo>
                    <a:pt x="37708" y="24696"/>
                    <a:pt x="40470" y="30911"/>
                    <a:pt x="38148" y="34923"/>
                  </a:cubicBezTo>
                  <a:cubicBezTo>
                    <a:pt x="34838" y="40650"/>
                    <a:pt x="25123" y="42496"/>
                    <a:pt x="19420" y="45889"/>
                  </a:cubicBezTo>
                  <a:cubicBezTo>
                    <a:pt x="12490" y="50020"/>
                    <a:pt x="3656" y="56342"/>
                    <a:pt x="2382" y="64641"/>
                  </a:cubicBezTo>
                  <a:cubicBezTo>
                    <a:pt x="1" y="80238"/>
                    <a:pt x="21753" y="90740"/>
                    <a:pt x="17681" y="107908"/>
                  </a:cubicBezTo>
                  <a:cubicBezTo>
                    <a:pt x="16788" y="111647"/>
                    <a:pt x="15062" y="115266"/>
                    <a:pt x="13097" y="118862"/>
                  </a:cubicBezTo>
                  <a:lnTo>
                    <a:pt x="17396" y="118862"/>
                  </a:lnTo>
                  <a:cubicBezTo>
                    <a:pt x="19527" y="115278"/>
                    <a:pt x="21467" y="111683"/>
                    <a:pt x="22551" y="108004"/>
                  </a:cubicBezTo>
                  <a:cubicBezTo>
                    <a:pt x="27373" y="91573"/>
                    <a:pt x="7978" y="80238"/>
                    <a:pt x="10871" y="65224"/>
                  </a:cubicBezTo>
                  <a:cubicBezTo>
                    <a:pt x="12490" y="56866"/>
                    <a:pt x="21563" y="51866"/>
                    <a:pt x="28242" y="47639"/>
                  </a:cubicBezTo>
                  <a:cubicBezTo>
                    <a:pt x="32886" y="44698"/>
                    <a:pt x="41696" y="40721"/>
                    <a:pt x="43744" y="36019"/>
                  </a:cubicBezTo>
                  <a:cubicBezTo>
                    <a:pt x="45280" y="32506"/>
                    <a:pt x="42553" y="26470"/>
                    <a:pt x="42625" y="22183"/>
                  </a:cubicBezTo>
                  <a:cubicBezTo>
                    <a:pt x="42696" y="16528"/>
                    <a:pt x="44578" y="10051"/>
                    <a:pt x="49757" y="6967"/>
                  </a:cubicBezTo>
                  <a:cubicBezTo>
                    <a:pt x="53682" y="4623"/>
                    <a:pt x="57960" y="3843"/>
                    <a:pt x="62406" y="3843"/>
                  </a:cubicBezTo>
                  <a:cubicBezTo>
                    <a:pt x="67940" y="3843"/>
                    <a:pt x="73735" y="5051"/>
                    <a:pt x="79439" y="5955"/>
                  </a:cubicBezTo>
                  <a:lnTo>
                    <a:pt x="79439" y="2264"/>
                  </a:lnTo>
                  <a:cubicBezTo>
                    <a:pt x="72893" y="1517"/>
                    <a:pt x="66133" y="0"/>
                    <a:pt x="59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10800000" flipH="1">
              <a:off x="7158582" y="-1843"/>
              <a:ext cx="1984869" cy="3565631"/>
            </a:xfrm>
            <a:custGeom>
              <a:avLst/>
              <a:gdLst/>
              <a:ahLst/>
              <a:cxnLst/>
              <a:rect l="l" t="t" r="r" b="b"/>
              <a:pathLst>
                <a:path w="62032" h="111339" extrusionOk="0">
                  <a:moveTo>
                    <a:pt x="47798" y="1"/>
                  </a:moveTo>
                  <a:cubicBezTo>
                    <a:pt x="43708" y="1"/>
                    <a:pt x="39809" y="740"/>
                    <a:pt x="36267" y="2884"/>
                  </a:cubicBezTo>
                  <a:cubicBezTo>
                    <a:pt x="25658" y="9290"/>
                    <a:pt x="33267" y="20791"/>
                    <a:pt x="32088" y="29495"/>
                  </a:cubicBezTo>
                  <a:cubicBezTo>
                    <a:pt x="30266" y="42937"/>
                    <a:pt x="5537" y="43699"/>
                    <a:pt x="1810" y="58510"/>
                  </a:cubicBezTo>
                  <a:cubicBezTo>
                    <a:pt x="0" y="65678"/>
                    <a:pt x="5025" y="72738"/>
                    <a:pt x="7680" y="79215"/>
                  </a:cubicBezTo>
                  <a:cubicBezTo>
                    <a:pt x="10514" y="86061"/>
                    <a:pt x="12359" y="93514"/>
                    <a:pt x="9859" y="100694"/>
                  </a:cubicBezTo>
                  <a:cubicBezTo>
                    <a:pt x="8609" y="104290"/>
                    <a:pt x="6489" y="107802"/>
                    <a:pt x="4203" y="111338"/>
                  </a:cubicBezTo>
                  <a:lnTo>
                    <a:pt x="8371" y="111338"/>
                  </a:lnTo>
                  <a:cubicBezTo>
                    <a:pt x="10788" y="107885"/>
                    <a:pt x="13026" y="104480"/>
                    <a:pt x="14407" y="101027"/>
                  </a:cubicBezTo>
                  <a:cubicBezTo>
                    <a:pt x="17157" y="94169"/>
                    <a:pt x="16062" y="86811"/>
                    <a:pt x="13895" y="79870"/>
                  </a:cubicBezTo>
                  <a:cubicBezTo>
                    <a:pt x="11919" y="73512"/>
                    <a:pt x="7799" y="66261"/>
                    <a:pt x="9895" y="59546"/>
                  </a:cubicBezTo>
                  <a:cubicBezTo>
                    <a:pt x="12276" y="51950"/>
                    <a:pt x="20860" y="47711"/>
                    <a:pt x="27397" y="43985"/>
                  </a:cubicBezTo>
                  <a:cubicBezTo>
                    <a:pt x="31195" y="41818"/>
                    <a:pt x="42387" y="36579"/>
                    <a:pt x="39255" y="31292"/>
                  </a:cubicBezTo>
                  <a:cubicBezTo>
                    <a:pt x="35350" y="24720"/>
                    <a:pt x="32147" y="10945"/>
                    <a:pt x="40398" y="6325"/>
                  </a:cubicBezTo>
                  <a:cubicBezTo>
                    <a:pt x="43665" y="4486"/>
                    <a:pt x="47215" y="3830"/>
                    <a:pt x="50925" y="3830"/>
                  </a:cubicBezTo>
                  <a:cubicBezTo>
                    <a:pt x="54515" y="3830"/>
                    <a:pt x="58255" y="4444"/>
                    <a:pt x="62032" y="5194"/>
                  </a:cubicBezTo>
                  <a:lnTo>
                    <a:pt x="62032" y="1848"/>
                  </a:lnTo>
                  <a:cubicBezTo>
                    <a:pt x="57205" y="930"/>
                    <a:pt x="52382" y="1"/>
                    <a:pt x="47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10800000" flipH="1">
              <a:off x="7558967" y="-1843"/>
              <a:ext cx="1584868" cy="3320640"/>
            </a:xfrm>
            <a:custGeom>
              <a:avLst/>
              <a:gdLst/>
              <a:ahLst/>
              <a:cxnLst/>
              <a:rect l="l" t="t" r="r" b="b"/>
              <a:pathLst>
                <a:path w="49531" h="103689" extrusionOk="0">
                  <a:moveTo>
                    <a:pt x="41719" y="1"/>
                  </a:moveTo>
                  <a:cubicBezTo>
                    <a:pt x="38391" y="1"/>
                    <a:pt x="35190" y="571"/>
                    <a:pt x="32207" y="2116"/>
                  </a:cubicBezTo>
                  <a:cubicBezTo>
                    <a:pt x="21075" y="7902"/>
                    <a:pt x="31886" y="19404"/>
                    <a:pt x="34124" y="26417"/>
                  </a:cubicBezTo>
                  <a:cubicBezTo>
                    <a:pt x="36005" y="32370"/>
                    <a:pt x="26635" y="36108"/>
                    <a:pt x="22516" y="38430"/>
                  </a:cubicBezTo>
                  <a:cubicBezTo>
                    <a:pt x="16039" y="42085"/>
                    <a:pt x="7883" y="45871"/>
                    <a:pt x="5144" y="53158"/>
                  </a:cubicBezTo>
                  <a:cubicBezTo>
                    <a:pt x="2739" y="59504"/>
                    <a:pt x="5966" y="66719"/>
                    <a:pt x="7323" y="73053"/>
                  </a:cubicBezTo>
                  <a:cubicBezTo>
                    <a:pt x="8812" y="79995"/>
                    <a:pt x="9240" y="87222"/>
                    <a:pt x="6311" y="93782"/>
                  </a:cubicBezTo>
                  <a:cubicBezTo>
                    <a:pt x="4835" y="97080"/>
                    <a:pt x="2489" y="100354"/>
                    <a:pt x="1" y="103688"/>
                  </a:cubicBezTo>
                  <a:lnTo>
                    <a:pt x="4132" y="103688"/>
                  </a:lnTo>
                  <a:cubicBezTo>
                    <a:pt x="6668" y="100485"/>
                    <a:pt x="9050" y="97366"/>
                    <a:pt x="10562" y="94270"/>
                  </a:cubicBezTo>
                  <a:cubicBezTo>
                    <a:pt x="13645" y="87984"/>
                    <a:pt x="13776" y="80923"/>
                    <a:pt x="12931" y="74030"/>
                  </a:cubicBezTo>
                  <a:cubicBezTo>
                    <a:pt x="12157" y="67743"/>
                    <a:pt x="9812" y="60635"/>
                    <a:pt x="12479" y="54599"/>
                  </a:cubicBezTo>
                  <a:cubicBezTo>
                    <a:pt x="15527" y="47705"/>
                    <a:pt x="23254" y="44157"/>
                    <a:pt x="29588" y="40656"/>
                  </a:cubicBezTo>
                  <a:cubicBezTo>
                    <a:pt x="34112" y="38156"/>
                    <a:pt x="40899" y="35406"/>
                    <a:pt x="40387" y="29429"/>
                  </a:cubicBezTo>
                  <a:cubicBezTo>
                    <a:pt x="39815" y="22940"/>
                    <a:pt x="24885" y="11153"/>
                    <a:pt x="36672" y="5569"/>
                  </a:cubicBezTo>
                  <a:cubicBezTo>
                    <a:pt x="39356" y="4299"/>
                    <a:pt x="42196" y="3816"/>
                    <a:pt x="45137" y="3816"/>
                  </a:cubicBezTo>
                  <a:cubicBezTo>
                    <a:pt x="46580" y="3816"/>
                    <a:pt x="48046" y="3932"/>
                    <a:pt x="49531" y="4128"/>
                  </a:cubicBezTo>
                  <a:lnTo>
                    <a:pt x="49531" y="818"/>
                  </a:lnTo>
                  <a:cubicBezTo>
                    <a:pt x="46880" y="333"/>
                    <a:pt x="44263" y="1"/>
                    <a:pt x="4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10800000" flipH="1">
              <a:off x="7821474" y="-1843"/>
              <a:ext cx="1321977" cy="3077667"/>
            </a:xfrm>
            <a:custGeom>
              <a:avLst/>
              <a:gdLst/>
              <a:ahLst/>
              <a:cxnLst/>
              <a:rect l="l" t="t" r="r" b="b"/>
              <a:pathLst>
                <a:path w="41315" h="96102" extrusionOk="0">
                  <a:moveTo>
                    <a:pt x="40381" y="0"/>
                  </a:moveTo>
                  <a:cubicBezTo>
                    <a:pt x="37833" y="0"/>
                    <a:pt x="35374" y="406"/>
                    <a:pt x="33028" y="1447"/>
                  </a:cubicBezTo>
                  <a:cubicBezTo>
                    <a:pt x="22134" y="6257"/>
                    <a:pt x="37934" y="18365"/>
                    <a:pt x="37445" y="25092"/>
                  </a:cubicBezTo>
                  <a:cubicBezTo>
                    <a:pt x="36600" y="36475"/>
                    <a:pt x="16181" y="38654"/>
                    <a:pt x="11145" y="48643"/>
                  </a:cubicBezTo>
                  <a:cubicBezTo>
                    <a:pt x="5287" y="60275"/>
                    <a:pt x="13181" y="74825"/>
                    <a:pt x="6489" y="87219"/>
                  </a:cubicBezTo>
                  <a:cubicBezTo>
                    <a:pt x="4930" y="90112"/>
                    <a:pt x="2536" y="93065"/>
                    <a:pt x="0" y="96101"/>
                  </a:cubicBezTo>
                  <a:lnTo>
                    <a:pt x="4132" y="96101"/>
                  </a:lnTo>
                  <a:cubicBezTo>
                    <a:pt x="6644" y="93244"/>
                    <a:pt x="8978" y="90469"/>
                    <a:pt x="10502" y="87779"/>
                  </a:cubicBezTo>
                  <a:cubicBezTo>
                    <a:pt x="17205" y="76075"/>
                    <a:pt x="11276" y="61478"/>
                    <a:pt x="17514" y="50429"/>
                  </a:cubicBezTo>
                  <a:cubicBezTo>
                    <a:pt x="22598" y="41428"/>
                    <a:pt x="37553" y="39344"/>
                    <a:pt x="41315" y="30010"/>
                  </a:cubicBezTo>
                  <a:lnTo>
                    <a:pt x="41315" y="24295"/>
                  </a:lnTo>
                  <a:cubicBezTo>
                    <a:pt x="38791" y="17270"/>
                    <a:pt x="29861" y="7947"/>
                    <a:pt x="37624" y="4899"/>
                  </a:cubicBezTo>
                  <a:cubicBezTo>
                    <a:pt x="38815" y="4435"/>
                    <a:pt x="40053" y="4114"/>
                    <a:pt x="41315" y="3947"/>
                  </a:cubicBezTo>
                  <a:lnTo>
                    <a:pt x="41315" y="18"/>
                  </a:lnTo>
                  <a:cubicBezTo>
                    <a:pt x="41002" y="6"/>
                    <a:pt x="40691" y="0"/>
                    <a:pt x="40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 flipH="1">
              <a:off x="9072192" y="2532263"/>
              <a:ext cx="71258" cy="263886"/>
            </a:xfrm>
            <a:custGeom>
              <a:avLst/>
              <a:gdLst/>
              <a:ahLst/>
              <a:cxnLst/>
              <a:rect l="l" t="t" r="r" b="b"/>
              <a:pathLst>
                <a:path w="2227" h="8240" extrusionOk="0">
                  <a:moveTo>
                    <a:pt x="2227" y="0"/>
                  </a:moveTo>
                  <a:cubicBezTo>
                    <a:pt x="1" y="1381"/>
                    <a:pt x="763" y="4548"/>
                    <a:pt x="2227" y="8239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 flipH="1">
              <a:off x="8087757" y="-1843"/>
              <a:ext cx="1055694" cy="1868403"/>
            </a:xfrm>
            <a:custGeom>
              <a:avLst/>
              <a:gdLst/>
              <a:ahLst/>
              <a:cxnLst/>
              <a:rect l="l" t="t" r="r" b="b"/>
              <a:pathLst>
                <a:path w="32993" h="58342" extrusionOk="0">
                  <a:moveTo>
                    <a:pt x="32993" y="1"/>
                  </a:moveTo>
                  <a:cubicBezTo>
                    <a:pt x="27528" y="5120"/>
                    <a:pt x="18944" y="8323"/>
                    <a:pt x="15050" y="14586"/>
                  </a:cubicBezTo>
                  <a:cubicBezTo>
                    <a:pt x="8514" y="25099"/>
                    <a:pt x="12669" y="39517"/>
                    <a:pt x="6121" y="50614"/>
                  </a:cubicBezTo>
                  <a:cubicBezTo>
                    <a:pt x="4668" y="53078"/>
                    <a:pt x="2430" y="55662"/>
                    <a:pt x="1" y="58341"/>
                  </a:cubicBezTo>
                  <a:lnTo>
                    <a:pt x="4156" y="58341"/>
                  </a:lnTo>
                  <a:cubicBezTo>
                    <a:pt x="6490" y="55853"/>
                    <a:pt x="8609" y="53459"/>
                    <a:pt x="9990" y="51197"/>
                  </a:cubicBezTo>
                  <a:cubicBezTo>
                    <a:pt x="16420" y="40648"/>
                    <a:pt x="13693" y="26813"/>
                    <a:pt x="20372" y="16622"/>
                  </a:cubicBezTo>
                  <a:cubicBezTo>
                    <a:pt x="23349" y="12085"/>
                    <a:pt x="28540" y="9002"/>
                    <a:pt x="32993" y="5573"/>
                  </a:cubicBezTo>
                  <a:lnTo>
                    <a:pt x="329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10800000" flipH="1">
              <a:off x="8354456" y="-1843"/>
              <a:ext cx="788994" cy="1526376"/>
            </a:xfrm>
            <a:custGeom>
              <a:avLst/>
              <a:gdLst/>
              <a:ahLst/>
              <a:cxnLst/>
              <a:rect l="l" t="t" r="r" b="b"/>
              <a:pathLst>
                <a:path w="24658" h="47662" extrusionOk="0">
                  <a:moveTo>
                    <a:pt x="24658" y="0"/>
                  </a:moveTo>
                  <a:cubicBezTo>
                    <a:pt x="21646" y="2322"/>
                    <a:pt x="18705" y="4727"/>
                    <a:pt x="16824" y="8097"/>
                  </a:cubicBezTo>
                  <a:cubicBezTo>
                    <a:pt x="11621" y="17336"/>
                    <a:pt x="10609" y="30838"/>
                    <a:pt x="5120" y="41029"/>
                  </a:cubicBezTo>
                  <a:cubicBezTo>
                    <a:pt x="3977" y="43160"/>
                    <a:pt x="2108" y="45375"/>
                    <a:pt x="0" y="47661"/>
                  </a:cubicBezTo>
                  <a:lnTo>
                    <a:pt x="3524" y="47661"/>
                  </a:lnTo>
                  <a:cubicBezTo>
                    <a:pt x="5358" y="45530"/>
                    <a:pt x="6953" y="43482"/>
                    <a:pt x="7918" y="41577"/>
                  </a:cubicBezTo>
                  <a:cubicBezTo>
                    <a:pt x="12871" y="31707"/>
                    <a:pt x="13740" y="20205"/>
                    <a:pt x="18883" y="10395"/>
                  </a:cubicBezTo>
                  <a:cubicBezTo>
                    <a:pt x="20348" y="7632"/>
                    <a:pt x="22408" y="5692"/>
                    <a:pt x="24658" y="4037"/>
                  </a:cubicBezTo>
                  <a:lnTo>
                    <a:pt x="24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10800000" flipH="1">
              <a:off x="8579591" y="-1843"/>
              <a:ext cx="563860" cy="1257558"/>
            </a:xfrm>
            <a:custGeom>
              <a:avLst/>
              <a:gdLst/>
              <a:ahLst/>
              <a:cxnLst/>
              <a:rect l="l" t="t" r="r" b="b"/>
              <a:pathLst>
                <a:path w="17622" h="39268" extrusionOk="0">
                  <a:moveTo>
                    <a:pt x="17622" y="0"/>
                  </a:moveTo>
                  <a:cubicBezTo>
                    <a:pt x="16098" y="1239"/>
                    <a:pt x="14729" y="2667"/>
                    <a:pt x="13669" y="4537"/>
                  </a:cubicBezTo>
                  <a:cubicBezTo>
                    <a:pt x="8561" y="13562"/>
                    <a:pt x="7787" y="24706"/>
                    <a:pt x="3513" y="33909"/>
                  </a:cubicBezTo>
                  <a:cubicBezTo>
                    <a:pt x="2739" y="35576"/>
                    <a:pt x="1465" y="37386"/>
                    <a:pt x="1" y="39267"/>
                  </a:cubicBezTo>
                  <a:lnTo>
                    <a:pt x="3358" y="39267"/>
                  </a:lnTo>
                  <a:cubicBezTo>
                    <a:pt x="4454" y="37719"/>
                    <a:pt x="5394" y="36219"/>
                    <a:pt x="6002" y="34790"/>
                  </a:cubicBezTo>
                  <a:cubicBezTo>
                    <a:pt x="9716" y="26099"/>
                    <a:pt x="10335" y="15645"/>
                    <a:pt x="15265" y="7299"/>
                  </a:cubicBezTo>
                  <a:cubicBezTo>
                    <a:pt x="15919" y="6203"/>
                    <a:pt x="16705" y="5215"/>
                    <a:pt x="17622" y="4334"/>
                  </a:cubicBezTo>
                  <a:lnTo>
                    <a:pt x="17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10800000" flipH="1">
              <a:off x="8788759" y="-2195"/>
              <a:ext cx="354692" cy="973848"/>
            </a:xfrm>
            <a:custGeom>
              <a:avLst/>
              <a:gdLst/>
              <a:ahLst/>
              <a:cxnLst/>
              <a:rect l="l" t="t" r="r" b="b"/>
              <a:pathLst>
                <a:path w="11085" h="30409" extrusionOk="0">
                  <a:moveTo>
                    <a:pt x="11085" y="0"/>
                  </a:moveTo>
                  <a:cubicBezTo>
                    <a:pt x="10740" y="429"/>
                    <a:pt x="10430" y="882"/>
                    <a:pt x="10144" y="1346"/>
                  </a:cubicBezTo>
                  <a:cubicBezTo>
                    <a:pt x="5453" y="9049"/>
                    <a:pt x="5001" y="18777"/>
                    <a:pt x="1834" y="26932"/>
                  </a:cubicBezTo>
                  <a:cubicBezTo>
                    <a:pt x="1334" y="28147"/>
                    <a:pt x="715" y="29302"/>
                    <a:pt x="0" y="30409"/>
                  </a:cubicBezTo>
                  <a:lnTo>
                    <a:pt x="3013" y="30397"/>
                  </a:lnTo>
                  <a:cubicBezTo>
                    <a:pt x="3429" y="29635"/>
                    <a:pt x="3786" y="28849"/>
                    <a:pt x="4096" y="28040"/>
                  </a:cubicBezTo>
                  <a:cubicBezTo>
                    <a:pt x="6739" y="20610"/>
                    <a:pt x="7061" y="12014"/>
                    <a:pt x="11085" y="4930"/>
                  </a:cubicBezTo>
                  <a:lnTo>
                    <a:pt x="11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10800000" flipH="1">
              <a:off x="8975816" y="-1843"/>
              <a:ext cx="168019" cy="639475"/>
            </a:xfrm>
            <a:custGeom>
              <a:avLst/>
              <a:gdLst/>
              <a:ahLst/>
              <a:cxnLst/>
              <a:rect l="l" t="t" r="r" b="b"/>
              <a:pathLst>
                <a:path w="5251" h="19968" extrusionOk="0">
                  <a:moveTo>
                    <a:pt x="5251" y="0"/>
                  </a:moveTo>
                  <a:cubicBezTo>
                    <a:pt x="2691" y="5942"/>
                    <a:pt x="2322" y="12752"/>
                    <a:pt x="429" y="18800"/>
                  </a:cubicBezTo>
                  <a:cubicBezTo>
                    <a:pt x="298" y="19181"/>
                    <a:pt x="155" y="19574"/>
                    <a:pt x="0" y="19967"/>
                  </a:cubicBezTo>
                  <a:lnTo>
                    <a:pt x="2572" y="19967"/>
                  </a:lnTo>
                  <a:cubicBezTo>
                    <a:pt x="3727" y="15812"/>
                    <a:pt x="4156" y="11287"/>
                    <a:pt x="5251" y="7001"/>
                  </a:cubicBezTo>
                  <a:lnTo>
                    <a:pt x="52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1199999" y="1355625"/>
            <a:ext cx="5394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2" name="Google Shape;42;p3"/>
          <p:cNvGrpSpPr/>
          <p:nvPr/>
        </p:nvGrpSpPr>
        <p:grpSpPr>
          <a:xfrm flipH="1">
            <a:off x="-6" y="-2208"/>
            <a:ext cx="840553" cy="1363736"/>
            <a:chOff x="6741600" y="846675"/>
            <a:chExt cx="640275" cy="1047175"/>
          </a:xfrm>
        </p:grpSpPr>
        <p:sp>
          <p:nvSpPr>
            <p:cNvPr id="43" name="Google Shape;43;p3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169664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3300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554865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5486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8" name="Google Shape;58;p5"/>
          <p:cNvGrpSpPr/>
          <p:nvPr/>
        </p:nvGrpSpPr>
        <p:grpSpPr>
          <a:xfrm>
            <a:off x="165" y="-2220"/>
            <a:ext cx="9143670" cy="5147940"/>
            <a:chOff x="238125" y="846675"/>
            <a:chExt cx="7144050" cy="4018375"/>
          </a:xfrm>
        </p:grpSpPr>
        <p:sp>
          <p:nvSpPr>
            <p:cNvPr id="59" name="Google Shape;59;p5"/>
            <p:cNvSpPr/>
            <p:nvPr/>
          </p:nvSpPr>
          <p:spPr>
            <a:xfrm>
              <a:off x="238125" y="3406500"/>
              <a:ext cx="824825" cy="1458550"/>
            </a:xfrm>
            <a:custGeom>
              <a:avLst/>
              <a:gdLst/>
              <a:ahLst/>
              <a:cxnLst/>
              <a:rect l="l" t="t" r="r" b="b"/>
              <a:pathLst>
                <a:path w="32993" h="58342" extrusionOk="0">
                  <a:moveTo>
                    <a:pt x="0" y="1"/>
                  </a:moveTo>
                  <a:lnTo>
                    <a:pt x="0" y="5573"/>
                  </a:lnTo>
                  <a:cubicBezTo>
                    <a:pt x="4453" y="9002"/>
                    <a:pt x="9644" y="12085"/>
                    <a:pt x="12621" y="16622"/>
                  </a:cubicBezTo>
                  <a:cubicBezTo>
                    <a:pt x="19300" y="26813"/>
                    <a:pt x="16574" y="40648"/>
                    <a:pt x="23003" y="51197"/>
                  </a:cubicBezTo>
                  <a:cubicBezTo>
                    <a:pt x="24384" y="53459"/>
                    <a:pt x="26503" y="55853"/>
                    <a:pt x="28837" y="58341"/>
                  </a:cubicBezTo>
                  <a:lnTo>
                    <a:pt x="32992" y="58341"/>
                  </a:lnTo>
                  <a:cubicBezTo>
                    <a:pt x="30563" y="55662"/>
                    <a:pt x="28337" y="53078"/>
                    <a:pt x="26872" y="50614"/>
                  </a:cubicBezTo>
                  <a:cubicBezTo>
                    <a:pt x="20324" y="39517"/>
                    <a:pt x="24491" y="25099"/>
                    <a:pt x="17943" y="14586"/>
                  </a:cubicBezTo>
                  <a:cubicBezTo>
                    <a:pt x="14049" y="8335"/>
                    <a:pt x="5465" y="51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38125" y="3673500"/>
              <a:ext cx="616750" cy="1191550"/>
            </a:xfrm>
            <a:custGeom>
              <a:avLst/>
              <a:gdLst/>
              <a:ahLst/>
              <a:cxnLst/>
              <a:rect l="l" t="t" r="r" b="b"/>
              <a:pathLst>
                <a:path w="24670" h="47662" extrusionOk="0">
                  <a:moveTo>
                    <a:pt x="0" y="0"/>
                  </a:moveTo>
                  <a:lnTo>
                    <a:pt x="0" y="4037"/>
                  </a:lnTo>
                  <a:cubicBezTo>
                    <a:pt x="2250" y="5692"/>
                    <a:pt x="4322" y="7632"/>
                    <a:pt x="5775" y="10395"/>
                  </a:cubicBezTo>
                  <a:cubicBezTo>
                    <a:pt x="10918" y="20205"/>
                    <a:pt x="11787" y="31707"/>
                    <a:pt x="16740" y="41577"/>
                  </a:cubicBezTo>
                  <a:cubicBezTo>
                    <a:pt x="17717" y="43482"/>
                    <a:pt x="19300" y="45530"/>
                    <a:pt x="21134" y="47661"/>
                  </a:cubicBezTo>
                  <a:lnTo>
                    <a:pt x="24670" y="47661"/>
                  </a:lnTo>
                  <a:cubicBezTo>
                    <a:pt x="22562" y="45375"/>
                    <a:pt x="20681" y="43160"/>
                    <a:pt x="19538" y="41029"/>
                  </a:cubicBezTo>
                  <a:cubicBezTo>
                    <a:pt x="14049" y="30838"/>
                    <a:pt x="13037" y="17336"/>
                    <a:pt x="7846" y="8097"/>
                  </a:cubicBezTo>
                  <a:cubicBezTo>
                    <a:pt x="5953" y="4727"/>
                    <a:pt x="3012" y="232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8125" y="3883350"/>
              <a:ext cx="440550" cy="981700"/>
            </a:xfrm>
            <a:custGeom>
              <a:avLst/>
              <a:gdLst/>
              <a:ahLst/>
              <a:cxnLst/>
              <a:rect l="l" t="t" r="r" b="b"/>
              <a:pathLst>
                <a:path w="17622" h="39268" extrusionOk="0">
                  <a:moveTo>
                    <a:pt x="0" y="0"/>
                  </a:moveTo>
                  <a:lnTo>
                    <a:pt x="0" y="4334"/>
                  </a:lnTo>
                  <a:cubicBezTo>
                    <a:pt x="917" y="5215"/>
                    <a:pt x="1703" y="6203"/>
                    <a:pt x="2357" y="7299"/>
                  </a:cubicBezTo>
                  <a:cubicBezTo>
                    <a:pt x="7299" y="15645"/>
                    <a:pt x="7906" y="26099"/>
                    <a:pt x="11621" y="34790"/>
                  </a:cubicBezTo>
                  <a:cubicBezTo>
                    <a:pt x="12228" y="36219"/>
                    <a:pt x="13168" y="37719"/>
                    <a:pt x="14264" y="39267"/>
                  </a:cubicBezTo>
                  <a:lnTo>
                    <a:pt x="17621" y="39267"/>
                  </a:lnTo>
                  <a:cubicBezTo>
                    <a:pt x="16157" y="37386"/>
                    <a:pt x="14883" y="35576"/>
                    <a:pt x="14109" y="33909"/>
                  </a:cubicBezTo>
                  <a:cubicBezTo>
                    <a:pt x="9835" y="24706"/>
                    <a:pt x="9061" y="13562"/>
                    <a:pt x="3953" y="4537"/>
                  </a:cubicBezTo>
                  <a:cubicBezTo>
                    <a:pt x="2893" y="2667"/>
                    <a:pt x="1524" y="123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238125" y="4105100"/>
              <a:ext cx="277125" cy="759950"/>
            </a:xfrm>
            <a:custGeom>
              <a:avLst/>
              <a:gdLst/>
              <a:ahLst/>
              <a:cxnLst/>
              <a:rect l="l" t="t" r="r" b="b"/>
              <a:pathLst>
                <a:path w="11085" h="30398" extrusionOk="0">
                  <a:moveTo>
                    <a:pt x="0" y="0"/>
                  </a:moveTo>
                  <a:lnTo>
                    <a:pt x="0" y="4930"/>
                  </a:lnTo>
                  <a:cubicBezTo>
                    <a:pt x="4024" y="12014"/>
                    <a:pt x="4358" y="20610"/>
                    <a:pt x="7001" y="28040"/>
                  </a:cubicBezTo>
                  <a:cubicBezTo>
                    <a:pt x="7299" y="28849"/>
                    <a:pt x="7656" y="29635"/>
                    <a:pt x="8072" y="30397"/>
                  </a:cubicBezTo>
                  <a:lnTo>
                    <a:pt x="11085" y="30397"/>
                  </a:lnTo>
                  <a:cubicBezTo>
                    <a:pt x="10370" y="29302"/>
                    <a:pt x="9751" y="28147"/>
                    <a:pt x="9251" y="26932"/>
                  </a:cubicBezTo>
                  <a:cubicBezTo>
                    <a:pt x="6084" y="18777"/>
                    <a:pt x="5632" y="9049"/>
                    <a:pt x="941" y="1346"/>
                  </a:cubicBezTo>
                  <a:cubicBezTo>
                    <a:pt x="655" y="882"/>
                    <a:pt x="345" y="42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238125" y="4365850"/>
              <a:ext cx="131275" cy="499200"/>
            </a:xfrm>
            <a:custGeom>
              <a:avLst/>
              <a:gdLst/>
              <a:ahLst/>
              <a:cxnLst/>
              <a:rect l="l" t="t" r="r" b="b"/>
              <a:pathLst>
                <a:path w="5251" h="19968" extrusionOk="0">
                  <a:moveTo>
                    <a:pt x="0" y="0"/>
                  </a:moveTo>
                  <a:lnTo>
                    <a:pt x="0" y="7001"/>
                  </a:lnTo>
                  <a:cubicBezTo>
                    <a:pt x="1083" y="11287"/>
                    <a:pt x="1512" y="15812"/>
                    <a:pt x="2679" y="19967"/>
                  </a:cubicBezTo>
                  <a:lnTo>
                    <a:pt x="5251" y="19967"/>
                  </a:lnTo>
                  <a:cubicBezTo>
                    <a:pt x="5084" y="19574"/>
                    <a:pt x="4941" y="19181"/>
                    <a:pt x="4822" y="18800"/>
                  </a:cubicBezTo>
                  <a:cubicBezTo>
                    <a:pt x="2929" y="12752"/>
                    <a:pt x="2548" y="594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765425" y="846675"/>
              <a:ext cx="616450" cy="1191525"/>
            </a:xfrm>
            <a:custGeom>
              <a:avLst/>
              <a:gdLst/>
              <a:ahLst/>
              <a:cxnLst/>
              <a:rect l="l" t="t" r="r" b="b"/>
              <a:pathLst>
                <a:path w="24658" h="47661" extrusionOk="0">
                  <a:moveTo>
                    <a:pt x="0" y="0"/>
                  </a:moveTo>
                  <a:cubicBezTo>
                    <a:pt x="2108" y="2286"/>
                    <a:pt x="3977" y="4501"/>
                    <a:pt x="5120" y="6632"/>
                  </a:cubicBezTo>
                  <a:cubicBezTo>
                    <a:pt x="10609" y="16835"/>
                    <a:pt x="11621" y="30337"/>
                    <a:pt x="16824" y="39564"/>
                  </a:cubicBezTo>
                  <a:cubicBezTo>
                    <a:pt x="18705" y="42934"/>
                    <a:pt x="21646" y="45339"/>
                    <a:pt x="24658" y="47661"/>
                  </a:cubicBezTo>
                  <a:lnTo>
                    <a:pt x="24658" y="43624"/>
                  </a:lnTo>
                  <a:cubicBezTo>
                    <a:pt x="22408" y="41969"/>
                    <a:pt x="20348" y="40041"/>
                    <a:pt x="18883" y="37278"/>
                  </a:cubicBezTo>
                  <a:cubicBezTo>
                    <a:pt x="13740" y="27456"/>
                    <a:pt x="12871" y="15954"/>
                    <a:pt x="7918" y="6096"/>
                  </a:cubicBezTo>
                  <a:cubicBezTo>
                    <a:pt x="6953" y="4179"/>
                    <a:pt x="5358" y="2131"/>
                    <a:pt x="3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6941325" y="846675"/>
              <a:ext cx="440550" cy="981675"/>
            </a:xfrm>
            <a:custGeom>
              <a:avLst/>
              <a:gdLst/>
              <a:ahLst/>
              <a:cxnLst/>
              <a:rect l="l" t="t" r="r" b="b"/>
              <a:pathLst>
                <a:path w="17622" h="39267" extrusionOk="0">
                  <a:moveTo>
                    <a:pt x="1" y="0"/>
                  </a:moveTo>
                  <a:cubicBezTo>
                    <a:pt x="1465" y="1881"/>
                    <a:pt x="2739" y="3691"/>
                    <a:pt x="3513" y="5358"/>
                  </a:cubicBezTo>
                  <a:cubicBezTo>
                    <a:pt x="7799" y="14561"/>
                    <a:pt x="8561" y="25706"/>
                    <a:pt x="13669" y="34730"/>
                  </a:cubicBezTo>
                  <a:cubicBezTo>
                    <a:pt x="14729" y="36600"/>
                    <a:pt x="16098" y="38040"/>
                    <a:pt x="17622" y="39267"/>
                  </a:cubicBezTo>
                  <a:lnTo>
                    <a:pt x="17622" y="34933"/>
                  </a:lnTo>
                  <a:cubicBezTo>
                    <a:pt x="16705" y="34052"/>
                    <a:pt x="15919" y="33064"/>
                    <a:pt x="15265" y="31968"/>
                  </a:cubicBezTo>
                  <a:cubicBezTo>
                    <a:pt x="10335" y="23622"/>
                    <a:pt x="9716" y="13168"/>
                    <a:pt x="6002" y="4477"/>
                  </a:cubicBezTo>
                  <a:cubicBezTo>
                    <a:pt x="5394" y="3048"/>
                    <a:pt x="4454" y="1548"/>
                    <a:pt x="3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7104750" y="846675"/>
              <a:ext cx="277125" cy="759925"/>
            </a:xfrm>
            <a:custGeom>
              <a:avLst/>
              <a:gdLst/>
              <a:ahLst/>
              <a:cxnLst/>
              <a:rect l="l" t="t" r="r" b="b"/>
              <a:pathLst>
                <a:path w="11085" h="30397" extrusionOk="0">
                  <a:moveTo>
                    <a:pt x="0" y="0"/>
                  </a:moveTo>
                  <a:cubicBezTo>
                    <a:pt x="715" y="1095"/>
                    <a:pt x="1334" y="2250"/>
                    <a:pt x="1834" y="3465"/>
                  </a:cubicBezTo>
                  <a:cubicBezTo>
                    <a:pt x="5001" y="11620"/>
                    <a:pt x="5453" y="21348"/>
                    <a:pt x="10144" y="29051"/>
                  </a:cubicBezTo>
                  <a:cubicBezTo>
                    <a:pt x="10430" y="29516"/>
                    <a:pt x="10740" y="29968"/>
                    <a:pt x="11085" y="30397"/>
                  </a:cubicBezTo>
                  <a:lnTo>
                    <a:pt x="11085" y="25467"/>
                  </a:lnTo>
                  <a:cubicBezTo>
                    <a:pt x="7061" y="18383"/>
                    <a:pt x="6739" y="9787"/>
                    <a:pt x="4096" y="2357"/>
                  </a:cubicBezTo>
                  <a:cubicBezTo>
                    <a:pt x="3786" y="1548"/>
                    <a:pt x="3429" y="762"/>
                    <a:pt x="3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250900" y="846675"/>
              <a:ext cx="131275" cy="499175"/>
            </a:xfrm>
            <a:custGeom>
              <a:avLst/>
              <a:gdLst/>
              <a:ahLst/>
              <a:cxnLst/>
              <a:rect l="l" t="t" r="r" b="b"/>
              <a:pathLst>
                <a:path w="5251" h="19967" extrusionOk="0">
                  <a:moveTo>
                    <a:pt x="0" y="0"/>
                  </a:moveTo>
                  <a:cubicBezTo>
                    <a:pt x="155" y="393"/>
                    <a:pt x="298" y="786"/>
                    <a:pt x="429" y="1167"/>
                  </a:cubicBezTo>
                  <a:cubicBezTo>
                    <a:pt x="2322" y="7215"/>
                    <a:pt x="2691" y="14026"/>
                    <a:pt x="5251" y="19967"/>
                  </a:cubicBezTo>
                  <a:lnTo>
                    <a:pt x="5251" y="12978"/>
                  </a:lnTo>
                  <a:cubicBezTo>
                    <a:pt x="4156" y="8680"/>
                    <a:pt x="3727" y="4155"/>
                    <a:pt x="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070235" y="-129175"/>
            <a:ext cx="1236624" cy="5367789"/>
          </a:xfrm>
          <a:custGeom>
            <a:avLst/>
            <a:gdLst/>
            <a:ahLst/>
            <a:cxnLst/>
            <a:rect l="l" t="t" r="r" b="b"/>
            <a:pathLst>
              <a:path w="35089" h="160496" extrusionOk="0">
                <a:moveTo>
                  <a:pt x="11633" y="0"/>
                </a:moveTo>
                <a:cubicBezTo>
                  <a:pt x="13848" y="5965"/>
                  <a:pt x="18218" y="11025"/>
                  <a:pt x="22099" y="16669"/>
                </a:cubicBezTo>
                <a:cubicBezTo>
                  <a:pt x="25290" y="21312"/>
                  <a:pt x="28909" y="26980"/>
                  <a:pt x="26147" y="32302"/>
                </a:cubicBezTo>
                <a:cubicBezTo>
                  <a:pt x="23659" y="37076"/>
                  <a:pt x="18206" y="40398"/>
                  <a:pt x="15848" y="45434"/>
                </a:cubicBezTo>
                <a:cubicBezTo>
                  <a:pt x="13491" y="50482"/>
                  <a:pt x="12479" y="55828"/>
                  <a:pt x="11883" y="61138"/>
                </a:cubicBezTo>
                <a:cubicBezTo>
                  <a:pt x="10633" y="72390"/>
                  <a:pt x="11062" y="83665"/>
                  <a:pt x="12312" y="94905"/>
                </a:cubicBezTo>
                <a:cubicBezTo>
                  <a:pt x="13407" y="104727"/>
                  <a:pt x="16360" y="115645"/>
                  <a:pt x="14848" y="125504"/>
                </a:cubicBezTo>
                <a:cubicBezTo>
                  <a:pt x="13360" y="135159"/>
                  <a:pt x="1" y="142899"/>
                  <a:pt x="1001" y="152721"/>
                </a:cubicBezTo>
                <a:cubicBezTo>
                  <a:pt x="1346" y="156114"/>
                  <a:pt x="3740" y="158317"/>
                  <a:pt x="6383" y="160496"/>
                </a:cubicBezTo>
                <a:lnTo>
                  <a:pt x="10788" y="160496"/>
                </a:lnTo>
                <a:cubicBezTo>
                  <a:pt x="7788" y="158496"/>
                  <a:pt x="5025" y="156412"/>
                  <a:pt x="4454" y="152995"/>
                </a:cubicBezTo>
                <a:cubicBezTo>
                  <a:pt x="2847" y="143387"/>
                  <a:pt x="17336" y="135683"/>
                  <a:pt x="19039" y="126313"/>
                </a:cubicBezTo>
                <a:cubicBezTo>
                  <a:pt x="20861" y="116324"/>
                  <a:pt x="17706" y="105001"/>
                  <a:pt x="16622" y="95024"/>
                </a:cubicBezTo>
                <a:cubicBezTo>
                  <a:pt x="15396" y="83713"/>
                  <a:pt x="14884" y="72259"/>
                  <a:pt x="15955" y="60924"/>
                </a:cubicBezTo>
                <a:cubicBezTo>
                  <a:pt x="16467" y="55590"/>
                  <a:pt x="17408" y="50149"/>
                  <a:pt x="19980" y="45148"/>
                </a:cubicBezTo>
                <a:cubicBezTo>
                  <a:pt x="22659" y="39898"/>
                  <a:pt x="28635" y="37183"/>
                  <a:pt x="31719" y="32397"/>
                </a:cubicBezTo>
                <a:cubicBezTo>
                  <a:pt x="35089" y="27158"/>
                  <a:pt x="31326" y="21419"/>
                  <a:pt x="27993" y="16823"/>
                </a:cubicBezTo>
                <a:cubicBezTo>
                  <a:pt x="23873" y="11120"/>
                  <a:pt x="19134" y="6060"/>
                  <a:pt x="16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7925921" y="-129175"/>
            <a:ext cx="982737" cy="5367789"/>
          </a:xfrm>
          <a:custGeom>
            <a:avLst/>
            <a:gdLst/>
            <a:ahLst/>
            <a:cxnLst/>
            <a:rect l="l" t="t" r="r" b="b"/>
            <a:pathLst>
              <a:path w="27885" h="160496" extrusionOk="0">
                <a:moveTo>
                  <a:pt x="6394" y="0"/>
                </a:moveTo>
                <a:cubicBezTo>
                  <a:pt x="10418" y="10704"/>
                  <a:pt x="22432" y="21169"/>
                  <a:pt x="19622" y="32087"/>
                </a:cubicBezTo>
                <a:cubicBezTo>
                  <a:pt x="18395" y="36897"/>
                  <a:pt x="14681" y="41291"/>
                  <a:pt x="13192" y="46137"/>
                </a:cubicBezTo>
                <a:cubicBezTo>
                  <a:pt x="11621" y="51244"/>
                  <a:pt x="10811" y="56495"/>
                  <a:pt x="10323" y="61722"/>
                </a:cubicBezTo>
                <a:cubicBezTo>
                  <a:pt x="9299" y="72318"/>
                  <a:pt x="9561" y="83010"/>
                  <a:pt x="11109" y="93547"/>
                </a:cubicBezTo>
                <a:cubicBezTo>
                  <a:pt x="12418" y="102394"/>
                  <a:pt x="15216" y="111895"/>
                  <a:pt x="14097" y="120824"/>
                </a:cubicBezTo>
                <a:cubicBezTo>
                  <a:pt x="12740" y="131635"/>
                  <a:pt x="1262" y="140172"/>
                  <a:pt x="322" y="150971"/>
                </a:cubicBezTo>
                <a:cubicBezTo>
                  <a:pt x="0" y="154709"/>
                  <a:pt x="1500" y="157543"/>
                  <a:pt x="3501" y="160496"/>
                </a:cubicBezTo>
                <a:lnTo>
                  <a:pt x="7430" y="160496"/>
                </a:lnTo>
                <a:cubicBezTo>
                  <a:pt x="5060" y="158031"/>
                  <a:pt x="2989" y="155602"/>
                  <a:pt x="2905" y="152102"/>
                </a:cubicBezTo>
                <a:cubicBezTo>
                  <a:pt x="2655" y="141886"/>
                  <a:pt x="15133" y="133933"/>
                  <a:pt x="16550" y="123825"/>
                </a:cubicBezTo>
                <a:cubicBezTo>
                  <a:pt x="17883" y="114300"/>
                  <a:pt x="15026" y="103918"/>
                  <a:pt x="13835" y="94440"/>
                </a:cubicBezTo>
                <a:cubicBezTo>
                  <a:pt x="12466" y="83427"/>
                  <a:pt x="12168" y="72414"/>
                  <a:pt x="13395" y="61365"/>
                </a:cubicBezTo>
                <a:cubicBezTo>
                  <a:pt x="13978" y="56090"/>
                  <a:pt x="14931" y="50792"/>
                  <a:pt x="16979" y="45732"/>
                </a:cubicBezTo>
                <a:cubicBezTo>
                  <a:pt x="18979" y="40803"/>
                  <a:pt x="23765" y="36981"/>
                  <a:pt x="25706" y="32206"/>
                </a:cubicBezTo>
                <a:cubicBezTo>
                  <a:pt x="27885" y="26837"/>
                  <a:pt x="24444" y="21241"/>
                  <a:pt x="21372" y="16538"/>
                </a:cubicBezTo>
                <a:cubicBezTo>
                  <a:pt x="17705" y="10954"/>
                  <a:pt x="13680" y="5870"/>
                  <a:pt x="116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8363974" y="-129175"/>
            <a:ext cx="1151020" cy="5367789"/>
          </a:xfrm>
          <a:custGeom>
            <a:avLst/>
            <a:gdLst/>
            <a:ahLst/>
            <a:cxnLst/>
            <a:rect l="l" t="t" r="r" b="b"/>
            <a:pathLst>
              <a:path w="32660" h="160496" extrusionOk="0">
                <a:moveTo>
                  <a:pt x="12335" y="0"/>
                </a:moveTo>
                <a:cubicBezTo>
                  <a:pt x="14550" y="5917"/>
                  <a:pt x="18765" y="11037"/>
                  <a:pt x="22456" y="16693"/>
                </a:cubicBezTo>
                <a:cubicBezTo>
                  <a:pt x="25515" y="21395"/>
                  <a:pt x="28861" y="27063"/>
                  <a:pt x="26063" y="32337"/>
                </a:cubicBezTo>
                <a:cubicBezTo>
                  <a:pt x="23539" y="37124"/>
                  <a:pt x="18241" y="40326"/>
                  <a:pt x="16050" y="45470"/>
                </a:cubicBezTo>
                <a:cubicBezTo>
                  <a:pt x="13895" y="50530"/>
                  <a:pt x="13145" y="55900"/>
                  <a:pt x="12573" y="61186"/>
                </a:cubicBezTo>
                <a:cubicBezTo>
                  <a:pt x="11347" y="72390"/>
                  <a:pt x="9918" y="83177"/>
                  <a:pt x="11978" y="94381"/>
                </a:cubicBezTo>
                <a:cubicBezTo>
                  <a:pt x="13835" y="104501"/>
                  <a:pt x="17336" y="115514"/>
                  <a:pt x="14752" y="125742"/>
                </a:cubicBezTo>
                <a:cubicBezTo>
                  <a:pt x="12466" y="134790"/>
                  <a:pt x="0" y="142982"/>
                  <a:pt x="1453" y="152471"/>
                </a:cubicBezTo>
                <a:cubicBezTo>
                  <a:pt x="1989" y="155983"/>
                  <a:pt x="4656" y="158222"/>
                  <a:pt x="7477" y="160496"/>
                </a:cubicBezTo>
                <a:lnTo>
                  <a:pt x="15157" y="160496"/>
                </a:lnTo>
                <a:cubicBezTo>
                  <a:pt x="12466" y="157531"/>
                  <a:pt x="9621" y="154864"/>
                  <a:pt x="9073" y="150923"/>
                </a:cubicBezTo>
                <a:cubicBezTo>
                  <a:pt x="7763" y="141434"/>
                  <a:pt x="17598" y="132790"/>
                  <a:pt x="20455" y="123908"/>
                </a:cubicBezTo>
                <a:cubicBezTo>
                  <a:pt x="23872" y="113252"/>
                  <a:pt x="19967" y="103465"/>
                  <a:pt x="16633" y="93154"/>
                </a:cubicBezTo>
                <a:cubicBezTo>
                  <a:pt x="13073" y="82141"/>
                  <a:pt x="17074" y="72640"/>
                  <a:pt x="18276" y="61603"/>
                </a:cubicBezTo>
                <a:cubicBezTo>
                  <a:pt x="18848" y="56388"/>
                  <a:pt x="19229" y="51102"/>
                  <a:pt x="20729" y="45970"/>
                </a:cubicBezTo>
                <a:cubicBezTo>
                  <a:pt x="22229" y="40850"/>
                  <a:pt x="26385" y="37136"/>
                  <a:pt x="28373" y="32313"/>
                </a:cubicBezTo>
                <a:cubicBezTo>
                  <a:pt x="32659" y="21860"/>
                  <a:pt x="21563" y="10549"/>
                  <a:pt x="1762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8849851" y="-129175"/>
            <a:ext cx="769590" cy="5367789"/>
          </a:xfrm>
          <a:custGeom>
            <a:avLst/>
            <a:gdLst/>
            <a:ahLst/>
            <a:cxnLst/>
            <a:rect l="l" t="t" r="r" b="b"/>
            <a:pathLst>
              <a:path w="21837" h="160496" extrusionOk="0">
                <a:moveTo>
                  <a:pt x="7526" y="0"/>
                </a:moveTo>
                <a:cubicBezTo>
                  <a:pt x="10562" y="10644"/>
                  <a:pt x="19360" y="21729"/>
                  <a:pt x="15765" y="32313"/>
                </a:cubicBezTo>
                <a:cubicBezTo>
                  <a:pt x="14110" y="37195"/>
                  <a:pt x="10907" y="41231"/>
                  <a:pt x="9954" y="46363"/>
                </a:cubicBezTo>
                <a:cubicBezTo>
                  <a:pt x="8990" y="51530"/>
                  <a:pt x="8907" y="56757"/>
                  <a:pt x="8383" y="61936"/>
                </a:cubicBezTo>
                <a:cubicBezTo>
                  <a:pt x="7764" y="68044"/>
                  <a:pt x="5073" y="73390"/>
                  <a:pt x="3787" y="79284"/>
                </a:cubicBezTo>
                <a:cubicBezTo>
                  <a:pt x="2823" y="83760"/>
                  <a:pt x="4335" y="87892"/>
                  <a:pt x="6252" y="92083"/>
                </a:cubicBezTo>
                <a:cubicBezTo>
                  <a:pt x="10955" y="102394"/>
                  <a:pt x="15276" y="111097"/>
                  <a:pt x="11074" y="122075"/>
                </a:cubicBezTo>
                <a:cubicBezTo>
                  <a:pt x="7704" y="130873"/>
                  <a:pt x="1" y="139934"/>
                  <a:pt x="1227" y="149411"/>
                </a:cubicBezTo>
                <a:cubicBezTo>
                  <a:pt x="1775" y="153686"/>
                  <a:pt x="4632" y="156865"/>
                  <a:pt x="7061" y="160496"/>
                </a:cubicBezTo>
                <a:lnTo>
                  <a:pt x="12717" y="160496"/>
                </a:lnTo>
                <a:cubicBezTo>
                  <a:pt x="10895" y="156162"/>
                  <a:pt x="9192" y="151840"/>
                  <a:pt x="8680" y="147447"/>
                </a:cubicBezTo>
                <a:cubicBezTo>
                  <a:pt x="7573" y="137910"/>
                  <a:pt x="12633" y="128504"/>
                  <a:pt x="16622" y="119681"/>
                </a:cubicBezTo>
                <a:cubicBezTo>
                  <a:pt x="21837" y="108168"/>
                  <a:pt x="17051" y="100965"/>
                  <a:pt x="10478" y="90714"/>
                </a:cubicBezTo>
                <a:cubicBezTo>
                  <a:pt x="8061" y="86951"/>
                  <a:pt x="6073" y="83558"/>
                  <a:pt x="7311" y="79295"/>
                </a:cubicBezTo>
                <a:cubicBezTo>
                  <a:pt x="8097" y="76605"/>
                  <a:pt x="10454" y="74057"/>
                  <a:pt x="11407" y="71330"/>
                </a:cubicBezTo>
                <a:cubicBezTo>
                  <a:pt x="12431" y="68401"/>
                  <a:pt x="12907" y="65389"/>
                  <a:pt x="13181" y="62365"/>
                </a:cubicBezTo>
                <a:cubicBezTo>
                  <a:pt x="13645" y="57209"/>
                  <a:pt x="13324" y="52030"/>
                  <a:pt x="13610" y="46863"/>
                </a:cubicBezTo>
                <a:cubicBezTo>
                  <a:pt x="13883" y="41708"/>
                  <a:pt x="15872" y="37314"/>
                  <a:pt x="17146" y="32325"/>
                </a:cubicBezTo>
                <a:cubicBezTo>
                  <a:pt x="19860" y="21646"/>
                  <a:pt x="14003" y="10728"/>
                  <a:pt x="121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1024800" y="1546491"/>
            <a:ext cx="5102100" cy="26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7" name="Google Shape;77;p7"/>
          <p:cNvGrpSpPr/>
          <p:nvPr/>
        </p:nvGrpSpPr>
        <p:grpSpPr>
          <a:xfrm>
            <a:off x="6764358" y="-35377"/>
            <a:ext cx="2642313" cy="5231077"/>
            <a:chOff x="6764358" y="-35377"/>
            <a:chExt cx="2642313" cy="5231077"/>
          </a:xfrm>
        </p:grpSpPr>
        <p:sp>
          <p:nvSpPr>
            <p:cNvPr id="78" name="Google Shape;78;p7"/>
            <p:cNvSpPr/>
            <p:nvPr/>
          </p:nvSpPr>
          <p:spPr>
            <a:xfrm>
              <a:off x="8934353" y="4655950"/>
              <a:ext cx="275093" cy="539392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8671299" y="4377744"/>
              <a:ext cx="538147" cy="817598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8816200" y="1133940"/>
              <a:ext cx="393246" cy="1237982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8407823" y="4127069"/>
              <a:ext cx="801623" cy="1068273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8483771" y="-35377"/>
              <a:ext cx="725675" cy="2726183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8125408" y="3875223"/>
              <a:ext cx="1084038" cy="1320477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447795" y="-35377"/>
              <a:ext cx="1958875" cy="5230719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7037108" y="-35377"/>
              <a:ext cx="2047222" cy="5230719"/>
            </a:xfrm>
            <a:custGeom>
              <a:avLst/>
              <a:gdLst/>
              <a:ahLst/>
              <a:cxnLst/>
              <a:rect l="l" t="t" r="r" b="b"/>
              <a:pathLst>
                <a:path w="62914" h="160735" extrusionOk="0">
                  <a:moveTo>
                    <a:pt x="1" y="0"/>
                  </a:moveTo>
                  <a:cubicBezTo>
                    <a:pt x="1382" y="2548"/>
                    <a:pt x="3311" y="4643"/>
                    <a:pt x="6109" y="6048"/>
                  </a:cubicBezTo>
                  <a:cubicBezTo>
                    <a:pt x="11788" y="9084"/>
                    <a:pt x="16062" y="8584"/>
                    <a:pt x="26897" y="10716"/>
                  </a:cubicBezTo>
                  <a:cubicBezTo>
                    <a:pt x="31219" y="11382"/>
                    <a:pt x="35529" y="11990"/>
                    <a:pt x="39720" y="16073"/>
                  </a:cubicBezTo>
                  <a:cubicBezTo>
                    <a:pt x="46852" y="23277"/>
                    <a:pt x="45875" y="32468"/>
                    <a:pt x="42315" y="38374"/>
                  </a:cubicBezTo>
                  <a:cubicBezTo>
                    <a:pt x="31969" y="57579"/>
                    <a:pt x="27909" y="64234"/>
                    <a:pt x="39779" y="76009"/>
                  </a:cubicBezTo>
                  <a:cubicBezTo>
                    <a:pt x="46221" y="82784"/>
                    <a:pt x="51817" y="87630"/>
                    <a:pt x="53495" y="90952"/>
                  </a:cubicBezTo>
                  <a:cubicBezTo>
                    <a:pt x="58270" y="99762"/>
                    <a:pt x="54805" y="110787"/>
                    <a:pt x="45840" y="115264"/>
                  </a:cubicBezTo>
                  <a:cubicBezTo>
                    <a:pt x="41637" y="117657"/>
                    <a:pt x="26444" y="124039"/>
                    <a:pt x="24135" y="127504"/>
                  </a:cubicBezTo>
                  <a:cubicBezTo>
                    <a:pt x="15622" y="136933"/>
                    <a:pt x="21789" y="149542"/>
                    <a:pt x="22480" y="160734"/>
                  </a:cubicBezTo>
                  <a:lnTo>
                    <a:pt x="26016" y="160734"/>
                  </a:lnTo>
                  <a:cubicBezTo>
                    <a:pt x="22349" y="138684"/>
                    <a:pt x="21099" y="131159"/>
                    <a:pt x="36767" y="123670"/>
                  </a:cubicBezTo>
                  <a:cubicBezTo>
                    <a:pt x="45518" y="119134"/>
                    <a:pt x="52293" y="116443"/>
                    <a:pt x="55067" y="113693"/>
                  </a:cubicBezTo>
                  <a:cubicBezTo>
                    <a:pt x="62651" y="106608"/>
                    <a:pt x="62913" y="94678"/>
                    <a:pt x="55662" y="87273"/>
                  </a:cubicBezTo>
                  <a:cubicBezTo>
                    <a:pt x="52674" y="83903"/>
                    <a:pt x="39839" y="72164"/>
                    <a:pt x="38744" y="68580"/>
                  </a:cubicBezTo>
                  <a:cubicBezTo>
                    <a:pt x="29302" y="48685"/>
                    <a:pt x="62294" y="33647"/>
                    <a:pt x="44756" y="13883"/>
                  </a:cubicBezTo>
                  <a:cubicBezTo>
                    <a:pt x="37779" y="5453"/>
                    <a:pt x="16741" y="8061"/>
                    <a:pt x="9073" y="2857"/>
                  </a:cubicBezTo>
                  <a:cubicBezTo>
                    <a:pt x="7680" y="2119"/>
                    <a:pt x="6430" y="1155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6764358" y="-35377"/>
              <a:ext cx="2058448" cy="5230719"/>
            </a:xfrm>
            <a:custGeom>
              <a:avLst/>
              <a:gdLst/>
              <a:ahLst/>
              <a:cxnLst/>
              <a:rect l="l" t="t" r="r" b="b"/>
              <a:pathLst>
                <a:path w="63259" h="160735" extrusionOk="0">
                  <a:moveTo>
                    <a:pt x="1" y="0"/>
                  </a:moveTo>
                  <a:cubicBezTo>
                    <a:pt x="965" y="4489"/>
                    <a:pt x="2513" y="8346"/>
                    <a:pt x="5763" y="10549"/>
                  </a:cubicBezTo>
                  <a:cubicBezTo>
                    <a:pt x="11716" y="15061"/>
                    <a:pt x="15515" y="13990"/>
                    <a:pt x="26706" y="16264"/>
                  </a:cubicBezTo>
                  <a:cubicBezTo>
                    <a:pt x="30993" y="16943"/>
                    <a:pt x="34743" y="17371"/>
                    <a:pt x="38756" y="21217"/>
                  </a:cubicBezTo>
                  <a:cubicBezTo>
                    <a:pt x="45340" y="27801"/>
                    <a:pt x="44459" y="36326"/>
                    <a:pt x="41196" y="41708"/>
                  </a:cubicBezTo>
                  <a:cubicBezTo>
                    <a:pt x="31743" y="59269"/>
                    <a:pt x="27980" y="65496"/>
                    <a:pt x="38625" y="76128"/>
                  </a:cubicBezTo>
                  <a:cubicBezTo>
                    <a:pt x="44530" y="82367"/>
                    <a:pt x="49924" y="87023"/>
                    <a:pt x="51495" y="90190"/>
                  </a:cubicBezTo>
                  <a:cubicBezTo>
                    <a:pt x="55829" y="98286"/>
                    <a:pt x="52626" y="108359"/>
                    <a:pt x="44411" y="112466"/>
                  </a:cubicBezTo>
                  <a:cubicBezTo>
                    <a:pt x="40637" y="114609"/>
                    <a:pt x="26718" y="120503"/>
                    <a:pt x="24575" y="123575"/>
                  </a:cubicBezTo>
                  <a:cubicBezTo>
                    <a:pt x="14836" y="134159"/>
                    <a:pt x="25373" y="149125"/>
                    <a:pt x="22456" y="160734"/>
                  </a:cubicBezTo>
                  <a:lnTo>
                    <a:pt x="26849" y="160734"/>
                  </a:lnTo>
                  <a:cubicBezTo>
                    <a:pt x="27278" y="153281"/>
                    <a:pt x="24528" y="144363"/>
                    <a:pt x="24158" y="138374"/>
                  </a:cubicBezTo>
                  <a:cubicBezTo>
                    <a:pt x="22908" y="116752"/>
                    <a:pt x="51067" y="120479"/>
                    <a:pt x="57305" y="105442"/>
                  </a:cubicBezTo>
                  <a:cubicBezTo>
                    <a:pt x="63259" y="90725"/>
                    <a:pt x="49614" y="83510"/>
                    <a:pt x="41470" y="74116"/>
                  </a:cubicBezTo>
                  <a:cubicBezTo>
                    <a:pt x="34946" y="67330"/>
                    <a:pt x="36017" y="58674"/>
                    <a:pt x="38815" y="53792"/>
                  </a:cubicBezTo>
                  <a:cubicBezTo>
                    <a:pt x="43387" y="44208"/>
                    <a:pt x="49864" y="35790"/>
                    <a:pt x="48423" y="28575"/>
                  </a:cubicBezTo>
                  <a:cubicBezTo>
                    <a:pt x="44363" y="5786"/>
                    <a:pt x="16872" y="18026"/>
                    <a:pt x="6823" y="5382"/>
                  </a:cubicBezTo>
                  <a:cubicBezTo>
                    <a:pt x="5501" y="4000"/>
                    <a:pt x="4549" y="2143"/>
                    <a:pt x="3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3619500" y="1651066"/>
            <a:ext cx="4499700" cy="18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9" name="Google Shape;89;p8"/>
          <p:cNvSpPr/>
          <p:nvPr/>
        </p:nvSpPr>
        <p:spPr>
          <a:xfrm rot="-5400000">
            <a:off x="6260675" y="2643683"/>
            <a:ext cx="82500" cy="3455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ubTitle" idx="1"/>
          </p:nvPr>
        </p:nvSpPr>
        <p:spPr>
          <a:xfrm>
            <a:off x="4572000" y="3420358"/>
            <a:ext cx="3547200" cy="7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grpSp>
        <p:nvGrpSpPr>
          <p:cNvPr id="91" name="Google Shape;91;p8"/>
          <p:cNvGrpSpPr/>
          <p:nvPr/>
        </p:nvGrpSpPr>
        <p:grpSpPr>
          <a:xfrm>
            <a:off x="-261557" y="80578"/>
            <a:ext cx="3708365" cy="5136369"/>
            <a:chOff x="185425" y="920975"/>
            <a:chExt cx="2824775" cy="3944075"/>
          </a:xfrm>
        </p:grpSpPr>
        <p:sp>
          <p:nvSpPr>
            <p:cNvPr id="92" name="Google Shape;92;p8"/>
            <p:cNvSpPr/>
            <p:nvPr/>
          </p:nvSpPr>
          <p:spPr>
            <a:xfrm>
              <a:off x="238125" y="920975"/>
              <a:ext cx="2772075" cy="3944075"/>
            </a:xfrm>
            <a:custGeom>
              <a:avLst/>
              <a:gdLst/>
              <a:ahLst/>
              <a:cxnLst/>
              <a:rect l="l" t="t" r="r" b="b"/>
              <a:pathLst>
                <a:path w="110883" h="157763" extrusionOk="0">
                  <a:moveTo>
                    <a:pt x="23991" y="0"/>
                  </a:moveTo>
                  <a:cubicBezTo>
                    <a:pt x="17696" y="0"/>
                    <a:pt x="10781" y="1590"/>
                    <a:pt x="4460" y="1590"/>
                  </a:cubicBezTo>
                  <a:cubicBezTo>
                    <a:pt x="2933" y="1590"/>
                    <a:pt x="1440" y="1497"/>
                    <a:pt x="0" y="1267"/>
                  </a:cubicBezTo>
                  <a:lnTo>
                    <a:pt x="0" y="5958"/>
                  </a:lnTo>
                  <a:cubicBezTo>
                    <a:pt x="689" y="6003"/>
                    <a:pt x="1387" y="6024"/>
                    <a:pt x="2092" y="6024"/>
                  </a:cubicBezTo>
                  <a:cubicBezTo>
                    <a:pt x="8235" y="6024"/>
                    <a:pt x="14912" y="4472"/>
                    <a:pt x="21034" y="4472"/>
                  </a:cubicBezTo>
                  <a:cubicBezTo>
                    <a:pt x="25777" y="4472"/>
                    <a:pt x="30186" y="5403"/>
                    <a:pt x="33754" y="8708"/>
                  </a:cubicBezTo>
                  <a:cubicBezTo>
                    <a:pt x="45399" y="19507"/>
                    <a:pt x="40862" y="40450"/>
                    <a:pt x="52709" y="51201"/>
                  </a:cubicBezTo>
                  <a:cubicBezTo>
                    <a:pt x="60079" y="57893"/>
                    <a:pt x="71128" y="60524"/>
                    <a:pt x="80331" y="64227"/>
                  </a:cubicBezTo>
                  <a:cubicBezTo>
                    <a:pt x="87832" y="67239"/>
                    <a:pt x="99858" y="71585"/>
                    <a:pt x="101703" y="79907"/>
                  </a:cubicBezTo>
                  <a:cubicBezTo>
                    <a:pt x="105311" y="96147"/>
                    <a:pt x="76152" y="107815"/>
                    <a:pt x="70223" y="121639"/>
                  </a:cubicBezTo>
                  <a:cubicBezTo>
                    <a:pt x="65437" y="132795"/>
                    <a:pt x="73652" y="145784"/>
                    <a:pt x="73283" y="157762"/>
                  </a:cubicBezTo>
                  <a:lnTo>
                    <a:pt x="77176" y="157762"/>
                  </a:lnTo>
                  <a:cubicBezTo>
                    <a:pt x="76414" y="145856"/>
                    <a:pt x="70247" y="133080"/>
                    <a:pt x="75271" y="122079"/>
                  </a:cubicBezTo>
                  <a:cubicBezTo>
                    <a:pt x="81617" y="108161"/>
                    <a:pt x="110883" y="95838"/>
                    <a:pt x="107025" y="78717"/>
                  </a:cubicBezTo>
                  <a:cubicBezTo>
                    <a:pt x="105073" y="70049"/>
                    <a:pt x="93476" y="65620"/>
                    <a:pt x="85856" y="62429"/>
                  </a:cubicBezTo>
                  <a:cubicBezTo>
                    <a:pt x="76402" y="58488"/>
                    <a:pt x="65020" y="55738"/>
                    <a:pt x="57317" y="48808"/>
                  </a:cubicBezTo>
                  <a:cubicBezTo>
                    <a:pt x="44696" y="37438"/>
                    <a:pt x="48863" y="16185"/>
                    <a:pt x="37195" y="4588"/>
                  </a:cubicBezTo>
                  <a:cubicBezTo>
                    <a:pt x="33589" y="1001"/>
                    <a:pt x="28985" y="0"/>
                    <a:pt x="239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238125" y="1143450"/>
              <a:ext cx="2480675" cy="3721600"/>
            </a:xfrm>
            <a:custGeom>
              <a:avLst/>
              <a:gdLst/>
              <a:ahLst/>
              <a:cxnLst/>
              <a:rect l="l" t="t" r="r" b="b"/>
              <a:pathLst>
                <a:path w="99227" h="148864" extrusionOk="0">
                  <a:moveTo>
                    <a:pt x="18104" y="1"/>
                  </a:moveTo>
                  <a:cubicBezTo>
                    <a:pt x="12243" y="1"/>
                    <a:pt x="5890" y="1465"/>
                    <a:pt x="0" y="1512"/>
                  </a:cubicBezTo>
                  <a:lnTo>
                    <a:pt x="0" y="5738"/>
                  </a:lnTo>
                  <a:cubicBezTo>
                    <a:pt x="5006" y="5423"/>
                    <a:pt x="10238" y="4384"/>
                    <a:pt x="15136" y="4384"/>
                  </a:cubicBezTo>
                  <a:cubicBezTo>
                    <a:pt x="19488" y="4384"/>
                    <a:pt x="23575" y="5204"/>
                    <a:pt x="27003" y="8084"/>
                  </a:cubicBezTo>
                  <a:cubicBezTo>
                    <a:pt x="38291" y="17561"/>
                    <a:pt x="32706" y="37183"/>
                    <a:pt x="43029" y="47101"/>
                  </a:cubicBezTo>
                  <a:cubicBezTo>
                    <a:pt x="49613" y="53411"/>
                    <a:pt x="60019" y="55709"/>
                    <a:pt x="68509" y="58983"/>
                  </a:cubicBezTo>
                  <a:cubicBezTo>
                    <a:pt x="75748" y="61769"/>
                    <a:pt x="87749" y="65853"/>
                    <a:pt x="89475" y="73497"/>
                  </a:cubicBezTo>
                  <a:cubicBezTo>
                    <a:pt x="92809" y="88248"/>
                    <a:pt x="64556" y="98416"/>
                    <a:pt x="59698" y="111918"/>
                  </a:cubicBezTo>
                  <a:cubicBezTo>
                    <a:pt x="55519" y="123538"/>
                    <a:pt x="68068" y="136504"/>
                    <a:pt x="64151" y="148863"/>
                  </a:cubicBezTo>
                  <a:lnTo>
                    <a:pt x="68866" y="148863"/>
                  </a:lnTo>
                  <a:cubicBezTo>
                    <a:pt x="70580" y="136731"/>
                    <a:pt x="60508" y="123693"/>
                    <a:pt x="65032" y="112311"/>
                  </a:cubicBezTo>
                  <a:cubicBezTo>
                    <a:pt x="70509" y="98559"/>
                    <a:pt x="99227" y="87796"/>
                    <a:pt x="95833" y="72235"/>
                  </a:cubicBezTo>
                  <a:cubicBezTo>
                    <a:pt x="94083" y="64234"/>
                    <a:pt x="81879" y="60019"/>
                    <a:pt x="74533" y="57137"/>
                  </a:cubicBezTo>
                  <a:cubicBezTo>
                    <a:pt x="65687" y="53685"/>
                    <a:pt x="54912" y="51196"/>
                    <a:pt x="47935" y="44695"/>
                  </a:cubicBezTo>
                  <a:cubicBezTo>
                    <a:pt x="36850" y="34373"/>
                    <a:pt x="41874" y="14037"/>
                    <a:pt x="30373" y="3952"/>
                  </a:cubicBezTo>
                  <a:cubicBezTo>
                    <a:pt x="26870" y="875"/>
                    <a:pt x="22633" y="1"/>
                    <a:pt x="18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238125" y="1360750"/>
              <a:ext cx="2155350" cy="3504300"/>
            </a:xfrm>
            <a:custGeom>
              <a:avLst/>
              <a:gdLst/>
              <a:ahLst/>
              <a:cxnLst/>
              <a:rect l="l" t="t" r="r" b="b"/>
              <a:pathLst>
                <a:path w="86214" h="140172" extrusionOk="0">
                  <a:moveTo>
                    <a:pt x="12081" y="0"/>
                  </a:moveTo>
                  <a:cubicBezTo>
                    <a:pt x="8174" y="0"/>
                    <a:pt x="4052" y="669"/>
                    <a:pt x="0" y="1059"/>
                  </a:cubicBezTo>
                  <a:lnTo>
                    <a:pt x="0" y="4928"/>
                  </a:lnTo>
                  <a:cubicBezTo>
                    <a:pt x="2948" y="4606"/>
                    <a:pt x="5906" y="4254"/>
                    <a:pt x="8763" y="4254"/>
                  </a:cubicBezTo>
                  <a:cubicBezTo>
                    <a:pt x="12878" y="4254"/>
                    <a:pt x="16785" y="4984"/>
                    <a:pt x="20157" y="7583"/>
                  </a:cubicBezTo>
                  <a:cubicBezTo>
                    <a:pt x="30944" y="15858"/>
                    <a:pt x="24205" y="34087"/>
                    <a:pt x="32921" y="43147"/>
                  </a:cubicBezTo>
                  <a:cubicBezTo>
                    <a:pt x="42958" y="53589"/>
                    <a:pt x="72021" y="52863"/>
                    <a:pt x="75629" y="67400"/>
                  </a:cubicBezTo>
                  <a:cubicBezTo>
                    <a:pt x="78986" y="80890"/>
                    <a:pt x="52007" y="90117"/>
                    <a:pt x="48697" y="102559"/>
                  </a:cubicBezTo>
                  <a:cubicBezTo>
                    <a:pt x="45780" y="113525"/>
                    <a:pt x="60174" y="124979"/>
                    <a:pt x="55185" y="136373"/>
                  </a:cubicBezTo>
                  <a:cubicBezTo>
                    <a:pt x="54554" y="137802"/>
                    <a:pt x="53650" y="139088"/>
                    <a:pt x="52518" y="140171"/>
                  </a:cubicBezTo>
                  <a:lnTo>
                    <a:pt x="58841" y="140171"/>
                  </a:lnTo>
                  <a:cubicBezTo>
                    <a:pt x="59103" y="139719"/>
                    <a:pt x="59317" y="139254"/>
                    <a:pt x="59519" y="138766"/>
                  </a:cubicBezTo>
                  <a:cubicBezTo>
                    <a:pt x="64187" y="127015"/>
                    <a:pt x="50637" y="114513"/>
                    <a:pt x="54245" y="102869"/>
                  </a:cubicBezTo>
                  <a:cubicBezTo>
                    <a:pt x="58269" y="89891"/>
                    <a:pt x="86213" y="80283"/>
                    <a:pt x="82713" y="66091"/>
                  </a:cubicBezTo>
                  <a:cubicBezTo>
                    <a:pt x="80867" y="58601"/>
                    <a:pt x="69271" y="54815"/>
                    <a:pt x="62270" y="52160"/>
                  </a:cubicBezTo>
                  <a:cubicBezTo>
                    <a:pt x="54197" y="49088"/>
                    <a:pt x="44136" y="46898"/>
                    <a:pt x="38017" y="40790"/>
                  </a:cubicBezTo>
                  <a:cubicBezTo>
                    <a:pt x="28444" y="31229"/>
                    <a:pt x="34576" y="12429"/>
                    <a:pt x="23610" y="3511"/>
                  </a:cubicBezTo>
                  <a:cubicBezTo>
                    <a:pt x="20251" y="776"/>
                    <a:pt x="16290" y="0"/>
                    <a:pt x="120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238125" y="1570475"/>
              <a:ext cx="1784175" cy="3294575"/>
            </a:xfrm>
            <a:custGeom>
              <a:avLst/>
              <a:gdLst/>
              <a:ahLst/>
              <a:cxnLst/>
              <a:rect l="l" t="t" r="r" b="b"/>
              <a:pathLst>
                <a:path w="71367" h="131783" extrusionOk="0">
                  <a:moveTo>
                    <a:pt x="5380" y="0"/>
                  </a:moveTo>
                  <a:cubicBezTo>
                    <a:pt x="3615" y="0"/>
                    <a:pt x="1813" y="132"/>
                    <a:pt x="0" y="302"/>
                  </a:cubicBezTo>
                  <a:lnTo>
                    <a:pt x="0" y="4052"/>
                  </a:lnTo>
                  <a:cubicBezTo>
                    <a:pt x="617" y="4025"/>
                    <a:pt x="1231" y="4010"/>
                    <a:pt x="1841" y="4010"/>
                  </a:cubicBezTo>
                  <a:cubicBezTo>
                    <a:pt x="5864" y="4010"/>
                    <a:pt x="9694" y="4676"/>
                    <a:pt x="13014" y="7148"/>
                  </a:cubicBezTo>
                  <a:cubicBezTo>
                    <a:pt x="22872" y="14518"/>
                    <a:pt x="15359" y="30972"/>
                    <a:pt x="22574" y="39402"/>
                  </a:cubicBezTo>
                  <a:cubicBezTo>
                    <a:pt x="30837" y="49058"/>
                    <a:pt x="57686" y="48319"/>
                    <a:pt x="60781" y="61690"/>
                  </a:cubicBezTo>
                  <a:cubicBezTo>
                    <a:pt x="63758" y="74549"/>
                    <a:pt x="39695" y="81859"/>
                    <a:pt x="37398" y="93706"/>
                  </a:cubicBezTo>
                  <a:cubicBezTo>
                    <a:pt x="35385" y="104005"/>
                    <a:pt x="50256" y="113256"/>
                    <a:pt x="46149" y="123531"/>
                  </a:cubicBezTo>
                  <a:cubicBezTo>
                    <a:pt x="44482" y="127722"/>
                    <a:pt x="40291" y="129889"/>
                    <a:pt x="35635" y="131782"/>
                  </a:cubicBezTo>
                  <a:lnTo>
                    <a:pt x="44946" y="131782"/>
                  </a:lnTo>
                  <a:cubicBezTo>
                    <a:pt x="47530" y="130294"/>
                    <a:pt x="49637" y="128424"/>
                    <a:pt x="50733" y="125698"/>
                  </a:cubicBezTo>
                  <a:cubicBezTo>
                    <a:pt x="55078" y="114899"/>
                    <a:pt x="40707" y="104564"/>
                    <a:pt x="43065" y="93908"/>
                  </a:cubicBezTo>
                  <a:cubicBezTo>
                    <a:pt x="45732" y="81835"/>
                    <a:pt x="71366" y="73692"/>
                    <a:pt x="68294" y="60345"/>
                  </a:cubicBezTo>
                  <a:cubicBezTo>
                    <a:pt x="65044" y="46248"/>
                    <a:pt x="36850" y="47164"/>
                    <a:pt x="27765" y="37104"/>
                  </a:cubicBezTo>
                  <a:cubicBezTo>
                    <a:pt x="19776" y="28269"/>
                    <a:pt x="27003" y="11017"/>
                    <a:pt x="16633" y="3207"/>
                  </a:cubicBezTo>
                  <a:cubicBezTo>
                    <a:pt x="13290" y="693"/>
                    <a:pt x="9433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238400" y="1770300"/>
              <a:ext cx="1401400" cy="3094750"/>
            </a:xfrm>
            <a:custGeom>
              <a:avLst/>
              <a:gdLst/>
              <a:ahLst/>
              <a:cxnLst/>
              <a:rect l="l" t="t" r="r" b="b"/>
              <a:pathLst>
                <a:path w="56056" h="123790" extrusionOk="0">
                  <a:moveTo>
                    <a:pt x="1" y="0"/>
                  </a:moveTo>
                  <a:lnTo>
                    <a:pt x="1" y="4262"/>
                  </a:lnTo>
                  <a:cubicBezTo>
                    <a:pt x="2001" y="4715"/>
                    <a:pt x="3847" y="5489"/>
                    <a:pt x="5478" y="6763"/>
                  </a:cubicBezTo>
                  <a:cubicBezTo>
                    <a:pt x="13931" y="13454"/>
                    <a:pt x="5859" y="27837"/>
                    <a:pt x="12276" y="35909"/>
                  </a:cubicBezTo>
                  <a:cubicBezTo>
                    <a:pt x="19634" y="45160"/>
                    <a:pt x="42935" y="44244"/>
                    <a:pt x="45542" y="56388"/>
                  </a:cubicBezTo>
                  <a:cubicBezTo>
                    <a:pt x="48066" y="68187"/>
                    <a:pt x="27195" y="74366"/>
                    <a:pt x="26064" y="85463"/>
                  </a:cubicBezTo>
                  <a:cubicBezTo>
                    <a:pt x="25111" y="94845"/>
                    <a:pt x="39827" y="102429"/>
                    <a:pt x="36565" y="111657"/>
                  </a:cubicBezTo>
                  <a:cubicBezTo>
                    <a:pt x="34362" y="117895"/>
                    <a:pt x="24825" y="120039"/>
                    <a:pt x="17789" y="123789"/>
                  </a:cubicBezTo>
                  <a:lnTo>
                    <a:pt x="26302" y="123789"/>
                  </a:lnTo>
                  <a:cubicBezTo>
                    <a:pt x="32588" y="121086"/>
                    <a:pt x="39351" y="118860"/>
                    <a:pt x="41435" y="113514"/>
                  </a:cubicBezTo>
                  <a:cubicBezTo>
                    <a:pt x="45233" y="103715"/>
                    <a:pt x="30231" y="95381"/>
                    <a:pt x="31707" y="85558"/>
                  </a:cubicBezTo>
                  <a:cubicBezTo>
                    <a:pt x="33434" y="74081"/>
                    <a:pt x="56056" y="67425"/>
                    <a:pt x="53162" y="55031"/>
                  </a:cubicBezTo>
                  <a:cubicBezTo>
                    <a:pt x="50150" y="42172"/>
                    <a:pt x="25337" y="43136"/>
                    <a:pt x="17408" y="33683"/>
                  </a:cubicBezTo>
                  <a:cubicBezTo>
                    <a:pt x="10347" y="25289"/>
                    <a:pt x="18265" y="10037"/>
                    <a:pt x="9288" y="3012"/>
                  </a:cubicBezTo>
                  <a:cubicBezTo>
                    <a:pt x="6621" y="929"/>
                    <a:pt x="3430" y="17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185425" y="2003950"/>
              <a:ext cx="1061475" cy="2861100"/>
            </a:xfrm>
            <a:custGeom>
              <a:avLst/>
              <a:gdLst/>
              <a:ahLst/>
              <a:cxnLst/>
              <a:rect l="l" t="t" r="r" b="b"/>
              <a:pathLst>
                <a:path w="42459" h="114444" extrusionOk="0">
                  <a:moveTo>
                    <a:pt x="2108" y="0"/>
                  </a:moveTo>
                  <a:lnTo>
                    <a:pt x="2108" y="7823"/>
                  </a:lnTo>
                  <a:cubicBezTo>
                    <a:pt x="4858" y="14431"/>
                    <a:pt x="1" y="24515"/>
                    <a:pt x="4442" y="30849"/>
                  </a:cubicBezTo>
                  <a:cubicBezTo>
                    <a:pt x="10573" y="39601"/>
                    <a:pt x="30040" y="38815"/>
                    <a:pt x="32636" y="49709"/>
                  </a:cubicBezTo>
                  <a:cubicBezTo>
                    <a:pt x="35112" y="60127"/>
                    <a:pt x="16955" y="66509"/>
                    <a:pt x="17122" y="76093"/>
                  </a:cubicBezTo>
                  <a:cubicBezTo>
                    <a:pt x="17277" y="84106"/>
                    <a:pt x="31076" y="91083"/>
                    <a:pt x="28588" y="99120"/>
                  </a:cubicBezTo>
                  <a:cubicBezTo>
                    <a:pt x="26123" y="107097"/>
                    <a:pt x="11169" y="108168"/>
                    <a:pt x="5406" y="114443"/>
                  </a:cubicBezTo>
                  <a:lnTo>
                    <a:pt x="12288" y="114443"/>
                  </a:lnTo>
                  <a:cubicBezTo>
                    <a:pt x="19086" y="109585"/>
                    <a:pt x="31350" y="107680"/>
                    <a:pt x="33695" y="100632"/>
                  </a:cubicBezTo>
                  <a:cubicBezTo>
                    <a:pt x="36589" y="91869"/>
                    <a:pt x="22039" y="84999"/>
                    <a:pt x="22587" y="76069"/>
                  </a:cubicBezTo>
                  <a:cubicBezTo>
                    <a:pt x="23254" y="65520"/>
                    <a:pt x="42458" y="59639"/>
                    <a:pt x="40077" y="48375"/>
                  </a:cubicBezTo>
                  <a:cubicBezTo>
                    <a:pt x="37636" y="36814"/>
                    <a:pt x="15979" y="37660"/>
                    <a:pt x="9347" y="28730"/>
                  </a:cubicBezTo>
                  <a:cubicBezTo>
                    <a:pt x="3608" y="20991"/>
                    <a:pt x="11597" y="7418"/>
                    <a:pt x="3703" y="1072"/>
                  </a:cubicBezTo>
                  <a:cubicBezTo>
                    <a:pt x="3203" y="667"/>
                    <a:pt x="2668" y="310"/>
                    <a:pt x="2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38125" y="2893650"/>
              <a:ext cx="640275" cy="1894300"/>
            </a:xfrm>
            <a:custGeom>
              <a:avLst/>
              <a:gdLst/>
              <a:ahLst/>
              <a:cxnLst/>
              <a:rect l="l" t="t" r="r" b="b"/>
              <a:pathLst>
                <a:path w="25611" h="75772" extrusionOk="0">
                  <a:moveTo>
                    <a:pt x="0" y="0"/>
                  </a:moveTo>
                  <a:lnTo>
                    <a:pt x="0" y="4798"/>
                  </a:lnTo>
                  <a:cubicBezTo>
                    <a:pt x="6489" y="8025"/>
                    <a:pt x="14752" y="10228"/>
                    <a:pt x="16347" y="16752"/>
                  </a:cubicBezTo>
                  <a:cubicBezTo>
                    <a:pt x="18562" y="25789"/>
                    <a:pt x="4239" y="32361"/>
                    <a:pt x="4596" y="40696"/>
                  </a:cubicBezTo>
                  <a:cubicBezTo>
                    <a:pt x="4917" y="47768"/>
                    <a:pt x="18038" y="53816"/>
                    <a:pt x="16073" y="61079"/>
                  </a:cubicBezTo>
                  <a:cubicBezTo>
                    <a:pt x="14573" y="66675"/>
                    <a:pt x="6465" y="68842"/>
                    <a:pt x="0" y="71533"/>
                  </a:cubicBezTo>
                  <a:lnTo>
                    <a:pt x="0" y="75771"/>
                  </a:lnTo>
                  <a:cubicBezTo>
                    <a:pt x="6358" y="71211"/>
                    <a:pt x="19121" y="69473"/>
                    <a:pt x="21300" y="62222"/>
                  </a:cubicBezTo>
                  <a:cubicBezTo>
                    <a:pt x="23622" y="54543"/>
                    <a:pt x="9858" y="48018"/>
                    <a:pt x="9704" y="40588"/>
                  </a:cubicBezTo>
                  <a:cubicBezTo>
                    <a:pt x="9525" y="31706"/>
                    <a:pt x="25610" y="25098"/>
                    <a:pt x="23301" y="15454"/>
                  </a:cubicBezTo>
                  <a:cubicBezTo>
                    <a:pt x="21134" y="6465"/>
                    <a:pt x="6918" y="567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38125" y="3947925"/>
              <a:ext cx="306600" cy="652800"/>
            </a:xfrm>
            <a:custGeom>
              <a:avLst/>
              <a:gdLst/>
              <a:ahLst/>
              <a:cxnLst/>
              <a:rect l="l" t="t" r="r" b="b"/>
              <a:pathLst>
                <a:path w="12264" h="26112" extrusionOk="0">
                  <a:moveTo>
                    <a:pt x="0" y="1"/>
                  </a:moveTo>
                  <a:lnTo>
                    <a:pt x="0" y="7383"/>
                  </a:lnTo>
                  <a:cubicBezTo>
                    <a:pt x="3191" y="10586"/>
                    <a:pt x="6489" y="13753"/>
                    <a:pt x="5560" y="17205"/>
                  </a:cubicBezTo>
                  <a:cubicBezTo>
                    <a:pt x="4917" y="19611"/>
                    <a:pt x="2774" y="21313"/>
                    <a:pt x="0" y="22694"/>
                  </a:cubicBezTo>
                  <a:lnTo>
                    <a:pt x="0" y="26111"/>
                  </a:lnTo>
                  <a:cubicBezTo>
                    <a:pt x="5144" y="24159"/>
                    <a:pt x="9989" y="21956"/>
                    <a:pt x="10870" y="17932"/>
                  </a:cubicBezTo>
                  <a:cubicBezTo>
                    <a:pt x="12263" y="11550"/>
                    <a:pt x="1691" y="618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238125" y="3117475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0" y="1"/>
                  </a:moveTo>
                  <a:lnTo>
                    <a:pt x="0" y="5073"/>
                  </a:lnTo>
                  <a:cubicBezTo>
                    <a:pt x="1726" y="6478"/>
                    <a:pt x="3048" y="8156"/>
                    <a:pt x="3620" y="10323"/>
                  </a:cubicBezTo>
                  <a:cubicBezTo>
                    <a:pt x="4620" y="14145"/>
                    <a:pt x="2453" y="17777"/>
                    <a:pt x="0" y="21348"/>
                  </a:cubicBezTo>
                  <a:lnTo>
                    <a:pt x="0" y="29564"/>
                  </a:lnTo>
                  <a:cubicBezTo>
                    <a:pt x="1643" y="22634"/>
                    <a:pt x="11466" y="16645"/>
                    <a:pt x="9763" y="9073"/>
                  </a:cubicBezTo>
                  <a:cubicBezTo>
                    <a:pt x="8799" y="4763"/>
                    <a:pt x="4536" y="227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8"/>
          <p:cNvGrpSpPr/>
          <p:nvPr/>
        </p:nvGrpSpPr>
        <p:grpSpPr>
          <a:xfrm rot="9568803" flipH="1">
            <a:off x="7647433" y="-1198615"/>
            <a:ext cx="3419013" cy="2699100"/>
            <a:chOff x="13355317" y="208858"/>
            <a:chExt cx="2521520" cy="1990584"/>
          </a:xfrm>
        </p:grpSpPr>
        <p:sp>
          <p:nvSpPr>
            <p:cNvPr id="102" name="Google Shape;102;p8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>
            <a:spLocks noGrp="1"/>
          </p:cNvSpPr>
          <p:nvPr>
            <p:ph type="subTitle" idx="1"/>
          </p:nvPr>
        </p:nvSpPr>
        <p:spPr>
          <a:xfrm>
            <a:off x="134057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xfrm>
            <a:off x="1024800" y="1794800"/>
            <a:ext cx="2913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0" name="Google Shape;110;p9"/>
          <p:cNvGrpSpPr/>
          <p:nvPr/>
        </p:nvGrpSpPr>
        <p:grpSpPr>
          <a:xfrm rot="10800000" flipH="1">
            <a:off x="-12466" y="2120485"/>
            <a:ext cx="1447812" cy="3031578"/>
            <a:chOff x="238125" y="846675"/>
            <a:chExt cx="1237975" cy="2592200"/>
          </a:xfrm>
        </p:grpSpPr>
        <p:sp>
          <p:nvSpPr>
            <p:cNvPr id="111" name="Google Shape;111;p9"/>
            <p:cNvSpPr/>
            <p:nvPr/>
          </p:nvSpPr>
          <p:spPr>
            <a:xfrm>
              <a:off x="238125" y="846675"/>
              <a:ext cx="1237975" cy="2592200"/>
            </a:xfrm>
            <a:custGeom>
              <a:avLst/>
              <a:gdLst/>
              <a:ahLst/>
              <a:cxnLst/>
              <a:rect l="l" t="t" r="r" b="b"/>
              <a:pathLst>
                <a:path w="49519" h="103688" extrusionOk="0">
                  <a:moveTo>
                    <a:pt x="45399" y="0"/>
                  </a:moveTo>
                  <a:cubicBezTo>
                    <a:pt x="42851" y="3203"/>
                    <a:pt x="40469" y="6322"/>
                    <a:pt x="38957" y="9418"/>
                  </a:cubicBezTo>
                  <a:cubicBezTo>
                    <a:pt x="35874" y="15716"/>
                    <a:pt x="35743" y="22765"/>
                    <a:pt x="36588" y="29658"/>
                  </a:cubicBezTo>
                  <a:cubicBezTo>
                    <a:pt x="37362" y="35945"/>
                    <a:pt x="39707" y="43053"/>
                    <a:pt x="37040" y="49101"/>
                  </a:cubicBezTo>
                  <a:cubicBezTo>
                    <a:pt x="34004" y="55983"/>
                    <a:pt x="26265" y="59531"/>
                    <a:pt x="19943" y="63032"/>
                  </a:cubicBezTo>
                  <a:cubicBezTo>
                    <a:pt x="15431" y="65532"/>
                    <a:pt x="8632" y="68282"/>
                    <a:pt x="9144" y="74247"/>
                  </a:cubicBezTo>
                  <a:cubicBezTo>
                    <a:pt x="9716" y="80748"/>
                    <a:pt x="24646" y="92523"/>
                    <a:pt x="12871" y="98119"/>
                  </a:cubicBezTo>
                  <a:cubicBezTo>
                    <a:pt x="10178" y="99389"/>
                    <a:pt x="7331" y="99872"/>
                    <a:pt x="4389" y="99872"/>
                  </a:cubicBezTo>
                  <a:cubicBezTo>
                    <a:pt x="2946" y="99872"/>
                    <a:pt x="1481" y="99756"/>
                    <a:pt x="0" y="99560"/>
                  </a:cubicBezTo>
                  <a:lnTo>
                    <a:pt x="0" y="102870"/>
                  </a:lnTo>
                  <a:cubicBezTo>
                    <a:pt x="2651" y="103355"/>
                    <a:pt x="5268" y="103687"/>
                    <a:pt x="7812" y="103687"/>
                  </a:cubicBezTo>
                  <a:cubicBezTo>
                    <a:pt x="11140" y="103687"/>
                    <a:pt x="14341" y="103117"/>
                    <a:pt x="17324" y="101572"/>
                  </a:cubicBezTo>
                  <a:cubicBezTo>
                    <a:pt x="28456" y="95786"/>
                    <a:pt x="17633" y="84284"/>
                    <a:pt x="15407" y="77271"/>
                  </a:cubicBezTo>
                  <a:cubicBezTo>
                    <a:pt x="13514" y="71318"/>
                    <a:pt x="22896" y="67580"/>
                    <a:pt x="27015" y="65258"/>
                  </a:cubicBezTo>
                  <a:cubicBezTo>
                    <a:pt x="33480" y="61603"/>
                    <a:pt x="41636" y="57817"/>
                    <a:pt x="44387" y="50530"/>
                  </a:cubicBezTo>
                  <a:cubicBezTo>
                    <a:pt x="46780" y="44184"/>
                    <a:pt x="43553" y="36969"/>
                    <a:pt x="42196" y="30635"/>
                  </a:cubicBezTo>
                  <a:cubicBezTo>
                    <a:pt x="40707" y="23693"/>
                    <a:pt x="40279" y="16466"/>
                    <a:pt x="43220" y="9906"/>
                  </a:cubicBezTo>
                  <a:cubicBezTo>
                    <a:pt x="44684" y="6608"/>
                    <a:pt x="47030" y="3334"/>
                    <a:pt x="49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238125" y="846675"/>
              <a:ext cx="1032875" cy="2402525"/>
            </a:xfrm>
            <a:custGeom>
              <a:avLst/>
              <a:gdLst/>
              <a:ahLst/>
              <a:cxnLst/>
              <a:rect l="l" t="t" r="r" b="b"/>
              <a:pathLst>
                <a:path w="41315" h="96101" extrusionOk="0">
                  <a:moveTo>
                    <a:pt x="37183" y="0"/>
                  </a:moveTo>
                  <a:cubicBezTo>
                    <a:pt x="34683" y="2857"/>
                    <a:pt x="32349" y="5632"/>
                    <a:pt x="30813" y="8322"/>
                  </a:cubicBezTo>
                  <a:cubicBezTo>
                    <a:pt x="24122" y="20026"/>
                    <a:pt x="30039" y="34623"/>
                    <a:pt x="23801" y="45684"/>
                  </a:cubicBezTo>
                  <a:cubicBezTo>
                    <a:pt x="18717" y="54685"/>
                    <a:pt x="3762" y="56769"/>
                    <a:pt x="0" y="66103"/>
                  </a:cubicBezTo>
                  <a:lnTo>
                    <a:pt x="0" y="71806"/>
                  </a:lnTo>
                  <a:cubicBezTo>
                    <a:pt x="2524" y="78843"/>
                    <a:pt x="11466" y="88154"/>
                    <a:pt x="3691" y="91202"/>
                  </a:cubicBezTo>
                  <a:cubicBezTo>
                    <a:pt x="2500" y="91666"/>
                    <a:pt x="1262" y="91987"/>
                    <a:pt x="0" y="92154"/>
                  </a:cubicBezTo>
                  <a:lnTo>
                    <a:pt x="0" y="96083"/>
                  </a:lnTo>
                  <a:cubicBezTo>
                    <a:pt x="313" y="96095"/>
                    <a:pt x="624" y="96101"/>
                    <a:pt x="934" y="96101"/>
                  </a:cubicBezTo>
                  <a:cubicBezTo>
                    <a:pt x="3482" y="96101"/>
                    <a:pt x="5941" y="95695"/>
                    <a:pt x="8287" y="94654"/>
                  </a:cubicBezTo>
                  <a:cubicBezTo>
                    <a:pt x="19181" y="89844"/>
                    <a:pt x="3381" y="77736"/>
                    <a:pt x="3881" y="71009"/>
                  </a:cubicBezTo>
                  <a:cubicBezTo>
                    <a:pt x="4727" y="59626"/>
                    <a:pt x="25146" y="57448"/>
                    <a:pt x="30170" y="47470"/>
                  </a:cubicBezTo>
                  <a:cubicBezTo>
                    <a:pt x="36028" y="35826"/>
                    <a:pt x="28134" y="21288"/>
                    <a:pt x="34826" y="8882"/>
                  </a:cubicBezTo>
                  <a:cubicBezTo>
                    <a:pt x="36397" y="5989"/>
                    <a:pt x="38779" y="3036"/>
                    <a:pt x="41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238125" y="2824875"/>
              <a:ext cx="55975" cy="206300"/>
            </a:xfrm>
            <a:custGeom>
              <a:avLst/>
              <a:gdLst/>
              <a:ahLst/>
              <a:cxnLst/>
              <a:rect l="l" t="t" r="r" b="b"/>
              <a:pathLst>
                <a:path w="2239" h="8252" extrusionOk="0">
                  <a:moveTo>
                    <a:pt x="0" y="1"/>
                  </a:moveTo>
                  <a:lnTo>
                    <a:pt x="0" y="8252"/>
                  </a:lnTo>
                  <a:cubicBezTo>
                    <a:pt x="2238" y="6859"/>
                    <a:pt x="1464" y="369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238125" y="846675"/>
              <a:ext cx="825125" cy="1458525"/>
            </a:xfrm>
            <a:custGeom>
              <a:avLst/>
              <a:gdLst/>
              <a:ahLst/>
              <a:cxnLst/>
              <a:rect l="l" t="t" r="r" b="b"/>
              <a:pathLst>
                <a:path w="33005" h="58341" extrusionOk="0">
                  <a:moveTo>
                    <a:pt x="28837" y="0"/>
                  </a:moveTo>
                  <a:cubicBezTo>
                    <a:pt x="26503" y="2488"/>
                    <a:pt x="24384" y="4882"/>
                    <a:pt x="23003" y="7144"/>
                  </a:cubicBezTo>
                  <a:cubicBezTo>
                    <a:pt x="16574" y="17693"/>
                    <a:pt x="19300" y="31528"/>
                    <a:pt x="12621" y="41719"/>
                  </a:cubicBezTo>
                  <a:cubicBezTo>
                    <a:pt x="9644" y="46256"/>
                    <a:pt x="4453" y="49339"/>
                    <a:pt x="0" y="52768"/>
                  </a:cubicBezTo>
                  <a:lnTo>
                    <a:pt x="0" y="58341"/>
                  </a:lnTo>
                  <a:cubicBezTo>
                    <a:pt x="5465" y="53221"/>
                    <a:pt x="14049" y="50018"/>
                    <a:pt x="17943" y="43755"/>
                  </a:cubicBezTo>
                  <a:cubicBezTo>
                    <a:pt x="24491" y="33242"/>
                    <a:pt x="20324" y="18824"/>
                    <a:pt x="26872" y="7727"/>
                  </a:cubicBezTo>
                  <a:cubicBezTo>
                    <a:pt x="28337" y="5263"/>
                    <a:pt x="30575" y="2679"/>
                    <a:pt x="33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238125" y="846675"/>
              <a:ext cx="616750" cy="1191525"/>
            </a:xfrm>
            <a:custGeom>
              <a:avLst/>
              <a:gdLst/>
              <a:ahLst/>
              <a:cxnLst/>
              <a:rect l="l" t="t" r="r" b="b"/>
              <a:pathLst>
                <a:path w="24670" h="47661" extrusionOk="0">
                  <a:moveTo>
                    <a:pt x="21134" y="0"/>
                  </a:moveTo>
                  <a:cubicBezTo>
                    <a:pt x="19300" y="2131"/>
                    <a:pt x="17717" y="4179"/>
                    <a:pt x="16740" y="6096"/>
                  </a:cubicBezTo>
                  <a:cubicBezTo>
                    <a:pt x="11787" y="15954"/>
                    <a:pt x="10918" y="27456"/>
                    <a:pt x="5775" y="37278"/>
                  </a:cubicBezTo>
                  <a:cubicBezTo>
                    <a:pt x="4322" y="40041"/>
                    <a:pt x="2250" y="41969"/>
                    <a:pt x="0" y="43624"/>
                  </a:cubicBezTo>
                  <a:lnTo>
                    <a:pt x="0" y="47661"/>
                  </a:lnTo>
                  <a:cubicBezTo>
                    <a:pt x="3012" y="45339"/>
                    <a:pt x="5953" y="42934"/>
                    <a:pt x="7846" y="39564"/>
                  </a:cubicBezTo>
                  <a:cubicBezTo>
                    <a:pt x="13037" y="30337"/>
                    <a:pt x="14049" y="16835"/>
                    <a:pt x="19538" y="6632"/>
                  </a:cubicBezTo>
                  <a:cubicBezTo>
                    <a:pt x="20693" y="4501"/>
                    <a:pt x="22562" y="2286"/>
                    <a:pt x="24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238125" y="846675"/>
              <a:ext cx="440550" cy="981675"/>
            </a:xfrm>
            <a:custGeom>
              <a:avLst/>
              <a:gdLst/>
              <a:ahLst/>
              <a:cxnLst/>
              <a:rect l="l" t="t" r="r" b="b"/>
              <a:pathLst>
                <a:path w="17622" h="39267" extrusionOk="0">
                  <a:moveTo>
                    <a:pt x="14264" y="0"/>
                  </a:moveTo>
                  <a:cubicBezTo>
                    <a:pt x="13168" y="1548"/>
                    <a:pt x="12228" y="3048"/>
                    <a:pt x="11621" y="4477"/>
                  </a:cubicBezTo>
                  <a:cubicBezTo>
                    <a:pt x="7906" y="13168"/>
                    <a:pt x="7299" y="23622"/>
                    <a:pt x="2357" y="31980"/>
                  </a:cubicBezTo>
                  <a:cubicBezTo>
                    <a:pt x="1703" y="33064"/>
                    <a:pt x="917" y="34052"/>
                    <a:pt x="0" y="34933"/>
                  </a:cubicBezTo>
                  <a:lnTo>
                    <a:pt x="0" y="39267"/>
                  </a:lnTo>
                  <a:cubicBezTo>
                    <a:pt x="1524" y="38040"/>
                    <a:pt x="2893" y="36600"/>
                    <a:pt x="3953" y="34730"/>
                  </a:cubicBezTo>
                  <a:cubicBezTo>
                    <a:pt x="9061" y="25706"/>
                    <a:pt x="9835" y="14561"/>
                    <a:pt x="14109" y="5358"/>
                  </a:cubicBezTo>
                  <a:cubicBezTo>
                    <a:pt x="14883" y="3691"/>
                    <a:pt x="16157" y="1893"/>
                    <a:pt x="17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238125" y="846675"/>
              <a:ext cx="277125" cy="759925"/>
            </a:xfrm>
            <a:custGeom>
              <a:avLst/>
              <a:gdLst/>
              <a:ahLst/>
              <a:cxnLst/>
              <a:rect l="l" t="t" r="r" b="b"/>
              <a:pathLst>
                <a:path w="11085" h="30397" extrusionOk="0">
                  <a:moveTo>
                    <a:pt x="8072" y="0"/>
                  </a:moveTo>
                  <a:cubicBezTo>
                    <a:pt x="7656" y="762"/>
                    <a:pt x="7299" y="1548"/>
                    <a:pt x="7001" y="2357"/>
                  </a:cubicBezTo>
                  <a:cubicBezTo>
                    <a:pt x="4358" y="9787"/>
                    <a:pt x="4024" y="18383"/>
                    <a:pt x="0" y="25467"/>
                  </a:cubicBezTo>
                  <a:lnTo>
                    <a:pt x="0" y="30397"/>
                  </a:lnTo>
                  <a:cubicBezTo>
                    <a:pt x="345" y="29968"/>
                    <a:pt x="655" y="29516"/>
                    <a:pt x="941" y="29051"/>
                  </a:cubicBezTo>
                  <a:cubicBezTo>
                    <a:pt x="5632" y="21360"/>
                    <a:pt x="6084" y="11632"/>
                    <a:pt x="9251" y="3465"/>
                  </a:cubicBezTo>
                  <a:cubicBezTo>
                    <a:pt x="9751" y="2262"/>
                    <a:pt x="10370" y="1095"/>
                    <a:pt x="11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238125" y="846675"/>
              <a:ext cx="131275" cy="499175"/>
            </a:xfrm>
            <a:custGeom>
              <a:avLst/>
              <a:gdLst/>
              <a:ahLst/>
              <a:cxnLst/>
              <a:rect l="l" t="t" r="r" b="b"/>
              <a:pathLst>
                <a:path w="5251" h="19967" extrusionOk="0">
                  <a:moveTo>
                    <a:pt x="2679" y="0"/>
                  </a:moveTo>
                  <a:cubicBezTo>
                    <a:pt x="1512" y="4155"/>
                    <a:pt x="1083" y="8680"/>
                    <a:pt x="0" y="12978"/>
                  </a:cubicBezTo>
                  <a:lnTo>
                    <a:pt x="0" y="19967"/>
                  </a:lnTo>
                  <a:cubicBezTo>
                    <a:pt x="2548" y="14026"/>
                    <a:pt x="2929" y="7215"/>
                    <a:pt x="4822" y="1167"/>
                  </a:cubicBezTo>
                  <a:cubicBezTo>
                    <a:pt x="4941" y="786"/>
                    <a:pt x="5084" y="393"/>
                    <a:pt x="5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gradFill>
            <a:gsLst>
              <a:gs pos="0">
                <a:srgbClr val="FFFFFF">
                  <a:alpha val="7882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title"/>
          </p:nvPr>
        </p:nvSpPr>
        <p:spPr>
          <a:xfrm>
            <a:off x="713850" y="535375"/>
            <a:ext cx="2547000" cy="19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grpSp>
        <p:nvGrpSpPr>
          <p:cNvPr id="122" name="Google Shape;122;p10"/>
          <p:cNvGrpSpPr/>
          <p:nvPr/>
        </p:nvGrpSpPr>
        <p:grpSpPr>
          <a:xfrm rot="10800000">
            <a:off x="-97544" y="2625967"/>
            <a:ext cx="1390747" cy="2523532"/>
            <a:chOff x="6373700" y="846675"/>
            <a:chExt cx="1059375" cy="1937750"/>
          </a:xfrm>
        </p:grpSpPr>
        <p:sp>
          <p:nvSpPr>
            <p:cNvPr id="123" name="Google Shape;123;p10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6373700" y="846675"/>
              <a:ext cx="1059375" cy="1937750"/>
            </a:xfrm>
            <a:custGeom>
              <a:avLst/>
              <a:gdLst/>
              <a:ahLst/>
              <a:cxnLst/>
              <a:rect l="l" t="t" r="r" b="b"/>
              <a:pathLst>
                <a:path w="42375" h="77510" extrusionOk="0">
                  <a:moveTo>
                    <a:pt x="19848" y="0"/>
                  </a:moveTo>
                  <a:cubicBezTo>
                    <a:pt x="19908" y="464"/>
                    <a:pt x="19908" y="929"/>
                    <a:pt x="19884" y="1393"/>
                  </a:cubicBezTo>
                  <a:cubicBezTo>
                    <a:pt x="19193" y="11942"/>
                    <a:pt x="1" y="17788"/>
                    <a:pt x="2346" y="29051"/>
                  </a:cubicBezTo>
                  <a:cubicBezTo>
                    <a:pt x="4763" y="40636"/>
                    <a:pt x="26421" y="39814"/>
                    <a:pt x="33040" y="48756"/>
                  </a:cubicBezTo>
                  <a:cubicBezTo>
                    <a:pt x="38767" y="56507"/>
                    <a:pt x="30742" y="70080"/>
                    <a:pt x="38624" y="76426"/>
                  </a:cubicBezTo>
                  <a:cubicBezTo>
                    <a:pt x="39124" y="76831"/>
                    <a:pt x="39660" y="77188"/>
                    <a:pt x="40220" y="77510"/>
                  </a:cubicBezTo>
                  <a:lnTo>
                    <a:pt x="40232" y="69675"/>
                  </a:lnTo>
                  <a:cubicBezTo>
                    <a:pt x="37505" y="63055"/>
                    <a:pt x="42375" y="52995"/>
                    <a:pt x="37946" y="46649"/>
                  </a:cubicBezTo>
                  <a:cubicBezTo>
                    <a:pt x="31838" y="37886"/>
                    <a:pt x="12347" y="38636"/>
                    <a:pt x="9787" y="27730"/>
                  </a:cubicBezTo>
                  <a:cubicBezTo>
                    <a:pt x="7335" y="17312"/>
                    <a:pt x="25504" y="10966"/>
                    <a:pt x="25349" y="1381"/>
                  </a:cubicBezTo>
                  <a:cubicBezTo>
                    <a:pt x="25337" y="917"/>
                    <a:pt x="25289" y="452"/>
                    <a:pt x="25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>
            <a:spLocks noGrp="1"/>
          </p:cNvSpPr>
          <p:nvPr>
            <p:ph type="title" hasCustomPrompt="1"/>
          </p:nvPr>
        </p:nvSpPr>
        <p:spPr>
          <a:xfrm>
            <a:off x="1024800" y="939647"/>
            <a:ext cx="7094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28" name="Google Shape;128;p11"/>
          <p:cNvSpPr txBox="1">
            <a:spLocks noGrp="1"/>
          </p:cNvSpPr>
          <p:nvPr>
            <p:ph type="subTitle" idx="1"/>
          </p:nvPr>
        </p:nvSpPr>
        <p:spPr>
          <a:xfrm>
            <a:off x="1024800" y="2803064"/>
            <a:ext cx="40293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11"/>
          <p:cNvSpPr/>
          <p:nvPr/>
        </p:nvSpPr>
        <p:spPr>
          <a:xfrm rot="-5400000">
            <a:off x="2518825" y="2446400"/>
            <a:ext cx="82500" cy="28668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1"/>
          <p:cNvGrpSpPr/>
          <p:nvPr/>
        </p:nvGrpSpPr>
        <p:grpSpPr>
          <a:xfrm rot="9122183" flipH="1">
            <a:off x="4569886" y="-1426500"/>
            <a:ext cx="9560057" cy="6156033"/>
            <a:chOff x="9889538" y="-782041"/>
            <a:chExt cx="7050666" cy="4540155"/>
          </a:xfrm>
        </p:grpSpPr>
        <p:sp>
          <p:nvSpPr>
            <p:cNvPr id="131" name="Google Shape;131;p11"/>
            <p:cNvSpPr/>
            <p:nvPr/>
          </p:nvSpPr>
          <p:spPr>
            <a:xfrm flipH="1">
              <a:off x="9889538" y="-782041"/>
              <a:ext cx="7050666" cy="4540155"/>
            </a:xfrm>
            <a:custGeom>
              <a:avLst/>
              <a:gdLst/>
              <a:ahLst/>
              <a:cxnLst/>
              <a:rect l="l" t="t" r="r" b="b"/>
              <a:pathLst>
                <a:path w="146037" h="94038" extrusionOk="0">
                  <a:moveTo>
                    <a:pt x="68933" y="651"/>
                  </a:moveTo>
                  <a:cubicBezTo>
                    <a:pt x="71300" y="651"/>
                    <a:pt x="73666" y="772"/>
                    <a:pt x="76022" y="1012"/>
                  </a:cubicBezTo>
                  <a:cubicBezTo>
                    <a:pt x="79457" y="1371"/>
                    <a:pt x="83040" y="1961"/>
                    <a:pt x="86223" y="3394"/>
                  </a:cubicBezTo>
                  <a:cubicBezTo>
                    <a:pt x="94126" y="6977"/>
                    <a:pt x="102009" y="10581"/>
                    <a:pt x="109554" y="14817"/>
                  </a:cubicBezTo>
                  <a:cubicBezTo>
                    <a:pt x="119523" y="20423"/>
                    <a:pt x="128818" y="27168"/>
                    <a:pt x="137227" y="34924"/>
                  </a:cubicBezTo>
                  <a:cubicBezTo>
                    <a:pt x="139208" y="36820"/>
                    <a:pt x="141485" y="39602"/>
                    <a:pt x="140578" y="42574"/>
                  </a:cubicBezTo>
                  <a:cubicBezTo>
                    <a:pt x="140199" y="43860"/>
                    <a:pt x="139208" y="44745"/>
                    <a:pt x="138323" y="45714"/>
                  </a:cubicBezTo>
                  <a:cubicBezTo>
                    <a:pt x="137122" y="46979"/>
                    <a:pt x="135689" y="48012"/>
                    <a:pt x="134108" y="48770"/>
                  </a:cubicBezTo>
                  <a:cubicBezTo>
                    <a:pt x="128691" y="51363"/>
                    <a:pt x="123317" y="54039"/>
                    <a:pt x="117985" y="56843"/>
                  </a:cubicBezTo>
                  <a:cubicBezTo>
                    <a:pt x="100281" y="66053"/>
                    <a:pt x="82956" y="75959"/>
                    <a:pt x="65358" y="85380"/>
                  </a:cubicBezTo>
                  <a:cubicBezTo>
                    <a:pt x="60600" y="87849"/>
                    <a:pt x="55218" y="89371"/>
                    <a:pt x="49843" y="89371"/>
                  </a:cubicBezTo>
                  <a:cubicBezTo>
                    <a:pt x="47694" y="89371"/>
                    <a:pt x="45545" y="89128"/>
                    <a:pt x="43438" y="88604"/>
                  </a:cubicBezTo>
                  <a:cubicBezTo>
                    <a:pt x="39360" y="87652"/>
                    <a:pt x="35205" y="87075"/>
                    <a:pt x="31050" y="87075"/>
                  </a:cubicBezTo>
                  <a:cubicBezTo>
                    <a:pt x="28676" y="87075"/>
                    <a:pt x="26303" y="87263"/>
                    <a:pt x="23943" y="87677"/>
                  </a:cubicBezTo>
                  <a:cubicBezTo>
                    <a:pt x="18800" y="88583"/>
                    <a:pt x="13932" y="90585"/>
                    <a:pt x="9000" y="92145"/>
                  </a:cubicBezTo>
                  <a:cubicBezTo>
                    <a:pt x="8605" y="92249"/>
                    <a:pt x="8270" y="92297"/>
                    <a:pt x="7988" y="92297"/>
                  </a:cubicBezTo>
                  <a:cubicBezTo>
                    <a:pt x="5295" y="92297"/>
                    <a:pt x="7459" y="87927"/>
                    <a:pt x="8241" y="86286"/>
                  </a:cubicBezTo>
                  <a:cubicBezTo>
                    <a:pt x="11129" y="80300"/>
                    <a:pt x="13068" y="73830"/>
                    <a:pt x="12920" y="67128"/>
                  </a:cubicBezTo>
                  <a:cubicBezTo>
                    <a:pt x="12920" y="64303"/>
                    <a:pt x="12478" y="61521"/>
                    <a:pt x="11635" y="58824"/>
                  </a:cubicBezTo>
                  <a:cubicBezTo>
                    <a:pt x="10370" y="55135"/>
                    <a:pt x="8895" y="51510"/>
                    <a:pt x="7251" y="47970"/>
                  </a:cubicBezTo>
                  <a:cubicBezTo>
                    <a:pt x="5733" y="44555"/>
                    <a:pt x="4195" y="40804"/>
                    <a:pt x="3984" y="37031"/>
                  </a:cubicBezTo>
                  <a:cubicBezTo>
                    <a:pt x="3562" y="28664"/>
                    <a:pt x="1413" y="20508"/>
                    <a:pt x="949" y="12140"/>
                  </a:cubicBezTo>
                  <a:cubicBezTo>
                    <a:pt x="964" y="9964"/>
                    <a:pt x="2283" y="9415"/>
                    <a:pt x="3909" y="9415"/>
                  </a:cubicBezTo>
                  <a:cubicBezTo>
                    <a:pt x="4520" y="9415"/>
                    <a:pt x="5173" y="9492"/>
                    <a:pt x="5818" y="9590"/>
                  </a:cubicBezTo>
                  <a:cubicBezTo>
                    <a:pt x="6645" y="9732"/>
                    <a:pt x="7473" y="9791"/>
                    <a:pt x="8301" y="9791"/>
                  </a:cubicBezTo>
                  <a:cubicBezTo>
                    <a:pt x="10801" y="9791"/>
                    <a:pt x="13295" y="9249"/>
                    <a:pt x="15765" y="8789"/>
                  </a:cubicBezTo>
                  <a:cubicBezTo>
                    <a:pt x="19391" y="8115"/>
                    <a:pt x="22995" y="7377"/>
                    <a:pt x="26641" y="6703"/>
                  </a:cubicBezTo>
                  <a:cubicBezTo>
                    <a:pt x="31425" y="5839"/>
                    <a:pt x="36188" y="4785"/>
                    <a:pt x="40973" y="3921"/>
                  </a:cubicBezTo>
                  <a:cubicBezTo>
                    <a:pt x="48054" y="2656"/>
                    <a:pt x="55178" y="1666"/>
                    <a:pt x="62323" y="970"/>
                  </a:cubicBezTo>
                  <a:cubicBezTo>
                    <a:pt x="64519" y="757"/>
                    <a:pt x="66726" y="651"/>
                    <a:pt x="68933" y="651"/>
                  </a:cubicBezTo>
                  <a:close/>
                  <a:moveTo>
                    <a:pt x="76471" y="0"/>
                  </a:moveTo>
                  <a:cubicBezTo>
                    <a:pt x="75633" y="0"/>
                    <a:pt x="74795" y="14"/>
                    <a:pt x="73957" y="43"/>
                  </a:cubicBezTo>
                  <a:cubicBezTo>
                    <a:pt x="59962" y="485"/>
                    <a:pt x="46115" y="2066"/>
                    <a:pt x="32268" y="4174"/>
                  </a:cubicBezTo>
                  <a:cubicBezTo>
                    <a:pt x="28053" y="4827"/>
                    <a:pt x="23753" y="5185"/>
                    <a:pt x="19496" y="5628"/>
                  </a:cubicBezTo>
                  <a:cubicBezTo>
                    <a:pt x="16292" y="5955"/>
                    <a:pt x="13074" y="6268"/>
                    <a:pt x="9854" y="6268"/>
                  </a:cubicBezTo>
                  <a:cubicBezTo>
                    <a:pt x="9134" y="6268"/>
                    <a:pt x="8414" y="6253"/>
                    <a:pt x="7693" y="6218"/>
                  </a:cubicBezTo>
                  <a:cubicBezTo>
                    <a:pt x="7554" y="6214"/>
                    <a:pt x="7415" y="6213"/>
                    <a:pt x="7276" y="6213"/>
                  </a:cubicBezTo>
                  <a:cubicBezTo>
                    <a:pt x="5754" y="6213"/>
                    <a:pt x="4250" y="6424"/>
                    <a:pt x="2783" y="6829"/>
                  </a:cubicBezTo>
                  <a:cubicBezTo>
                    <a:pt x="1729" y="7124"/>
                    <a:pt x="1012" y="7862"/>
                    <a:pt x="886" y="8979"/>
                  </a:cubicBezTo>
                  <a:cubicBezTo>
                    <a:pt x="1" y="16356"/>
                    <a:pt x="1265" y="23669"/>
                    <a:pt x="1265" y="31024"/>
                  </a:cubicBezTo>
                  <a:cubicBezTo>
                    <a:pt x="1265" y="34902"/>
                    <a:pt x="3204" y="39012"/>
                    <a:pt x="4743" y="42469"/>
                  </a:cubicBezTo>
                  <a:cubicBezTo>
                    <a:pt x="6471" y="46368"/>
                    <a:pt x="8157" y="50309"/>
                    <a:pt x="9506" y="54377"/>
                  </a:cubicBezTo>
                  <a:cubicBezTo>
                    <a:pt x="10496" y="57369"/>
                    <a:pt x="11529" y="60510"/>
                    <a:pt x="11656" y="63671"/>
                  </a:cubicBezTo>
                  <a:cubicBezTo>
                    <a:pt x="11951" y="71153"/>
                    <a:pt x="9738" y="78319"/>
                    <a:pt x="6387" y="84916"/>
                  </a:cubicBezTo>
                  <a:cubicBezTo>
                    <a:pt x="5880" y="85909"/>
                    <a:pt x="2160" y="92939"/>
                    <a:pt x="5243" y="92939"/>
                  </a:cubicBezTo>
                  <a:cubicBezTo>
                    <a:pt x="5367" y="92939"/>
                    <a:pt x="5502" y="92927"/>
                    <a:pt x="5649" y="92904"/>
                  </a:cubicBezTo>
                  <a:cubicBezTo>
                    <a:pt x="10054" y="92398"/>
                    <a:pt x="14396" y="90859"/>
                    <a:pt x="18822" y="90627"/>
                  </a:cubicBezTo>
                  <a:cubicBezTo>
                    <a:pt x="19320" y="90603"/>
                    <a:pt x="19818" y="90591"/>
                    <a:pt x="20313" y="90591"/>
                  </a:cubicBezTo>
                  <a:cubicBezTo>
                    <a:pt x="24991" y="90591"/>
                    <a:pt x="29529" y="91646"/>
                    <a:pt x="33912" y="93304"/>
                  </a:cubicBezTo>
                  <a:cubicBezTo>
                    <a:pt x="35321" y="93841"/>
                    <a:pt x="36853" y="94037"/>
                    <a:pt x="38395" y="94037"/>
                  </a:cubicBezTo>
                  <a:cubicBezTo>
                    <a:pt x="40060" y="94037"/>
                    <a:pt x="41738" y="93809"/>
                    <a:pt x="43291" y="93536"/>
                  </a:cubicBezTo>
                  <a:cubicBezTo>
                    <a:pt x="47654" y="92798"/>
                    <a:pt x="51869" y="91850"/>
                    <a:pt x="55915" y="90058"/>
                  </a:cubicBezTo>
                  <a:cubicBezTo>
                    <a:pt x="76001" y="81017"/>
                    <a:pt x="96171" y="72123"/>
                    <a:pt x="116741" y="64282"/>
                  </a:cubicBezTo>
                  <a:cubicBezTo>
                    <a:pt x="123296" y="61795"/>
                    <a:pt x="129872" y="59414"/>
                    <a:pt x="136511" y="57138"/>
                  </a:cubicBezTo>
                  <a:cubicBezTo>
                    <a:pt x="140051" y="55873"/>
                    <a:pt x="143592" y="53829"/>
                    <a:pt x="145046" y="50161"/>
                  </a:cubicBezTo>
                  <a:cubicBezTo>
                    <a:pt x="145573" y="48855"/>
                    <a:pt x="146037" y="47653"/>
                    <a:pt x="145868" y="46199"/>
                  </a:cubicBezTo>
                  <a:cubicBezTo>
                    <a:pt x="145658" y="44471"/>
                    <a:pt x="144772" y="42953"/>
                    <a:pt x="143761" y="41584"/>
                  </a:cubicBezTo>
                  <a:cubicBezTo>
                    <a:pt x="131642" y="25777"/>
                    <a:pt x="115561" y="14543"/>
                    <a:pt x="98826" y="4174"/>
                  </a:cubicBezTo>
                  <a:cubicBezTo>
                    <a:pt x="95876" y="2361"/>
                    <a:pt x="92230" y="1602"/>
                    <a:pt x="88879" y="1012"/>
                  </a:cubicBezTo>
                  <a:cubicBezTo>
                    <a:pt x="84774" y="346"/>
                    <a:pt x="80627" y="0"/>
                    <a:pt x="76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flipH="1">
              <a:off x="10444082" y="-701655"/>
              <a:ext cx="6433020" cy="4322798"/>
            </a:xfrm>
            <a:custGeom>
              <a:avLst/>
              <a:gdLst/>
              <a:ahLst/>
              <a:cxnLst/>
              <a:rect l="l" t="t" r="r" b="b"/>
              <a:pathLst>
                <a:path w="133244" h="89536" extrusionOk="0">
                  <a:moveTo>
                    <a:pt x="53722" y="1540"/>
                  </a:moveTo>
                  <a:cubicBezTo>
                    <a:pt x="56789" y="1540"/>
                    <a:pt x="59840" y="1868"/>
                    <a:pt x="62723" y="2593"/>
                  </a:cubicBezTo>
                  <a:cubicBezTo>
                    <a:pt x="71575" y="4806"/>
                    <a:pt x="80448" y="7019"/>
                    <a:pt x="89131" y="9780"/>
                  </a:cubicBezTo>
                  <a:cubicBezTo>
                    <a:pt x="99585" y="13068"/>
                    <a:pt x="109680" y="17367"/>
                    <a:pt x="119291" y="22594"/>
                  </a:cubicBezTo>
                  <a:cubicBezTo>
                    <a:pt x="121715" y="23985"/>
                    <a:pt x="124792" y="25798"/>
                    <a:pt x="125783" y="28601"/>
                  </a:cubicBezTo>
                  <a:cubicBezTo>
                    <a:pt x="126562" y="30793"/>
                    <a:pt x="125129" y="32542"/>
                    <a:pt x="123274" y="33554"/>
                  </a:cubicBezTo>
                  <a:cubicBezTo>
                    <a:pt x="121125" y="34734"/>
                    <a:pt x="119396" y="36525"/>
                    <a:pt x="117605" y="38169"/>
                  </a:cubicBezTo>
                  <a:cubicBezTo>
                    <a:pt x="115940" y="39708"/>
                    <a:pt x="114275" y="41267"/>
                    <a:pt x="112631" y="42827"/>
                  </a:cubicBezTo>
                  <a:cubicBezTo>
                    <a:pt x="109533" y="45778"/>
                    <a:pt x="106456" y="48770"/>
                    <a:pt x="103358" y="51721"/>
                  </a:cubicBezTo>
                  <a:cubicBezTo>
                    <a:pt x="95644" y="59098"/>
                    <a:pt x="87740" y="66242"/>
                    <a:pt x="79457" y="72987"/>
                  </a:cubicBezTo>
                  <a:cubicBezTo>
                    <a:pt x="74940" y="76648"/>
                    <a:pt x="68756" y="78671"/>
                    <a:pt x="62811" y="78671"/>
                  </a:cubicBezTo>
                  <a:cubicBezTo>
                    <a:pt x="61433" y="78671"/>
                    <a:pt x="60068" y="78562"/>
                    <a:pt x="58739" y="78340"/>
                  </a:cubicBezTo>
                  <a:cubicBezTo>
                    <a:pt x="54680" y="77696"/>
                    <a:pt x="50559" y="77265"/>
                    <a:pt x="46443" y="77265"/>
                  </a:cubicBezTo>
                  <a:cubicBezTo>
                    <a:pt x="45708" y="77265"/>
                    <a:pt x="44973" y="77279"/>
                    <a:pt x="44239" y="77307"/>
                  </a:cubicBezTo>
                  <a:cubicBezTo>
                    <a:pt x="40804" y="77434"/>
                    <a:pt x="37410" y="78214"/>
                    <a:pt x="34101" y="79120"/>
                  </a:cubicBezTo>
                  <a:cubicBezTo>
                    <a:pt x="27779" y="80890"/>
                    <a:pt x="21877" y="83715"/>
                    <a:pt x="16039" y="86707"/>
                  </a:cubicBezTo>
                  <a:cubicBezTo>
                    <a:pt x="15376" y="87031"/>
                    <a:pt x="14118" y="87764"/>
                    <a:pt x="13111" y="87764"/>
                  </a:cubicBezTo>
                  <a:cubicBezTo>
                    <a:pt x="12805" y="87764"/>
                    <a:pt x="12523" y="87696"/>
                    <a:pt x="12288" y="87529"/>
                  </a:cubicBezTo>
                  <a:cubicBezTo>
                    <a:pt x="11360" y="86855"/>
                    <a:pt x="12035" y="85232"/>
                    <a:pt x="12288" y="84452"/>
                  </a:cubicBezTo>
                  <a:lnTo>
                    <a:pt x="12309" y="84452"/>
                  </a:lnTo>
                  <a:cubicBezTo>
                    <a:pt x="15639" y="74842"/>
                    <a:pt x="15070" y="64746"/>
                    <a:pt x="10559" y="55599"/>
                  </a:cubicBezTo>
                  <a:cubicBezTo>
                    <a:pt x="9000" y="52501"/>
                    <a:pt x="7883" y="48792"/>
                    <a:pt x="7777" y="45335"/>
                  </a:cubicBezTo>
                  <a:cubicBezTo>
                    <a:pt x="7398" y="35872"/>
                    <a:pt x="3773" y="26683"/>
                    <a:pt x="1307" y="17641"/>
                  </a:cubicBezTo>
                  <a:cubicBezTo>
                    <a:pt x="1075" y="16693"/>
                    <a:pt x="738" y="15428"/>
                    <a:pt x="1307" y="14522"/>
                  </a:cubicBezTo>
                  <a:cubicBezTo>
                    <a:pt x="1792" y="13742"/>
                    <a:pt x="2740" y="13742"/>
                    <a:pt x="3604" y="13742"/>
                  </a:cubicBezTo>
                  <a:cubicBezTo>
                    <a:pt x="4064" y="13779"/>
                    <a:pt x="4524" y="13796"/>
                    <a:pt x="4986" y="13796"/>
                  </a:cubicBezTo>
                  <a:cubicBezTo>
                    <a:pt x="9310" y="13796"/>
                    <a:pt x="13701" y="12271"/>
                    <a:pt x="17662" y="10728"/>
                  </a:cubicBezTo>
                  <a:cubicBezTo>
                    <a:pt x="25713" y="7630"/>
                    <a:pt x="33933" y="5038"/>
                    <a:pt x="42300" y="2972"/>
                  </a:cubicBezTo>
                  <a:cubicBezTo>
                    <a:pt x="45927" y="2065"/>
                    <a:pt x="49838" y="1540"/>
                    <a:pt x="53722" y="1540"/>
                  </a:cubicBezTo>
                  <a:close/>
                  <a:moveTo>
                    <a:pt x="61092" y="0"/>
                  </a:moveTo>
                  <a:cubicBezTo>
                    <a:pt x="57624" y="0"/>
                    <a:pt x="54153" y="350"/>
                    <a:pt x="50878" y="886"/>
                  </a:cubicBezTo>
                  <a:cubicBezTo>
                    <a:pt x="40783" y="2614"/>
                    <a:pt x="30835" y="5059"/>
                    <a:pt x="20971" y="7799"/>
                  </a:cubicBezTo>
                  <a:cubicBezTo>
                    <a:pt x="16224" y="9114"/>
                    <a:pt x="11433" y="10955"/>
                    <a:pt x="6495" y="10955"/>
                  </a:cubicBezTo>
                  <a:cubicBezTo>
                    <a:pt x="5579" y="10955"/>
                    <a:pt x="4658" y="10891"/>
                    <a:pt x="3731" y="10749"/>
                  </a:cubicBezTo>
                  <a:cubicBezTo>
                    <a:pt x="3328" y="10704"/>
                    <a:pt x="2863" y="10642"/>
                    <a:pt x="2400" y="10642"/>
                  </a:cubicBezTo>
                  <a:cubicBezTo>
                    <a:pt x="1797" y="10642"/>
                    <a:pt x="1200" y="10747"/>
                    <a:pt x="759" y="11129"/>
                  </a:cubicBezTo>
                  <a:cubicBezTo>
                    <a:pt x="0" y="11824"/>
                    <a:pt x="127" y="13004"/>
                    <a:pt x="232" y="13953"/>
                  </a:cubicBezTo>
                  <a:cubicBezTo>
                    <a:pt x="1033" y="18400"/>
                    <a:pt x="2108" y="22805"/>
                    <a:pt x="3098" y="27210"/>
                  </a:cubicBezTo>
                  <a:cubicBezTo>
                    <a:pt x="4089" y="31636"/>
                    <a:pt x="5122" y="36104"/>
                    <a:pt x="5269" y="40614"/>
                  </a:cubicBezTo>
                  <a:cubicBezTo>
                    <a:pt x="5354" y="44239"/>
                    <a:pt x="6808" y="48012"/>
                    <a:pt x="8304" y="51257"/>
                  </a:cubicBezTo>
                  <a:cubicBezTo>
                    <a:pt x="9758" y="54398"/>
                    <a:pt x="11276" y="57517"/>
                    <a:pt x="12035" y="60910"/>
                  </a:cubicBezTo>
                  <a:cubicBezTo>
                    <a:pt x="12583" y="63292"/>
                    <a:pt x="12878" y="65716"/>
                    <a:pt x="12962" y="68160"/>
                  </a:cubicBezTo>
                  <a:cubicBezTo>
                    <a:pt x="13110" y="73998"/>
                    <a:pt x="11634" y="79668"/>
                    <a:pt x="9337" y="85000"/>
                  </a:cubicBezTo>
                  <a:cubicBezTo>
                    <a:pt x="8937" y="85949"/>
                    <a:pt x="7883" y="87909"/>
                    <a:pt x="8494" y="88984"/>
                  </a:cubicBezTo>
                  <a:cubicBezTo>
                    <a:pt x="8731" y="89394"/>
                    <a:pt x="9112" y="89535"/>
                    <a:pt x="9538" y="89535"/>
                  </a:cubicBezTo>
                  <a:cubicBezTo>
                    <a:pt x="10251" y="89535"/>
                    <a:pt x="11091" y="89139"/>
                    <a:pt x="11592" y="88941"/>
                  </a:cubicBezTo>
                  <a:cubicBezTo>
                    <a:pt x="17009" y="86560"/>
                    <a:pt x="22425" y="84094"/>
                    <a:pt x="28200" y="82724"/>
                  </a:cubicBezTo>
                  <a:cubicBezTo>
                    <a:pt x="31214" y="82007"/>
                    <a:pt x="34291" y="81544"/>
                    <a:pt x="37389" y="81354"/>
                  </a:cubicBezTo>
                  <a:cubicBezTo>
                    <a:pt x="38589" y="81274"/>
                    <a:pt x="39814" y="81194"/>
                    <a:pt x="41032" y="81194"/>
                  </a:cubicBezTo>
                  <a:cubicBezTo>
                    <a:pt x="41740" y="81194"/>
                    <a:pt x="42446" y="81221"/>
                    <a:pt x="43143" y="81291"/>
                  </a:cubicBezTo>
                  <a:cubicBezTo>
                    <a:pt x="45714" y="81544"/>
                    <a:pt x="48265" y="82134"/>
                    <a:pt x="50773" y="82745"/>
                  </a:cubicBezTo>
                  <a:cubicBezTo>
                    <a:pt x="52554" y="83205"/>
                    <a:pt x="54406" y="83417"/>
                    <a:pt x="56277" y="83417"/>
                  </a:cubicBezTo>
                  <a:cubicBezTo>
                    <a:pt x="61952" y="83417"/>
                    <a:pt x="67805" y="81462"/>
                    <a:pt x="72418" y="78530"/>
                  </a:cubicBezTo>
                  <a:cubicBezTo>
                    <a:pt x="91513" y="66095"/>
                    <a:pt x="109449" y="51974"/>
                    <a:pt x="128628" y="39645"/>
                  </a:cubicBezTo>
                  <a:cubicBezTo>
                    <a:pt x="130567" y="38338"/>
                    <a:pt x="133243" y="37031"/>
                    <a:pt x="133180" y="34291"/>
                  </a:cubicBezTo>
                  <a:cubicBezTo>
                    <a:pt x="133117" y="31341"/>
                    <a:pt x="130230" y="29043"/>
                    <a:pt x="128059" y="27484"/>
                  </a:cubicBezTo>
                  <a:cubicBezTo>
                    <a:pt x="118848" y="20992"/>
                    <a:pt x="108985" y="15513"/>
                    <a:pt x="98615" y="11087"/>
                  </a:cubicBezTo>
                  <a:cubicBezTo>
                    <a:pt x="90311" y="7588"/>
                    <a:pt x="81776" y="4679"/>
                    <a:pt x="73240" y="1792"/>
                  </a:cubicBezTo>
                  <a:cubicBezTo>
                    <a:pt x="69422" y="504"/>
                    <a:pt x="65258" y="0"/>
                    <a:pt x="610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flipH="1">
              <a:off x="10999688" y="-536923"/>
              <a:ext cx="5807215" cy="3954035"/>
            </a:xfrm>
            <a:custGeom>
              <a:avLst/>
              <a:gdLst/>
              <a:ahLst/>
              <a:cxnLst/>
              <a:rect l="l" t="t" r="r" b="b"/>
              <a:pathLst>
                <a:path w="120282" h="81898" extrusionOk="0">
                  <a:moveTo>
                    <a:pt x="40230" y="2184"/>
                  </a:moveTo>
                  <a:cubicBezTo>
                    <a:pt x="41527" y="2184"/>
                    <a:pt x="42814" y="2259"/>
                    <a:pt x="44071" y="2406"/>
                  </a:cubicBezTo>
                  <a:cubicBezTo>
                    <a:pt x="62807" y="4534"/>
                    <a:pt x="81396" y="6874"/>
                    <a:pt x="99480" y="12417"/>
                  </a:cubicBezTo>
                  <a:cubicBezTo>
                    <a:pt x="102178" y="13281"/>
                    <a:pt x="104960" y="14356"/>
                    <a:pt x="107025" y="16358"/>
                  </a:cubicBezTo>
                  <a:cubicBezTo>
                    <a:pt x="108226" y="17538"/>
                    <a:pt x="109217" y="19266"/>
                    <a:pt x="108121" y="20847"/>
                  </a:cubicBezTo>
                  <a:cubicBezTo>
                    <a:pt x="107257" y="22112"/>
                    <a:pt x="106287" y="23355"/>
                    <a:pt x="105592" y="24725"/>
                  </a:cubicBezTo>
                  <a:cubicBezTo>
                    <a:pt x="104896" y="26116"/>
                    <a:pt x="104201" y="27570"/>
                    <a:pt x="103526" y="28982"/>
                  </a:cubicBezTo>
                  <a:cubicBezTo>
                    <a:pt x="102241" y="31680"/>
                    <a:pt x="100976" y="34378"/>
                    <a:pt x="99627" y="37033"/>
                  </a:cubicBezTo>
                  <a:cubicBezTo>
                    <a:pt x="96065" y="44263"/>
                    <a:pt x="91977" y="51197"/>
                    <a:pt x="87403" y="57814"/>
                  </a:cubicBezTo>
                  <a:cubicBezTo>
                    <a:pt x="83715" y="63126"/>
                    <a:pt x="76465" y="65107"/>
                    <a:pt x="70332" y="65149"/>
                  </a:cubicBezTo>
                  <a:cubicBezTo>
                    <a:pt x="70210" y="65149"/>
                    <a:pt x="70089" y="65148"/>
                    <a:pt x="69967" y="65148"/>
                  </a:cubicBezTo>
                  <a:cubicBezTo>
                    <a:pt x="61278" y="65148"/>
                    <a:pt x="52553" y="65899"/>
                    <a:pt x="44176" y="68268"/>
                  </a:cubicBezTo>
                  <a:cubicBezTo>
                    <a:pt x="37094" y="70249"/>
                    <a:pt x="30498" y="73685"/>
                    <a:pt x="24238" y="77478"/>
                  </a:cubicBezTo>
                  <a:cubicBezTo>
                    <a:pt x="23521" y="77906"/>
                    <a:pt x="21057" y="79324"/>
                    <a:pt x="19478" y="79324"/>
                  </a:cubicBezTo>
                  <a:cubicBezTo>
                    <a:pt x="18642" y="79324"/>
                    <a:pt x="18054" y="78926"/>
                    <a:pt x="18105" y="77773"/>
                  </a:cubicBezTo>
                  <a:cubicBezTo>
                    <a:pt x="18147" y="70839"/>
                    <a:pt x="15723" y="64791"/>
                    <a:pt x="12625" y="58700"/>
                  </a:cubicBezTo>
                  <a:cubicBezTo>
                    <a:pt x="11318" y="56107"/>
                    <a:pt x="10981" y="52693"/>
                    <a:pt x="10939" y="49827"/>
                  </a:cubicBezTo>
                  <a:cubicBezTo>
                    <a:pt x="10623" y="40089"/>
                    <a:pt x="6534" y="30942"/>
                    <a:pt x="2951" y="22027"/>
                  </a:cubicBezTo>
                  <a:cubicBezTo>
                    <a:pt x="2445" y="20700"/>
                    <a:pt x="1139" y="17370"/>
                    <a:pt x="3415" y="16864"/>
                  </a:cubicBezTo>
                  <a:cubicBezTo>
                    <a:pt x="6639" y="16042"/>
                    <a:pt x="9653" y="14314"/>
                    <a:pt x="12541" y="12712"/>
                  </a:cubicBezTo>
                  <a:cubicBezTo>
                    <a:pt x="17704" y="9888"/>
                    <a:pt x="22805" y="6979"/>
                    <a:pt x="28179" y="4576"/>
                  </a:cubicBezTo>
                  <a:cubicBezTo>
                    <a:pt x="31882" y="2941"/>
                    <a:pt x="36109" y="2184"/>
                    <a:pt x="40230" y="2184"/>
                  </a:cubicBezTo>
                  <a:close/>
                  <a:moveTo>
                    <a:pt x="45836" y="0"/>
                  </a:moveTo>
                  <a:cubicBezTo>
                    <a:pt x="41736" y="0"/>
                    <a:pt x="37581" y="665"/>
                    <a:pt x="33786" y="1921"/>
                  </a:cubicBezTo>
                  <a:cubicBezTo>
                    <a:pt x="26978" y="4239"/>
                    <a:pt x="20550" y="7232"/>
                    <a:pt x="13953" y="10056"/>
                  </a:cubicBezTo>
                  <a:cubicBezTo>
                    <a:pt x="10370" y="11595"/>
                    <a:pt x="6513" y="13302"/>
                    <a:pt x="2551" y="13492"/>
                  </a:cubicBezTo>
                  <a:cubicBezTo>
                    <a:pt x="0" y="13555"/>
                    <a:pt x="759" y="16484"/>
                    <a:pt x="1244" y="18065"/>
                  </a:cubicBezTo>
                  <a:cubicBezTo>
                    <a:pt x="4363" y="27128"/>
                    <a:pt x="8326" y="36422"/>
                    <a:pt x="8684" y="46117"/>
                  </a:cubicBezTo>
                  <a:cubicBezTo>
                    <a:pt x="8768" y="49405"/>
                    <a:pt x="9717" y="52798"/>
                    <a:pt x="11023" y="55812"/>
                  </a:cubicBezTo>
                  <a:cubicBezTo>
                    <a:pt x="12688" y="59690"/>
                    <a:pt x="14143" y="63674"/>
                    <a:pt x="14775" y="67847"/>
                  </a:cubicBezTo>
                  <a:cubicBezTo>
                    <a:pt x="15323" y="71788"/>
                    <a:pt x="15154" y="75813"/>
                    <a:pt x="14290" y="79691"/>
                  </a:cubicBezTo>
                  <a:cubicBezTo>
                    <a:pt x="13881" y="81364"/>
                    <a:pt x="14496" y="81897"/>
                    <a:pt x="15451" y="81897"/>
                  </a:cubicBezTo>
                  <a:cubicBezTo>
                    <a:pt x="16662" y="81897"/>
                    <a:pt x="18420" y="81039"/>
                    <a:pt x="19327" y="80555"/>
                  </a:cubicBezTo>
                  <a:cubicBezTo>
                    <a:pt x="25524" y="77099"/>
                    <a:pt x="31825" y="74001"/>
                    <a:pt x="38612" y="71872"/>
                  </a:cubicBezTo>
                  <a:cubicBezTo>
                    <a:pt x="43773" y="70263"/>
                    <a:pt x="49328" y="69736"/>
                    <a:pt x="54838" y="69736"/>
                  </a:cubicBezTo>
                  <a:cubicBezTo>
                    <a:pt x="58059" y="69736"/>
                    <a:pt x="61265" y="69916"/>
                    <a:pt x="64367" y="70165"/>
                  </a:cubicBezTo>
                  <a:cubicBezTo>
                    <a:pt x="65066" y="70220"/>
                    <a:pt x="65777" y="70248"/>
                    <a:pt x="66495" y="70248"/>
                  </a:cubicBezTo>
                  <a:cubicBezTo>
                    <a:pt x="72634" y="70248"/>
                    <a:pt x="79277" y="68207"/>
                    <a:pt x="83504" y="63716"/>
                  </a:cubicBezTo>
                  <a:cubicBezTo>
                    <a:pt x="89890" y="56950"/>
                    <a:pt x="95876" y="49827"/>
                    <a:pt x="101440" y="42387"/>
                  </a:cubicBezTo>
                  <a:cubicBezTo>
                    <a:pt x="103632" y="39499"/>
                    <a:pt x="105760" y="36612"/>
                    <a:pt x="107910" y="33703"/>
                  </a:cubicBezTo>
                  <a:cubicBezTo>
                    <a:pt x="109048" y="32207"/>
                    <a:pt x="110186" y="30711"/>
                    <a:pt x="111346" y="29214"/>
                  </a:cubicBezTo>
                  <a:cubicBezTo>
                    <a:pt x="112547" y="27697"/>
                    <a:pt x="113917" y="26306"/>
                    <a:pt x="115413" y="25062"/>
                  </a:cubicBezTo>
                  <a:cubicBezTo>
                    <a:pt x="120282" y="21016"/>
                    <a:pt x="111303" y="16400"/>
                    <a:pt x="108479" y="15135"/>
                  </a:cubicBezTo>
                  <a:cubicBezTo>
                    <a:pt x="90565" y="7358"/>
                    <a:pt x="71153" y="3902"/>
                    <a:pt x="52016" y="530"/>
                  </a:cubicBezTo>
                  <a:cubicBezTo>
                    <a:pt x="50008" y="174"/>
                    <a:pt x="47929" y="0"/>
                    <a:pt x="458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flipH="1">
              <a:off x="11944962" y="-318408"/>
              <a:ext cx="4727626" cy="3471622"/>
            </a:xfrm>
            <a:custGeom>
              <a:avLst/>
              <a:gdLst/>
              <a:ahLst/>
              <a:cxnLst/>
              <a:rect l="l" t="t" r="r" b="b"/>
              <a:pathLst>
                <a:path w="97921" h="71906" extrusionOk="0">
                  <a:moveTo>
                    <a:pt x="29239" y="2453"/>
                  </a:moveTo>
                  <a:cubicBezTo>
                    <a:pt x="29294" y="2453"/>
                    <a:pt x="29348" y="2453"/>
                    <a:pt x="29402" y="2453"/>
                  </a:cubicBezTo>
                  <a:cubicBezTo>
                    <a:pt x="36968" y="2516"/>
                    <a:pt x="44534" y="2411"/>
                    <a:pt x="52080" y="2643"/>
                  </a:cubicBezTo>
                  <a:cubicBezTo>
                    <a:pt x="61227" y="2917"/>
                    <a:pt x="70332" y="3718"/>
                    <a:pt x="79373" y="5024"/>
                  </a:cubicBezTo>
                  <a:cubicBezTo>
                    <a:pt x="81944" y="5425"/>
                    <a:pt x="84600" y="5973"/>
                    <a:pt x="86918" y="7216"/>
                  </a:cubicBezTo>
                  <a:cubicBezTo>
                    <a:pt x="88141" y="7870"/>
                    <a:pt x="89722" y="8923"/>
                    <a:pt x="89743" y="10462"/>
                  </a:cubicBezTo>
                  <a:cubicBezTo>
                    <a:pt x="89785" y="14909"/>
                    <a:pt x="90143" y="19335"/>
                    <a:pt x="90038" y="23761"/>
                  </a:cubicBezTo>
                  <a:cubicBezTo>
                    <a:pt x="89890" y="29873"/>
                    <a:pt x="89089" y="35943"/>
                    <a:pt x="87635" y="41886"/>
                  </a:cubicBezTo>
                  <a:cubicBezTo>
                    <a:pt x="86328" y="47113"/>
                    <a:pt x="80343" y="49453"/>
                    <a:pt x="75580" y="50253"/>
                  </a:cubicBezTo>
                  <a:cubicBezTo>
                    <a:pt x="59772" y="52677"/>
                    <a:pt x="44766" y="57567"/>
                    <a:pt x="31256" y="66187"/>
                  </a:cubicBezTo>
                  <a:cubicBezTo>
                    <a:pt x="30138" y="66896"/>
                    <a:pt x="27393" y="68748"/>
                    <a:pt x="25384" y="68748"/>
                  </a:cubicBezTo>
                  <a:cubicBezTo>
                    <a:pt x="24705" y="68748"/>
                    <a:pt x="24110" y="68537"/>
                    <a:pt x="23690" y="67999"/>
                  </a:cubicBezTo>
                  <a:cubicBezTo>
                    <a:pt x="20739" y="64100"/>
                    <a:pt x="16756" y="61192"/>
                    <a:pt x="13279" y="57778"/>
                  </a:cubicBezTo>
                  <a:cubicBezTo>
                    <a:pt x="11635" y="56113"/>
                    <a:pt x="11845" y="52867"/>
                    <a:pt x="11972" y="50780"/>
                  </a:cubicBezTo>
                  <a:cubicBezTo>
                    <a:pt x="12499" y="41591"/>
                    <a:pt x="8157" y="33119"/>
                    <a:pt x="4174" y="25131"/>
                  </a:cubicBezTo>
                  <a:cubicBezTo>
                    <a:pt x="3499" y="23698"/>
                    <a:pt x="1961" y="20684"/>
                    <a:pt x="3415" y="19230"/>
                  </a:cubicBezTo>
                  <a:cubicBezTo>
                    <a:pt x="5291" y="17354"/>
                    <a:pt x="7061" y="15394"/>
                    <a:pt x="8937" y="13539"/>
                  </a:cubicBezTo>
                  <a:cubicBezTo>
                    <a:pt x="11824" y="10673"/>
                    <a:pt x="14880" y="7996"/>
                    <a:pt x="18084" y="5530"/>
                  </a:cubicBezTo>
                  <a:cubicBezTo>
                    <a:pt x="21159" y="3182"/>
                    <a:pt x="25463" y="2453"/>
                    <a:pt x="29239" y="2453"/>
                  </a:cubicBezTo>
                  <a:close/>
                  <a:moveTo>
                    <a:pt x="32923" y="0"/>
                  </a:moveTo>
                  <a:cubicBezTo>
                    <a:pt x="28889" y="0"/>
                    <a:pt x="24626" y="771"/>
                    <a:pt x="21161" y="2769"/>
                  </a:cubicBezTo>
                  <a:cubicBezTo>
                    <a:pt x="16967" y="5214"/>
                    <a:pt x="12983" y="7996"/>
                    <a:pt x="9063" y="10841"/>
                  </a:cubicBezTo>
                  <a:cubicBezTo>
                    <a:pt x="6724" y="12548"/>
                    <a:pt x="4427" y="14382"/>
                    <a:pt x="1876" y="15773"/>
                  </a:cubicBezTo>
                  <a:cubicBezTo>
                    <a:pt x="1" y="16785"/>
                    <a:pt x="1539" y="20073"/>
                    <a:pt x="2108" y="21379"/>
                  </a:cubicBezTo>
                  <a:cubicBezTo>
                    <a:pt x="5923" y="29810"/>
                    <a:pt x="10412" y="38893"/>
                    <a:pt x="10159" y="48378"/>
                  </a:cubicBezTo>
                  <a:cubicBezTo>
                    <a:pt x="10096" y="50907"/>
                    <a:pt x="10033" y="54131"/>
                    <a:pt x="11508" y="56323"/>
                  </a:cubicBezTo>
                  <a:cubicBezTo>
                    <a:pt x="14627" y="60939"/>
                    <a:pt x="17831" y="65407"/>
                    <a:pt x="19433" y="70803"/>
                  </a:cubicBezTo>
                  <a:cubicBezTo>
                    <a:pt x="19644" y="71609"/>
                    <a:pt x="20225" y="71906"/>
                    <a:pt x="20970" y="71906"/>
                  </a:cubicBezTo>
                  <a:cubicBezTo>
                    <a:pt x="22755" y="71906"/>
                    <a:pt x="25479" y="70197"/>
                    <a:pt x="26282" y="69707"/>
                  </a:cubicBezTo>
                  <a:cubicBezTo>
                    <a:pt x="32690" y="65723"/>
                    <a:pt x="39308" y="62351"/>
                    <a:pt x="46516" y="60075"/>
                  </a:cubicBezTo>
                  <a:cubicBezTo>
                    <a:pt x="54862" y="57440"/>
                    <a:pt x="63545" y="56092"/>
                    <a:pt x="72249" y="55438"/>
                  </a:cubicBezTo>
                  <a:cubicBezTo>
                    <a:pt x="77729" y="54974"/>
                    <a:pt x="84368" y="52825"/>
                    <a:pt x="86897" y="47450"/>
                  </a:cubicBezTo>
                  <a:cubicBezTo>
                    <a:pt x="89827" y="41128"/>
                    <a:pt x="92166" y="34531"/>
                    <a:pt x="93895" y="27786"/>
                  </a:cubicBezTo>
                  <a:cubicBezTo>
                    <a:pt x="95180" y="22834"/>
                    <a:pt x="96297" y="17839"/>
                    <a:pt x="97520" y="12886"/>
                  </a:cubicBezTo>
                  <a:cubicBezTo>
                    <a:pt x="97920" y="11284"/>
                    <a:pt x="96635" y="9872"/>
                    <a:pt x="95454" y="9029"/>
                  </a:cubicBezTo>
                  <a:cubicBezTo>
                    <a:pt x="93241" y="7448"/>
                    <a:pt x="90522" y="6689"/>
                    <a:pt x="87930" y="6078"/>
                  </a:cubicBezTo>
                  <a:cubicBezTo>
                    <a:pt x="70374" y="2179"/>
                    <a:pt x="52607" y="1104"/>
                    <a:pt x="34713" y="50"/>
                  </a:cubicBezTo>
                  <a:cubicBezTo>
                    <a:pt x="34124" y="18"/>
                    <a:pt x="33526" y="0"/>
                    <a:pt x="3292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oa">
  <p:cSld name="CUSTOM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>
            <a:spLocks noGrp="1"/>
          </p:cNvSpPr>
          <p:nvPr>
            <p:ph type="title"/>
          </p:nvPr>
        </p:nvSpPr>
        <p:spPr>
          <a:xfrm>
            <a:off x="1024800" y="1495891"/>
            <a:ext cx="4322700" cy="142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1"/>
          </p:nvPr>
        </p:nvSpPr>
        <p:spPr>
          <a:xfrm>
            <a:off x="1024800" y="2735575"/>
            <a:ext cx="4322700" cy="113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7" name="Google Shape;147;p13"/>
          <p:cNvSpPr/>
          <p:nvPr/>
        </p:nvSpPr>
        <p:spPr>
          <a:xfrm flipH="1">
            <a:off x="-118142" y="93504"/>
            <a:ext cx="376314" cy="962530"/>
          </a:xfrm>
          <a:custGeom>
            <a:avLst/>
            <a:gdLst/>
            <a:ahLst/>
            <a:cxnLst/>
            <a:rect l="l" t="t" r="r" b="b"/>
            <a:pathLst>
              <a:path w="11466" h="29564" extrusionOk="0">
                <a:moveTo>
                  <a:pt x="11466" y="0"/>
                </a:moveTo>
                <a:cubicBezTo>
                  <a:pt x="9835" y="6930"/>
                  <a:pt x="0" y="12919"/>
                  <a:pt x="1703" y="20491"/>
                </a:cubicBezTo>
                <a:cubicBezTo>
                  <a:pt x="2667" y="24801"/>
                  <a:pt x="6930" y="27290"/>
                  <a:pt x="11466" y="29564"/>
                </a:cubicBezTo>
                <a:lnTo>
                  <a:pt x="11466" y="24503"/>
                </a:lnTo>
                <a:cubicBezTo>
                  <a:pt x="9740" y="23087"/>
                  <a:pt x="8418" y="21408"/>
                  <a:pt x="7847" y="19241"/>
                </a:cubicBezTo>
                <a:cubicBezTo>
                  <a:pt x="6846" y="15419"/>
                  <a:pt x="9013" y="11788"/>
                  <a:pt x="11466" y="8216"/>
                </a:cubicBezTo>
                <a:lnTo>
                  <a:pt x="1146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"/>
          <p:cNvSpPr/>
          <p:nvPr/>
        </p:nvSpPr>
        <p:spPr>
          <a:xfrm flipH="1">
            <a:off x="-118142" y="-16183"/>
            <a:ext cx="840553" cy="1363736"/>
          </a:xfrm>
          <a:custGeom>
            <a:avLst/>
            <a:gdLst/>
            <a:ahLst/>
            <a:cxnLst/>
            <a:rect l="l" t="t" r="r" b="b"/>
            <a:pathLst>
              <a:path w="25611" h="41887" extrusionOk="0">
                <a:moveTo>
                  <a:pt x="15741" y="0"/>
                </a:moveTo>
                <a:cubicBezTo>
                  <a:pt x="15848" y="429"/>
                  <a:pt x="15896" y="857"/>
                  <a:pt x="15907" y="1298"/>
                </a:cubicBezTo>
                <a:cubicBezTo>
                  <a:pt x="16086" y="10180"/>
                  <a:pt x="1" y="16776"/>
                  <a:pt x="2310" y="26432"/>
                </a:cubicBezTo>
                <a:cubicBezTo>
                  <a:pt x="4477" y="35421"/>
                  <a:pt x="18693" y="36207"/>
                  <a:pt x="25611" y="41886"/>
                </a:cubicBezTo>
                <a:lnTo>
                  <a:pt x="25611" y="37088"/>
                </a:lnTo>
                <a:cubicBezTo>
                  <a:pt x="19122" y="33849"/>
                  <a:pt x="10859" y="31659"/>
                  <a:pt x="9264" y="25134"/>
                </a:cubicBezTo>
                <a:cubicBezTo>
                  <a:pt x="7061" y="16097"/>
                  <a:pt x="21372" y="9525"/>
                  <a:pt x="21015" y="1191"/>
                </a:cubicBezTo>
                <a:cubicBezTo>
                  <a:pt x="20991" y="786"/>
                  <a:pt x="20932" y="393"/>
                  <a:pt x="2083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3"/>
          <p:cNvSpPr/>
          <p:nvPr/>
        </p:nvSpPr>
        <p:spPr>
          <a:xfrm flipH="1">
            <a:off x="-185357" y="-16183"/>
            <a:ext cx="1390748" cy="2523532"/>
          </a:xfrm>
          <a:custGeom>
            <a:avLst/>
            <a:gdLst/>
            <a:ahLst/>
            <a:cxnLst/>
            <a:rect l="l" t="t" r="r" b="b"/>
            <a:pathLst>
              <a:path w="42375" h="77510" extrusionOk="0">
                <a:moveTo>
                  <a:pt x="19848" y="0"/>
                </a:moveTo>
                <a:cubicBezTo>
                  <a:pt x="19908" y="464"/>
                  <a:pt x="19908" y="929"/>
                  <a:pt x="19884" y="1393"/>
                </a:cubicBezTo>
                <a:cubicBezTo>
                  <a:pt x="19193" y="11942"/>
                  <a:pt x="1" y="17788"/>
                  <a:pt x="2346" y="29051"/>
                </a:cubicBezTo>
                <a:cubicBezTo>
                  <a:pt x="4763" y="40636"/>
                  <a:pt x="26421" y="39814"/>
                  <a:pt x="33040" y="48756"/>
                </a:cubicBezTo>
                <a:cubicBezTo>
                  <a:pt x="38767" y="56507"/>
                  <a:pt x="30742" y="70080"/>
                  <a:pt x="38624" y="76426"/>
                </a:cubicBezTo>
                <a:cubicBezTo>
                  <a:pt x="39124" y="76831"/>
                  <a:pt x="39660" y="77188"/>
                  <a:pt x="40220" y="77510"/>
                </a:cubicBezTo>
                <a:lnTo>
                  <a:pt x="40232" y="69675"/>
                </a:lnTo>
                <a:cubicBezTo>
                  <a:pt x="37505" y="63055"/>
                  <a:pt x="42375" y="52995"/>
                  <a:pt x="37946" y="46649"/>
                </a:cubicBezTo>
                <a:cubicBezTo>
                  <a:pt x="31838" y="37886"/>
                  <a:pt x="12347" y="38636"/>
                  <a:pt x="9787" y="27730"/>
                </a:cubicBezTo>
                <a:cubicBezTo>
                  <a:pt x="7335" y="17312"/>
                  <a:pt x="25504" y="10966"/>
                  <a:pt x="25349" y="1381"/>
                </a:cubicBezTo>
                <a:cubicBezTo>
                  <a:pt x="25337" y="917"/>
                  <a:pt x="25289" y="452"/>
                  <a:pt x="25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" name="Google Shape;150;p13"/>
          <p:cNvGrpSpPr/>
          <p:nvPr/>
        </p:nvGrpSpPr>
        <p:grpSpPr>
          <a:xfrm>
            <a:off x="5585092" y="-162672"/>
            <a:ext cx="4216719" cy="5431584"/>
            <a:chOff x="5585092" y="-162672"/>
            <a:chExt cx="4216719" cy="5431584"/>
          </a:xfrm>
        </p:grpSpPr>
        <p:sp>
          <p:nvSpPr>
            <p:cNvPr id="151" name="Google Shape;151;p13"/>
            <p:cNvSpPr/>
            <p:nvPr/>
          </p:nvSpPr>
          <p:spPr>
            <a:xfrm>
              <a:off x="6449485" y="-162299"/>
              <a:ext cx="788014" cy="5431212"/>
            </a:xfrm>
            <a:custGeom>
              <a:avLst/>
              <a:gdLst/>
              <a:ahLst/>
              <a:cxnLst/>
              <a:rect l="l" t="t" r="r" b="b"/>
              <a:pathLst>
                <a:path w="22099" h="160497" extrusionOk="0">
                  <a:moveTo>
                    <a:pt x="2168" y="1"/>
                  </a:moveTo>
                  <a:cubicBezTo>
                    <a:pt x="5216" y="10859"/>
                    <a:pt x="14455" y="20658"/>
                    <a:pt x="14395" y="31874"/>
                  </a:cubicBezTo>
                  <a:cubicBezTo>
                    <a:pt x="14360" y="41923"/>
                    <a:pt x="10966" y="52234"/>
                    <a:pt x="10288" y="62330"/>
                  </a:cubicBezTo>
                  <a:cubicBezTo>
                    <a:pt x="9609" y="72284"/>
                    <a:pt x="9561" y="82166"/>
                    <a:pt x="11597" y="92024"/>
                  </a:cubicBezTo>
                  <a:cubicBezTo>
                    <a:pt x="13193" y="99763"/>
                    <a:pt x="15872" y="107800"/>
                    <a:pt x="15074" y="115682"/>
                  </a:cubicBezTo>
                  <a:cubicBezTo>
                    <a:pt x="13883" y="127445"/>
                    <a:pt x="4287" y="137613"/>
                    <a:pt x="1132" y="149019"/>
                  </a:cubicBezTo>
                  <a:cubicBezTo>
                    <a:pt x="1" y="153127"/>
                    <a:pt x="310" y="156901"/>
                    <a:pt x="1513" y="160497"/>
                  </a:cubicBezTo>
                  <a:lnTo>
                    <a:pt x="5525" y="160497"/>
                  </a:lnTo>
                  <a:cubicBezTo>
                    <a:pt x="3977" y="157056"/>
                    <a:pt x="3180" y="153567"/>
                    <a:pt x="3834" y="150043"/>
                  </a:cubicBezTo>
                  <a:cubicBezTo>
                    <a:pt x="5894" y="138911"/>
                    <a:pt x="16479" y="129719"/>
                    <a:pt x="17777" y="118420"/>
                  </a:cubicBezTo>
                  <a:cubicBezTo>
                    <a:pt x="18753" y="109979"/>
                    <a:pt x="15991" y="101144"/>
                    <a:pt x="14562" y="92822"/>
                  </a:cubicBezTo>
                  <a:cubicBezTo>
                    <a:pt x="12800" y="82559"/>
                    <a:pt x="12669" y="72307"/>
                    <a:pt x="13478" y="61985"/>
                  </a:cubicBezTo>
                  <a:cubicBezTo>
                    <a:pt x="13895" y="56782"/>
                    <a:pt x="14574" y="51567"/>
                    <a:pt x="15764" y="46435"/>
                  </a:cubicBezTo>
                  <a:cubicBezTo>
                    <a:pt x="16896" y="41589"/>
                    <a:pt x="19753" y="36839"/>
                    <a:pt x="20467" y="32005"/>
                  </a:cubicBezTo>
                  <a:cubicBezTo>
                    <a:pt x="22099" y="20873"/>
                    <a:pt x="11264" y="10788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6186684" y="-162672"/>
              <a:ext cx="735382" cy="5431178"/>
            </a:xfrm>
            <a:custGeom>
              <a:avLst/>
              <a:gdLst/>
              <a:ahLst/>
              <a:cxnLst/>
              <a:rect l="l" t="t" r="r" b="b"/>
              <a:pathLst>
                <a:path w="20623" h="160496" extrusionOk="0">
                  <a:moveTo>
                    <a:pt x="358" y="0"/>
                  </a:moveTo>
                  <a:cubicBezTo>
                    <a:pt x="2715" y="11085"/>
                    <a:pt x="10109" y="21074"/>
                    <a:pt x="11978" y="32290"/>
                  </a:cubicBezTo>
                  <a:cubicBezTo>
                    <a:pt x="13645" y="42327"/>
                    <a:pt x="11145" y="52768"/>
                    <a:pt x="9859" y="62758"/>
                  </a:cubicBezTo>
                  <a:cubicBezTo>
                    <a:pt x="8609" y="72473"/>
                    <a:pt x="8252" y="82105"/>
                    <a:pt x="10716" y="91714"/>
                  </a:cubicBezTo>
                  <a:cubicBezTo>
                    <a:pt x="12657" y="99226"/>
                    <a:pt x="15336" y="106668"/>
                    <a:pt x="14693" y="114407"/>
                  </a:cubicBezTo>
                  <a:cubicBezTo>
                    <a:pt x="13729" y="126242"/>
                    <a:pt x="6001" y="137184"/>
                    <a:pt x="2013" y="148471"/>
                  </a:cubicBezTo>
                  <a:cubicBezTo>
                    <a:pt x="441" y="152947"/>
                    <a:pt x="1" y="156841"/>
                    <a:pt x="560" y="160496"/>
                  </a:cubicBezTo>
                  <a:lnTo>
                    <a:pt x="5716" y="160496"/>
                  </a:lnTo>
                  <a:cubicBezTo>
                    <a:pt x="4835" y="156853"/>
                    <a:pt x="4942" y="152971"/>
                    <a:pt x="6370" y="148590"/>
                  </a:cubicBezTo>
                  <a:cubicBezTo>
                    <a:pt x="10085" y="137148"/>
                    <a:pt x="18884" y="126408"/>
                    <a:pt x="19944" y="114490"/>
                  </a:cubicBezTo>
                  <a:cubicBezTo>
                    <a:pt x="20622" y="106823"/>
                    <a:pt x="18015" y="99203"/>
                    <a:pt x="16324" y="91726"/>
                  </a:cubicBezTo>
                  <a:cubicBezTo>
                    <a:pt x="14133" y="82034"/>
                    <a:pt x="14395" y="72342"/>
                    <a:pt x="15098" y="62555"/>
                  </a:cubicBezTo>
                  <a:cubicBezTo>
                    <a:pt x="15824" y="52483"/>
                    <a:pt x="18527" y="41874"/>
                    <a:pt x="17598" y="31813"/>
                  </a:cubicBezTo>
                  <a:cubicBezTo>
                    <a:pt x="16586" y="20645"/>
                    <a:pt x="8430" y="10906"/>
                    <a:pt x="5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6787420" y="-162672"/>
              <a:ext cx="1251215" cy="5431178"/>
            </a:xfrm>
            <a:custGeom>
              <a:avLst/>
              <a:gdLst/>
              <a:ahLst/>
              <a:cxnLst/>
              <a:rect l="l" t="t" r="r" b="b"/>
              <a:pathLst>
                <a:path w="35089" h="160496" extrusionOk="0">
                  <a:moveTo>
                    <a:pt x="11633" y="0"/>
                  </a:moveTo>
                  <a:cubicBezTo>
                    <a:pt x="13848" y="5965"/>
                    <a:pt x="18218" y="11025"/>
                    <a:pt x="22099" y="16669"/>
                  </a:cubicBezTo>
                  <a:cubicBezTo>
                    <a:pt x="25290" y="21312"/>
                    <a:pt x="28909" y="26980"/>
                    <a:pt x="26147" y="32302"/>
                  </a:cubicBezTo>
                  <a:cubicBezTo>
                    <a:pt x="23659" y="37076"/>
                    <a:pt x="18206" y="40398"/>
                    <a:pt x="15848" y="45434"/>
                  </a:cubicBezTo>
                  <a:cubicBezTo>
                    <a:pt x="13491" y="50482"/>
                    <a:pt x="12479" y="55828"/>
                    <a:pt x="11883" y="61138"/>
                  </a:cubicBezTo>
                  <a:cubicBezTo>
                    <a:pt x="10633" y="72390"/>
                    <a:pt x="11062" y="83665"/>
                    <a:pt x="12312" y="94905"/>
                  </a:cubicBezTo>
                  <a:cubicBezTo>
                    <a:pt x="13407" y="104727"/>
                    <a:pt x="16360" y="115645"/>
                    <a:pt x="14848" y="125504"/>
                  </a:cubicBezTo>
                  <a:cubicBezTo>
                    <a:pt x="13360" y="135159"/>
                    <a:pt x="1" y="142899"/>
                    <a:pt x="1001" y="152721"/>
                  </a:cubicBezTo>
                  <a:cubicBezTo>
                    <a:pt x="1346" y="156114"/>
                    <a:pt x="3740" y="158317"/>
                    <a:pt x="6383" y="160496"/>
                  </a:cubicBezTo>
                  <a:lnTo>
                    <a:pt x="10788" y="160496"/>
                  </a:lnTo>
                  <a:cubicBezTo>
                    <a:pt x="7788" y="158496"/>
                    <a:pt x="5025" y="156412"/>
                    <a:pt x="4454" y="152995"/>
                  </a:cubicBezTo>
                  <a:cubicBezTo>
                    <a:pt x="2847" y="143387"/>
                    <a:pt x="17336" y="135683"/>
                    <a:pt x="19039" y="126313"/>
                  </a:cubicBezTo>
                  <a:cubicBezTo>
                    <a:pt x="20861" y="116324"/>
                    <a:pt x="17706" y="105001"/>
                    <a:pt x="16622" y="95024"/>
                  </a:cubicBezTo>
                  <a:cubicBezTo>
                    <a:pt x="15396" y="83713"/>
                    <a:pt x="14884" y="72259"/>
                    <a:pt x="15955" y="60924"/>
                  </a:cubicBezTo>
                  <a:cubicBezTo>
                    <a:pt x="16467" y="55590"/>
                    <a:pt x="17408" y="50149"/>
                    <a:pt x="19980" y="45148"/>
                  </a:cubicBezTo>
                  <a:cubicBezTo>
                    <a:pt x="22659" y="39898"/>
                    <a:pt x="28635" y="37183"/>
                    <a:pt x="31719" y="32397"/>
                  </a:cubicBezTo>
                  <a:cubicBezTo>
                    <a:pt x="35089" y="27158"/>
                    <a:pt x="31326" y="21419"/>
                    <a:pt x="27993" y="16823"/>
                  </a:cubicBezTo>
                  <a:cubicBezTo>
                    <a:pt x="23873" y="11120"/>
                    <a:pt x="19134" y="6060"/>
                    <a:pt x="16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6641399" y="-162672"/>
              <a:ext cx="994333" cy="5431178"/>
            </a:xfrm>
            <a:custGeom>
              <a:avLst/>
              <a:gdLst/>
              <a:ahLst/>
              <a:cxnLst/>
              <a:rect l="l" t="t" r="r" b="b"/>
              <a:pathLst>
                <a:path w="27885" h="160496" extrusionOk="0">
                  <a:moveTo>
                    <a:pt x="6394" y="0"/>
                  </a:moveTo>
                  <a:cubicBezTo>
                    <a:pt x="10418" y="10704"/>
                    <a:pt x="22432" y="21169"/>
                    <a:pt x="19622" y="32087"/>
                  </a:cubicBezTo>
                  <a:cubicBezTo>
                    <a:pt x="18395" y="36897"/>
                    <a:pt x="14681" y="41291"/>
                    <a:pt x="13192" y="46137"/>
                  </a:cubicBezTo>
                  <a:cubicBezTo>
                    <a:pt x="11621" y="51244"/>
                    <a:pt x="10811" y="56495"/>
                    <a:pt x="10323" y="61722"/>
                  </a:cubicBezTo>
                  <a:cubicBezTo>
                    <a:pt x="9299" y="72318"/>
                    <a:pt x="9561" y="83010"/>
                    <a:pt x="11109" y="93547"/>
                  </a:cubicBezTo>
                  <a:cubicBezTo>
                    <a:pt x="12418" y="102394"/>
                    <a:pt x="15216" y="111895"/>
                    <a:pt x="14097" y="120824"/>
                  </a:cubicBezTo>
                  <a:cubicBezTo>
                    <a:pt x="12740" y="131635"/>
                    <a:pt x="1262" y="140172"/>
                    <a:pt x="322" y="150971"/>
                  </a:cubicBezTo>
                  <a:cubicBezTo>
                    <a:pt x="0" y="154709"/>
                    <a:pt x="1500" y="157543"/>
                    <a:pt x="3501" y="160496"/>
                  </a:cubicBezTo>
                  <a:lnTo>
                    <a:pt x="7430" y="160496"/>
                  </a:lnTo>
                  <a:cubicBezTo>
                    <a:pt x="5060" y="158031"/>
                    <a:pt x="2989" y="155602"/>
                    <a:pt x="2905" y="152102"/>
                  </a:cubicBezTo>
                  <a:cubicBezTo>
                    <a:pt x="2655" y="141886"/>
                    <a:pt x="15133" y="133933"/>
                    <a:pt x="16550" y="123825"/>
                  </a:cubicBezTo>
                  <a:cubicBezTo>
                    <a:pt x="17883" y="114300"/>
                    <a:pt x="15026" y="103918"/>
                    <a:pt x="13835" y="94440"/>
                  </a:cubicBezTo>
                  <a:cubicBezTo>
                    <a:pt x="12466" y="83427"/>
                    <a:pt x="12168" y="72414"/>
                    <a:pt x="13395" y="61365"/>
                  </a:cubicBezTo>
                  <a:cubicBezTo>
                    <a:pt x="13978" y="56090"/>
                    <a:pt x="14931" y="50792"/>
                    <a:pt x="16979" y="45732"/>
                  </a:cubicBezTo>
                  <a:cubicBezTo>
                    <a:pt x="18979" y="40803"/>
                    <a:pt x="23765" y="36981"/>
                    <a:pt x="25706" y="32206"/>
                  </a:cubicBezTo>
                  <a:cubicBezTo>
                    <a:pt x="27885" y="26837"/>
                    <a:pt x="24444" y="21241"/>
                    <a:pt x="21372" y="16538"/>
                  </a:cubicBezTo>
                  <a:cubicBezTo>
                    <a:pt x="17705" y="10954"/>
                    <a:pt x="13680" y="5870"/>
                    <a:pt x="1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7084632" y="-162672"/>
              <a:ext cx="1164601" cy="5431178"/>
            </a:xfrm>
            <a:custGeom>
              <a:avLst/>
              <a:gdLst/>
              <a:ahLst/>
              <a:cxnLst/>
              <a:rect l="l" t="t" r="r" b="b"/>
              <a:pathLst>
                <a:path w="32660" h="160496" extrusionOk="0">
                  <a:moveTo>
                    <a:pt x="12335" y="0"/>
                  </a:moveTo>
                  <a:cubicBezTo>
                    <a:pt x="14550" y="5917"/>
                    <a:pt x="18765" y="11037"/>
                    <a:pt x="22456" y="16693"/>
                  </a:cubicBezTo>
                  <a:cubicBezTo>
                    <a:pt x="25515" y="21395"/>
                    <a:pt x="28861" y="27063"/>
                    <a:pt x="26063" y="32337"/>
                  </a:cubicBezTo>
                  <a:cubicBezTo>
                    <a:pt x="23539" y="37124"/>
                    <a:pt x="18241" y="40326"/>
                    <a:pt x="16050" y="45470"/>
                  </a:cubicBezTo>
                  <a:cubicBezTo>
                    <a:pt x="13895" y="50530"/>
                    <a:pt x="13145" y="55900"/>
                    <a:pt x="12573" y="61186"/>
                  </a:cubicBezTo>
                  <a:cubicBezTo>
                    <a:pt x="11347" y="72390"/>
                    <a:pt x="9918" y="83177"/>
                    <a:pt x="11978" y="94381"/>
                  </a:cubicBezTo>
                  <a:cubicBezTo>
                    <a:pt x="13835" y="104501"/>
                    <a:pt x="17336" y="115514"/>
                    <a:pt x="14752" y="125742"/>
                  </a:cubicBezTo>
                  <a:cubicBezTo>
                    <a:pt x="12466" y="134790"/>
                    <a:pt x="0" y="142982"/>
                    <a:pt x="1453" y="152471"/>
                  </a:cubicBezTo>
                  <a:cubicBezTo>
                    <a:pt x="1989" y="155983"/>
                    <a:pt x="4656" y="158222"/>
                    <a:pt x="7477" y="160496"/>
                  </a:cubicBezTo>
                  <a:lnTo>
                    <a:pt x="15157" y="160496"/>
                  </a:lnTo>
                  <a:cubicBezTo>
                    <a:pt x="12466" y="157531"/>
                    <a:pt x="9621" y="154864"/>
                    <a:pt x="9073" y="150923"/>
                  </a:cubicBezTo>
                  <a:cubicBezTo>
                    <a:pt x="7763" y="141434"/>
                    <a:pt x="17598" y="132790"/>
                    <a:pt x="20455" y="123908"/>
                  </a:cubicBezTo>
                  <a:cubicBezTo>
                    <a:pt x="23872" y="113252"/>
                    <a:pt x="19967" y="103465"/>
                    <a:pt x="16633" y="93154"/>
                  </a:cubicBezTo>
                  <a:cubicBezTo>
                    <a:pt x="13073" y="82141"/>
                    <a:pt x="17074" y="72640"/>
                    <a:pt x="18276" y="61603"/>
                  </a:cubicBezTo>
                  <a:cubicBezTo>
                    <a:pt x="18848" y="56388"/>
                    <a:pt x="19229" y="51102"/>
                    <a:pt x="20729" y="45970"/>
                  </a:cubicBezTo>
                  <a:cubicBezTo>
                    <a:pt x="22229" y="40850"/>
                    <a:pt x="26385" y="37136"/>
                    <a:pt x="28373" y="32313"/>
                  </a:cubicBezTo>
                  <a:cubicBezTo>
                    <a:pt x="32659" y="21860"/>
                    <a:pt x="21563" y="10549"/>
                    <a:pt x="1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585092" y="-162672"/>
              <a:ext cx="963346" cy="5431178"/>
            </a:xfrm>
            <a:custGeom>
              <a:avLst/>
              <a:gdLst/>
              <a:ahLst/>
              <a:cxnLst/>
              <a:rect l="l" t="t" r="r" b="b"/>
              <a:pathLst>
                <a:path w="27016" h="160496" extrusionOk="0">
                  <a:moveTo>
                    <a:pt x="7882" y="0"/>
                  </a:moveTo>
                  <a:cubicBezTo>
                    <a:pt x="10430" y="13323"/>
                    <a:pt x="18693" y="25575"/>
                    <a:pt x="20967" y="38981"/>
                  </a:cubicBezTo>
                  <a:cubicBezTo>
                    <a:pt x="22634" y="48875"/>
                    <a:pt x="16645" y="56078"/>
                    <a:pt x="11514" y="64651"/>
                  </a:cubicBezTo>
                  <a:cubicBezTo>
                    <a:pt x="0" y="83867"/>
                    <a:pt x="19277" y="99072"/>
                    <a:pt x="18586" y="118193"/>
                  </a:cubicBezTo>
                  <a:cubicBezTo>
                    <a:pt x="18193" y="128849"/>
                    <a:pt x="11942" y="138862"/>
                    <a:pt x="8930" y="149125"/>
                  </a:cubicBezTo>
                  <a:cubicBezTo>
                    <a:pt x="7751" y="153150"/>
                    <a:pt x="7430" y="156876"/>
                    <a:pt x="7811" y="160496"/>
                  </a:cubicBezTo>
                  <a:lnTo>
                    <a:pt x="13395" y="160496"/>
                  </a:lnTo>
                  <a:cubicBezTo>
                    <a:pt x="12883" y="156853"/>
                    <a:pt x="13252" y="153007"/>
                    <a:pt x="14693" y="148685"/>
                  </a:cubicBezTo>
                  <a:cubicBezTo>
                    <a:pt x="18312" y="137767"/>
                    <a:pt x="25468" y="127170"/>
                    <a:pt x="26254" y="115764"/>
                  </a:cubicBezTo>
                  <a:cubicBezTo>
                    <a:pt x="26825" y="107561"/>
                    <a:pt x="23396" y="99881"/>
                    <a:pt x="20884" y="92023"/>
                  </a:cubicBezTo>
                  <a:cubicBezTo>
                    <a:pt x="17788" y="82355"/>
                    <a:pt x="17931" y="73128"/>
                    <a:pt x="20586" y="63413"/>
                  </a:cubicBezTo>
                  <a:cubicBezTo>
                    <a:pt x="23182" y="53923"/>
                    <a:pt x="27016" y="44529"/>
                    <a:pt x="25373" y="34707"/>
                  </a:cubicBezTo>
                  <a:cubicBezTo>
                    <a:pt x="23372" y="22705"/>
                    <a:pt x="15633" y="11894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7576253" y="-162672"/>
              <a:ext cx="778671" cy="5431178"/>
            </a:xfrm>
            <a:custGeom>
              <a:avLst/>
              <a:gdLst/>
              <a:ahLst/>
              <a:cxnLst/>
              <a:rect l="l" t="t" r="r" b="b"/>
              <a:pathLst>
                <a:path w="21837" h="160496" extrusionOk="0">
                  <a:moveTo>
                    <a:pt x="7526" y="0"/>
                  </a:moveTo>
                  <a:cubicBezTo>
                    <a:pt x="10562" y="10644"/>
                    <a:pt x="19360" y="21729"/>
                    <a:pt x="15765" y="32313"/>
                  </a:cubicBezTo>
                  <a:cubicBezTo>
                    <a:pt x="14110" y="37195"/>
                    <a:pt x="10907" y="41231"/>
                    <a:pt x="9954" y="46363"/>
                  </a:cubicBezTo>
                  <a:cubicBezTo>
                    <a:pt x="8990" y="51530"/>
                    <a:pt x="8907" y="56757"/>
                    <a:pt x="8383" y="61936"/>
                  </a:cubicBezTo>
                  <a:cubicBezTo>
                    <a:pt x="7764" y="68044"/>
                    <a:pt x="5073" y="73390"/>
                    <a:pt x="3787" y="79284"/>
                  </a:cubicBezTo>
                  <a:cubicBezTo>
                    <a:pt x="2823" y="83760"/>
                    <a:pt x="4335" y="87892"/>
                    <a:pt x="6252" y="92083"/>
                  </a:cubicBezTo>
                  <a:cubicBezTo>
                    <a:pt x="10955" y="102394"/>
                    <a:pt x="15276" y="111097"/>
                    <a:pt x="11074" y="122075"/>
                  </a:cubicBezTo>
                  <a:cubicBezTo>
                    <a:pt x="7704" y="130873"/>
                    <a:pt x="1" y="139934"/>
                    <a:pt x="1227" y="149411"/>
                  </a:cubicBezTo>
                  <a:cubicBezTo>
                    <a:pt x="1775" y="153686"/>
                    <a:pt x="4632" y="156865"/>
                    <a:pt x="7061" y="160496"/>
                  </a:cubicBezTo>
                  <a:lnTo>
                    <a:pt x="12717" y="160496"/>
                  </a:lnTo>
                  <a:cubicBezTo>
                    <a:pt x="10895" y="156162"/>
                    <a:pt x="9192" y="151840"/>
                    <a:pt x="8680" y="147447"/>
                  </a:cubicBezTo>
                  <a:cubicBezTo>
                    <a:pt x="7573" y="137910"/>
                    <a:pt x="12633" y="128504"/>
                    <a:pt x="16622" y="119681"/>
                  </a:cubicBezTo>
                  <a:cubicBezTo>
                    <a:pt x="21837" y="108168"/>
                    <a:pt x="17051" y="100965"/>
                    <a:pt x="10478" y="90714"/>
                  </a:cubicBezTo>
                  <a:cubicBezTo>
                    <a:pt x="8061" y="86951"/>
                    <a:pt x="6073" y="83558"/>
                    <a:pt x="7311" y="79295"/>
                  </a:cubicBezTo>
                  <a:cubicBezTo>
                    <a:pt x="8097" y="76605"/>
                    <a:pt x="10454" y="74057"/>
                    <a:pt x="11407" y="71330"/>
                  </a:cubicBezTo>
                  <a:cubicBezTo>
                    <a:pt x="12431" y="68401"/>
                    <a:pt x="12907" y="65389"/>
                    <a:pt x="13181" y="62365"/>
                  </a:cubicBezTo>
                  <a:cubicBezTo>
                    <a:pt x="13645" y="57209"/>
                    <a:pt x="13324" y="52030"/>
                    <a:pt x="13610" y="46863"/>
                  </a:cubicBezTo>
                  <a:cubicBezTo>
                    <a:pt x="13883" y="41708"/>
                    <a:pt x="15872" y="37314"/>
                    <a:pt x="17146" y="32325"/>
                  </a:cubicBezTo>
                  <a:cubicBezTo>
                    <a:pt x="19860" y="21646"/>
                    <a:pt x="14003" y="10728"/>
                    <a:pt x="12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8604533" y="-162672"/>
              <a:ext cx="589753" cy="5431178"/>
            </a:xfrm>
            <a:custGeom>
              <a:avLst/>
              <a:gdLst/>
              <a:ahLst/>
              <a:cxnLst/>
              <a:rect l="l" t="t" r="r" b="b"/>
              <a:pathLst>
                <a:path w="16539" h="160496" extrusionOk="0">
                  <a:moveTo>
                    <a:pt x="6335" y="0"/>
                  </a:moveTo>
                  <a:cubicBezTo>
                    <a:pt x="7835" y="10132"/>
                    <a:pt x="5049" y="19574"/>
                    <a:pt x="2775" y="29789"/>
                  </a:cubicBezTo>
                  <a:cubicBezTo>
                    <a:pt x="334" y="40779"/>
                    <a:pt x="4037" y="50494"/>
                    <a:pt x="5311" y="61365"/>
                  </a:cubicBezTo>
                  <a:cubicBezTo>
                    <a:pt x="5668" y="64401"/>
                    <a:pt x="5775" y="67473"/>
                    <a:pt x="5144" y="70485"/>
                  </a:cubicBezTo>
                  <a:cubicBezTo>
                    <a:pt x="4525" y="73509"/>
                    <a:pt x="2430" y="75759"/>
                    <a:pt x="1429" y="78581"/>
                  </a:cubicBezTo>
                  <a:cubicBezTo>
                    <a:pt x="1" y="82617"/>
                    <a:pt x="1013" y="85511"/>
                    <a:pt x="3323" y="89237"/>
                  </a:cubicBezTo>
                  <a:cubicBezTo>
                    <a:pt x="9371" y="99024"/>
                    <a:pt x="14252" y="105239"/>
                    <a:pt x="9740" y="116348"/>
                  </a:cubicBezTo>
                  <a:cubicBezTo>
                    <a:pt x="4085" y="130278"/>
                    <a:pt x="2751" y="145661"/>
                    <a:pt x="4085" y="160496"/>
                  </a:cubicBezTo>
                  <a:lnTo>
                    <a:pt x="6740" y="160496"/>
                  </a:lnTo>
                  <a:cubicBezTo>
                    <a:pt x="6109" y="145923"/>
                    <a:pt x="8490" y="131338"/>
                    <a:pt x="13169" y="117086"/>
                  </a:cubicBezTo>
                  <a:cubicBezTo>
                    <a:pt x="16538" y="106811"/>
                    <a:pt x="12836" y="99691"/>
                    <a:pt x="8942" y="89999"/>
                  </a:cubicBezTo>
                  <a:cubicBezTo>
                    <a:pt x="7323" y="85987"/>
                    <a:pt x="6799" y="82629"/>
                    <a:pt x="7799" y="78486"/>
                  </a:cubicBezTo>
                  <a:cubicBezTo>
                    <a:pt x="9347" y="72092"/>
                    <a:pt x="10300" y="67163"/>
                    <a:pt x="8799" y="60579"/>
                  </a:cubicBezTo>
                  <a:cubicBezTo>
                    <a:pt x="6287" y="49566"/>
                    <a:pt x="1537" y="39433"/>
                    <a:pt x="5585" y="28277"/>
                  </a:cubicBezTo>
                  <a:cubicBezTo>
                    <a:pt x="9192" y="18336"/>
                    <a:pt x="13526" y="9894"/>
                    <a:pt x="1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8682660" y="-162672"/>
              <a:ext cx="797784" cy="5431178"/>
            </a:xfrm>
            <a:custGeom>
              <a:avLst/>
              <a:gdLst/>
              <a:ahLst/>
              <a:cxnLst/>
              <a:rect l="l" t="t" r="r" b="b"/>
              <a:pathLst>
                <a:path w="22373" h="160496" extrusionOk="0">
                  <a:moveTo>
                    <a:pt x="13740" y="0"/>
                  </a:moveTo>
                  <a:cubicBezTo>
                    <a:pt x="15955" y="9632"/>
                    <a:pt x="10561" y="17193"/>
                    <a:pt x="5906" y="26753"/>
                  </a:cubicBezTo>
                  <a:cubicBezTo>
                    <a:pt x="0" y="38886"/>
                    <a:pt x="6870" y="50482"/>
                    <a:pt x="10145" y="62472"/>
                  </a:cubicBezTo>
                  <a:cubicBezTo>
                    <a:pt x="12907" y="72557"/>
                    <a:pt x="8894" y="82034"/>
                    <a:pt x="11657" y="92083"/>
                  </a:cubicBezTo>
                  <a:cubicBezTo>
                    <a:pt x="14252" y="101548"/>
                    <a:pt x="15943" y="109347"/>
                    <a:pt x="13443" y="119003"/>
                  </a:cubicBezTo>
                  <a:cubicBezTo>
                    <a:pt x="10847" y="129028"/>
                    <a:pt x="8513" y="139196"/>
                    <a:pt x="7144" y="149376"/>
                  </a:cubicBezTo>
                  <a:cubicBezTo>
                    <a:pt x="6656" y="153055"/>
                    <a:pt x="6466" y="156781"/>
                    <a:pt x="6597" y="160496"/>
                  </a:cubicBezTo>
                  <a:lnTo>
                    <a:pt x="10633" y="160496"/>
                  </a:lnTo>
                  <a:cubicBezTo>
                    <a:pt x="10537" y="156293"/>
                    <a:pt x="10883" y="152090"/>
                    <a:pt x="11669" y="147971"/>
                  </a:cubicBezTo>
                  <a:cubicBezTo>
                    <a:pt x="13550" y="138017"/>
                    <a:pt x="16514" y="128242"/>
                    <a:pt x="17872" y="118241"/>
                  </a:cubicBezTo>
                  <a:cubicBezTo>
                    <a:pt x="19074" y="109359"/>
                    <a:pt x="18038" y="100822"/>
                    <a:pt x="17193" y="91964"/>
                  </a:cubicBezTo>
                  <a:cubicBezTo>
                    <a:pt x="16181" y="81260"/>
                    <a:pt x="17800" y="71556"/>
                    <a:pt x="13859" y="61043"/>
                  </a:cubicBezTo>
                  <a:cubicBezTo>
                    <a:pt x="9406" y="49197"/>
                    <a:pt x="2263" y="37147"/>
                    <a:pt x="9883" y="25241"/>
                  </a:cubicBezTo>
                  <a:cubicBezTo>
                    <a:pt x="15764" y="16061"/>
                    <a:pt x="22372" y="9430"/>
                    <a:pt x="19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8174457" y="-162672"/>
              <a:ext cx="819856" cy="5431178"/>
            </a:xfrm>
            <a:custGeom>
              <a:avLst/>
              <a:gdLst/>
              <a:ahLst/>
              <a:cxnLst/>
              <a:rect l="l" t="t" r="r" b="b"/>
              <a:pathLst>
                <a:path w="22992" h="160496" extrusionOk="0">
                  <a:moveTo>
                    <a:pt x="8359" y="0"/>
                  </a:moveTo>
                  <a:cubicBezTo>
                    <a:pt x="8764" y="10716"/>
                    <a:pt x="8371" y="21407"/>
                    <a:pt x="8097" y="32135"/>
                  </a:cubicBezTo>
                  <a:cubicBezTo>
                    <a:pt x="7835" y="42517"/>
                    <a:pt x="11502" y="52828"/>
                    <a:pt x="10657" y="63151"/>
                  </a:cubicBezTo>
                  <a:cubicBezTo>
                    <a:pt x="10407" y="66103"/>
                    <a:pt x="9680" y="69032"/>
                    <a:pt x="8168" y="71771"/>
                  </a:cubicBezTo>
                  <a:cubicBezTo>
                    <a:pt x="6680" y="74450"/>
                    <a:pt x="3049" y="76700"/>
                    <a:pt x="1846" y="79319"/>
                  </a:cubicBezTo>
                  <a:cubicBezTo>
                    <a:pt x="1" y="83320"/>
                    <a:pt x="2644" y="85641"/>
                    <a:pt x="5906" y="88642"/>
                  </a:cubicBezTo>
                  <a:cubicBezTo>
                    <a:pt x="9847" y="92261"/>
                    <a:pt x="14491" y="95333"/>
                    <a:pt x="16753" y="99881"/>
                  </a:cubicBezTo>
                  <a:cubicBezTo>
                    <a:pt x="19753" y="105930"/>
                    <a:pt x="16884" y="111026"/>
                    <a:pt x="13717" y="116574"/>
                  </a:cubicBezTo>
                  <a:cubicBezTo>
                    <a:pt x="8561" y="125611"/>
                    <a:pt x="9085" y="135255"/>
                    <a:pt x="9669" y="144899"/>
                  </a:cubicBezTo>
                  <a:cubicBezTo>
                    <a:pt x="9978" y="150114"/>
                    <a:pt x="10157" y="155317"/>
                    <a:pt x="10526" y="160496"/>
                  </a:cubicBezTo>
                  <a:lnTo>
                    <a:pt x="13967" y="160496"/>
                  </a:lnTo>
                  <a:cubicBezTo>
                    <a:pt x="12181" y="145911"/>
                    <a:pt x="12038" y="130171"/>
                    <a:pt x="18289" y="117050"/>
                  </a:cubicBezTo>
                  <a:cubicBezTo>
                    <a:pt x="20872" y="111621"/>
                    <a:pt x="22992" y="106787"/>
                    <a:pt x="20587" y="101024"/>
                  </a:cubicBezTo>
                  <a:cubicBezTo>
                    <a:pt x="18741" y="96607"/>
                    <a:pt x="14824" y="93226"/>
                    <a:pt x="11621" y="89416"/>
                  </a:cubicBezTo>
                  <a:cubicBezTo>
                    <a:pt x="8835" y="86118"/>
                    <a:pt x="6668" y="83344"/>
                    <a:pt x="8133" y="79331"/>
                  </a:cubicBezTo>
                  <a:cubicBezTo>
                    <a:pt x="9097" y="76652"/>
                    <a:pt x="12038" y="74342"/>
                    <a:pt x="13121" y="71580"/>
                  </a:cubicBezTo>
                  <a:cubicBezTo>
                    <a:pt x="14264" y="68699"/>
                    <a:pt x="14610" y="65687"/>
                    <a:pt x="14574" y="62698"/>
                  </a:cubicBezTo>
                  <a:cubicBezTo>
                    <a:pt x="14467" y="52018"/>
                    <a:pt x="10954" y="42017"/>
                    <a:pt x="12276" y="31254"/>
                  </a:cubicBezTo>
                  <a:cubicBezTo>
                    <a:pt x="13574" y="20705"/>
                    <a:pt x="15288" y="10489"/>
                    <a:pt x="1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7890011" y="-162672"/>
              <a:ext cx="848740" cy="5431178"/>
            </a:xfrm>
            <a:custGeom>
              <a:avLst/>
              <a:gdLst/>
              <a:ahLst/>
              <a:cxnLst/>
              <a:rect l="l" t="t" r="r" b="b"/>
              <a:pathLst>
                <a:path w="23802" h="160496" extrusionOk="0">
                  <a:moveTo>
                    <a:pt x="7061" y="0"/>
                  </a:moveTo>
                  <a:cubicBezTo>
                    <a:pt x="8073" y="10751"/>
                    <a:pt x="11681" y="21598"/>
                    <a:pt x="9740" y="32313"/>
                  </a:cubicBezTo>
                  <a:cubicBezTo>
                    <a:pt x="7882" y="42600"/>
                    <a:pt x="9299" y="52411"/>
                    <a:pt x="8430" y="62698"/>
                  </a:cubicBezTo>
                  <a:cubicBezTo>
                    <a:pt x="8180" y="65687"/>
                    <a:pt x="7609" y="68675"/>
                    <a:pt x="6394" y="71521"/>
                  </a:cubicBezTo>
                  <a:cubicBezTo>
                    <a:pt x="5263" y="74223"/>
                    <a:pt x="2394" y="76664"/>
                    <a:pt x="1453" y="79307"/>
                  </a:cubicBezTo>
                  <a:cubicBezTo>
                    <a:pt x="0" y="83427"/>
                    <a:pt x="2298" y="86296"/>
                    <a:pt x="5108" y="89701"/>
                  </a:cubicBezTo>
                  <a:cubicBezTo>
                    <a:pt x="13419" y="99727"/>
                    <a:pt x="18229" y="106108"/>
                    <a:pt x="12181" y="118026"/>
                  </a:cubicBezTo>
                  <a:cubicBezTo>
                    <a:pt x="7692" y="126897"/>
                    <a:pt x="4727" y="136481"/>
                    <a:pt x="5739" y="146066"/>
                  </a:cubicBezTo>
                  <a:cubicBezTo>
                    <a:pt x="6239" y="150899"/>
                    <a:pt x="7597" y="155698"/>
                    <a:pt x="8954" y="160496"/>
                  </a:cubicBezTo>
                  <a:lnTo>
                    <a:pt x="14407" y="160496"/>
                  </a:lnTo>
                  <a:cubicBezTo>
                    <a:pt x="12073" y="145804"/>
                    <a:pt x="10097" y="129849"/>
                    <a:pt x="17753" y="116669"/>
                  </a:cubicBezTo>
                  <a:cubicBezTo>
                    <a:pt x="20955" y="111133"/>
                    <a:pt x="23801" y="106025"/>
                    <a:pt x="20789" y="99977"/>
                  </a:cubicBezTo>
                  <a:cubicBezTo>
                    <a:pt x="18515" y="95416"/>
                    <a:pt x="13847" y="92297"/>
                    <a:pt x="9895" y="88654"/>
                  </a:cubicBezTo>
                  <a:cubicBezTo>
                    <a:pt x="6620" y="85630"/>
                    <a:pt x="3977" y="83320"/>
                    <a:pt x="5823" y="79307"/>
                  </a:cubicBezTo>
                  <a:cubicBezTo>
                    <a:pt x="7013" y="76700"/>
                    <a:pt x="10573" y="74414"/>
                    <a:pt x="12026" y="71723"/>
                  </a:cubicBezTo>
                  <a:cubicBezTo>
                    <a:pt x="13514" y="68985"/>
                    <a:pt x="14252" y="66044"/>
                    <a:pt x="14526" y="63091"/>
                  </a:cubicBezTo>
                  <a:cubicBezTo>
                    <a:pt x="15491" y="52816"/>
                    <a:pt x="12026" y="42600"/>
                    <a:pt x="12609" y="32266"/>
                  </a:cubicBezTo>
                  <a:cubicBezTo>
                    <a:pt x="13228" y="21515"/>
                    <a:pt x="12347" y="10751"/>
                    <a:pt x="12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8875821" y="-162672"/>
              <a:ext cx="925990" cy="5431185"/>
            </a:xfrm>
            <a:custGeom>
              <a:avLst/>
              <a:gdLst/>
              <a:ahLst/>
              <a:cxnLst/>
              <a:rect l="l" t="t" r="r" b="b"/>
              <a:pathLst>
                <a:path w="25969" h="160496" extrusionOk="0">
                  <a:moveTo>
                    <a:pt x="18503" y="0"/>
                  </a:moveTo>
                  <a:cubicBezTo>
                    <a:pt x="22063" y="9192"/>
                    <a:pt x="15217" y="15300"/>
                    <a:pt x="8621" y="24205"/>
                  </a:cubicBezTo>
                  <a:cubicBezTo>
                    <a:pt x="1" y="35850"/>
                    <a:pt x="5704" y="47244"/>
                    <a:pt x="10728" y="59114"/>
                  </a:cubicBezTo>
                  <a:cubicBezTo>
                    <a:pt x="18634" y="77843"/>
                    <a:pt x="16848" y="98834"/>
                    <a:pt x="16086" y="118407"/>
                  </a:cubicBezTo>
                  <a:cubicBezTo>
                    <a:pt x="15717" y="127956"/>
                    <a:pt x="12693" y="137112"/>
                    <a:pt x="10657" y="146482"/>
                  </a:cubicBezTo>
                  <a:cubicBezTo>
                    <a:pt x="9609" y="151269"/>
                    <a:pt x="9288" y="155888"/>
                    <a:pt x="9407" y="160496"/>
                  </a:cubicBezTo>
                  <a:lnTo>
                    <a:pt x="15788" y="160496"/>
                  </a:lnTo>
                  <a:cubicBezTo>
                    <a:pt x="15646" y="156067"/>
                    <a:pt x="15788" y="151614"/>
                    <a:pt x="16443" y="147078"/>
                  </a:cubicBezTo>
                  <a:cubicBezTo>
                    <a:pt x="17741" y="138160"/>
                    <a:pt x="19825" y="129218"/>
                    <a:pt x="20313" y="120241"/>
                  </a:cubicBezTo>
                  <a:cubicBezTo>
                    <a:pt x="21396" y="100381"/>
                    <a:pt x="25968" y="78819"/>
                    <a:pt x="16991" y="59817"/>
                  </a:cubicBezTo>
                  <a:cubicBezTo>
                    <a:pt x="11478" y="48113"/>
                    <a:pt x="4799" y="37016"/>
                    <a:pt x="12621" y="25003"/>
                  </a:cubicBezTo>
                  <a:cubicBezTo>
                    <a:pt x="18539" y="15931"/>
                    <a:pt x="25909" y="9418"/>
                    <a:pt x="23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subTitle" idx="1"/>
          </p:nvPr>
        </p:nvSpPr>
        <p:spPr>
          <a:xfrm>
            <a:off x="4181075" y="1453875"/>
            <a:ext cx="3937800" cy="16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lita One"/>
              <a:buNone/>
              <a:defRPr sz="24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5229600" y="3150680"/>
            <a:ext cx="2889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None/>
              <a:defRPr sz="1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8341500" y="1309125"/>
            <a:ext cx="82500" cy="24549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14"/>
          <p:cNvGrpSpPr/>
          <p:nvPr/>
        </p:nvGrpSpPr>
        <p:grpSpPr>
          <a:xfrm>
            <a:off x="-461340" y="-162672"/>
            <a:ext cx="3108230" cy="5431178"/>
            <a:chOff x="-461340" y="-162672"/>
            <a:chExt cx="3108230" cy="5431178"/>
          </a:xfrm>
        </p:grpSpPr>
        <p:sp>
          <p:nvSpPr>
            <p:cNvPr id="168" name="Google Shape;168;p14"/>
            <p:cNvSpPr/>
            <p:nvPr/>
          </p:nvSpPr>
          <p:spPr>
            <a:xfrm>
              <a:off x="2212108" y="-162672"/>
              <a:ext cx="434782" cy="5431178"/>
            </a:xfrm>
            <a:custGeom>
              <a:avLst/>
              <a:gdLst/>
              <a:ahLst/>
              <a:cxnLst/>
              <a:rect l="l" t="t" r="r" b="b"/>
              <a:pathLst>
                <a:path w="12193" h="160496" extrusionOk="0">
                  <a:moveTo>
                    <a:pt x="1417" y="0"/>
                  </a:moveTo>
                  <a:cubicBezTo>
                    <a:pt x="1274" y="10775"/>
                    <a:pt x="12" y="21515"/>
                    <a:pt x="0" y="32290"/>
                  </a:cubicBezTo>
                  <a:cubicBezTo>
                    <a:pt x="0" y="42303"/>
                    <a:pt x="941" y="51983"/>
                    <a:pt x="2131" y="61936"/>
                  </a:cubicBezTo>
                  <a:cubicBezTo>
                    <a:pt x="2179" y="62401"/>
                    <a:pt x="2227" y="62865"/>
                    <a:pt x="2274" y="63341"/>
                  </a:cubicBezTo>
                  <a:lnTo>
                    <a:pt x="2274" y="91059"/>
                  </a:lnTo>
                  <a:cubicBezTo>
                    <a:pt x="1703" y="100000"/>
                    <a:pt x="917" y="108942"/>
                    <a:pt x="941" y="117907"/>
                  </a:cubicBezTo>
                  <a:cubicBezTo>
                    <a:pt x="965" y="127849"/>
                    <a:pt x="1762" y="137731"/>
                    <a:pt x="2274" y="147613"/>
                  </a:cubicBezTo>
                  <a:lnTo>
                    <a:pt x="2274" y="160496"/>
                  </a:lnTo>
                  <a:lnTo>
                    <a:pt x="5941" y="160496"/>
                  </a:lnTo>
                  <a:cubicBezTo>
                    <a:pt x="5787" y="156769"/>
                    <a:pt x="5894" y="153031"/>
                    <a:pt x="6275" y="149328"/>
                  </a:cubicBezTo>
                  <a:cubicBezTo>
                    <a:pt x="7322" y="139458"/>
                    <a:pt x="9561" y="129659"/>
                    <a:pt x="9692" y="119741"/>
                  </a:cubicBezTo>
                  <a:cubicBezTo>
                    <a:pt x="9930" y="100643"/>
                    <a:pt x="679" y="82617"/>
                    <a:pt x="6382" y="63496"/>
                  </a:cubicBezTo>
                  <a:cubicBezTo>
                    <a:pt x="9132" y="54257"/>
                    <a:pt x="12192" y="45720"/>
                    <a:pt x="11525" y="36112"/>
                  </a:cubicBezTo>
                  <a:cubicBezTo>
                    <a:pt x="10680" y="23979"/>
                    <a:pt x="7025" y="12109"/>
                    <a:pt x="5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042871" y="-162672"/>
              <a:ext cx="1214273" cy="5431178"/>
            </a:xfrm>
            <a:custGeom>
              <a:avLst/>
              <a:gdLst/>
              <a:ahLst/>
              <a:cxnLst/>
              <a:rect l="l" t="t" r="r" b="b"/>
              <a:pathLst>
                <a:path w="34053" h="160496" extrusionOk="0">
                  <a:moveTo>
                    <a:pt x="15097" y="0"/>
                  </a:moveTo>
                  <a:cubicBezTo>
                    <a:pt x="12335" y="11275"/>
                    <a:pt x="4644" y="21395"/>
                    <a:pt x="2346" y="32802"/>
                  </a:cubicBezTo>
                  <a:cubicBezTo>
                    <a:pt x="0" y="44386"/>
                    <a:pt x="12430" y="51221"/>
                    <a:pt x="21396" y="58983"/>
                  </a:cubicBezTo>
                  <a:cubicBezTo>
                    <a:pt x="26337" y="63258"/>
                    <a:pt x="30897" y="68127"/>
                    <a:pt x="30278" y="74128"/>
                  </a:cubicBezTo>
                  <a:cubicBezTo>
                    <a:pt x="29694" y="79748"/>
                    <a:pt x="26242" y="85368"/>
                    <a:pt x="23325" y="90440"/>
                  </a:cubicBezTo>
                  <a:cubicBezTo>
                    <a:pt x="17753" y="100143"/>
                    <a:pt x="7394" y="111954"/>
                    <a:pt x="8525" y="123015"/>
                  </a:cubicBezTo>
                  <a:cubicBezTo>
                    <a:pt x="9561" y="133278"/>
                    <a:pt x="21396" y="140041"/>
                    <a:pt x="27027" y="148709"/>
                  </a:cubicBezTo>
                  <a:cubicBezTo>
                    <a:pt x="29766" y="152924"/>
                    <a:pt x="30409" y="156793"/>
                    <a:pt x="29623" y="160496"/>
                  </a:cubicBezTo>
                  <a:lnTo>
                    <a:pt x="31528" y="160496"/>
                  </a:lnTo>
                  <a:cubicBezTo>
                    <a:pt x="32100" y="156650"/>
                    <a:pt x="31647" y="152685"/>
                    <a:pt x="29790" y="148411"/>
                  </a:cubicBezTo>
                  <a:cubicBezTo>
                    <a:pt x="25658" y="138946"/>
                    <a:pt x="16967" y="130778"/>
                    <a:pt x="16348" y="120479"/>
                  </a:cubicBezTo>
                  <a:cubicBezTo>
                    <a:pt x="15728" y="110085"/>
                    <a:pt x="22682" y="99917"/>
                    <a:pt x="27087" y="90380"/>
                  </a:cubicBezTo>
                  <a:cubicBezTo>
                    <a:pt x="32290" y="79105"/>
                    <a:pt x="34052" y="70259"/>
                    <a:pt x="25384" y="59793"/>
                  </a:cubicBezTo>
                  <a:cubicBezTo>
                    <a:pt x="18181" y="51102"/>
                    <a:pt x="9394" y="43672"/>
                    <a:pt x="11037" y="32659"/>
                  </a:cubicBezTo>
                  <a:cubicBezTo>
                    <a:pt x="12692" y="21491"/>
                    <a:pt x="18574" y="11085"/>
                    <a:pt x="2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647423" y="-162672"/>
              <a:ext cx="726039" cy="5431178"/>
            </a:xfrm>
            <a:custGeom>
              <a:avLst/>
              <a:gdLst/>
              <a:ahLst/>
              <a:cxnLst/>
              <a:rect l="l" t="t" r="r" b="b"/>
              <a:pathLst>
                <a:path w="20361" h="160496" extrusionOk="0">
                  <a:moveTo>
                    <a:pt x="7883" y="0"/>
                  </a:moveTo>
                  <a:cubicBezTo>
                    <a:pt x="6490" y="10966"/>
                    <a:pt x="2096" y="21526"/>
                    <a:pt x="1037" y="32540"/>
                  </a:cubicBezTo>
                  <a:cubicBezTo>
                    <a:pt x="1" y="43196"/>
                    <a:pt x="5990" y="51078"/>
                    <a:pt x="11276" y="60519"/>
                  </a:cubicBezTo>
                  <a:cubicBezTo>
                    <a:pt x="17039" y="70830"/>
                    <a:pt x="16348" y="79915"/>
                    <a:pt x="12562" y="90583"/>
                  </a:cubicBezTo>
                  <a:cubicBezTo>
                    <a:pt x="9264" y="99893"/>
                    <a:pt x="4751" y="109132"/>
                    <a:pt x="5085" y="118931"/>
                  </a:cubicBezTo>
                  <a:cubicBezTo>
                    <a:pt x="5442" y="129290"/>
                    <a:pt x="11609" y="138362"/>
                    <a:pt x="14479" y="148304"/>
                  </a:cubicBezTo>
                  <a:cubicBezTo>
                    <a:pt x="15634" y="152257"/>
                    <a:pt x="16015" y="156388"/>
                    <a:pt x="15598" y="160496"/>
                  </a:cubicBezTo>
                  <a:lnTo>
                    <a:pt x="17062" y="160496"/>
                  </a:lnTo>
                  <a:cubicBezTo>
                    <a:pt x="17277" y="156448"/>
                    <a:pt x="17110" y="152388"/>
                    <a:pt x="16550" y="148375"/>
                  </a:cubicBezTo>
                  <a:cubicBezTo>
                    <a:pt x="15122" y="138124"/>
                    <a:pt x="11800" y="128218"/>
                    <a:pt x="11824" y="117836"/>
                  </a:cubicBezTo>
                  <a:cubicBezTo>
                    <a:pt x="11871" y="98679"/>
                    <a:pt x="20360" y="80569"/>
                    <a:pt x="14884" y="61388"/>
                  </a:cubicBezTo>
                  <a:cubicBezTo>
                    <a:pt x="12074" y="51530"/>
                    <a:pt x="9252" y="42577"/>
                    <a:pt x="9597" y="32385"/>
                  </a:cubicBezTo>
                  <a:cubicBezTo>
                    <a:pt x="9966" y="21538"/>
                    <a:pt x="12526" y="10835"/>
                    <a:pt x="13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-461340" y="-162672"/>
              <a:ext cx="797784" cy="5431178"/>
            </a:xfrm>
            <a:custGeom>
              <a:avLst/>
              <a:gdLst/>
              <a:ahLst/>
              <a:cxnLst/>
              <a:rect l="l" t="t" r="r" b="b"/>
              <a:pathLst>
                <a:path w="22373" h="160496" extrusionOk="0">
                  <a:moveTo>
                    <a:pt x="13740" y="0"/>
                  </a:moveTo>
                  <a:cubicBezTo>
                    <a:pt x="15955" y="9632"/>
                    <a:pt x="10561" y="17193"/>
                    <a:pt x="5906" y="26753"/>
                  </a:cubicBezTo>
                  <a:cubicBezTo>
                    <a:pt x="0" y="38886"/>
                    <a:pt x="6870" y="50482"/>
                    <a:pt x="10145" y="62472"/>
                  </a:cubicBezTo>
                  <a:cubicBezTo>
                    <a:pt x="12907" y="72557"/>
                    <a:pt x="8894" y="82034"/>
                    <a:pt x="11657" y="92083"/>
                  </a:cubicBezTo>
                  <a:cubicBezTo>
                    <a:pt x="14252" y="101548"/>
                    <a:pt x="15943" y="109347"/>
                    <a:pt x="13443" y="119003"/>
                  </a:cubicBezTo>
                  <a:cubicBezTo>
                    <a:pt x="10847" y="129028"/>
                    <a:pt x="8513" y="139196"/>
                    <a:pt x="7144" y="149376"/>
                  </a:cubicBezTo>
                  <a:cubicBezTo>
                    <a:pt x="6656" y="153055"/>
                    <a:pt x="6466" y="156781"/>
                    <a:pt x="6597" y="160496"/>
                  </a:cubicBezTo>
                  <a:lnTo>
                    <a:pt x="10633" y="160496"/>
                  </a:lnTo>
                  <a:cubicBezTo>
                    <a:pt x="10537" y="156293"/>
                    <a:pt x="10883" y="152090"/>
                    <a:pt x="11669" y="147971"/>
                  </a:cubicBezTo>
                  <a:cubicBezTo>
                    <a:pt x="13550" y="138017"/>
                    <a:pt x="16514" y="128242"/>
                    <a:pt x="17872" y="118241"/>
                  </a:cubicBezTo>
                  <a:cubicBezTo>
                    <a:pt x="19074" y="109359"/>
                    <a:pt x="18038" y="100822"/>
                    <a:pt x="17193" y="91964"/>
                  </a:cubicBezTo>
                  <a:cubicBezTo>
                    <a:pt x="16181" y="81260"/>
                    <a:pt x="17800" y="71556"/>
                    <a:pt x="13859" y="61043"/>
                  </a:cubicBezTo>
                  <a:cubicBezTo>
                    <a:pt x="9406" y="49197"/>
                    <a:pt x="2263" y="37147"/>
                    <a:pt x="9883" y="25241"/>
                  </a:cubicBezTo>
                  <a:cubicBezTo>
                    <a:pt x="15764" y="16061"/>
                    <a:pt x="22372" y="9430"/>
                    <a:pt x="19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336408" y="-162672"/>
              <a:ext cx="1344177" cy="5431178"/>
            </a:xfrm>
            <a:custGeom>
              <a:avLst/>
              <a:gdLst/>
              <a:ahLst/>
              <a:cxnLst/>
              <a:rect l="l" t="t" r="r" b="b"/>
              <a:pathLst>
                <a:path w="37696" h="160496" extrusionOk="0">
                  <a:moveTo>
                    <a:pt x="17883" y="0"/>
                  </a:moveTo>
                  <a:cubicBezTo>
                    <a:pt x="17788" y="10942"/>
                    <a:pt x="8859" y="19431"/>
                    <a:pt x="4632" y="30004"/>
                  </a:cubicBezTo>
                  <a:cubicBezTo>
                    <a:pt x="0" y="41577"/>
                    <a:pt x="10716" y="49673"/>
                    <a:pt x="19003" y="58376"/>
                  </a:cubicBezTo>
                  <a:cubicBezTo>
                    <a:pt x="23587" y="63186"/>
                    <a:pt x="28182" y="68449"/>
                    <a:pt x="28016" y="74652"/>
                  </a:cubicBezTo>
                  <a:cubicBezTo>
                    <a:pt x="27861" y="80153"/>
                    <a:pt x="25349" y="85737"/>
                    <a:pt x="23098" y="90892"/>
                  </a:cubicBezTo>
                  <a:cubicBezTo>
                    <a:pt x="18598" y="101239"/>
                    <a:pt x="10764" y="112609"/>
                    <a:pt x="10966" y="123765"/>
                  </a:cubicBezTo>
                  <a:cubicBezTo>
                    <a:pt x="11109" y="132552"/>
                    <a:pt x="18241" y="139565"/>
                    <a:pt x="22265" y="147423"/>
                  </a:cubicBezTo>
                  <a:cubicBezTo>
                    <a:pt x="24539" y="151876"/>
                    <a:pt x="25122" y="156186"/>
                    <a:pt x="24670" y="160496"/>
                  </a:cubicBezTo>
                  <a:lnTo>
                    <a:pt x="35231" y="160496"/>
                  </a:lnTo>
                  <a:cubicBezTo>
                    <a:pt x="35921" y="156876"/>
                    <a:pt x="35267" y="153162"/>
                    <a:pt x="32433" y="149268"/>
                  </a:cubicBezTo>
                  <a:cubicBezTo>
                    <a:pt x="26849" y="141577"/>
                    <a:pt x="15383" y="135671"/>
                    <a:pt x="14062" y="126361"/>
                  </a:cubicBezTo>
                  <a:cubicBezTo>
                    <a:pt x="12454" y="115002"/>
                    <a:pt x="23932" y="101798"/>
                    <a:pt x="29516" y="91797"/>
                  </a:cubicBezTo>
                  <a:cubicBezTo>
                    <a:pt x="32588" y="86308"/>
                    <a:pt x="36064" y="80379"/>
                    <a:pt x="36862" y="74342"/>
                  </a:cubicBezTo>
                  <a:cubicBezTo>
                    <a:pt x="37695" y="68068"/>
                    <a:pt x="32647" y="63127"/>
                    <a:pt x="27420" y="58745"/>
                  </a:cubicBezTo>
                  <a:cubicBezTo>
                    <a:pt x="18157" y="50971"/>
                    <a:pt x="4703" y="43827"/>
                    <a:pt x="8370" y="31956"/>
                  </a:cubicBezTo>
                  <a:cubicBezTo>
                    <a:pt x="11859" y="20693"/>
                    <a:pt x="21182" y="11442"/>
                    <a:pt x="2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-268179" y="-162672"/>
              <a:ext cx="926011" cy="5431178"/>
            </a:xfrm>
            <a:custGeom>
              <a:avLst/>
              <a:gdLst/>
              <a:ahLst/>
              <a:cxnLst/>
              <a:rect l="l" t="t" r="r" b="b"/>
              <a:pathLst>
                <a:path w="25969" h="160496" extrusionOk="0">
                  <a:moveTo>
                    <a:pt x="18503" y="0"/>
                  </a:moveTo>
                  <a:cubicBezTo>
                    <a:pt x="22063" y="9192"/>
                    <a:pt x="15217" y="15300"/>
                    <a:pt x="8621" y="24205"/>
                  </a:cubicBezTo>
                  <a:cubicBezTo>
                    <a:pt x="1" y="35850"/>
                    <a:pt x="5704" y="47244"/>
                    <a:pt x="10728" y="59114"/>
                  </a:cubicBezTo>
                  <a:cubicBezTo>
                    <a:pt x="18634" y="77843"/>
                    <a:pt x="16848" y="98834"/>
                    <a:pt x="16086" y="118407"/>
                  </a:cubicBezTo>
                  <a:cubicBezTo>
                    <a:pt x="15717" y="127956"/>
                    <a:pt x="12693" y="137112"/>
                    <a:pt x="10657" y="146482"/>
                  </a:cubicBezTo>
                  <a:cubicBezTo>
                    <a:pt x="9609" y="151269"/>
                    <a:pt x="9288" y="155888"/>
                    <a:pt x="9407" y="160496"/>
                  </a:cubicBezTo>
                  <a:lnTo>
                    <a:pt x="15788" y="160496"/>
                  </a:lnTo>
                  <a:cubicBezTo>
                    <a:pt x="15646" y="156067"/>
                    <a:pt x="15788" y="151614"/>
                    <a:pt x="16443" y="147078"/>
                  </a:cubicBezTo>
                  <a:cubicBezTo>
                    <a:pt x="17741" y="138160"/>
                    <a:pt x="19825" y="129218"/>
                    <a:pt x="20313" y="120241"/>
                  </a:cubicBezTo>
                  <a:cubicBezTo>
                    <a:pt x="21396" y="100381"/>
                    <a:pt x="25968" y="78819"/>
                    <a:pt x="16991" y="59817"/>
                  </a:cubicBezTo>
                  <a:cubicBezTo>
                    <a:pt x="11478" y="48113"/>
                    <a:pt x="4799" y="37016"/>
                    <a:pt x="12621" y="25003"/>
                  </a:cubicBezTo>
                  <a:cubicBezTo>
                    <a:pt x="18539" y="15931"/>
                    <a:pt x="25909" y="9418"/>
                    <a:pt x="23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629341" y="-162672"/>
              <a:ext cx="1433358" cy="5431178"/>
            </a:xfrm>
            <a:custGeom>
              <a:avLst/>
              <a:gdLst/>
              <a:ahLst/>
              <a:cxnLst/>
              <a:rect l="l" t="t" r="r" b="b"/>
              <a:pathLst>
                <a:path w="40197" h="160496" extrusionOk="0">
                  <a:moveTo>
                    <a:pt x="17681" y="0"/>
                  </a:moveTo>
                  <a:cubicBezTo>
                    <a:pt x="15383" y="11525"/>
                    <a:pt x="6037" y="21122"/>
                    <a:pt x="3096" y="32659"/>
                  </a:cubicBezTo>
                  <a:cubicBezTo>
                    <a:pt x="1" y="44767"/>
                    <a:pt x="14205" y="51209"/>
                    <a:pt x="24063" y="58591"/>
                  </a:cubicBezTo>
                  <a:cubicBezTo>
                    <a:pt x="29564" y="62710"/>
                    <a:pt x="34826" y="67461"/>
                    <a:pt x="33933" y="73759"/>
                  </a:cubicBezTo>
                  <a:cubicBezTo>
                    <a:pt x="33052" y="79903"/>
                    <a:pt x="29099" y="85927"/>
                    <a:pt x="25718" y="91428"/>
                  </a:cubicBezTo>
                  <a:cubicBezTo>
                    <a:pt x="19622" y="101310"/>
                    <a:pt x="6573" y="115002"/>
                    <a:pt x="8359" y="126551"/>
                  </a:cubicBezTo>
                  <a:cubicBezTo>
                    <a:pt x="9883" y="136362"/>
                    <a:pt x="23361" y="141708"/>
                    <a:pt x="29814" y="149364"/>
                  </a:cubicBezTo>
                  <a:cubicBezTo>
                    <a:pt x="33100" y="153269"/>
                    <a:pt x="33874" y="156960"/>
                    <a:pt x="33088" y="160496"/>
                  </a:cubicBezTo>
                  <a:lnTo>
                    <a:pt x="38863" y="160496"/>
                  </a:lnTo>
                  <a:cubicBezTo>
                    <a:pt x="39708" y="156876"/>
                    <a:pt x="38958" y="153078"/>
                    <a:pt x="35719" y="149018"/>
                  </a:cubicBezTo>
                  <a:cubicBezTo>
                    <a:pt x="29219" y="140898"/>
                    <a:pt x="15562" y="135255"/>
                    <a:pt x="14229" y="124992"/>
                  </a:cubicBezTo>
                  <a:cubicBezTo>
                    <a:pt x="12728" y="113502"/>
                    <a:pt x="25242" y="100572"/>
                    <a:pt x="31397" y="90761"/>
                  </a:cubicBezTo>
                  <a:cubicBezTo>
                    <a:pt x="34719" y="85475"/>
                    <a:pt x="38767" y="79569"/>
                    <a:pt x="39470" y="73616"/>
                  </a:cubicBezTo>
                  <a:cubicBezTo>
                    <a:pt x="40196" y="67389"/>
                    <a:pt x="35172" y="62686"/>
                    <a:pt x="29695" y="58591"/>
                  </a:cubicBezTo>
                  <a:cubicBezTo>
                    <a:pt x="19872" y="51256"/>
                    <a:pt x="5787" y="44922"/>
                    <a:pt x="8383" y="32861"/>
                  </a:cubicBezTo>
                  <a:cubicBezTo>
                    <a:pt x="10883" y="21312"/>
                    <a:pt x="19658" y="11394"/>
                    <a:pt x="22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31565" y="-162672"/>
              <a:ext cx="1048284" cy="5431178"/>
            </a:xfrm>
            <a:custGeom>
              <a:avLst/>
              <a:gdLst/>
              <a:ahLst/>
              <a:cxnLst/>
              <a:rect l="l" t="t" r="r" b="b"/>
              <a:pathLst>
                <a:path w="29398" h="160496" extrusionOk="0">
                  <a:moveTo>
                    <a:pt x="18217" y="0"/>
                  </a:moveTo>
                  <a:cubicBezTo>
                    <a:pt x="20265" y="9823"/>
                    <a:pt x="12383" y="16847"/>
                    <a:pt x="7001" y="26277"/>
                  </a:cubicBezTo>
                  <a:cubicBezTo>
                    <a:pt x="1" y="38552"/>
                    <a:pt x="8299" y="49125"/>
                    <a:pt x="14598" y="60412"/>
                  </a:cubicBezTo>
                  <a:cubicBezTo>
                    <a:pt x="25397" y="79784"/>
                    <a:pt x="15431" y="100060"/>
                    <a:pt x="14669" y="120205"/>
                  </a:cubicBezTo>
                  <a:cubicBezTo>
                    <a:pt x="14157" y="133647"/>
                    <a:pt x="14276" y="147066"/>
                    <a:pt x="14395" y="160496"/>
                  </a:cubicBezTo>
                  <a:lnTo>
                    <a:pt x="24897" y="160496"/>
                  </a:lnTo>
                  <a:cubicBezTo>
                    <a:pt x="25099" y="155983"/>
                    <a:pt x="24778" y="151459"/>
                    <a:pt x="23587" y="146982"/>
                  </a:cubicBezTo>
                  <a:cubicBezTo>
                    <a:pt x="21384" y="138672"/>
                    <a:pt x="17419" y="130873"/>
                    <a:pt x="17539" y="122265"/>
                  </a:cubicBezTo>
                  <a:cubicBezTo>
                    <a:pt x="17669" y="111633"/>
                    <a:pt x="22658" y="101417"/>
                    <a:pt x="26028" y="91214"/>
                  </a:cubicBezTo>
                  <a:cubicBezTo>
                    <a:pt x="27683" y="86189"/>
                    <a:pt x="29338" y="80974"/>
                    <a:pt x="29361" y="75771"/>
                  </a:cubicBezTo>
                  <a:cubicBezTo>
                    <a:pt x="29397" y="69401"/>
                    <a:pt x="25670" y="63925"/>
                    <a:pt x="21551" y="58579"/>
                  </a:cubicBezTo>
                  <a:cubicBezTo>
                    <a:pt x="14264" y="49077"/>
                    <a:pt x="5132" y="40124"/>
                    <a:pt x="10395" y="28670"/>
                  </a:cubicBezTo>
                  <a:cubicBezTo>
                    <a:pt x="15062" y="18490"/>
                    <a:pt x="23777" y="10585"/>
                    <a:pt x="22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1024800" y="2104650"/>
            <a:ext cx="2646600" cy="93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subTitle" idx="1"/>
          </p:nvPr>
        </p:nvSpPr>
        <p:spPr>
          <a:xfrm>
            <a:off x="5163150" y="6297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title" idx="2" hasCustomPrompt="1"/>
          </p:nvPr>
        </p:nvSpPr>
        <p:spPr>
          <a:xfrm>
            <a:off x="4581007" y="62520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15"/>
          <p:cNvSpPr txBox="1">
            <a:spLocks noGrp="1"/>
          </p:cNvSpPr>
          <p:nvPr>
            <p:ph type="title" idx="3" hasCustomPrompt="1"/>
          </p:nvPr>
        </p:nvSpPr>
        <p:spPr>
          <a:xfrm>
            <a:off x="4581007" y="220115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5"/>
          <p:cNvSpPr txBox="1">
            <a:spLocks noGrp="1"/>
          </p:cNvSpPr>
          <p:nvPr>
            <p:ph type="title" idx="4" hasCustomPrompt="1"/>
          </p:nvPr>
        </p:nvSpPr>
        <p:spPr>
          <a:xfrm>
            <a:off x="4581007" y="3777100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15"/>
          <p:cNvSpPr txBox="1">
            <a:spLocks noGrp="1"/>
          </p:cNvSpPr>
          <p:nvPr>
            <p:ph type="subTitle" idx="5"/>
          </p:nvPr>
        </p:nvSpPr>
        <p:spPr>
          <a:xfrm>
            <a:off x="5163150" y="98620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5"/>
          <p:cNvSpPr txBox="1">
            <a:spLocks noGrp="1"/>
          </p:cNvSpPr>
          <p:nvPr>
            <p:ph type="subTitle" idx="6"/>
          </p:nvPr>
        </p:nvSpPr>
        <p:spPr>
          <a:xfrm>
            <a:off x="5163150" y="220565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subTitle" idx="7"/>
          </p:nvPr>
        </p:nvSpPr>
        <p:spPr>
          <a:xfrm>
            <a:off x="5163150" y="2560925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subTitle" idx="8"/>
          </p:nvPr>
        </p:nvSpPr>
        <p:spPr>
          <a:xfrm>
            <a:off x="5163150" y="37816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86" name="Google Shape;186;p15"/>
          <p:cNvSpPr txBox="1">
            <a:spLocks noGrp="1"/>
          </p:cNvSpPr>
          <p:nvPr>
            <p:ph type="subTitle" idx="9"/>
          </p:nvPr>
        </p:nvSpPr>
        <p:spPr>
          <a:xfrm>
            <a:off x="5163150" y="413565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7" name="Google Shape;187;p15"/>
          <p:cNvGrpSpPr/>
          <p:nvPr/>
        </p:nvGrpSpPr>
        <p:grpSpPr>
          <a:xfrm>
            <a:off x="0" y="3151304"/>
            <a:ext cx="1321312" cy="1994416"/>
            <a:chOff x="0" y="3151304"/>
            <a:chExt cx="1321312" cy="1994416"/>
          </a:xfrm>
        </p:grpSpPr>
        <p:sp>
          <p:nvSpPr>
            <p:cNvPr id="188" name="Google Shape;188;p15"/>
            <p:cNvSpPr/>
            <p:nvPr/>
          </p:nvSpPr>
          <p:spPr>
            <a:xfrm rot="10800000" flipH="1">
              <a:off x="0" y="3151304"/>
              <a:ext cx="1321312" cy="1994416"/>
            </a:xfrm>
            <a:custGeom>
              <a:avLst/>
              <a:gdLst/>
              <a:ahLst/>
              <a:cxnLst/>
              <a:rect l="l" t="t" r="r" b="b"/>
              <a:pathLst>
                <a:path w="41291" h="62272" extrusionOk="0">
                  <a:moveTo>
                    <a:pt x="27396" y="0"/>
                  </a:moveTo>
                  <a:cubicBezTo>
                    <a:pt x="31837" y="4286"/>
                    <a:pt x="36790" y="8620"/>
                    <a:pt x="36433" y="13621"/>
                  </a:cubicBezTo>
                  <a:cubicBezTo>
                    <a:pt x="35814" y="21800"/>
                    <a:pt x="21443" y="26110"/>
                    <a:pt x="17978" y="33004"/>
                  </a:cubicBezTo>
                  <a:cubicBezTo>
                    <a:pt x="14371" y="40160"/>
                    <a:pt x="19360" y="54245"/>
                    <a:pt x="13395" y="59388"/>
                  </a:cubicBezTo>
                  <a:cubicBezTo>
                    <a:pt x="11704" y="60845"/>
                    <a:pt x="9433" y="61327"/>
                    <a:pt x="6873" y="61327"/>
                  </a:cubicBezTo>
                  <a:cubicBezTo>
                    <a:pt x="4727" y="61327"/>
                    <a:pt x="2378" y="60988"/>
                    <a:pt x="0" y="60603"/>
                  </a:cubicBezTo>
                  <a:lnTo>
                    <a:pt x="0" y="61472"/>
                  </a:lnTo>
                  <a:cubicBezTo>
                    <a:pt x="3916" y="61602"/>
                    <a:pt x="8198" y="62272"/>
                    <a:pt x="12008" y="62272"/>
                  </a:cubicBezTo>
                  <a:cubicBezTo>
                    <a:pt x="15495" y="62272"/>
                    <a:pt x="18585" y="61711"/>
                    <a:pt x="20634" y="59662"/>
                  </a:cubicBezTo>
                  <a:cubicBezTo>
                    <a:pt x="26503" y="53792"/>
                    <a:pt x="20169" y="39386"/>
                    <a:pt x="23408" y="31599"/>
                  </a:cubicBezTo>
                  <a:cubicBezTo>
                    <a:pt x="26515" y="24086"/>
                    <a:pt x="41291" y="18443"/>
                    <a:pt x="41291" y="9811"/>
                  </a:cubicBezTo>
                  <a:cubicBezTo>
                    <a:pt x="41291" y="6120"/>
                    <a:pt x="38600" y="2977"/>
                    <a:pt x="35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 rot="10800000" flipH="1">
              <a:off x="0" y="3226120"/>
              <a:ext cx="1027200" cy="1919600"/>
            </a:xfrm>
            <a:custGeom>
              <a:avLst/>
              <a:gdLst/>
              <a:ahLst/>
              <a:cxnLst/>
              <a:rect l="l" t="t" r="r" b="b"/>
              <a:pathLst>
                <a:path w="32100" h="59936" extrusionOk="0">
                  <a:moveTo>
                    <a:pt x="15561" y="0"/>
                  </a:moveTo>
                  <a:cubicBezTo>
                    <a:pt x="18074" y="6298"/>
                    <a:pt x="27242" y="13049"/>
                    <a:pt x="25765" y="19574"/>
                  </a:cubicBezTo>
                  <a:cubicBezTo>
                    <a:pt x="24158" y="26729"/>
                    <a:pt x="10906" y="28658"/>
                    <a:pt x="6929" y="34302"/>
                  </a:cubicBezTo>
                  <a:cubicBezTo>
                    <a:pt x="2953" y="39957"/>
                    <a:pt x="5203" y="52375"/>
                    <a:pt x="0" y="56614"/>
                  </a:cubicBezTo>
                  <a:lnTo>
                    <a:pt x="0" y="59888"/>
                  </a:lnTo>
                  <a:cubicBezTo>
                    <a:pt x="416" y="59919"/>
                    <a:pt x="826" y="59936"/>
                    <a:pt x="1227" y="59936"/>
                  </a:cubicBezTo>
                  <a:cubicBezTo>
                    <a:pt x="3154" y="59936"/>
                    <a:pt x="4889" y="59552"/>
                    <a:pt x="6298" y="58507"/>
                  </a:cubicBezTo>
                  <a:cubicBezTo>
                    <a:pt x="12287" y="54054"/>
                    <a:pt x="8561" y="40410"/>
                    <a:pt x="12454" y="33909"/>
                  </a:cubicBezTo>
                  <a:cubicBezTo>
                    <a:pt x="16228" y="27634"/>
                    <a:pt x="30075" y="24574"/>
                    <a:pt x="31218" y="16883"/>
                  </a:cubicBezTo>
                  <a:cubicBezTo>
                    <a:pt x="32099" y="10966"/>
                    <a:pt x="24944" y="5465"/>
                    <a:pt x="20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 rot="10800000" flipH="1">
              <a:off x="0" y="3972745"/>
              <a:ext cx="707520" cy="1172975"/>
            </a:xfrm>
            <a:custGeom>
              <a:avLst/>
              <a:gdLst/>
              <a:ahLst/>
              <a:cxnLst/>
              <a:rect l="l" t="t" r="r" b="b"/>
              <a:pathLst>
                <a:path w="22110" h="36624" extrusionOk="0">
                  <a:moveTo>
                    <a:pt x="8263" y="0"/>
                  </a:moveTo>
                  <a:cubicBezTo>
                    <a:pt x="7930" y="1024"/>
                    <a:pt x="7763" y="2095"/>
                    <a:pt x="7763" y="3179"/>
                  </a:cubicBezTo>
                  <a:cubicBezTo>
                    <a:pt x="7894" y="9251"/>
                    <a:pt x="16633" y="17157"/>
                    <a:pt x="14311" y="23181"/>
                  </a:cubicBezTo>
                  <a:cubicBezTo>
                    <a:pt x="12525" y="27789"/>
                    <a:pt x="5215" y="28861"/>
                    <a:pt x="0" y="31075"/>
                  </a:cubicBezTo>
                  <a:lnTo>
                    <a:pt x="0" y="36624"/>
                  </a:lnTo>
                  <a:cubicBezTo>
                    <a:pt x="357" y="35742"/>
                    <a:pt x="845" y="34933"/>
                    <a:pt x="1429" y="34183"/>
                  </a:cubicBezTo>
                  <a:cubicBezTo>
                    <a:pt x="5548" y="29170"/>
                    <a:pt x="18098" y="28277"/>
                    <a:pt x="20110" y="21681"/>
                  </a:cubicBezTo>
                  <a:cubicBezTo>
                    <a:pt x="22110" y="15073"/>
                    <a:pt x="12168" y="7358"/>
                    <a:pt x="11537" y="893"/>
                  </a:cubicBezTo>
                  <a:cubicBezTo>
                    <a:pt x="11513" y="595"/>
                    <a:pt x="11501" y="298"/>
                    <a:pt x="11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 rot="10800000" flipH="1">
              <a:off x="0" y="4217947"/>
              <a:ext cx="352448" cy="927773"/>
            </a:xfrm>
            <a:custGeom>
              <a:avLst/>
              <a:gdLst/>
              <a:ahLst/>
              <a:cxnLst/>
              <a:rect l="l" t="t" r="r" b="b"/>
              <a:pathLst>
                <a:path w="11014" h="28968" extrusionOk="0">
                  <a:moveTo>
                    <a:pt x="2655" y="0"/>
                  </a:moveTo>
                  <a:cubicBezTo>
                    <a:pt x="1584" y="1560"/>
                    <a:pt x="583" y="3119"/>
                    <a:pt x="0" y="4632"/>
                  </a:cubicBezTo>
                  <a:lnTo>
                    <a:pt x="0" y="10430"/>
                  </a:lnTo>
                  <a:cubicBezTo>
                    <a:pt x="1357" y="15157"/>
                    <a:pt x="4679" y="20657"/>
                    <a:pt x="2560" y="24396"/>
                  </a:cubicBezTo>
                  <a:cubicBezTo>
                    <a:pt x="1988" y="25420"/>
                    <a:pt x="1095" y="26146"/>
                    <a:pt x="0" y="26718"/>
                  </a:cubicBezTo>
                  <a:lnTo>
                    <a:pt x="0" y="28968"/>
                  </a:lnTo>
                  <a:cubicBezTo>
                    <a:pt x="3655" y="28003"/>
                    <a:pt x="7132" y="26860"/>
                    <a:pt x="8442" y="24086"/>
                  </a:cubicBezTo>
                  <a:cubicBezTo>
                    <a:pt x="11013" y="18645"/>
                    <a:pt x="3441" y="10704"/>
                    <a:pt x="3727" y="5036"/>
                  </a:cubicBezTo>
                  <a:cubicBezTo>
                    <a:pt x="3810" y="3441"/>
                    <a:pt x="4501" y="1738"/>
                    <a:pt x="5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8303436" y="-8"/>
            <a:ext cx="840553" cy="1363736"/>
            <a:chOff x="6741600" y="846675"/>
            <a:chExt cx="640275" cy="1047175"/>
          </a:xfrm>
        </p:grpSpPr>
        <p:sp>
          <p:nvSpPr>
            <p:cNvPr id="193" name="Google Shape;193;p15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6"/>
          <p:cNvGrpSpPr/>
          <p:nvPr/>
        </p:nvGrpSpPr>
        <p:grpSpPr>
          <a:xfrm flipH="1">
            <a:off x="-12" y="5"/>
            <a:ext cx="3611622" cy="4300445"/>
            <a:chOff x="5532213" y="-2195"/>
            <a:chExt cx="3611622" cy="4300445"/>
          </a:xfrm>
        </p:grpSpPr>
        <p:sp>
          <p:nvSpPr>
            <p:cNvPr id="197" name="Google Shape;197;p16"/>
            <p:cNvSpPr/>
            <p:nvPr/>
          </p:nvSpPr>
          <p:spPr>
            <a:xfrm rot="10800000" flipH="1">
              <a:off x="5532213" y="-1843"/>
              <a:ext cx="3611622" cy="4300093"/>
            </a:xfrm>
            <a:custGeom>
              <a:avLst/>
              <a:gdLst/>
              <a:ahLst/>
              <a:cxnLst/>
              <a:rect l="l" t="t" r="r" b="b"/>
              <a:pathLst>
                <a:path w="112872" h="134273" extrusionOk="0">
                  <a:moveTo>
                    <a:pt x="83885" y="0"/>
                  </a:moveTo>
                  <a:cubicBezTo>
                    <a:pt x="77646" y="0"/>
                    <a:pt x="71710" y="1067"/>
                    <a:pt x="66652" y="5185"/>
                  </a:cubicBezTo>
                  <a:cubicBezTo>
                    <a:pt x="54412" y="15138"/>
                    <a:pt x="60484" y="34284"/>
                    <a:pt x="50959" y="45023"/>
                  </a:cubicBezTo>
                  <a:cubicBezTo>
                    <a:pt x="38529" y="59060"/>
                    <a:pt x="6513" y="62478"/>
                    <a:pt x="3072" y="80432"/>
                  </a:cubicBezTo>
                  <a:cubicBezTo>
                    <a:pt x="1" y="96541"/>
                    <a:pt x="29814" y="106316"/>
                    <a:pt x="30195" y="124533"/>
                  </a:cubicBezTo>
                  <a:cubicBezTo>
                    <a:pt x="30266" y="127831"/>
                    <a:pt x="29588" y="131057"/>
                    <a:pt x="28528" y="134272"/>
                  </a:cubicBezTo>
                  <a:lnTo>
                    <a:pt x="33124" y="134272"/>
                  </a:lnTo>
                  <a:cubicBezTo>
                    <a:pt x="34434" y="130903"/>
                    <a:pt x="35398" y="127485"/>
                    <a:pt x="35600" y="123949"/>
                  </a:cubicBezTo>
                  <a:cubicBezTo>
                    <a:pt x="36612" y="105483"/>
                    <a:pt x="10681" y="97839"/>
                    <a:pt x="10752" y="79920"/>
                  </a:cubicBezTo>
                  <a:cubicBezTo>
                    <a:pt x="10788" y="70729"/>
                    <a:pt x="24968" y="63990"/>
                    <a:pt x="31886" y="60382"/>
                  </a:cubicBezTo>
                  <a:cubicBezTo>
                    <a:pt x="39672" y="56310"/>
                    <a:pt x="50162" y="53250"/>
                    <a:pt x="55829" y="46499"/>
                  </a:cubicBezTo>
                  <a:cubicBezTo>
                    <a:pt x="64449" y="36200"/>
                    <a:pt x="57294" y="18008"/>
                    <a:pt x="69617" y="8661"/>
                  </a:cubicBezTo>
                  <a:cubicBezTo>
                    <a:pt x="74537" y="4929"/>
                    <a:pt x="80167" y="3906"/>
                    <a:pt x="86058" y="3906"/>
                  </a:cubicBezTo>
                  <a:cubicBezTo>
                    <a:pt x="93207" y="3906"/>
                    <a:pt x="100740" y="5414"/>
                    <a:pt x="107850" y="5414"/>
                  </a:cubicBezTo>
                  <a:cubicBezTo>
                    <a:pt x="109552" y="5414"/>
                    <a:pt x="111229" y="5327"/>
                    <a:pt x="112872" y="5113"/>
                  </a:cubicBezTo>
                  <a:lnTo>
                    <a:pt x="112872" y="303"/>
                  </a:lnTo>
                  <a:cubicBezTo>
                    <a:pt x="110131" y="991"/>
                    <a:pt x="107258" y="1230"/>
                    <a:pt x="104314" y="1230"/>
                  </a:cubicBezTo>
                  <a:cubicBezTo>
                    <a:pt x="97633" y="1230"/>
                    <a:pt x="90585" y="0"/>
                    <a:pt x="8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 rot="10800000" flipH="1">
              <a:off x="6097961" y="-1843"/>
              <a:ext cx="3045490" cy="4054301"/>
            </a:xfrm>
            <a:custGeom>
              <a:avLst/>
              <a:gdLst/>
              <a:ahLst/>
              <a:cxnLst/>
              <a:rect l="l" t="t" r="r" b="b"/>
              <a:pathLst>
                <a:path w="95179" h="126598" extrusionOk="0">
                  <a:moveTo>
                    <a:pt x="70508" y="1"/>
                  </a:moveTo>
                  <a:cubicBezTo>
                    <a:pt x="64970" y="1"/>
                    <a:pt x="59685" y="1001"/>
                    <a:pt x="55031" y="4439"/>
                  </a:cubicBezTo>
                  <a:cubicBezTo>
                    <a:pt x="49138" y="8797"/>
                    <a:pt x="47268" y="15833"/>
                    <a:pt x="46387" y="22799"/>
                  </a:cubicBezTo>
                  <a:cubicBezTo>
                    <a:pt x="45685" y="28383"/>
                    <a:pt x="46721" y="35657"/>
                    <a:pt x="43208" y="40205"/>
                  </a:cubicBezTo>
                  <a:cubicBezTo>
                    <a:pt x="33350" y="52969"/>
                    <a:pt x="2572" y="52624"/>
                    <a:pt x="1203" y="72031"/>
                  </a:cubicBezTo>
                  <a:cubicBezTo>
                    <a:pt x="0" y="89223"/>
                    <a:pt x="25349" y="97748"/>
                    <a:pt x="23218" y="115905"/>
                  </a:cubicBezTo>
                  <a:cubicBezTo>
                    <a:pt x="22789" y="119560"/>
                    <a:pt x="21551" y="123097"/>
                    <a:pt x="20003" y="126597"/>
                  </a:cubicBezTo>
                  <a:lnTo>
                    <a:pt x="24468" y="126597"/>
                  </a:lnTo>
                  <a:cubicBezTo>
                    <a:pt x="26230" y="123025"/>
                    <a:pt x="27718" y="119418"/>
                    <a:pt x="28385" y="115691"/>
                  </a:cubicBezTo>
                  <a:cubicBezTo>
                    <a:pt x="31540" y="97939"/>
                    <a:pt x="7870" y="88438"/>
                    <a:pt x="9609" y="72067"/>
                  </a:cubicBezTo>
                  <a:cubicBezTo>
                    <a:pt x="11716" y="52266"/>
                    <a:pt x="39386" y="54386"/>
                    <a:pt x="48459" y="41479"/>
                  </a:cubicBezTo>
                  <a:cubicBezTo>
                    <a:pt x="51304" y="37431"/>
                    <a:pt x="49661" y="30252"/>
                    <a:pt x="49947" y="25347"/>
                  </a:cubicBezTo>
                  <a:cubicBezTo>
                    <a:pt x="50352" y="18596"/>
                    <a:pt x="52590" y="11881"/>
                    <a:pt x="58317" y="7868"/>
                  </a:cubicBezTo>
                  <a:cubicBezTo>
                    <a:pt x="62738" y="4771"/>
                    <a:pt x="67688" y="3825"/>
                    <a:pt x="72867" y="3825"/>
                  </a:cubicBezTo>
                  <a:cubicBezTo>
                    <a:pt x="80132" y="3825"/>
                    <a:pt x="87846" y="5686"/>
                    <a:pt x="95179" y="6082"/>
                  </a:cubicBezTo>
                  <a:lnTo>
                    <a:pt x="95179" y="1915"/>
                  </a:lnTo>
                  <a:cubicBezTo>
                    <a:pt x="94800" y="1925"/>
                    <a:pt x="94420" y="1930"/>
                    <a:pt x="94038" y="1930"/>
                  </a:cubicBezTo>
                  <a:cubicBezTo>
                    <a:pt x="86381" y="1930"/>
                    <a:pt x="78200" y="1"/>
                    <a:pt x="70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 rot="10800000" flipH="1">
              <a:off x="6601601" y="-1843"/>
              <a:ext cx="2541849" cy="3806588"/>
            </a:xfrm>
            <a:custGeom>
              <a:avLst/>
              <a:gdLst/>
              <a:ahLst/>
              <a:cxnLst/>
              <a:rect l="l" t="t" r="r" b="b"/>
              <a:pathLst>
                <a:path w="79439" h="118863" extrusionOk="0">
                  <a:moveTo>
                    <a:pt x="59713" y="0"/>
                  </a:moveTo>
                  <a:cubicBezTo>
                    <a:pt x="54889" y="0"/>
                    <a:pt x="50258" y="857"/>
                    <a:pt x="46054" y="3538"/>
                  </a:cubicBezTo>
                  <a:cubicBezTo>
                    <a:pt x="40732" y="6932"/>
                    <a:pt x="38279" y="13944"/>
                    <a:pt x="37958" y="20005"/>
                  </a:cubicBezTo>
                  <a:cubicBezTo>
                    <a:pt x="37708" y="24696"/>
                    <a:pt x="40470" y="30911"/>
                    <a:pt x="38148" y="34923"/>
                  </a:cubicBezTo>
                  <a:cubicBezTo>
                    <a:pt x="34838" y="40650"/>
                    <a:pt x="25123" y="42496"/>
                    <a:pt x="19420" y="45889"/>
                  </a:cubicBezTo>
                  <a:cubicBezTo>
                    <a:pt x="12490" y="50020"/>
                    <a:pt x="3656" y="56342"/>
                    <a:pt x="2382" y="64641"/>
                  </a:cubicBezTo>
                  <a:cubicBezTo>
                    <a:pt x="1" y="80238"/>
                    <a:pt x="21753" y="90740"/>
                    <a:pt x="17681" y="107908"/>
                  </a:cubicBezTo>
                  <a:cubicBezTo>
                    <a:pt x="16788" y="111647"/>
                    <a:pt x="15062" y="115266"/>
                    <a:pt x="13097" y="118862"/>
                  </a:cubicBezTo>
                  <a:lnTo>
                    <a:pt x="17396" y="118862"/>
                  </a:lnTo>
                  <a:cubicBezTo>
                    <a:pt x="19527" y="115278"/>
                    <a:pt x="21467" y="111683"/>
                    <a:pt x="22551" y="108004"/>
                  </a:cubicBezTo>
                  <a:cubicBezTo>
                    <a:pt x="27373" y="91573"/>
                    <a:pt x="7978" y="80238"/>
                    <a:pt x="10871" y="65224"/>
                  </a:cubicBezTo>
                  <a:cubicBezTo>
                    <a:pt x="12490" y="56866"/>
                    <a:pt x="21563" y="51866"/>
                    <a:pt x="28242" y="47639"/>
                  </a:cubicBezTo>
                  <a:cubicBezTo>
                    <a:pt x="32886" y="44698"/>
                    <a:pt x="41696" y="40721"/>
                    <a:pt x="43744" y="36019"/>
                  </a:cubicBezTo>
                  <a:cubicBezTo>
                    <a:pt x="45280" y="32506"/>
                    <a:pt x="42553" y="26470"/>
                    <a:pt x="42625" y="22183"/>
                  </a:cubicBezTo>
                  <a:cubicBezTo>
                    <a:pt x="42696" y="16528"/>
                    <a:pt x="44578" y="10051"/>
                    <a:pt x="49757" y="6967"/>
                  </a:cubicBezTo>
                  <a:cubicBezTo>
                    <a:pt x="53682" y="4623"/>
                    <a:pt x="57960" y="3843"/>
                    <a:pt x="62406" y="3843"/>
                  </a:cubicBezTo>
                  <a:cubicBezTo>
                    <a:pt x="67940" y="3843"/>
                    <a:pt x="73735" y="5051"/>
                    <a:pt x="79439" y="5955"/>
                  </a:cubicBezTo>
                  <a:lnTo>
                    <a:pt x="79439" y="2264"/>
                  </a:lnTo>
                  <a:cubicBezTo>
                    <a:pt x="72893" y="1517"/>
                    <a:pt x="66133" y="0"/>
                    <a:pt x="59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 rot="10800000" flipH="1">
              <a:off x="7158582" y="-1843"/>
              <a:ext cx="1984869" cy="3565631"/>
            </a:xfrm>
            <a:custGeom>
              <a:avLst/>
              <a:gdLst/>
              <a:ahLst/>
              <a:cxnLst/>
              <a:rect l="l" t="t" r="r" b="b"/>
              <a:pathLst>
                <a:path w="62032" h="111339" extrusionOk="0">
                  <a:moveTo>
                    <a:pt x="47798" y="1"/>
                  </a:moveTo>
                  <a:cubicBezTo>
                    <a:pt x="43708" y="1"/>
                    <a:pt x="39809" y="740"/>
                    <a:pt x="36267" y="2884"/>
                  </a:cubicBezTo>
                  <a:cubicBezTo>
                    <a:pt x="25658" y="9290"/>
                    <a:pt x="33267" y="20791"/>
                    <a:pt x="32088" y="29495"/>
                  </a:cubicBezTo>
                  <a:cubicBezTo>
                    <a:pt x="30266" y="42937"/>
                    <a:pt x="5537" y="43699"/>
                    <a:pt x="1810" y="58510"/>
                  </a:cubicBezTo>
                  <a:cubicBezTo>
                    <a:pt x="0" y="65678"/>
                    <a:pt x="5025" y="72738"/>
                    <a:pt x="7680" y="79215"/>
                  </a:cubicBezTo>
                  <a:cubicBezTo>
                    <a:pt x="10514" y="86061"/>
                    <a:pt x="12359" y="93514"/>
                    <a:pt x="9859" y="100694"/>
                  </a:cubicBezTo>
                  <a:cubicBezTo>
                    <a:pt x="8609" y="104290"/>
                    <a:pt x="6489" y="107802"/>
                    <a:pt x="4203" y="111338"/>
                  </a:cubicBezTo>
                  <a:lnTo>
                    <a:pt x="8371" y="111338"/>
                  </a:lnTo>
                  <a:cubicBezTo>
                    <a:pt x="10788" y="107885"/>
                    <a:pt x="13026" y="104480"/>
                    <a:pt x="14407" y="101027"/>
                  </a:cubicBezTo>
                  <a:cubicBezTo>
                    <a:pt x="17157" y="94169"/>
                    <a:pt x="16062" y="86811"/>
                    <a:pt x="13895" y="79870"/>
                  </a:cubicBezTo>
                  <a:cubicBezTo>
                    <a:pt x="11919" y="73512"/>
                    <a:pt x="7799" y="66261"/>
                    <a:pt x="9895" y="59546"/>
                  </a:cubicBezTo>
                  <a:cubicBezTo>
                    <a:pt x="12276" y="51950"/>
                    <a:pt x="20860" y="47711"/>
                    <a:pt x="27397" y="43985"/>
                  </a:cubicBezTo>
                  <a:cubicBezTo>
                    <a:pt x="31195" y="41818"/>
                    <a:pt x="42387" y="36579"/>
                    <a:pt x="39255" y="31292"/>
                  </a:cubicBezTo>
                  <a:cubicBezTo>
                    <a:pt x="35350" y="24720"/>
                    <a:pt x="32147" y="10945"/>
                    <a:pt x="40398" y="6325"/>
                  </a:cubicBezTo>
                  <a:cubicBezTo>
                    <a:pt x="43665" y="4486"/>
                    <a:pt x="47215" y="3830"/>
                    <a:pt x="50925" y="3830"/>
                  </a:cubicBezTo>
                  <a:cubicBezTo>
                    <a:pt x="54515" y="3830"/>
                    <a:pt x="58255" y="4444"/>
                    <a:pt x="62032" y="5194"/>
                  </a:cubicBezTo>
                  <a:lnTo>
                    <a:pt x="62032" y="1848"/>
                  </a:lnTo>
                  <a:cubicBezTo>
                    <a:pt x="57205" y="930"/>
                    <a:pt x="52382" y="1"/>
                    <a:pt x="47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 rot="10800000" flipH="1">
              <a:off x="7558967" y="-1843"/>
              <a:ext cx="1584868" cy="3320640"/>
            </a:xfrm>
            <a:custGeom>
              <a:avLst/>
              <a:gdLst/>
              <a:ahLst/>
              <a:cxnLst/>
              <a:rect l="l" t="t" r="r" b="b"/>
              <a:pathLst>
                <a:path w="49531" h="103689" extrusionOk="0">
                  <a:moveTo>
                    <a:pt x="41719" y="1"/>
                  </a:moveTo>
                  <a:cubicBezTo>
                    <a:pt x="38391" y="1"/>
                    <a:pt x="35190" y="571"/>
                    <a:pt x="32207" y="2116"/>
                  </a:cubicBezTo>
                  <a:cubicBezTo>
                    <a:pt x="21075" y="7902"/>
                    <a:pt x="31886" y="19404"/>
                    <a:pt x="34124" y="26417"/>
                  </a:cubicBezTo>
                  <a:cubicBezTo>
                    <a:pt x="36005" y="32370"/>
                    <a:pt x="26635" y="36108"/>
                    <a:pt x="22516" y="38430"/>
                  </a:cubicBezTo>
                  <a:cubicBezTo>
                    <a:pt x="16039" y="42085"/>
                    <a:pt x="7883" y="45871"/>
                    <a:pt x="5144" y="53158"/>
                  </a:cubicBezTo>
                  <a:cubicBezTo>
                    <a:pt x="2739" y="59504"/>
                    <a:pt x="5966" y="66719"/>
                    <a:pt x="7323" y="73053"/>
                  </a:cubicBezTo>
                  <a:cubicBezTo>
                    <a:pt x="8812" y="79995"/>
                    <a:pt x="9240" y="87222"/>
                    <a:pt x="6311" y="93782"/>
                  </a:cubicBezTo>
                  <a:cubicBezTo>
                    <a:pt x="4835" y="97080"/>
                    <a:pt x="2489" y="100354"/>
                    <a:pt x="1" y="103688"/>
                  </a:cubicBezTo>
                  <a:lnTo>
                    <a:pt x="4132" y="103688"/>
                  </a:lnTo>
                  <a:cubicBezTo>
                    <a:pt x="6668" y="100485"/>
                    <a:pt x="9050" y="97366"/>
                    <a:pt x="10562" y="94270"/>
                  </a:cubicBezTo>
                  <a:cubicBezTo>
                    <a:pt x="13645" y="87984"/>
                    <a:pt x="13776" y="80923"/>
                    <a:pt x="12931" y="74030"/>
                  </a:cubicBezTo>
                  <a:cubicBezTo>
                    <a:pt x="12157" y="67743"/>
                    <a:pt x="9812" y="60635"/>
                    <a:pt x="12479" y="54599"/>
                  </a:cubicBezTo>
                  <a:cubicBezTo>
                    <a:pt x="15527" y="47705"/>
                    <a:pt x="23254" y="44157"/>
                    <a:pt x="29588" y="40656"/>
                  </a:cubicBezTo>
                  <a:cubicBezTo>
                    <a:pt x="34112" y="38156"/>
                    <a:pt x="40899" y="35406"/>
                    <a:pt x="40387" y="29429"/>
                  </a:cubicBezTo>
                  <a:cubicBezTo>
                    <a:pt x="39815" y="22940"/>
                    <a:pt x="24885" y="11153"/>
                    <a:pt x="36672" y="5569"/>
                  </a:cubicBezTo>
                  <a:cubicBezTo>
                    <a:pt x="39356" y="4299"/>
                    <a:pt x="42196" y="3816"/>
                    <a:pt x="45137" y="3816"/>
                  </a:cubicBezTo>
                  <a:cubicBezTo>
                    <a:pt x="46580" y="3816"/>
                    <a:pt x="48046" y="3932"/>
                    <a:pt x="49531" y="4128"/>
                  </a:cubicBezTo>
                  <a:lnTo>
                    <a:pt x="49531" y="818"/>
                  </a:lnTo>
                  <a:cubicBezTo>
                    <a:pt x="46880" y="333"/>
                    <a:pt x="44263" y="1"/>
                    <a:pt x="4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 rot="10800000" flipH="1">
              <a:off x="7821474" y="-1843"/>
              <a:ext cx="1321977" cy="3077667"/>
            </a:xfrm>
            <a:custGeom>
              <a:avLst/>
              <a:gdLst/>
              <a:ahLst/>
              <a:cxnLst/>
              <a:rect l="l" t="t" r="r" b="b"/>
              <a:pathLst>
                <a:path w="41315" h="96102" extrusionOk="0">
                  <a:moveTo>
                    <a:pt x="40381" y="0"/>
                  </a:moveTo>
                  <a:cubicBezTo>
                    <a:pt x="37833" y="0"/>
                    <a:pt x="35374" y="406"/>
                    <a:pt x="33028" y="1447"/>
                  </a:cubicBezTo>
                  <a:cubicBezTo>
                    <a:pt x="22134" y="6257"/>
                    <a:pt x="37934" y="18365"/>
                    <a:pt x="37445" y="25092"/>
                  </a:cubicBezTo>
                  <a:cubicBezTo>
                    <a:pt x="36600" y="36475"/>
                    <a:pt x="16181" y="38654"/>
                    <a:pt x="11145" y="48643"/>
                  </a:cubicBezTo>
                  <a:cubicBezTo>
                    <a:pt x="5287" y="60275"/>
                    <a:pt x="13181" y="74825"/>
                    <a:pt x="6489" y="87219"/>
                  </a:cubicBezTo>
                  <a:cubicBezTo>
                    <a:pt x="4930" y="90112"/>
                    <a:pt x="2536" y="93065"/>
                    <a:pt x="0" y="96101"/>
                  </a:cubicBezTo>
                  <a:lnTo>
                    <a:pt x="4132" y="96101"/>
                  </a:lnTo>
                  <a:cubicBezTo>
                    <a:pt x="6644" y="93244"/>
                    <a:pt x="8978" y="90469"/>
                    <a:pt x="10502" y="87779"/>
                  </a:cubicBezTo>
                  <a:cubicBezTo>
                    <a:pt x="17205" y="76075"/>
                    <a:pt x="11276" y="61478"/>
                    <a:pt x="17514" y="50429"/>
                  </a:cubicBezTo>
                  <a:cubicBezTo>
                    <a:pt x="22598" y="41428"/>
                    <a:pt x="37553" y="39344"/>
                    <a:pt x="41315" y="30010"/>
                  </a:cubicBezTo>
                  <a:lnTo>
                    <a:pt x="41315" y="24295"/>
                  </a:lnTo>
                  <a:cubicBezTo>
                    <a:pt x="38791" y="17270"/>
                    <a:pt x="29861" y="7947"/>
                    <a:pt x="37624" y="4899"/>
                  </a:cubicBezTo>
                  <a:cubicBezTo>
                    <a:pt x="38815" y="4435"/>
                    <a:pt x="40053" y="4114"/>
                    <a:pt x="41315" y="3947"/>
                  </a:cubicBezTo>
                  <a:lnTo>
                    <a:pt x="41315" y="18"/>
                  </a:lnTo>
                  <a:cubicBezTo>
                    <a:pt x="41002" y="6"/>
                    <a:pt x="40691" y="0"/>
                    <a:pt x="40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 rot="10800000" flipH="1">
              <a:off x="9072192" y="2532263"/>
              <a:ext cx="71258" cy="263886"/>
            </a:xfrm>
            <a:custGeom>
              <a:avLst/>
              <a:gdLst/>
              <a:ahLst/>
              <a:cxnLst/>
              <a:rect l="l" t="t" r="r" b="b"/>
              <a:pathLst>
                <a:path w="2227" h="8240" extrusionOk="0">
                  <a:moveTo>
                    <a:pt x="2227" y="0"/>
                  </a:moveTo>
                  <a:cubicBezTo>
                    <a:pt x="1" y="1381"/>
                    <a:pt x="763" y="4548"/>
                    <a:pt x="2227" y="8239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 rot="10800000" flipH="1">
              <a:off x="8087757" y="-1843"/>
              <a:ext cx="1055694" cy="1868403"/>
            </a:xfrm>
            <a:custGeom>
              <a:avLst/>
              <a:gdLst/>
              <a:ahLst/>
              <a:cxnLst/>
              <a:rect l="l" t="t" r="r" b="b"/>
              <a:pathLst>
                <a:path w="32993" h="58342" extrusionOk="0">
                  <a:moveTo>
                    <a:pt x="32993" y="1"/>
                  </a:moveTo>
                  <a:cubicBezTo>
                    <a:pt x="27528" y="5120"/>
                    <a:pt x="18944" y="8323"/>
                    <a:pt x="15050" y="14586"/>
                  </a:cubicBezTo>
                  <a:cubicBezTo>
                    <a:pt x="8514" y="25099"/>
                    <a:pt x="12669" y="39517"/>
                    <a:pt x="6121" y="50614"/>
                  </a:cubicBezTo>
                  <a:cubicBezTo>
                    <a:pt x="4668" y="53078"/>
                    <a:pt x="2430" y="55662"/>
                    <a:pt x="1" y="58341"/>
                  </a:cubicBezTo>
                  <a:lnTo>
                    <a:pt x="4156" y="58341"/>
                  </a:lnTo>
                  <a:cubicBezTo>
                    <a:pt x="6490" y="55853"/>
                    <a:pt x="8609" y="53459"/>
                    <a:pt x="9990" y="51197"/>
                  </a:cubicBezTo>
                  <a:cubicBezTo>
                    <a:pt x="16420" y="40648"/>
                    <a:pt x="13693" y="26813"/>
                    <a:pt x="20372" y="16622"/>
                  </a:cubicBezTo>
                  <a:cubicBezTo>
                    <a:pt x="23349" y="12085"/>
                    <a:pt x="28540" y="9002"/>
                    <a:pt x="32993" y="5573"/>
                  </a:cubicBezTo>
                  <a:lnTo>
                    <a:pt x="329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 rot="10800000" flipH="1">
              <a:off x="8354456" y="-1843"/>
              <a:ext cx="788994" cy="1526376"/>
            </a:xfrm>
            <a:custGeom>
              <a:avLst/>
              <a:gdLst/>
              <a:ahLst/>
              <a:cxnLst/>
              <a:rect l="l" t="t" r="r" b="b"/>
              <a:pathLst>
                <a:path w="24658" h="47662" extrusionOk="0">
                  <a:moveTo>
                    <a:pt x="24658" y="0"/>
                  </a:moveTo>
                  <a:cubicBezTo>
                    <a:pt x="21646" y="2322"/>
                    <a:pt x="18705" y="4727"/>
                    <a:pt x="16824" y="8097"/>
                  </a:cubicBezTo>
                  <a:cubicBezTo>
                    <a:pt x="11621" y="17336"/>
                    <a:pt x="10609" y="30838"/>
                    <a:pt x="5120" y="41029"/>
                  </a:cubicBezTo>
                  <a:cubicBezTo>
                    <a:pt x="3977" y="43160"/>
                    <a:pt x="2108" y="45375"/>
                    <a:pt x="0" y="47661"/>
                  </a:cubicBezTo>
                  <a:lnTo>
                    <a:pt x="3524" y="47661"/>
                  </a:lnTo>
                  <a:cubicBezTo>
                    <a:pt x="5358" y="45530"/>
                    <a:pt x="6953" y="43482"/>
                    <a:pt x="7918" y="41577"/>
                  </a:cubicBezTo>
                  <a:cubicBezTo>
                    <a:pt x="12871" y="31707"/>
                    <a:pt x="13740" y="20205"/>
                    <a:pt x="18883" y="10395"/>
                  </a:cubicBezTo>
                  <a:cubicBezTo>
                    <a:pt x="20348" y="7632"/>
                    <a:pt x="22408" y="5692"/>
                    <a:pt x="24658" y="4037"/>
                  </a:cubicBezTo>
                  <a:lnTo>
                    <a:pt x="24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 rot="10800000" flipH="1">
              <a:off x="8579591" y="-1843"/>
              <a:ext cx="563860" cy="1257558"/>
            </a:xfrm>
            <a:custGeom>
              <a:avLst/>
              <a:gdLst/>
              <a:ahLst/>
              <a:cxnLst/>
              <a:rect l="l" t="t" r="r" b="b"/>
              <a:pathLst>
                <a:path w="17622" h="39268" extrusionOk="0">
                  <a:moveTo>
                    <a:pt x="17622" y="0"/>
                  </a:moveTo>
                  <a:cubicBezTo>
                    <a:pt x="16098" y="1239"/>
                    <a:pt x="14729" y="2667"/>
                    <a:pt x="13669" y="4537"/>
                  </a:cubicBezTo>
                  <a:cubicBezTo>
                    <a:pt x="8561" y="13562"/>
                    <a:pt x="7787" y="24706"/>
                    <a:pt x="3513" y="33909"/>
                  </a:cubicBezTo>
                  <a:cubicBezTo>
                    <a:pt x="2739" y="35576"/>
                    <a:pt x="1465" y="37386"/>
                    <a:pt x="1" y="39267"/>
                  </a:cubicBezTo>
                  <a:lnTo>
                    <a:pt x="3358" y="39267"/>
                  </a:lnTo>
                  <a:cubicBezTo>
                    <a:pt x="4454" y="37719"/>
                    <a:pt x="5394" y="36219"/>
                    <a:pt x="6002" y="34790"/>
                  </a:cubicBezTo>
                  <a:cubicBezTo>
                    <a:pt x="9716" y="26099"/>
                    <a:pt x="10335" y="15645"/>
                    <a:pt x="15265" y="7299"/>
                  </a:cubicBezTo>
                  <a:cubicBezTo>
                    <a:pt x="15919" y="6203"/>
                    <a:pt x="16705" y="5215"/>
                    <a:pt x="17622" y="4334"/>
                  </a:cubicBezTo>
                  <a:lnTo>
                    <a:pt x="17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 rot="10800000" flipH="1">
              <a:off x="8788759" y="-2195"/>
              <a:ext cx="354692" cy="973848"/>
            </a:xfrm>
            <a:custGeom>
              <a:avLst/>
              <a:gdLst/>
              <a:ahLst/>
              <a:cxnLst/>
              <a:rect l="l" t="t" r="r" b="b"/>
              <a:pathLst>
                <a:path w="11085" h="30409" extrusionOk="0">
                  <a:moveTo>
                    <a:pt x="11085" y="0"/>
                  </a:moveTo>
                  <a:cubicBezTo>
                    <a:pt x="10740" y="429"/>
                    <a:pt x="10430" y="882"/>
                    <a:pt x="10144" y="1346"/>
                  </a:cubicBezTo>
                  <a:cubicBezTo>
                    <a:pt x="5453" y="9049"/>
                    <a:pt x="5001" y="18777"/>
                    <a:pt x="1834" y="26932"/>
                  </a:cubicBezTo>
                  <a:cubicBezTo>
                    <a:pt x="1334" y="28147"/>
                    <a:pt x="715" y="29302"/>
                    <a:pt x="0" y="30409"/>
                  </a:cubicBezTo>
                  <a:lnTo>
                    <a:pt x="3013" y="30397"/>
                  </a:lnTo>
                  <a:cubicBezTo>
                    <a:pt x="3429" y="29635"/>
                    <a:pt x="3786" y="28849"/>
                    <a:pt x="4096" y="28040"/>
                  </a:cubicBezTo>
                  <a:cubicBezTo>
                    <a:pt x="6739" y="20610"/>
                    <a:pt x="7061" y="12014"/>
                    <a:pt x="11085" y="4930"/>
                  </a:cubicBezTo>
                  <a:lnTo>
                    <a:pt x="11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 rot="10800000" flipH="1">
              <a:off x="8975816" y="-1843"/>
              <a:ext cx="168019" cy="639475"/>
            </a:xfrm>
            <a:custGeom>
              <a:avLst/>
              <a:gdLst/>
              <a:ahLst/>
              <a:cxnLst/>
              <a:rect l="l" t="t" r="r" b="b"/>
              <a:pathLst>
                <a:path w="5251" h="19968" extrusionOk="0">
                  <a:moveTo>
                    <a:pt x="5251" y="0"/>
                  </a:moveTo>
                  <a:cubicBezTo>
                    <a:pt x="2691" y="5942"/>
                    <a:pt x="2322" y="12752"/>
                    <a:pt x="429" y="18800"/>
                  </a:cubicBezTo>
                  <a:cubicBezTo>
                    <a:pt x="298" y="19181"/>
                    <a:pt x="155" y="19574"/>
                    <a:pt x="0" y="19967"/>
                  </a:cubicBezTo>
                  <a:lnTo>
                    <a:pt x="2572" y="19967"/>
                  </a:lnTo>
                  <a:cubicBezTo>
                    <a:pt x="3727" y="15812"/>
                    <a:pt x="4156" y="11287"/>
                    <a:pt x="5251" y="7001"/>
                  </a:cubicBezTo>
                  <a:lnTo>
                    <a:pt x="52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4016912" y="2001399"/>
            <a:ext cx="409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0" name="Google Shape;210;p16"/>
          <p:cNvSpPr/>
          <p:nvPr/>
        </p:nvSpPr>
        <p:spPr>
          <a:xfrm rot="-5400000">
            <a:off x="6661995" y="2315725"/>
            <a:ext cx="82500" cy="2633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subTitle" idx="1"/>
          </p:nvPr>
        </p:nvSpPr>
        <p:spPr>
          <a:xfrm>
            <a:off x="4858112" y="2743600"/>
            <a:ext cx="32553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uli"/>
              <a:buNone/>
              <a:defRPr sz="2800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title" idx="2" hasCustomPrompt="1"/>
          </p:nvPr>
        </p:nvSpPr>
        <p:spPr>
          <a:xfrm>
            <a:off x="7389315" y="1355625"/>
            <a:ext cx="5394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CUSTOM_8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>
            <a:spLocks noGrp="1"/>
          </p:cNvSpPr>
          <p:nvPr>
            <p:ph type="subTitle" idx="1"/>
          </p:nvPr>
        </p:nvSpPr>
        <p:spPr>
          <a:xfrm>
            <a:off x="519716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5197175" y="1794800"/>
            <a:ext cx="322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7"/>
          <p:cNvGrpSpPr/>
          <p:nvPr/>
        </p:nvGrpSpPr>
        <p:grpSpPr>
          <a:xfrm rot="10800000" flipH="1">
            <a:off x="7827256" y="2625967"/>
            <a:ext cx="1390748" cy="2523532"/>
            <a:chOff x="6373700" y="846675"/>
            <a:chExt cx="1059375" cy="1937750"/>
          </a:xfrm>
        </p:grpSpPr>
        <p:sp>
          <p:nvSpPr>
            <p:cNvPr id="217" name="Google Shape;217;p17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6373700" y="846675"/>
              <a:ext cx="1059375" cy="1937750"/>
            </a:xfrm>
            <a:custGeom>
              <a:avLst/>
              <a:gdLst/>
              <a:ahLst/>
              <a:cxnLst/>
              <a:rect l="l" t="t" r="r" b="b"/>
              <a:pathLst>
                <a:path w="42375" h="77510" extrusionOk="0">
                  <a:moveTo>
                    <a:pt x="19848" y="0"/>
                  </a:moveTo>
                  <a:cubicBezTo>
                    <a:pt x="19908" y="464"/>
                    <a:pt x="19908" y="929"/>
                    <a:pt x="19884" y="1393"/>
                  </a:cubicBezTo>
                  <a:cubicBezTo>
                    <a:pt x="19193" y="11942"/>
                    <a:pt x="1" y="17788"/>
                    <a:pt x="2346" y="29051"/>
                  </a:cubicBezTo>
                  <a:cubicBezTo>
                    <a:pt x="4763" y="40636"/>
                    <a:pt x="26421" y="39814"/>
                    <a:pt x="33040" y="48756"/>
                  </a:cubicBezTo>
                  <a:cubicBezTo>
                    <a:pt x="38767" y="56507"/>
                    <a:pt x="30742" y="70080"/>
                    <a:pt x="38624" y="76426"/>
                  </a:cubicBezTo>
                  <a:cubicBezTo>
                    <a:pt x="39124" y="76831"/>
                    <a:pt x="39660" y="77188"/>
                    <a:pt x="40220" y="77510"/>
                  </a:cubicBezTo>
                  <a:lnTo>
                    <a:pt x="40232" y="69675"/>
                  </a:lnTo>
                  <a:cubicBezTo>
                    <a:pt x="37505" y="63055"/>
                    <a:pt x="42375" y="52995"/>
                    <a:pt x="37946" y="46649"/>
                  </a:cubicBezTo>
                  <a:cubicBezTo>
                    <a:pt x="31838" y="37886"/>
                    <a:pt x="12347" y="38636"/>
                    <a:pt x="9787" y="27730"/>
                  </a:cubicBezTo>
                  <a:cubicBezTo>
                    <a:pt x="7335" y="17312"/>
                    <a:pt x="25504" y="10966"/>
                    <a:pt x="25349" y="1381"/>
                  </a:cubicBezTo>
                  <a:cubicBezTo>
                    <a:pt x="25337" y="917"/>
                    <a:pt x="25289" y="452"/>
                    <a:pt x="25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>
            <a:spLocks noGrp="1"/>
          </p:cNvSpPr>
          <p:nvPr>
            <p:ph type="subTitle" idx="1"/>
          </p:nvPr>
        </p:nvSpPr>
        <p:spPr>
          <a:xfrm>
            <a:off x="102228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2"/>
          </p:nvPr>
        </p:nvSpPr>
        <p:spPr>
          <a:xfrm>
            <a:off x="102228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3"/>
          </p:nvPr>
        </p:nvSpPr>
        <p:spPr>
          <a:xfrm>
            <a:off x="361185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4"/>
          </p:nvPr>
        </p:nvSpPr>
        <p:spPr>
          <a:xfrm>
            <a:off x="361185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5"/>
          </p:nvPr>
        </p:nvSpPr>
        <p:spPr>
          <a:xfrm>
            <a:off x="620142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/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6"/>
          </p:nvPr>
        </p:nvSpPr>
        <p:spPr>
          <a:xfrm>
            <a:off x="620142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18"/>
          <p:cNvGrpSpPr/>
          <p:nvPr/>
        </p:nvGrpSpPr>
        <p:grpSpPr>
          <a:xfrm>
            <a:off x="-8552" y="-8553"/>
            <a:ext cx="789378" cy="1526463"/>
            <a:chOff x="8354456" y="-2220"/>
            <a:chExt cx="789378" cy="1526463"/>
          </a:xfrm>
        </p:grpSpPr>
        <p:sp>
          <p:nvSpPr>
            <p:cNvPr id="229" name="Google Shape;229;p18"/>
            <p:cNvSpPr/>
            <p:nvPr/>
          </p:nvSpPr>
          <p:spPr>
            <a:xfrm flipH="1">
              <a:off x="8354840" y="-2220"/>
              <a:ext cx="788994" cy="1526463"/>
            </a:xfrm>
            <a:custGeom>
              <a:avLst/>
              <a:gdLst/>
              <a:ahLst/>
              <a:cxnLst/>
              <a:rect l="l" t="t" r="r" b="b"/>
              <a:pathLst>
                <a:path w="24658" h="47661" extrusionOk="0">
                  <a:moveTo>
                    <a:pt x="0" y="0"/>
                  </a:moveTo>
                  <a:cubicBezTo>
                    <a:pt x="2108" y="2286"/>
                    <a:pt x="3977" y="4501"/>
                    <a:pt x="5120" y="6632"/>
                  </a:cubicBezTo>
                  <a:cubicBezTo>
                    <a:pt x="10609" y="16835"/>
                    <a:pt x="11621" y="30337"/>
                    <a:pt x="16824" y="39564"/>
                  </a:cubicBezTo>
                  <a:cubicBezTo>
                    <a:pt x="18705" y="42934"/>
                    <a:pt x="21646" y="45339"/>
                    <a:pt x="24658" y="47661"/>
                  </a:cubicBezTo>
                  <a:lnTo>
                    <a:pt x="24658" y="43624"/>
                  </a:lnTo>
                  <a:cubicBezTo>
                    <a:pt x="22408" y="41969"/>
                    <a:pt x="20348" y="40041"/>
                    <a:pt x="18883" y="37278"/>
                  </a:cubicBezTo>
                  <a:cubicBezTo>
                    <a:pt x="13740" y="27456"/>
                    <a:pt x="12871" y="15954"/>
                    <a:pt x="7918" y="6096"/>
                  </a:cubicBezTo>
                  <a:cubicBezTo>
                    <a:pt x="6953" y="4179"/>
                    <a:pt x="5358" y="2131"/>
                    <a:pt x="3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 flipH="1">
              <a:off x="8354840" y="-2220"/>
              <a:ext cx="563860" cy="1257624"/>
            </a:xfrm>
            <a:custGeom>
              <a:avLst/>
              <a:gdLst/>
              <a:ahLst/>
              <a:cxnLst/>
              <a:rect l="l" t="t" r="r" b="b"/>
              <a:pathLst>
                <a:path w="17622" h="39267" extrusionOk="0">
                  <a:moveTo>
                    <a:pt x="1" y="0"/>
                  </a:moveTo>
                  <a:cubicBezTo>
                    <a:pt x="1465" y="1881"/>
                    <a:pt x="2739" y="3691"/>
                    <a:pt x="3513" y="5358"/>
                  </a:cubicBezTo>
                  <a:cubicBezTo>
                    <a:pt x="7799" y="14561"/>
                    <a:pt x="8561" y="25706"/>
                    <a:pt x="13669" y="34730"/>
                  </a:cubicBezTo>
                  <a:cubicBezTo>
                    <a:pt x="14729" y="36600"/>
                    <a:pt x="16098" y="38040"/>
                    <a:pt x="17622" y="39267"/>
                  </a:cubicBezTo>
                  <a:lnTo>
                    <a:pt x="17622" y="34933"/>
                  </a:lnTo>
                  <a:cubicBezTo>
                    <a:pt x="16705" y="34052"/>
                    <a:pt x="15919" y="33064"/>
                    <a:pt x="15265" y="31968"/>
                  </a:cubicBezTo>
                  <a:cubicBezTo>
                    <a:pt x="10335" y="23622"/>
                    <a:pt x="9716" y="13168"/>
                    <a:pt x="6002" y="4477"/>
                  </a:cubicBezTo>
                  <a:cubicBezTo>
                    <a:pt x="5394" y="3048"/>
                    <a:pt x="4454" y="1548"/>
                    <a:pt x="3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 flipH="1">
              <a:off x="8354840" y="-2220"/>
              <a:ext cx="354692" cy="973540"/>
            </a:xfrm>
            <a:custGeom>
              <a:avLst/>
              <a:gdLst/>
              <a:ahLst/>
              <a:cxnLst/>
              <a:rect l="l" t="t" r="r" b="b"/>
              <a:pathLst>
                <a:path w="11085" h="30397" extrusionOk="0">
                  <a:moveTo>
                    <a:pt x="0" y="0"/>
                  </a:moveTo>
                  <a:cubicBezTo>
                    <a:pt x="715" y="1095"/>
                    <a:pt x="1334" y="2250"/>
                    <a:pt x="1834" y="3465"/>
                  </a:cubicBezTo>
                  <a:cubicBezTo>
                    <a:pt x="5001" y="11620"/>
                    <a:pt x="5453" y="21348"/>
                    <a:pt x="10144" y="29051"/>
                  </a:cubicBezTo>
                  <a:cubicBezTo>
                    <a:pt x="10430" y="29516"/>
                    <a:pt x="10740" y="29968"/>
                    <a:pt x="11085" y="30397"/>
                  </a:cubicBezTo>
                  <a:lnTo>
                    <a:pt x="11085" y="25467"/>
                  </a:lnTo>
                  <a:cubicBezTo>
                    <a:pt x="7061" y="18383"/>
                    <a:pt x="6739" y="9787"/>
                    <a:pt x="4096" y="2357"/>
                  </a:cubicBezTo>
                  <a:cubicBezTo>
                    <a:pt x="3786" y="1548"/>
                    <a:pt x="3429" y="762"/>
                    <a:pt x="3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 flipH="1">
              <a:off x="8354456" y="-2220"/>
              <a:ext cx="168019" cy="639493"/>
            </a:xfrm>
            <a:custGeom>
              <a:avLst/>
              <a:gdLst/>
              <a:ahLst/>
              <a:cxnLst/>
              <a:rect l="l" t="t" r="r" b="b"/>
              <a:pathLst>
                <a:path w="5251" h="19967" extrusionOk="0">
                  <a:moveTo>
                    <a:pt x="0" y="0"/>
                  </a:moveTo>
                  <a:cubicBezTo>
                    <a:pt x="155" y="393"/>
                    <a:pt x="298" y="786"/>
                    <a:pt x="429" y="1167"/>
                  </a:cubicBezTo>
                  <a:cubicBezTo>
                    <a:pt x="2322" y="7215"/>
                    <a:pt x="2691" y="14026"/>
                    <a:pt x="5251" y="19967"/>
                  </a:cubicBezTo>
                  <a:lnTo>
                    <a:pt x="5251" y="12978"/>
                  </a:lnTo>
                  <a:cubicBezTo>
                    <a:pt x="4156" y="8680"/>
                    <a:pt x="3727" y="4155"/>
                    <a:pt x="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18"/>
          <p:cNvGrpSpPr/>
          <p:nvPr/>
        </p:nvGrpSpPr>
        <p:grpSpPr>
          <a:xfrm rot="10800000">
            <a:off x="7948520" y="2342293"/>
            <a:ext cx="1207947" cy="2809753"/>
            <a:chOff x="238125" y="846675"/>
            <a:chExt cx="1032875" cy="2402525"/>
          </a:xfrm>
        </p:grpSpPr>
        <p:sp>
          <p:nvSpPr>
            <p:cNvPr id="234" name="Google Shape;234;p18"/>
            <p:cNvSpPr/>
            <p:nvPr/>
          </p:nvSpPr>
          <p:spPr>
            <a:xfrm>
              <a:off x="238125" y="846675"/>
              <a:ext cx="1032875" cy="2402525"/>
            </a:xfrm>
            <a:custGeom>
              <a:avLst/>
              <a:gdLst/>
              <a:ahLst/>
              <a:cxnLst/>
              <a:rect l="l" t="t" r="r" b="b"/>
              <a:pathLst>
                <a:path w="41315" h="96101" extrusionOk="0">
                  <a:moveTo>
                    <a:pt x="37183" y="0"/>
                  </a:moveTo>
                  <a:cubicBezTo>
                    <a:pt x="34683" y="2857"/>
                    <a:pt x="32349" y="5632"/>
                    <a:pt x="30813" y="8322"/>
                  </a:cubicBezTo>
                  <a:cubicBezTo>
                    <a:pt x="24122" y="20026"/>
                    <a:pt x="30039" y="34623"/>
                    <a:pt x="23801" y="45684"/>
                  </a:cubicBezTo>
                  <a:cubicBezTo>
                    <a:pt x="18717" y="54685"/>
                    <a:pt x="3762" y="56769"/>
                    <a:pt x="0" y="66103"/>
                  </a:cubicBezTo>
                  <a:lnTo>
                    <a:pt x="0" y="71806"/>
                  </a:lnTo>
                  <a:cubicBezTo>
                    <a:pt x="2524" y="78843"/>
                    <a:pt x="11466" y="88154"/>
                    <a:pt x="3691" y="91202"/>
                  </a:cubicBezTo>
                  <a:cubicBezTo>
                    <a:pt x="2500" y="91666"/>
                    <a:pt x="1262" y="91987"/>
                    <a:pt x="0" y="92154"/>
                  </a:cubicBezTo>
                  <a:lnTo>
                    <a:pt x="0" y="96083"/>
                  </a:lnTo>
                  <a:cubicBezTo>
                    <a:pt x="313" y="96095"/>
                    <a:pt x="624" y="96101"/>
                    <a:pt x="934" y="96101"/>
                  </a:cubicBezTo>
                  <a:cubicBezTo>
                    <a:pt x="3482" y="96101"/>
                    <a:pt x="5941" y="95695"/>
                    <a:pt x="8287" y="94654"/>
                  </a:cubicBezTo>
                  <a:cubicBezTo>
                    <a:pt x="19181" y="89844"/>
                    <a:pt x="3381" y="77736"/>
                    <a:pt x="3881" y="71009"/>
                  </a:cubicBezTo>
                  <a:cubicBezTo>
                    <a:pt x="4727" y="59626"/>
                    <a:pt x="25146" y="57448"/>
                    <a:pt x="30170" y="47470"/>
                  </a:cubicBezTo>
                  <a:cubicBezTo>
                    <a:pt x="36028" y="35826"/>
                    <a:pt x="28134" y="21288"/>
                    <a:pt x="34826" y="8882"/>
                  </a:cubicBezTo>
                  <a:cubicBezTo>
                    <a:pt x="36397" y="5989"/>
                    <a:pt x="38779" y="3036"/>
                    <a:pt x="41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238125" y="2824875"/>
              <a:ext cx="55975" cy="206300"/>
            </a:xfrm>
            <a:custGeom>
              <a:avLst/>
              <a:gdLst/>
              <a:ahLst/>
              <a:cxnLst/>
              <a:rect l="l" t="t" r="r" b="b"/>
              <a:pathLst>
                <a:path w="2239" h="8252" extrusionOk="0">
                  <a:moveTo>
                    <a:pt x="0" y="1"/>
                  </a:moveTo>
                  <a:lnTo>
                    <a:pt x="0" y="8252"/>
                  </a:lnTo>
                  <a:cubicBezTo>
                    <a:pt x="2238" y="6859"/>
                    <a:pt x="1464" y="369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238125" y="846675"/>
              <a:ext cx="825125" cy="1458525"/>
            </a:xfrm>
            <a:custGeom>
              <a:avLst/>
              <a:gdLst/>
              <a:ahLst/>
              <a:cxnLst/>
              <a:rect l="l" t="t" r="r" b="b"/>
              <a:pathLst>
                <a:path w="33005" h="58341" extrusionOk="0">
                  <a:moveTo>
                    <a:pt x="28837" y="0"/>
                  </a:moveTo>
                  <a:cubicBezTo>
                    <a:pt x="26503" y="2488"/>
                    <a:pt x="24384" y="4882"/>
                    <a:pt x="23003" y="7144"/>
                  </a:cubicBezTo>
                  <a:cubicBezTo>
                    <a:pt x="16574" y="17693"/>
                    <a:pt x="19300" y="31528"/>
                    <a:pt x="12621" y="41719"/>
                  </a:cubicBezTo>
                  <a:cubicBezTo>
                    <a:pt x="9644" y="46256"/>
                    <a:pt x="4453" y="49339"/>
                    <a:pt x="0" y="52768"/>
                  </a:cubicBezTo>
                  <a:lnTo>
                    <a:pt x="0" y="58341"/>
                  </a:lnTo>
                  <a:cubicBezTo>
                    <a:pt x="5465" y="53221"/>
                    <a:pt x="14049" y="50018"/>
                    <a:pt x="17943" y="43755"/>
                  </a:cubicBezTo>
                  <a:cubicBezTo>
                    <a:pt x="24491" y="33242"/>
                    <a:pt x="20324" y="18824"/>
                    <a:pt x="26872" y="7727"/>
                  </a:cubicBezTo>
                  <a:cubicBezTo>
                    <a:pt x="28337" y="5263"/>
                    <a:pt x="30575" y="2679"/>
                    <a:pt x="33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238125" y="846675"/>
              <a:ext cx="616750" cy="1191525"/>
            </a:xfrm>
            <a:custGeom>
              <a:avLst/>
              <a:gdLst/>
              <a:ahLst/>
              <a:cxnLst/>
              <a:rect l="l" t="t" r="r" b="b"/>
              <a:pathLst>
                <a:path w="24670" h="47661" extrusionOk="0">
                  <a:moveTo>
                    <a:pt x="21134" y="0"/>
                  </a:moveTo>
                  <a:cubicBezTo>
                    <a:pt x="19300" y="2131"/>
                    <a:pt x="17717" y="4179"/>
                    <a:pt x="16740" y="6096"/>
                  </a:cubicBezTo>
                  <a:cubicBezTo>
                    <a:pt x="11787" y="15954"/>
                    <a:pt x="10918" y="27456"/>
                    <a:pt x="5775" y="37278"/>
                  </a:cubicBezTo>
                  <a:cubicBezTo>
                    <a:pt x="4322" y="40041"/>
                    <a:pt x="2250" y="41969"/>
                    <a:pt x="0" y="43624"/>
                  </a:cubicBezTo>
                  <a:lnTo>
                    <a:pt x="0" y="47661"/>
                  </a:lnTo>
                  <a:cubicBezTo>
                    <a:pt x="3012" y="45339"/>
                    <a:pt x="5953" y="42934"/>
                    <a:pt x="7846" y="39564"/>
                  </a:cubicBezTo>
                  <a:cubicBezTo>
                    <a:pt x="13037" y="30337"/>
                    <a:pt x="14049" y="16835"/>
                    <a:pt x="19538" y="6632"/>
                  </a:cubicBezTo>
                  <a:cubicBezTo>
                    <a:pt x="20693" y="4501"/>
                    <a:pt x="22562" y="2286"/>
                    <a:pt x="24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238125" y="846675"/>
              <a:ext cx="440550" cy="981675"/>
            </a:xfrm>
            <a:custGeom>
              <a:avLst/>
              <a:gdLst/>
              <a:ahLst/>
              <a:cxnLst/>
              <a:rect l="l" t="t" r="r" b="b"/>
              <a:pathLst>
                <a:path w="17622" h="39267" extrusionOk="0">
                  <a:moveTo>
                    <a:pt x="14264" y="0"/>
                  </a:moveTo>
                  <a:cubicBezTo>
                    <a:pt x="13168" y="1548"/>
                    <a:pt x="12228" y="3048"/>
                    <a:pt x="11621" y="4477"/>
                  </a:cubicBezTo>
                  <a:cubicBezTo>
                    <a:pt x="7906" y="13168"/>
                    <a:pt x="7299" y="23622"/>
                    <a:pt x="2357" y="31980"/>
                  </a:cubicBezTo>
                  <a:cubicBezTo>
                    <a:pt x="1703" y="33064"/>
                    <a:pt x="917" y="34052"/>
                    <a:pt x="0" y="34933"/>
                  </a:cubicBezTo>
                  <a:lnTo>
                    <a:pt x="0" y="39267"/>
                  </a:lnTo>
                  <a:cubicBezTo>
                    <a:pt x="1524" y="38040"/>
                    <a:pt x="2893" y="36600"/>
                    <a:pt x="3953" y="34730"/>
                  </a:cubicBezTo>
                  <a:cubicBezTo>
                    <a:pt x="9061" y="25706"/>
                    <a:pt x="9835" y="14561"/>
                    <a:pt x="14109" y="5358"/>
                  </a:cubicBezTo>
                  <a:cubicBezTo>
                    <a:pt x="14883" y="3691"/>
                    <a:pt x="16157" y="1893"/>
                    <a:pt x="17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238125" y="846675"/>
              <a:ext cx="277125" cy="759925"/>
            </a:xfrm>
            <a:custGeom>
              <a:avLst/>
              <a:gdLst/>
              <a:ahLst/>
              <a:cxnLst/>
              <a:rect l="l" t="t" r="r" b="b"/>
              <a:pathLst>
                <a:path w="11085" h="30397" extrusionOk="0">
                  <a:moveTo>
                    <a:pt x="8072" y="0"/>
                  </a:moveTo>
                  <a:cubicBezTo>
                    <a:pt x="7656" y="762"/>
                    <a:pt x="7299" y="1548"/>
                    <a:pt x="7001" y="2357"/>
                  </a:cubicBezTo>
                  <a:cubicBezTo>
                    <a:pt x="4358" y="9787"/>
                    <a:pt x="4024" y="18383"/>
                    <a:pt x="0" y="25467"/>
                  </a:cubicBezTo>
                  <a:lnTo>
                    <a:pt x="0" y="30397"/>
                  </a:lnTo>
                  <a:cubicBezTo>
                    <a:pt x="345" y="29968"/>
                    <a:pt x="655" y="29516"/>
                    <a:pt x="941" y="29051"/>
                  </a:cubicBezTo>
                  <a:cubicBezTo>
                    <a:pt x="5632" y="21360"/>
                    <a:pt x="6084" y="11632"/>
                    <a:pt x="9251" y="3465"/>
                  </a:cubicBezTo>
                  <a:cubicBezTo>
                    <a:pt x="9751" y="2262"/>
                    <a:pt x="10370" y="1095"/>
                    <a:pt x="11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238125" y="846675"/>
              <a:ext cx="131275" cy="499175"/>
            </a:xfrm>
            <a:custGeom>
              <a:avLst/>
              <a:gdLst/>
              <a:ahLst/>
              <a:cxnLst/>
              <a:rect l="l" t="t" r="r" b="b"/>
              <a:pathLst>
                <a:path w="5251" h="19967" extrusionOk="0">
                  <a:moveTo>
                    <a:pt x="2679" y="0"/>
                  </a:moveTo>
                  <a:cubicBezTo>
                    <a:pt x="1512" y="4155"/>
                    <a:pt x="1083" y="8680"/>
                    <a:pt x="0" y="12978"/>
                  </a:cubicBezTo>
                  <a:lnTo>
                    <a:pt x="0" y="19967"/>
                  </a:lnTo>
                  <a:cubicBezTo>
                    <a:pt x="2548" y="14026"/>
                    <a:pt x="2929" y="7215"/>
                    <a:pt x="4822" y="1167"/>
                  </a:cubicBezTo>
                  <a:cubicBezTo>
                    <a:pt x="4941" y="786"/>
                    <a:pt x="5084" y="393"/>
                    <a:pt x="5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subTitle" idx="1"/>
          </p:nvPr>
        </p:nvSpPr>
        <p:spPr>
          <a:xfrm>
            <a:off x="1023100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title"/>
          </p:nvPr>
        </p:nvSpPr>
        <p:spPr>
          <a:xfrm>
            <a:off x="1024800" y="195978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44" name="Google Shape;244;p19"/>
          <p:cNvSpPr txBox="1">
            <a:spLocks noGrp="1"/>
          </p:cNvSpPr>
          <p:nvPr>
            <p:ph type="subTitle" idx="2"/>
          </p:nvPr>
        </p:nvSpPr>
        <p:spPr>
          <a:xfrm>
            <a:off x="3585154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9"/>
          <p:cNvSpPr txBox="1">
            <a:spLocks noGrp="1"/>
          </p:cNvSpPr>
          <p:nvPr>
            <p:ph type="title" idx="3"/>
          </p:nvPr>
        </p:nvSpPr>
        <p:spPr>
          <a:xfrm>
            <a:off x="3586861" y="195978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46" name="Google Shape;246;p19"/>
          <p:cNvSpPr txBox="1">
            <a:spLocks noGrp="1"/>
          </p:cNvSpPr>
          <p:nvPr>
            <p:ph type="subTitle" idx="4"/>
          </p:nvPr>
        </p:nvSpPr>
        <p:spPr>
          <a:xfrm>
            <a:off x="6147206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title" idx="5"/>
          </p:nvPr>
        </p:nvSpPr>
        <p:spPr>
          <a:xfrm>
            <a:off x="6148922" y="195978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48" name="Google Shape;248;p19"/>
          <p:cNvSpPr txBox="1">
            <a:spLocks noGrp="1"/>
          </p:cNvSpPr>
          <p:nvPr>
            <p:ph type="subTitle" idx="6"/>
          </p:nvPr>
        </p:nvSpPr>
        <p:spPr>
          <a:xfrm>
            <a:off x="1023100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 txBox="1">
            <a:spLocks noGrp="1"/>
          </p:cNvSpPr>
          <p:nvPr>
            <p:ph type="title" idx="7"/>
          </p:nvPr>
        </p:nvSpPr>
        <p:spPr>
          <a:xfrm>
            <a:off x="1024800" y="378109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0" name="Google Shape;250;p19"/>
          <p:cNvSpPr txBox="1">
            <a:spLocks noGrp="1"/>
          </p:cNvSpPr>
          <p:nvPr>
            <p:ph type="subTitle" idx="8"/>
          </p:nvPr>
        </p:nvSpPr>
        <p:spPr>
          <a:xfrm>
            <a:off x="3585163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title" idx="9"/>
          </p:nvPr>
        </p:nvSpPr>
        <p:spPr>
          <a:xfrm>
            <a:off x="3586861" y="378109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13"/>
          </p:nvPr>
        </p:nvSpPr>
        <p:spPr>
          <a:xfrm>
            <a:off x="6148923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title" idx="14"/>
          </p:nvPr>
        </p:nvSpPr>
        <p:spPr>
          <a:xfrm>
            <a:off x="6148922" y="3781099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title" idx="15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9"/>
          <p:cNvSpPr/>
          <p:nvPr/>
        </p:nvSpPr>
        <p:spPr>
          <a:xfrm rot="10800000">
            <a:off x="-17110" y="-2220"/>
            <a:ext cx="707520" cy="1173007"/>
          </a:xfrm>
          <a:custGeom>
            <a:avLst/>
            <a:gdLst/>
            <a:ahLst/>
            <a:cxnLst/>
            <a:rect l="l" t="t" r="r" b="b"/>
            <a:pathLst>
              <a:path w="22110" h="36625" extrusionOk="0">
                <a:moveTo>
                  <a:pt x="22110" y="0"/>
                </a:moveTo>
                <a:cubicBezTo>
                  <a:pt x="21753" y="882"/>
                  <a:pt x="21265" y="1691"/>
                  <a:pt x="20681" y="2441"/>
                </a:cubicBezTo>
                <a:cubicBezTo>
                  <a:pt x="16562" y="7454"/>
                  <a:pt x="4001" y="8347"/>
                  <a:pt x="2000" y="14943"/>
                </a:cubicBezTo>
                <a:cubicBezTo>
                  <a:pt x="0" y="21551"/>
                  <a:pt x="9930" y="29266"/>
                  <a:pt x="10561" y="35731"/>
                </a:cubicBezTo>
                <a:cubicBezTo>
                  <a:pt x="10597" y="36029"/>
                  <a:pt x="10609" y="36326"/>
                  <a:pt x="10597" y="36624"/>
                </a:cubicBezTo>
                <a:lnTo>
                  <a:pt x="13847" y="36624"/>
                </a:lnTo>
                <a:cubicBezTo>
                  <a:pt x="14180" y="35600"/>
                  <a:pt x="14347" y="34529"/>
                  <a:pt x="14347" y="33445"/>
                </a:cubicBezTo>
                <a:cubicBezTo>
                  <a:pt x="14216" y="27373"/>
                  <a:pt x="5477" y="19479"/>
                  <a:pt x="7799" y="13443"/>
                </a:cubicBezTo>
                <a:cubicBezTo>
                  <a:pt x="9585" y="8835"/>
                  <a:pt x="16907" y="7763"/>
                  <a:pt x="22110" y="5549"/>
                </a:cubicBezTo>
                <a:lnTo>
                  <a:pt x="221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 rot="10800000">
            <a:off x="-17110" y="-2220"/>
            <a:ext cx="352448" cy="927805"/>
          </a:xfrm>
          <a:custGeom>
            <a:avLst/>
            <a:gdLst/>
            <a:ahLst/>
            <a:cxnLst/>
            <a:rect l="l" t="t" r="r" b="b"/>
            <a:pathLst>
              <a:path w="11014" h="28969" extrusionOk="0">
                <a:moveTo>
                  <a:pt x="11014" y="0"/>
                </a:moveTo>
                <a:cubicBezTo>
                  <a:pt x="7359" y="965"/>
                  <a:pt x="3882" y="2108"/>
                  <a:pt x="2572" y="4882"/>
                </a:cubicBezTo>
                <a:cubicBezTo>
                  <a:pt x="1" y="10335"/>
                  <a:pt x="7573" y="18264"/>
                  <a:pt x="7287" y="23932"/>
                </a:cubicBezTo>
                <a:cubicBezTo>
                  <a:pt x="7204" y="25539"/>
                  <a:pt x="6513" y="27230"/>
                  <a:pt x="5620" y="28968"/>
                </a:cubicBezTo>
                <a:lnTo>
                  <a:pt x="8359" y="28968"/>
                </a:lnTo>
                <a:cubicBezTo>
                  <a:pt x="9430" y="27408"/>
                  <a:pt x="10431" y="25861"/>
                  <a:pt x="11014" y="24337"/>
                </a:cubicBezTo>
                <a:lnTo>
                  <a:pt x="11014" y="18538"/>
                </a:lnTo>
                <a:cubicBezTo>
                  <a:pt x="9657" y="13823"/>
                  <a:pt x="6335" y="8311"/>
                  <a:pt x="8454" y="4572"/>
                </a:cubicBezTo>
                <a:cubicBezTo>
                  <a:pt x="9038" y="3560"/>
                  <a:pt x="9931" y="2822"/>
                  <a:pt x="11014" y="2262"/>
                </a:cubicBezTo>
                <a:lnTo>
                  <a:pt x="11014" y="0"/>
                </a:lnTo>
                <a:close/>
              </a:path>
            </a:pathLst>
          </a:cu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7" name="Google Shape;257;p19"/>
          <p:cNvGrpSpPr/>
          <p:nvPr/>
        </p:nvGrpSpPr>
        <p:grpSpPr>
          <a:xfrm rot="10800000" flipH="1">
            <a:off x="8310236" y="3785763"/>
            <a:ext cx="840553" cy="1363736"/>
            <a:chOff x="6741600" y="846675"/>
            <a:chExt cx="640275" cy="1047175"/>
          </a:xfrm>
        </p:grpSpPr>
        <p:sp>
          <p:nvSpPr>
            <p:cNvPr id="258" name="Google Shape;258;p19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subTitle" idx="1"/>
          </p:nvPr>
        </p:nvSpPr>
        <p:spPr>
          <a:xfrm>
            <a:off x="1732619" y="231228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title"/>
          </p:nvPr>
        </p:nvSpPr>
        <p:spPr>
          <a:xfrm>
            <a:off x="1732619" y="195580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subTitle" idx="2"/>
          </p:nvPr>
        </p:nvSpPr>
        <p:spPr>
          <a:xfrm>
            <a:off x="5199698" y="231228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title" idx="3"/>
          </p:nvPr>
        </p:nvSpPr>
        <p:spPr>
          <a:xfrm>
            <a:off x="5199698" y="195580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4"/>
          </p:nvPr>
        </p:nvSpPr>
        <p:spPr>
          <a:xfrm>
            <a:off x="1732619" y="375183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5"/>
          </p:nvPr>
        </p:nvSpPr>
        <p:spPr>
          <a:xfrm>
            <a:off x="1732619" y="339535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6"/>
          </p:nvPr>
        </p:nvSpPr>
        <p:spPr>
          <a:xfrm>
            <a:off x="5199698" y="375183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title" idx="7"/>
          </p:nvPr>
        </p:nvSpPr>
        <p:spPr>
          <a:xfrm>
            <a:off x="5199698" y="339535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8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title" idx="9" hasCustomPrompt="1"/>
          </p:nvPr>
        </p:nvSpPr>
        <p:spPr>
          <a:xfrm>
            <a:off x="1219432" y="2107446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20"/>
          <p:cNvSpPr txBox="1">
            <a:spLocks noGrp="1"/>
          </p:cNvSpPr>
          <p:nvPr>
            <p:ph type="title" idx="13" hasCustomPrompt="1"/>
          </p:nvPr>
        </p:nvSpPr>
        <p:spPr>
          <a:xfrm>
            <a:off x="4688607" y="210744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20"/>
          <p:cNvSpPr txBox="1">
            <a:spLocks noGrp="1"/>
          </p:cNvSpPr>
          <p:nvPr>
            <p:ph type="title" idx="14" hasCustomPrompt="1"/>
          </p:nvPr>
        </p:nvSpPr>
        <p:spPr>
          <a:xfrm>
            <a:off x="1219432" y="354699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20"/>
          <p:cNvSpPr txBox="1">
            <a:spLocks noGrp="1"/>
          </p:cNvSpPr>
          <p:nvPr>
            <p:ph type="title" idx="15" hasCustomPrompt="1"/>
          </p:nvPr>
        </p:nvSpPr>
        <p:spPr>
          <a:xfrm>
            <a:off x="4688607" y="354699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4" name="Google Shape;274;p20"/>
          <p:cNvGrpSpPr/>
          <p:nvPr/>
        </p:nvGrpSpPr>
        <p:grpSpPr>
          <a:xfrm>
            <a:off x="7884679" y="-39389"/>
            <a:ext cx="1542727" cy="5222278"/>
            <a:chOff x="-5603214" y="12"/>
            <a:chExt cx="858167" cy="2904978"/>
          </a:xfrm>
        </p:grpSpPr>
        <p:sp>
          <p:nvSpPr>
            <p:cNvPr id="275" name="Google Shape;275;p20"/>
            <p:cNvSpPr/>
            <p:nvPr/>
          </p:nvSpPr>
          <p:spPr>
            <a:xfrm>
              <a:off x="-4977826" y="12"/>
              <a:ext cx="232780" cy="2904978"/>
            </a:xfrm>
            <a:custGeom>
              <a:avLst/>
              <a:gdLst/>
              <a:ahLst/>
              <a:cxnLst/>
              <a:rect l="l" t="t" r="r" b="b"/>
              <a:pathLst>
                <a:path w="12205" h="160496" extrusionOk="0">
                  <a:moveTo>
                    <a:pt x="1429" y="0"/>
                  </a:moveTo>
                  <a:cubicBezTo>
                    <a:pt x="1274" y="10775"/>
                    <a:pt x="24" y="21515"/>
                    <a:pt x="12" y="32302"/>
                  </a:cubicBezTo>
                  <a:cubicBezTo>
                    <a:pt x="0" y="42303"/>
                    <a:pt x="953" y="51983"/>
                    <a:pt x="2132" y="61936"/>
                  </a:cubicBezTo>
                  <a:cubicBezTo>
                    <a:pt x="2191" y="62401"/>
                    <a:pt x="2239" y="62865"/>
                    <a:pt x="2286" y="63341"/>
                  </a:cubicBezTo>
                  <a:lnTo>
                    <a:pt x="2286" y="91059"/>
                  </a:lnTo>
                  <a:cubicBezTo>
                    <a:pt x="1703" y="100000"/>
                    <a:pt x="929" y="108942"/>
                    <a:pt x="941" y="117907"/>
                  </a:cubicBezTo>
                  <a:cubicBezTo>
                    <a:pt x="965" y="127849"/>
                    <a:pt x="1763" y="137731"/>
                    <a:pt x="2286" y="147601"/>
                  </a:cubicBezTo>
                  <a:lnTo>
                    <a:pt x="2286" y="160496"/>
                  </a:lnTo>
                  <a:lnTo>
                    <a:pt x="5942" y="160496"/>
                  </a:lnTo>
                  <a:cubicBezTo>
                    <a:pt x="5787" y="156769"/>
                    <a:pt x="5906" y="153031"/>
                    <a:pt x="6287" y="149328"/>
                  </a:cubicBezTo>
                  <a:cubicBezTo>
                    <a:pt x="7323" y="139458"/>
                    <a:pt x="9573" y="129659"/>
                    <a:pt x="9692" y="119741"/>
                  </a:cubicBezTo>
                  <a:cubicBezTo>
                    <a:pt x="9942" y="100643"/>
                    <a:pt x="691" y="82617"/>
                    <a:pt x="6382" y="63496"/>
                  </a:cubicBezTo>
                  <a:cubicBezTo>
                    <a:pt x="9144" y="54257"/>
                    <a:pt x="12204" y="45720"/>
                    <a:pt x="11538" y="36112"/>
                  </a:cubicBezTo>
                  <a:cubicBezTo>
                    <a:pt x="10692" y="23979"/>
                    <a:pt x="7025" y="12109"/>
                    <a:pt x="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-5279611" y="12"/>
              <a:ext cx="388087" cy="2904978"/>
            </a:xfrm>
            <a:custGeom>
              <a:avLst/>
              <a:gdLst/>
              <a:ahLst/>
              <a:cxnLst/>
              <a:rect l="l" t="t" r="r" b="b"/>
              <a:pathLst>
                <a:path w="20348" h="160496" extrusionOk="0">
                  <a:moveTo>
                    <a:pt x="7870" y="0"/>
                  </a:moveTo>
                  <a:cubicBezTo>
                    <a:pt x="6489" y="10966"/>
                    <a:pt x="2096" y="21526"/>
                    <a:pt x="1024" y="32540"/>
                  </a:cubicBezTo>
                  <a:cubicBezTo>
                    <a:pt x="0" y="43196"/>
                    <a:pt x="5989" y="51078"/>
                    <a:pt x="11263" y="60519"/>
                  </a:cubicBezTo>
                  <a:cubicBezTo>
                    <a:pt x="17038" y="70830"/>
                    <a:pt x="16335" y="79915"/>
                    <a:pt x="12561" y="90583"/>
                  </a:cubicBezTo>
                  <a:cubicBezTo>
                    <a:pt x="9263" y="99893"/>
                    <a:pt x="4739" y="109132"/>
                    <a:pt x="5084" y="118931"/>
                  </a:cubicBezTo>
                  <a:cubicBezTo>
                    <a:pt x="5441" y="129290"/>
                    <a:pt x="11609" y="138362"/>
                    <a:pt x="14466" y="148304"/>
                  </a:cubicBezTo>
                  <a:cubicBezTo>
                    <a:pt x="15621" y="152257"/>
                    <a:pt x="16002" y="156388"/>
                    <a:pt x="15597" y="160496"/>
                  </a:cubicBezTo>
                  <a:lnTo>
                    <a:pt x="17062" y="160496"/>
                  </a:lnTo>
                  <a:cubicBezTo>
                    <a:pt x="17276" y="156448"/>
                    <a:pt x="17109" y="152388"/>
                    <a:pt x="16550" y="148387"/>
                  </a:cubicBezTo>
                  <a:cubicBezTo>
                    <a:pt x="15121" y="138124"/>
                    <a:pt x="11799" y="128218"/>
                    <a:pt x="11823" y="117836"/>
                  </a:cubicBezTo>
                  <a:cubicBezTo>
                    <a:pt x="11871" y="98679"/>
                    <a:pt x="20348" y="80569"/>
                    <a:pt x="14883" y="61388"/>
                  </a:cubicBezTo>
                  <a:cubicBezTo>
                    <a:pt x="12073" y="51530"/>
                    <a:pt x="9239" y="42577"/>
                    <a:pt x="9596" y="32385"/>
                  </a:cubicBezTo>
                  <a:cubicBezTo>
                    <a:pt x="9966" y="21538"/>
                    <a:pt x="12525" y="10835"/>
                    <a:pt x="13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-5603214" y="12"/>
              <a:ext cx="649476" cy="2904978"/>
            </a:xfrm>
            <a:custGeom>
              <a:avLst/>
              <a:gdLst/>
              <a:ahLst/>
              <a:cxnLst/>
              <a:rect l="l" t="t" r="r" b="b"/>
              <a:pathLst>
                <a:path w="34053" h="160496" extrusionOk="0">
                  <a:moveTo>
                    <a:pt x="15098" y="0"/>
                  </a:moveTo>
                  <a:cubicBezTo>
                    <a:pt x="12336" y="11275"/>
                    <a:pt x="4644" y="21395"/>
                    <a:pt x="2346" y="32802"/>
                  </a:cubicBezTo>
                  <a:cubicBezTo>
                    <a:pt x="1" y="44386"/>
                    <a:pt x="12431" y="51232"/>
                    <a:pt x="21396" y="58983"/>
                  </a:cubicBezTo>
                  <a:cubicBezTo>
                    <a:pt x="26337" y="63258"/>
                    <a:pt x="30897" y="68127"/>
                    <a:pt x="30278" y="74128"/>
                  </a:cubicBezTo>
                  <a:cubicBezTo>
                    <a:pt x="29707" y="79748"/>
                    <a:pt x="26242" y="85368"/>
                    <a:pt x="23325" y="90440"/>
                  </a:cubicBezTo>
                  <a:cubicBezTo>
                    <a:pt x="17753" y="100143"/>
                    <a:pt x="7406" y="111954"/>
                    <a:pt x="8526" y="123015"/>
                  </a:cubicBezTo>
                  <a:cubicBezTo>
                    <a:pt x="9573" y="133278"/>
                    <a:pt x="21396" y="140041"/>
                    <a:pt x="27040" y="148709"/>
                  </a:cubicBezTo>
                  <a:cubicBezTo>
                    <a:pt x="29778" y="152924"/>
                    <a:pt x="30409" y="156793"/>
                    <a:pt x="29623" y="160496"/>
                  </a:cubicBezTo>
                  <a:lnTo>
                    <a:pt x="31540" y="160496"/>
                  </a:lnTo>
                  <a:cubicBezTo>
                    <a:pt x="32112" y="156650"/>
                    <a:pt x="31659" y="152685"/>
                    <a:pt x="29790" y="148411"/>
                  </a:cubicBezTo>
                  <a:cubicBezTo>
                    <a:pt x="25671" y="138946"/>
                    <a:pt x="16979" y="130778"/>
                    <a:pt x="16348" y="120479"/>
                  </a:cubicBezTo>
                  <a:cubicBezTo>
                    <a:pt x="15729" y="110085"/>
                    <a:pt x="22670" y="99917"/>
                    <a:pt x="27087" y="90380"/>
                  </a:cubicBezTo>
                  <a:cubicBezTo>
                    <a:pt x="32290" y="79105"/>
                    <a:pt x="34053" y="70259"/>
                    <a:pt x="25385" y="59793"/>
                  </a:cubicBezTo>
                  <a:cubicBezTo>
                    <a:pt x="18181" y="51102"/>
                    <a:pt x="9395" y="43672"/>
                    <a:pt x="11026" y="32659"/>
                  </a:cubicBezTo>
                  <a:cubicBezTo>
                    <a:pt x="12693" y="21491"/>
                    <a:pt x="18574" y="11097"/>
                    <a:pt x="2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s">
  <p:cSld name="CUSTOM_6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>
            <a:spLocks noGrp="1"/>
          </p:cNvSpPr>
          <p:nvPr>
            <p:ph type="title" hasCustomPrompt="1"/>
          </p:nvPr>
        </p:nvSpPr>
        <p:spPr>
          <a:xfrm>
            <a:off x="4722600" y="2953525"/>
            <a:ext cx="37032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21"/>
          <p:cNvSpPr txBox="1">
            <a:spLocks noGrp="1"/>
          </p:cNvSpPr>
          <p:nvPr>
            <p:ph type="title" idx="2" hasCustomPrompt="1"/>
          </p:nvPr>
        </p:nvSpPr>
        <p:spPr>
          <a:xfrm>
            <a:off x="1964400" y="1038664"/>
            <a:ext cx="52152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Font typeface="Lilita One"/>
              <a:buNone/>
              <a:defRPr sz="6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21"/>
          <p:cNvSpPr txBox="1">
            <a:spLocks noGrp="1"/>
          </p:cNvSpPr>
          <p:nvPr>
            <p:ph type="subTitle" idx="1"/>
          </p:nvPr>
        </p:nvSpPr>
        <p:spPr>
          <a:xfrm>
            <a:off x="4722600" y="3671525"/>
            <a:ext cx="37032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subTitle" idx="3"/>
          </p:nvPr>
        </p:nvSpPr>
        <p:spPr>
          <a:xfrm>
            <a:off x="1964400" y="1832875"/>
            <a:ext cx="52152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953525"/>
            <a:ext cx="36996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284" name="Google Shape;284;p21"/>
          <p:cNvSpPr txBox="1">
            <a:spLocks noGrp="1"/>
          </p:cNvSpPr>
          <p:nvPr>
            <p:ph type="subTitle" idx="5"/>
          </p:nvPr>
        </p:nvSpPr>
        <p:spPr>
          <a:xfrm>
            <a:off x="720000" y="3671525"/>
            <a:ext cx="36996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grpSp>
        <p:nvGrpSpPr>
          <p:cNvPr id="285" name="Google Shape;285;p21"/>
          <p:cNvGrpSpPr/>
          <p:nvPr/>
        </p:nvGrpSpPr>
        <p:grpSpPr>
          <a:xfrm rot="-9122183">
            <a:off x="-4202291" y="-1709727"/>
            <a:ext cx="5437509" cy="4025466"/>
            <a:chOff x="12463924" y="-129923"/>
            <a:chExt cx="4010233" cy="2968834"/>
          </a:xfrm>
        </p:grpSpPr>
        <p:sp>
          <p:nvSpPr>
            <p:cNvPr id="286" name="Google Shape;286;p21"/>
            <p:cNvSpPr/>
            <p:nvPr/>
          </p:nvSpPr>
          <p:spPr>
            <a:xfrm flipH="1">
              <a:off x="12463924" y="-129923"/>
              <a:ext cx="4010233" cy="2968834"/>
            </a:xfrm>
            <a:custGeom>
              <a:avLst/>
              <a:gdLst/>
              <a:ahLst/>
              <a:cxnLst/>
              <a:rect l="l" t="t" r="r" b="b"/>
              <a:pathLst>
                <a:path w="83062" h="61492" extrusionOk="0">
                  <a:moveTo>
                    <a:pt x="56422" y="868"/>
                  </a:moveTo>
                  <a:cubicBezTo>
                    <a:pt x="57440" y="868"/>
                    <a:pt x="58459" y="875"/>
                    <a:pt x="59477" y="889"/>
                  </a:cubicBezTo>
                  <a:cubicBezTo>
                    <a:pt x="61859" y="952"/>
                    <a:pt x="64261" y="1141"/>
                    <a:pt x="66559" y="1816"/>
                  </a:cubicBezTo>
                  <a:cubicBezTo>
                    <a:pt x="67950" y="2237"/>
                    <a:pt x="69594" y="2806"/>
                    <a:pt x="70458" y="4050"/>
                  </a:cubicBezTo>
                  <a:cubicBezTo>
                    <a:pt x="72587" y="7253"/>
                    <a:pt x="74757" y="10478"/>
                    <a:pt x="76443" y="13956"/>
                  </a:cubicBezTo>
                  <a:cubicBezTo>
                    <a:pt x="78593" y="18466"/>
                    <a:pt x="80132" y="23250"/>
                    <a:pt x="81038" y="28161"/>
                  </a:cubicBezTo>
                  <a:cubicBezTo>
                    <a:pt x="81818" y="32460"/>
                    <a:pt x="77561" y="35179"/>
                    <a:pt x="74083" y="36402"/>
                  </a:cubicBezTo>
                  <a:cubicBezTo>
                    <a:pt x="60784" y="40849"/>
                    <a:pt x="48159" y="47108"/>
                    <a:pt x="36567" y="55033"/>
                  </a:cubicBezTo>
                  <a:cubicBezTo>
                    <a:pt x="34776" y="56210"/>
                    <a:pt x="31958" y="58031"/>
                    <a:pt x="29483" y="58031"/>
                  </a:cubicBezTo>
                  <a:cubicBezTo>
                    <a:pt x="28989" y="58031"/>
                    <a:pt x="28509" y="57959"/>
                    <a:pt x="28053" y="57794"/>
                  </a:cubicBezTo>
                  <a:cubicBezTo>
                    <a:pt x="23268" y="56023"/>
                    <a:pt x="18189" y="55834"/>
                    <a:pt x="13257" y="54696"/>
                  </a:cubicBezTo>
                  <a:cubicBezTo>
                    <a:pt x="11318" y="54295"/>
                    <a:pt x="11487" y="51155"/>
                    <a:pt x="11571" y="49764"/>
                  </a:cubicBezTo>
                  <a:lnTo>
                    <a:pt x="11571" y="49743"/>
                  </a:lnTo>
                  <a:cubicBezTo>
                    <a:pt x="11824" y="45928"/>
                    <a:pt x="11255" y="42092"/>
                    <a:pt x="9864" y="38530"/>
                  </a:cubicBezTo>
                  <a:cubicBezTo>
                    <a:pt x="8431" y="34821"/>
                    <a:pt x="6429" y="31343"/>
                    <a:pt x="4426" y="27908"/>
                  </a:cubicBezTo>
                  <a:cubicBezTo>
                    <a:pt x="3520" y="26264"/>
                    <a:pt x="2256" y="23861"/>
                    <a:pt x="2993" y="21922"/>
                  </a:cubicBezTo>
                  <a:cubicBezTo>
                    <a:pt x="5017" y="16653"/>
                    <a:pt x="7314" y="11637"/>
                    <a:pt x="10623" y="7022"/>
                  </a:cubicBezTo>
                  <a:cubicBezTo>
                    <a:pt x="12351" y="4724"/>
                    <a:pt x="15576" y="3945"/>
                    <a:pt x="18273" y="3649"/>
                  </a:cubicBezTo>
                  <a:cubicBezTo>
                    <a:pt x="24322" y="3080"/>
                    <a:pt x="30329" y="2280"/>
                    <a:pt x="36378" y="1753"/>
                  </a:cubicBezTo>
                  <a:cubicBezTo>
                    <a:pt x="43037" y="1167"/>
                    <a:pt x="49727" y="868"/>
                    <a:pt x="56422" y="868"/>
                  </a:cubicBezTo>
                  <a:close/>
                  <a:moveTo>
                    <a:pt x="48930" y="1"/>
                  </a:moveTo>
                  <a:cubicBezTo>
                    <a:pt x="46530" y="1"/>
                    <a:pt x="44130" y="37"/>
                    <a:pt x="41731" y="109"/>
                  </a:cubicBezTo>
                  <a:cubicBezTo>
                    <a:pt x="34881" y="298"/>
                    <a:pt x="28032" y="783"/>
                    <a:pt x="21182" y="1078"/>
                  </a:cubicBezTo>
                  <a:cubicBezTo>
                    <a:pt x="18020" y="1205"/>
                    <a:pt x="14227" y="2006"/>
                    <a:pt x="11908" y="4345"/>
                  </a:cubicBezTo>
                  <a:cubicBezTo>
                    <a:pt x="7609" y="8687"/>
                    <a:pt x="4237" y="13513"/>
                    <a:pt x="1054" y="18698"/>
                  </a:cubicBezTo>
                  <a:cubicBezTo>
                    <a:pt x="0" y="20468"/>
                    <a:pt x="1412" y="23166"/>
                    <a:pt x="2234" y="24725"/>
                  </a:cubicBezTo>
                  <a:cubicBezTo>
                    <a:pt x="6281" y="32229"/>
                    <a:pt x="10264" y="39879"/>
                    <a:pt x="9674" y="48626"/>
                  </a:cubicBezTo>
                  <a:cubicBezTo>
                    <a:pt x="9569" y="50312"/>
                    <a:pt x="9295" y="53621"/>
                    <a:pt x="11108" y="54611"/>
                  </a:cubicBezTo>
                  <a:cubicBezTo>
                    <a:pt x="15281" y="56951"/>
                    <a:pt x="19896" y="58342"/>
                    <a:pt x="23859" y="61039"/>
                  </a:cubicBezTo>
                  <a:cubicBezTo>
                    <a:pt x="24353" y="61359"/>
                    <a:pt x="24914" y="61492"/>
                    <a:pt x="25509" y="61492"/>
                  </a:cubicBezTo>
                  <a:cubicBezTo>
                    <a:pt x="27780" y="61492"/>
                    <a:pt x="30554" y="59551"/>
                    <a:pt x="32057" y="58616"/>
                  </a:cubicBezTo>
                  <a:cubicBezTo>
                    <a:pt x="44808" y="50417"/>
                    <a:pt x="58697" y="44769"/>
                    <a:pt x="73430" y="41249"/>
                  </a:cubicBezTo>
                  <a:cubicBezTo>
                    <a:pt x="77518" y="40216"/>
                    <a:pt x="82703" y="37645"/>
                    <a:pt x="82872" y="32798"/>
                  </a:cubicBezTo>
                  <a:cubicBezTo>
                    <a:pt x="83061" y="27339"/>
                    <a:pt x="82556" y="21880"/>
                    <a:pt x="81396" y="16527"/>
                  </a:cubicBezTo>
                  <a:cubicBezTo>
                    <a:pt x="80532" y="12586"/>
                    <a:pt x="79183" y="8792"/>
                    <a:pt x="77940" y="4956"/>
                  </a:cubicBezTo>
                  <a:cubicBezTo>
                    <a:pt x="77434" y="3523"/>
                    <a:pt x="75790" y="2743"/>
                    <a:pt x="74483" y="2237"/>
                  </a:cubicBezTo>
                  <a:cubicBezTo>
                    <a:pt x="72144" y="1310"/>
                    <a:pt x="69594" y="931"/>
                    <a:pt x="67086" y="699"/>
                  </a:cubicBezTo>
                  <a:cubicBezTo>
                    <a:pt x="61048" y="231"/>
                    <a:pt x="54988" y="1"/>
                    <a:pt x="48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 flipH="1">
              <a:off x="12622668" y="-56682"/>
              <a:ext cx="3632732" cy="2560337"/>
            </a:xfrm>
            <a:custGeom>
              <a:avLst/>
              <a:gdLst/>
              <a:ahLst/>
              <a:cxnLst/>
              <a:rect l="l" t="t" r="r" b="b"/>
              <a:pathLst>
                <a:path w="75243" h="53031" extrusionOk="0">
                  <a:moveTo>
                    <a:pt x="45555" y="944"/>
                  </a:moveTo>
                  <a:cubicBezTo>
                    <a:pt x="47895" y="944"/>
                    <a:pt x="50295" y="1283"/>
                    <a:pt x="52164" y="2470"/>
                  </a:cubicBezTo>
                  <a:cubicBezTo>
                    <a:pt x="59119" y="6980"/>
                    <a:pt x="65463" y="12312"/>
                    <a:pt x="70121" y="19246"/>
                  </a:cubicBezTo>
                  <a:cubicBezTo>
                    <a:pt x="72102" y="22113"/>
                    <a:pt x="69973" y="24937"/>
                    <a:pt x="67465" y="26454"/>
                  </a:cubicBezTo>
                  <a:cubicBezTo>
                    <a:pt x="57539" y="32103"/>
                    <a:pt x="48392" y="38910"/>
                    <a:pt x="39603" y="46181"/>
                  </a:cubicBezTo>
                  <a:cubicBezTo>
                    <a:pt x="37472" y="47878"/>
                    <a:pt x="34639" y="49556"/>
                    <a:pt x="31796" y="49556"/>
                  </a:cubicBezTo>
                  <a:cubicBezTo>
                    <a:pt x="31602" y="49556"/>
                    <a:pt x="31408" y="49549"/>
                    <a:pt x="31214" y="49532"/>
                  </a:cubicBezTo>
                  <a:cubicBezTo>
                    <a:pt x="30447" y="49478"/>
                    <a:pt x="29682" y="49453"/>
                    <a:pt x="28918" y="49453"/>
                  </a:cubicBezTo>
                  <a:cubicBezTo>
                    <a:pt x="23731" y="49453"/>
                    <a:pt x="18642" y="50606"/>
                    <a:pt x="13553" y="51598"/>
                  </a:cubicBezTo>
                  <a:cubicBezTo>
                    <a:pt x="13439" y="51609"/>
                    <a:pt x="13331" y="51615"/>
                    <a:pt x="13228" y="51615"/>
                  </a:cubicBezTo>
                  <a:cubicBezTo>
                    <a:pt x="11591" y="51615"/>
                    <a:pt x="11249" y="50236"/>
                    <a:pt x="11150" y="48689"/>
                  </a:cubicBezTo>
                  <a:lnTo>
                    <a:pt x="11150" y="48668"/>
                  </a:lnTo>
                  <a:cubicBezTo>
                    <a:pt x="11129" y="45591"/>
                    <a:pt x="10476" y="42535"/>
                    <a:pt x="9211" y="39711"/>
                  </a:cubicBezTo>
                  <a:cubicBezTo>
                    <a:pt x="7883" y="36802"/>
                    <a:pt x="6113" y="34126"/>
                    <a:pt x="4237" y="31533"/>
                  </a:cubicBezTo>
                  <a:cubicBezTo>
                    <a:pt x="3141" y="30058"/>
                    <a:pt x="2256" y="27993"/>
                    <a:pt x="2530" y="26096"/>
                  </a:cubicBezTo>
                  <a:cubicBezTo>
                    <a:pt x="3331" y="20953"/>
                    <a:pt x="3984" y="15790"/>
                    <a:pt x="5502" y="10774"/>
                  </a:cubicBezTo>
                  <a:cubicBezTo>
                    <a:pt x="6155" y="8624"/>
                    <a:pt x="8537" y="7675"/>
                    <a:pt x="10518" y="7212"/>
                  </a:cubicBezTo>
                  <a:cubicBezTo>
                    <a:pt x="20950" y="5020"/>
                    <a:pt x="31278" y="2364"/>
                    <a:pt x="41879" y="1163"/>
                  </a:cubicBezTo>
                  <a:cubicBezTo>
                    <a:pt x="43023" y="1044"/>
                    <a:pt x="44280" y="944"/>
                    <a:pt x="45555" y="944"/>
                  </a:cubicBezTo>
                  <a:close/>
                  <a:moveTo>
                    <a:pt x="50285" y="1"/>
                  </a:moveTo>
                  <a:cubicBezTo>
                    <a:pt x="49489" y="1"/>
                    <a:pt x="48726" y="24"/>
                    <a:pt x="48033" y="46"/>
                  </a:cubicBezTo>
                  <a:cubicBezTo>
                    <a:pt x="35788" y="657"/>
                    <a:pt x="23859" y="2891"/>
                    <a:pt x="11761" y="4683"/>
                  </a:cubicBezTo>
                  <a:cubicBezTo>
                    <a:pt x="9485" y="5062"/>
                    <a:pt x="6661" y="5926"/>
                    <a:pt x="5523" y="8160"/>
                  </a:cubicBezTo>
                  <a:cubicBezTo>
                    <a:pt x="3141" y="13029"/>
                    <a:pt x="1771" y="18171"/>
                    <a:pt x="486" y="23398"/>
                  </a:cubicBezTo>
                  <a:cubicBezTo>
                    <a:pt x="1" y="25379"/>
                    <a:pt x="1097" y="27571"/>
                    <a:pt x="2087" y="29194"/>
                  </a:cubicBezTo>
                  <a:cubicBezTo>
                    <a:pt x="4005" y="32229"/>
                    <a:pt x="5923" y="35243"/>
                    <a:pt x="7293" y="38573"/>
                  </a:cubicBezTo>
                  <a:cubicBezTo>
                    <a:pt x="8642" y="41819"/>
                    <a:pt x="9148" y="45212"/>
                    <a:pt x="9042" y="48732"/>
                  </a:cubicBezTo>
                  <a:cubicBezTo>
                    <a:pt x="9021" y="50144"/>
                    <a:pt x="9106" y="52631"/>
                    <a:pt x="11066" y="52631"/>
                  </a:cubicBezTo>
                  <a:cubicBezTo>
                    <a:pt x="14198" y="52595"/>
                    <a:pt x="17296" y="52383"/>
                    <a:pt x="20399" y="52383"/>
                  </a:cubicBezTo>
                  <a:cubicBezTo>
                    <a:pt x="22766" y="52383"/>
                    <a:pt x="25136" y="52506"/>
                    <a:pt x="27526" y="52926"/>
                  </a:cubicBezTo>
                  <a:cubicBezTo>
                    <a:pt x="27887" y="52997"/>
                    <a:pt x="28252" y="53030"/>
                    <a:pt x="28620" y="53030"/>
                  </a:cubicBezTo>
                  <a:cubicBezTo>
                    <a:pt x="31286" y="53030"/>
                    <a:pt x="34086" y="51293"/>
                    <a:pt x="36104" y="49849"/>
                  </a:cubicBezTo>
                  <a:cubicBezTo>
                    <a:pt x="46389" y="42240"/>
                    <a:pt x="57286" y="35622"/>
                    <a:pt x="69025" y="30438"/>
                  </a:cubicBezTo>
                  <a:cubicBezTo>
                    <a:pt x="71955" y="29068"/>
                    <a:pt x="75243" y="26222"/>
                    <a:pt x="73683" y="22618"/>
                  </a:cubicBezTo>
                  <a:cubicBezTo>
                    <a:pt x="71934" y="18361"/>
                    <a:pt x="69615" y="14357"/>
                    <a:pt x="66791" y="10710"/>
                  </a:cubicBezTo>
                  <a:cubicBezTo>
                    <a:pt x="64388" y="7633"/>
                    <a:pt x="61606" y="4936"/>
                    <a:pt x="58782" y="2238"/>
                  </a:cubicBezTo>
                  <a:cubicBezTo>
                    <a:pt x="56720" y="325"/>
                    <a:pt x="53266" y="1"/>
                    <a:pt x="502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21"/>
          <p:cNvGrpSpPr/>
          <p:nvPr/>
        </p:nvGrpSpPr>
        <p:grpSpPr>
          <a:xfrm rot="277670">
            <a:off x="7299628" y="4268708"/>
            <a:ext cx="4169589" cy="3143770"/>
            <a:chOff x="12963573" y="52093"/>
            <a:chExt cx="3075098" cy="2318550"/>
          </a:xfrm>
        </p:grpSpPr>
        <p:sp>
          <p:nvSpPr>
            <p:cNvPr id="295" name="Google Shape;295;p21"/>
            <p:cNvSpPr/>
            <p:nvPr/>
          </p:nvSpPr>
          <p:spPr>
            <a:xfrm flipH="1">
              <a:off x="12963573" y="52093"/>
              <a:ext cx="3075098" cy="2318550"/>
            </a:xfrm>
            <a:custGeom>
              <a:avLst/>
              <a:gdLst/>
              <a:ahLst/>
              <a:cxnLst/>
              <a:rect l="l" t="t" r="r" b="b"/>
              <a:pathLst>
                <a:path w="63693" h="48023" extrusionOk="0">
                  <a:moveTo>
                    <a:pt x="32911" y="1541"/>
                  </a:moveTo>
                  <a:cubicBezTo>
                    <a:pt x="34269" y="1541"/>
                    <a:pt x="35613" y="1729"/>
                    <a:pt x="36863" y="2198"/>
                  </a:cubicBezTo>
                  <a:cubicBezTo>
                    <a:pt x="44050" y="4917"/>
                    <a:pt x="50963" y="8183"/>
                    <a:pt x="57223" y="12652"/>
                  </a:cubicBezTo>
                  <a:cubicBezTo>
                    <a:pt x="59204" y="14232"/>
                    <a:pt x="59204" y="16150"/>
                    <a:pt x="57497" y="17963"/>
                  </a:cubicBezTo>
                  <a:cubicBezTo>
                    <a:pt x="51279" y="23885"/>
                    <a:pt x="45652" y="30376"/>
                    <a:pt x="39940" y="36762"/>
                  </a:cubicBezTo>
                  <a:cubicBezTo>
                    <a:pt x="38128" y="38786"/>
                    <a:pt x="35430" y="40303"/>
                    <a:pt x="32711" y="40535"/>
                  </a:cubicBezTo>
                  <a:cubicBezTo>
                    <a:pt x="26346" y="41420"/>
                    <a:pt x="20234" y="43549"/>
                    <a:pt x="14354" y="46078"/>
                  </a:cubicBezTo>
                  <a:cubicBezTo>
                    <a:pt x="13904" y="46237"/>
                    <a:pt x="13455" y="46335"/>
                    <a:pt x="13042" y="46335"/>
                  </a:cubicBezTo>
                  <a:cubicBezTo>
                    <a:pt x="12196" y="46335"/>
                    <a:pt x="11503" y="45925"/>
                    <a:pt x="11277" y="44792"/>
                  </a:cubicBezTo>
                  <a:cubicBezTo>
                    <a:pt x="10160" y="40050"/>
                    <a:pt x="7125" y="36109"/>
                    <a:pt x="3921" y="32526"/>
                  </a:cubicBezTo>
                  <a:cubicBezTo>
                    <a:pt x="2846" y="31304"/>
                    <a:pt x="2130" y="29576"/>
                    <a:pt x="2235" y="27953"/>
                  </a:cubicBezTo>
                  <a:cubicBezTo>
                    <a:pt x="2446" y="23084"/>
                    <a:pt x="2235" y="18216"/>
                    <a:pt x="2319" y="13368"/>
                  </a:cubicBezTo>
                  <a:cubicBezTo>
                    <a:pt x="2383" y="11534"/>
                    <a:pt x="3858" y="10460"/>
                    <a:pt x="5396" y="9827"/>
                  </a:cubicBezTo>
                  <a:cubicBezTo>
                    <a:pt x="12963" y="7066"/>
                    <a:pt x="20466" y="4242"/>
                    <a:pt x="28264" y="2156"/>
                  </a:cubicBezTo>
                  <a:cubicBezTo>
                    <a:pt x="29746" y="1794"/>
                    <a:pt x="31337" y="1541"/>
                    <a:pt x="32911" y="1541"/>
                  </a:cubicBezTo>
                  <a:close/>
                  <a:moveTo>
                    <a:pt x="36767" y="0"/>
                  </a:moveTo>
                  <a:cubicBezTo>
                    <a:pt x="35269" y="0"/>
                    <a:pt x="33766" y="188"/>
                    <a:pt x="32395" y="427"/>
                  </a:cubicBezTo>
                  <a:cubicBezTo>
                    <a:pt x="23248" y="2219"/>
                    <a:pt x="14396" y="4938"/>
                    <a:pt x="5439" y="7446"/>
                  </a:cubicBezTo>
                  <a:cubicBezTo>
                    <a:pt x="3753" y="7994"/>
                    <a:pt x="1729" y="9026"/>
                    <a:pt x="1476" y="11029"/>
                  </a:cubicBezTo>
                  <a:cubicBezTo>
                    <a:pt x="739" y="16024"/>
                    <a:pt x="591" y="21103"/>
                    <a:pt x="149" y="26140"/>
                  </a:cubicBezTo>
                  <a:cubicBezTo>
                    <a:pt x="1" y="27889"/>
                    <a:pt x="781" y="29786"/>
                    <a:pt x="1877" y="31135"/>
                  </a:cubicBezTo>
                  <a:cubicBezTo>
                    <a:pt x="5354" y="35540"/>
                    <a:pt x="8305" y="40156"/>
                    <a:pt x="8937" y="45846"/>
                  </a:cubicBezTo>
                  <a:cubicBezTo>
                    <a:pt x="9145" y="47234"/>
                    <a:pt x="9697" y="48022"/>
                    <a:pt x="10861" y="48022"/>
                  </a:cubicBezTo>
                  <a:cubicBezTo>
                    <a:pt x="11111" y="48022"/>
                    <a:pt x="11389" y="47986"/>
                    <a:pt x="11698" y="47912"/>
                  </a:cubicBezTo>
                  <a:cubicBezTo>
                    <a:pt x="17557" y="45973"/>
                    <a:pt x="23754" y="43992"/>
                    <a:pt x="29971" y="43907"/>
                  </a:cubicBezTo>
                  <a:cubicBezTo>
                    <a:pt x="32922" y="43907"/>
                    <a:pt x="35767" y="42242"/>
                    <a:pt x="37896" y="40303"/>
                  </a:cubicBezTo>
                  <a:cubicBezTo>
                    <a:pt x="45146" y="33454"/>
                    <a:pt x="52502" y="26709"/>
                    <a:pt x="60553" y="20808"/>
                  </a:cubicBezTo>
                  <a:cubicBezTo>
                    <a:pt x="62681" y="19143"/>
                    <a:pt x="63693" y="16508"/>
                    <a:pt x="61522" y="14359"/>
                  </a:cubicBezTo>
                  <a:cubicBezTo>
                    <a:pt x="55789" y="8774"/>
                    <a:pt x="49066" y="4558"/>
                    <a:pt x="41900" y="1039"/>
                  </a:cubicBezTo>
                  <a:cubicBezTo>
                    <a:pt x="40350" y="269"/>
                    <a:pt x="38561" y="0"/>
                    <a:pt x="367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>
            <a:spLocks noGrp="1"/>
          </p:cNvSpPr>
          <p:nvPr>
            <p:ph type="title"/>
          </p:nvPr>
        </p:nvSpPr>
        <p:spPr>
          <a:xfrm>
            <a:off x="1024800" y="2103125"/>
            <a:ext cx="26583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grpSp>
        <p:nvGrpSpPr>
          <p:cNvPr id="319" name="Google Shape;319;p23"/>
          <p:cNvGrpSpPr/>
          <p:nvPr/>
        </p:nvGrpSpPr>
        <p:grpSpPr>
          <a:xfrm rot="-9786680">
            <a:off x="-1925581" y="-1294659"/>
            <a:ext cx="3418872" cy="2698989"/>
            <a:chOff x="13355317" y="208858"/>
            <a:chExt cx="2521520" cy="1990584"/>
          </a:xfrm>
        </p:grpSpPr>
        <p:sp>
          <p:nvSpPr>
            <p:cNvPr id="320" name="Google Shape;320;p23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3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3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3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3"/>
          <p:cNvGrpSpPr/>
          <p:nvPr/>
        </p:nvGrpSpPr>
        <p:grpSpPr>
          <a:xfrm rot="-4902921">
            <a:off x="1362934" y="2736567"/>
            <a:ext cx="921233" cy="4310402"/>
            <a:chOff x="-5014160" y="12"/>
            <a:chExt cx="620867" cy="2904978"/>
          </a:xfrm>
        </p:grpSpPr>
        <p:sp>
          <p:nvSpPr>
            <p:cNvPr id="326" name="Google Shape;326;p23"/>
            <p:cNvSpPr/>
            <p:nvPr/>
          </p:nvSpPr>
          <p:spPr>
            <a:xfrm>
              <a:off x="-4977826" y="12"/>
              <a:ext cx="232780" cy="2904978"/>
            </a:xfrm>
            <a:custGeom>
              <a:avLst/>
              <a:gdLst/>
              <a:ahLst/>
              <a:cxnLst/>
              <a:rect l="l" t="t" r="r" b="b"/>
              <a:pathLst>
                <a:path w="12205" h="160496" extrusionOk="0">
                  <a:moveTo>
                    <a:pt x="1429" y="0"/>
                  </a:moveTo>
                  <a:cubicBezTo>
                    <a:pt x="1274" y="10775"/>
                    <a:pt x="24" y="21515"/>
                    <a:pt x="12" y="32302"/>
                  </a:cubicBezTo>
                  <a:cubicBezTo>
                    <a:pt x="0" y="42303"/>
                    <a:pt x="953" y="51983"/>
                    <a:pt x="2132" y="61936"/>
                  </a:cubicBezTo>
                  <a:cubicBezTo>
                    <a:pt x="2191" y="62401"/>
                    <a:pt x="2239" y="62865"/>
                    <a:pt x="2286" y="63341"/>
                  </a:cubicBezTo>
                  <a:lnTo>
                    <a:pt x="2286" y="91059"/>
                  </a:lnTo>
                  <a:cubicBezTo>
                    <a:pt x="1703" y="100000"/>
                    <a:pt x="929" y="108942"/>
                    <a:pt x="941" y="117907"/>
                  </a:cubicBezTo>
                  <a:cubicBezTo>
                    <a:pt x="965" y="127849"/>
                    <a:pt x="1763" y="137731"/>
                    <a:pt x="2286" y="147601"/>
                  </a:cubicBezTo>
                  <a:lnTo>
                    <a:pt x="2286" y="160496"/>
                  </a:lnTo>
                  <a:lnTo>
                    <a:pt x="5942" y="160496"/>
                  </a:lnTo>
                  <a:cubicBezTo>
                    <a:pt x="5787" y="156769"/>
                    <a:pt x="5906" y="153031"/>
                    <a:pt x="6287" y="149328"/>
                  </a:cubicBezTo>
                  <a:cubicBezTo>
                    <a:pt x="7323" y="139458"/>
                    <a:pt x="9573" y="129659"/>
                    <a:pt x="9692" y="119741"/>
                  </a:cubicBezTo>
                  <a:cubicBezTo>
                    <a:pt x="9942" y="100643"/>
                    <a:pt x="691" y="82617"/>
                    <a:pt x="6382" y="63496"/>
                  </a:cubicBezTo>
                  <a:cubicBezTo>
                    <a:pt x="9144" y="54257"/>
                    <a:pt x="12204" y="45720"/>
                    <a:pt x="11538" y="36112"/>
                  </a:cubicBezTo>
                  <a:cubicBezTo>
                    <a:pt x="10692" y="23979"/>
                    <a:pt x="7025" y="12109"/>
                    <a:pt x="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-5014160" y="12"/>
              <a:ext cx="620867" cy="2904978"/>
            </a:xfrm>
            <a:custGeom>
              <a:avLst/>
              <a:gdLst/>
              <a:ahLst/>
              <a:cxnLst/>
              <a:rect l="l" t="t" r="r" b="b"/>
              <a:pathLst>
                <a:path w="32553" h="160496" extrusionOk="0">
                  <a:moveTo>
                    <a:pt x="12228" y="0"/>
                  </a:moveTo>
                  <a:cubicBezTo>
                    <a:pt x="14633" y="13680"/>
                    <a:pt x="21575" y="26634"/>
                    <a:pt x="23777" y="40350"/>
                  </a:cubicBezTo>
                  <a:cubicBezTo>
                    <a:pt x="25396" y="50363"/>
                    <a:pt x="19134" y="56674"/>
                    <a:pt x="13216" y="64948"/>
                  </a:cubicBezTo>
                  <a:cubicBezTo>
                    <a:pt x="0" y="83463"/>
                    <a:pt x="20503" y="100774"/>
                    <a:pt x="20027" y="119741"/>
                  </a:cubicBezTo>
                  <a:cubicBezTo>
                    <a:pt x="19777" y="129778"/>
                    <a:pt x="15145" y="139505"/>
                    <a:pt x="12990" y="149328"/>
                  </a:cubicBezTo>
                  <a:cubicBezTo>
                    <a:pt x="12181" y="152983"/>
                    <a:pt x="11847" y="156745"/>
                    <a:pt x="11990" y="160496"/>
                  </a:cubicBezTo>
                  <a:lnTo>
                    <a:pt x="17003" y="160496"/>
                  </a:lnTo>
                  <a:cubicBezTo>
                    <a:pt x="16753" y="156734"/>
                    <a:pt x="17122" y="152971"/>
                    <a:pt x="18086" y="149328"/>
                  </a:cubicBezTo>
                  <a:cubicBezTo>
                    <a:pt x="20694" y="139398"/>
                    <a:pt x="26397" y="129766"/>
                    <a:pt x="26647" y="119515"/>
                  </a:cubicBezTo>
                  <a:cubicBezTo>
                    <a:pt x="27123" y="100786"/>
                    <a:pt x="3453" y="83296"/>
                    <a:pt x="18777" y="65282"/>
                  </a:cubicBezTo>
                  <a:cubicBezTo>
                    <a:pt x="25575" y="57269"/>
                    <a:pt x="32552" y="51625"/>
                    <a:pt x="30802" y="41315"/>
                  </a:cubicBezTo>
                  <a:cubicBezTo>
                    <a:pt x="28409" y="27158"/>
                    <a:pt x="19824" y="14109"/>
                    <a:pt x="17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TITLE_ONLY_1_1_2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 txBox="1">
            <a:spLocks noGrp="1"/>
          </p:cNvSpPr>
          <p:nvPr>
            <p:ph type="title"/>
          </p:nvPr>
        </p:nvSpPr>
        <p:spPr>
          <a:xfrm>
            <a:off x="1024800" y="2103120"/>
            <a:ext cx="26427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055981"/>
            <a:ext cx="17721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331" name="Google Shape;331;p24"/>
          <p:cNvSpPr txBox="1">
            <a:spLocks noGrp="1"/>
          </p:cNvSpPr>
          <p:nvPr>
            <p:ph type="subTitle" idx="1"/>
          </p:nvPr>
        </p:nvSpPr>
        <p:spPr>
          <a:xfrm>
            <a:off x="4572000" y="1697781"/>
            <a:ext cx="17721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2829106"/>
            <a:ext cx="17721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24"/>
          <p:cNvSpPr txBox="1">
            <a:spLocks noGrp="1"/>
          </p:cNvSpPr>
          <p:nvPr>
            <p:ph type="subTitle" idx="4"/>
          </p:nvPr>
        </p:nvSpPr>
        <p:spPr>
          <a:xfrm>
            <a:off x="4572000" y="3470906"/>
            <a:ext cx="17721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title" idx="5" hasCustomPrompt="1"/>
          </p:nvPr>
        </p:nvSpPr>
        <p:spPr>
          <a:xfrm>
            <a:off x="6344100" y="1057594"/>
            <a:ext cx="17721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335" name="Google Shape;335;p24"/>
          <p:cNvSpPr txBox="1">
            <a:spLocks noGrp="1"/>
          </p:cNvSpPr>
          <p:nvPr>
            <p:ph type="subTitle" idx="6"/>
          </p:nvPr>
        </p:nvSpPr>
        <p:spPr>
          <a:xfrm>
            <a:off x="6344100" y="1699394"/>
            <a:ext cx="17721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title" idx="7" hasCustomPrompt="1"/>
          </p:nvPr>
        </p:nvSpPr>
        <p:spPr>
          <a:xfrm>
            <a:off x="6344100" y="2830719"/>
            <a:ext cx="1772100" cy="79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ilita One"/>
              <a:buNone/>
              <a:defRPr sz="4800" b="1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t>xx%</a:t>
            </a:r>
          </a:p>
        </p:txBody>
      </p:sp>
      <p:sp>
        <p:nvSpPr>
          <p:cNvPr id="337" name="Google Shape;337;p24"/>
          <p:cNvSpPr txBox="1">
            <a:spLocks noGrp="1"/>
          </p:cNvSpPr>
          <p:nvPr>
            <p:ph type="subTitle" idx="8"/>
          </p:nvPr>
        </p:nvSpPr>
        <p:spPr>
          <a:xfrm>
            <a:off x="6344100" y="3472519"/>
            <a:ext cx="1772100" cy="4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38" name="Google Shape;338;p24"/>
          <p:cNvGrpSpPr/>
          <p:nvPr/>
        </p:nvGrpSpPr>
        <p:grpSpPr>
          <a:xfrm>
            <a:off x="-162279" y="-39389"/>
            <a:ext cx="1116133" cy="5222278"/>
            <a:chOff x="-5014160" y="12"/>
            <a:chExt cx="620867" cy="2904978"/>
          </a:xfrm>
        </p:grpSpPr>
        <p:sp>
          <p:nvSpPr>
            <p:cNvPr id="339" name="Google Shape;339;p24"/>
            <p:cNvSpPr/>
            <p:nvPr/>
          </p:nvSpPr>
          <p:spPr>
            <a:xfrm>
              <a:off x="-4977826" y="12"/>
              <a:ext cx="232780" cy="2904978"/>
            </a:xfrm>
            <a:custGeom>
              <a:avLst/>
              <a:gdLst/>
              <a:ahLst/>
              <a:cxnLst/>
              <a:rect l="l" t="t" r="r" b="b"/>
              <a:pathLst>
                <a:path w="12205" h="160496" extrusionOk="0">
                  <a:moveTo>
                    <a:pt x="1429" y="0"/>
                  </a:moveTo>
                  <a:cubicBezTo>
                    <a:pt x="1274" y="10775"/>
                    <a:pt x="24" y="21515"/>
                    <a:pt x="12" y="32302"/>
                  </a:cubicBezTo>
                  <a:cubicBezTo>
                    <a:pt x="0" y="42303"/>
                    <a:pt x="953" y="51983"/>
                    <a:pt x="2132" y="61936"/>
                  </a:cubicBezTo>
                  <a:cubicBezTo>
                    <a:pt x="2191" y="62401"/>
                    <a:pt x="2239" y="62865"/>
                    <a:pt x="2286" y="63341"/>
                  </a:cubicBezTo>
                  <a:lnTo>
                    <a:pt x="2286" y="91059"/>
                  </a:lnTo>
                  <a:cubicBezTo>
                    <a:pt x="1703" y="100000"/>
                    <a:pt x="929" y="108942"/>
                    <a:pt x="941" y="117907"/>
                  </a:cubicBezTo>
                  <a:cubicBezTo>
                    <a:pt x="965" y="127849"/>
                    <a:pt x="1763" y="137731"/>
                    <a:pt x="2286" y="147601"/>
                  </a:cubicBezTo>
                  <a:lnTo>
                    <a:pt x="2286" y="160496"/>
                  </a:lnTo>
                  <a:lnTo>
                    <a:pt x="5942" y="160496"/>
                  </a:lnTo>
                  <a:cubicBezTo>
                    <a:pt x="5787" y="156769"/>
                    <a:pt x="5906" y="153031"/>
                    <a:pt x="6287" y="149328"/>
                  </a:cubicBezTo>
                  <a:cubicBezTo>
                    <a:pt x="7323" y="139458"/>
                    <a:pt x="9573" y="129659"/>
                    <a:pt x="9692" y="119741"/>
                  </a:cubicBezTo>
                  <a:cubicBezTo>
                    <a:pt x="9942" y="100643"/>
                    <a:pt x="691" y="82617"/>
                    <a:pt x="6382" y="63496"/>
                  </a:cubicBezTo>
                  <a:cubicBezTo>
                    <a:pt x="9144" y="54257"/>
                    <a:pt x="12204" y="45720"/>
                    <a:pt x="11538" y="36112"/>
                  </a:cubicBezTo>
                  <a:cubicBezTo>
                    <a:pt x="10692" y="23979"/>
                    <a:pt x="7025" y="12109"/>
                    <a:pt x="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-5014160" y="12"/>
              <a:ext cx="620867" cy="2904978"/>
            </a:xfrm>
            <a:custGeom>
              <a:avLst/>
              <a:gdLst/>
              <a:ahLst/>
              <a:cxnLst/>
              <a:rect l="l" t="t" r="r" b="b"/>
              <a:pathLst>
                <a:path w="32553" h="160496" extrusionOk="0">
                  <a:moveTo>
                    <a:pt x="12228" y="0"/>
                  </a:moveTo>
                  <a:cubicBezTo>
                    <a:pt x="14633" y="13680"/>
                    <a:pt x="21575" y="26634"/>
                    <a:pt x="23777" y="40350"/>
                  </a:cubicBezTo>
                  <a:cubicBezTo>
                    <a:pt x="25396" y="50363"/>
                    <a:pt x="19134" y="56674"/>
                    <a:pt x="13216" y="64948"/>
                  </a:cubicBezTo>
                  <a:cubicBezTo>
                    <a:pt x="0" y="83463"/>
                    <a:pt x="20503" y="100774"/>
                    <a:pt x="20027" y="119741"/>
                  </a:cubicBezTo>
                  <a:cubicBezTo>
                    <a:pt x="19777" y="129778"/>
                    <a:pt x="15145" y="139505"/>
                    <a:pt x="12990" y="149328"/>
                  </a:cubicBezTo>
                  <a:cubicBezTo>
                    <a:pt x="12181" y="152983"/>
                    <a:pt x="11847" y="156745"/>
                    <a:pt x="11990" y="160496"/>
                  </a:cubicBezTo>
                  <a:lnTo>
                    <a:pt x="17003" y="160496"/>
                  </a:lnTo>
                  <a:cubicBezTo>
                    <a:pt x="16753" y="156734"/>
                    <a:pt x="17122" y="152971"/>
                    <a:pt x="18086" y="149328"/>
                  </a:cubicBezTo>
                  <a:cubicBezTo>
                    <a:pt x="20694" y="139398"/>
                    <a:pt x="26397" y="129766"/>
                    <a:pt x="26647" y="119515"/>
                  </a:cubicBezTo>
                  <a:cubicBezTo>
                    <a:pt x="27123" y="100786"/>
                    <a:pt x="3453" y="83296"/>
                    <a:pt x="18777" y="65282"/>
                  </a:cubicBezTo>
                  <a:cubicBezTo>
                    <a:pt x="25575" y="57269"/>
                    <a:pt x="32552" y="51625"/>
                    <a:pt x="30802" y="41315"/>
                  </a:cubicBezTo>
                  <a:cubicBezTo>
                    <a:pt x="28409" y="27158"/>
                    <a:pt x="19824" y="14109"/>
                    <a:pt x="17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TITLE_ONLY_1_1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>
            <a:spLocks noGrp="1"/>
          </p:cNvSpPr>
          <p:nvPr>
            <p:ph type="title"/>
          </p:nvPr>
        </p:nvSpPr>
        <p:spPr>
          <a:xfrm>
            <a:off x="1024800" y="2103120"/>
            <a:ext cx="26427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5"/>
          <p:cNvSpPr txBox="1">
            <a:spLocks noGrp="1"/>
          </p:cNvSpPr>
          <p:nvPr>
            <p:ph type="body" idx="1"/>
          </p:nvPr>
        </p:nvSpPr>
        <p:spPr>
          <a:xfrm>
            <a:off x="4467850" y="956675"/>
            <a:ext cx="4069200" cy="32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344" name="Google Shape;344;p25"/>
          <p:cNvGrpSpPr/>
          <p:nvPr/>
        </p:nvGrpSpPr>
        <p:grpSpPr>
          <a:xfrm>
            <a:off x="8436480" y="-2220"/>
            <a:ext cx="707520" cy="1173007"/>
            <a:chOff x="8436480" y="-2220"/>
            <a:chExt cx="707520" cy="1173007"/>
          </a:xfrm>
        </p:grpSpPr>
        <p:sp>
          <p:nvSpPr>
            <p:cNvPr id="345" name="Google Shape;345;p25"/>
            <p:cNvSpPr/>
            <p:nvPr/>
          </p:nvSpPr>
          <p:spPr>
            <a:xfrm rot="10800000" flipH="1">
              <a:off x="8436480" y="-2220"/>
              <a:ext cx="707520" cy="1173007"/>
            </a:xfrm>
            <a:custGeom>
              <a:avLst/>
              <a:gdLst/>
              <a:ahLst/>
              <a:cxnLst/>
              <a:rect l="l" t="t" r="r" b="b"/>
              <a:pathLst>
                <a:path w="22110" h="36625" extrusionOk="0">
                  <a:moveTo>
                    <a:pt x="22110" y="0"/>
                  </a:moveTo>
                  <a:cubicBezTo>
                    <a:pt x="21753" y="882"/>
                    <a:pt x="21265" y="1691"/>
                    <a:pt x="20681" y="2441"/>
                  </a:cubicBezTo>
                  <a:cubicBezTo>
                    <a:pt x="16562" y="7454"/>
                    <a:pt x="4001" y="8347"/>
                    <a:pt x="2000" y="14943"/>
                  </a:cubicBezTo>
                  <a:cubicBezTo>
                    <a:pt x="0" y="21551"/>
                    <a:pt x="9930" y="29266"/>
                    <a:pt x="10561" y="35731"/>
                  </a:cubicBezTo>
                  <a:cubicBezTo>
                    <a:pt x="10597" y="36029"/>
                    <a:pt x="10609" y="36326"/>
                    <a:pt x="10597" y="36624"/>
                  </a:cubicBezTo>
                  <a:lnTo>
                    <a:pt x="13847" y="36624"/>
                  </a:lnTo>
                  <a:cubicBezTo>
                    <a:pt x="14180" y="35600"/>
                    <a:pt x="14347" y="34529"/>
                    <a:pt x="14347" y="33445"/>
                  </a:cubicBezTo>
                  <a:cubicBezTo>
                    <a:pt x="14216" y="27373"/>
                    <a:pt x="5477" y="19479"/>
                    <a:pt x="7799" y="13443"/>
                  </a:cubicBezTo>
                  <a:cubicBezTo>
                    <a:pt x="9585" y="8835"/>
                    <a:pt x="16907" y="7763"/>
                    <a:pt x="22110" y="5549"/>
                  </a:cubicBezTo>
                  <a:lnTo>
                    <a:pt x="221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 rot="10800000" flipH="1">
              <a:off x="8791552" y="-2220"/>
              <a:ext cx="352448" cy="927805"/>
            </a:xfrm>
            <a:custGeom>
              <a:avLst/>
              <a:gdLst/>
              <a:ahLst/>
              <a:cxnLst/>
              <a:rect l="l" t="t" r="r" b="b"/>
              <a:pathLst>
                <a:path w="11014" h="28969" extrusionOk="0">
                  <a:moveTo>
                    <a:pt x="11014" y="0"/>
                  </a:moveTo>
                  <a:cubicBezTo>
                    <a:pt x="7359" y="965"/>
                    <a:pt x="3882" y="2108"/>
                    <a:pt x="2572" y="4882"/>
                  </a:cubicBezTo>
                  <a:cubicBezTo>
                    <a:pt x="1" y="10335"/>
                    <a:pt x="7573" y="18264"/>
                    <a:pt x="7287" y="23932"/>
                  </a:cubicBezTo>
                  <a:cubicBezTo>
                    <a:pt x="7204" y="25539"/>
                    <a:pt x="6513" y="27230"/>
                    <a:pt x="5620" y="28968"/>
                  </a:cubicBezTo>
                  <a:lnTo>
                    <a:pt x="8359" y="28968"/>
                  </a:lnTo>
                  <a:cubicBezTo>
                    <a:pt x="9430" y="27408"/>
                    <a:pt x="10431" y="25861"/>
                    <a:pt x="11014" y="24337"/>
                  </a:cubicBezTo>
                  <a:lnTo>
                    <a:pt x="11014" y="18538"/>
                  </a:lnTo>
                  <a:cubicBezTo>
                    <a:pt x="9657" y="13823"/>
                    <a:pt x="6335" y="8311"/>
                    <a:pt x="8454" y="4572"/>
                  </a:cubicBezTo>
                  <a:cubicBezTo>
                    <a:pt x="9038" y="3560"/>
                    <a:pt x="9931" y="2822"/>
                    <a:pt x="11014" y="2262"/>
                  </a:cubicBezTo>
                  <a:lnTo>
                    <a:pt x="11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25"/>
          <p:cNvGrpSpPr/>
          <p:nvPr/>
        </p:nvGrpSpPr>
        <p:grpSpPr>
          <a:xfrm>
            <a:off x="-513374" y="-129175"/>
            <a:ext cx="1450923" cy="5367789"/>
            <a:chOff x="-513374" y="-129175"/>
            <a:chExt cx="1450923" cy="5367789"/>
          </a:xfrm>
        </p:grpSpPr>
        <p:sp>
          <p:nvSpPr>
            <p:cNvPr id="348" name="Google Shape;348;p25"/>
            <p:cNvSpPr/>
            <p:nvPr/>
          </p:nvSpPr>
          <p:spPr>
            <a:xfrm>
              <a:off x="-513374" y="-129175"/>
              <a:ext cx="769590" cy="5367789"/>
            </a:xfrm>
            <a:custGeom>
              <a:avLst/>
              <a:gdLst/>
              <a:ahLst/>
              <a:cxnLst/>
              <a:rect l="l" t="t" r="r" b="b"/>
              <a:pathLst>
                <a:path w="21837" h="160496" extrusionOk="0">
                  <a:moveTo>
                    <a:pt x="7526" y="0"/>
                  </a:moveTo>
                  <a:cubicBezTo>
                    <a:pt x="10562" y="10644"/>
                    <a:pt x="19360" y="21729"/>
                    <a:pt x="15765" y="32313"/>
                  </a:cubicBezTo>
                  <a:cubicBezTo>
                    <a:pt x="14110" y="37195"/>
                    <a:pt x="10907" y="41231"/>
                    <a:pt x="9954" y="46363"/>
                  </a:cubicBezTo>
                  <a:cubicBezTo>
                    <a:pt x="8990" y="51530"/>
                    <a:pt x="8907" y="56757"/>
                    <a:pt x="8383" y="61936"/>
                  </a:cubicBezTo>
                  <a:cubicBezTo>
                    <a:pt x="7764" y="68044"/>
                    <a:pt x="5073" y="73390"/>
                    <a:pt x="3787" y="79284"/>
                  </a:cubicBezTo>
                  <a:cubicBezTo>
                    <a:pt x="2823" y="83760"/>
                    <a:pt x="4335" y="87892"/>
                    <a:pt x="6252" y="92083"/>
                  </a:cubicBezTo>
                  <a:cubicBezTo>
                    <a:pt x="10955" y="102394"/>
                    <a:pt x="15276" y="111097"/>
                    <a:pt x="11074" y="122075"/>
                  </a:cubicBezTo>
                  <a:cubicBezTo>
                    <a:pt x="7704" y="130873"/>
                    <a:pt x="1" y="139934"/>
                    <a:pt x="1227" y="149411"/>
                  </a:cubicBezTo>
                  <a:cubicBezTo>
                    <a:pt x="1775" y="153686"/>
                    <a:pt x="4632" y="156865"/>
                    <a:pt x="7061" y="160496"/>
                  </a:cubicBezTo>
                  <a:lnTo>
                    <a:pt x="12717" y="160496"/>
                  </a:lnTo>
                  <a:cubicBezTo>
                    <a:pt x="10895" y="156162"/>
                    <a:pt x="9192" y="151840"/>
                    <a:pt x="8680" y="147447"/>
                  </a:cubicBezTo>
                  <a:cubicBezTo>
                    <a:pt x="7573" y="137910"/>
                    <a:pt x="12633" y="128504"/>
                    <a:pt x="16622" y="119681"/>
                  </a:cubicBezTo>
                  <a:cubicBezTo>
                    <a:pt x="21837" y="108168"/>
                    <a:pt x="17051" y="100965"/>
                    <a:pt x="10478" y="90714"/>
                  </a:cubicBezTo>
                  <a:cubicBezTo>
                    <a:pt x="8061" y="86951"/>
                    <a:pt x="6073" y="83558"/>
                    <a:pt x="7311" y="79295"/>
                  </a:cubicBezTo>
                  <a:cubicBezTo>
                    <a:pt x="8097" y="76605"/>
                    <a:pt x="10454" y="74057"/>
                    <a:pt x="11407" y="71330"/>
                  </a:cubicBezTo>
                  <a:cubicBezTo>
                    <a:pt x="12431" y="68401"/>
                    <a:pt x="12907" y="65389"/>
                    <a:pt x="13181" y="62365"/>
                  </a:cubicBezTo>
                  <a:cubicBezTo>
                    <a:pt x="13645" y="57209"/>
                    <a:pt x="13324" y="52030"/>
                    <a:pt x="13610" y="46863"/>
                  </a:cubicBezTo>
                  <a:cubicBezTo>
                    <a:pt x="13883" y="41708"/>
                    <a:pt x="15872" y="37314"/>
                    <a:pt x="17146" y="32325"/>
                  </a:cubicBezTo>
                  <a:cubicBezTo>
                    <a:pt x="19860" y="21646"/>
                    <a:pt x="14003" y="10728"/>
                    <a:pt x="12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-277165" y="-128964"/>
              <a:ext cx="813647" cy="5367387"/>
            </a:xfrm>
            <a:custGeom>
              <a:avLst/>
              <a:gdLst/>
              <a:ahLst/>
              <a:cxnLst/>
              <a:rect l="l" t="t" r="r" b="b"/>
              <a:pathLst>
                <a:path w="21837" h="160496" extrusionOk="0">
                  <a:moveTo>
                    <a:pt x="7526" y="0"/>
                  </a:moveTo>
                  <a:cubicBezTo>
                    <a:pt x="10562" y="10644"/>
                    <a:pt x="19360" y="21729"/>
                    <a:pt x="15765" y="32313"/>
                  </a:cubicBezTo>
                  <a:cubicBezTo>
                    <a:pt x="14110" y="37195"/>
                    <a:pt x="10907" y="41231"/>
                    <a:pt x="9954" y="46363"/>
                  </a:cubicBezTo>
                  <a:cubicBezTo>
                    <a:pt x="8990" y="51530"/>
                    <a:pt x="8907" y="56757"/>
                    <a:pt x="8383" y="61936"/>
                  </a:cubicBezTo>
                  <a:cubicBezTo>
                    <a:pt x="7764" y="68044"/>
                    <a:pt x="5073" y="73390"/>
                    <a:pt x="3787" y="79284"/>
                  </a:cubicBezTo>
                  <a:cubicBezTo>
                    <a:pt x="2823" y="83760"/>
                    <a:pt x="4335" y="87892"/>
                    <a:pt x="6252" y="92083"/>
                  </a:cubicBezTo>
                  <a:cubicBezTo>
                    <a:pt x="10955" y="102394"/>
                    <a:pt x="15276" y="111097"/>
                    <a:pt x="11074" y="122075"/>
                  </a:cubicBezTo>
                  <a:cubicBezTo>
                    <a:pt x="7704" y="130873"/>
                    <a:pt x="1" y="139934"/>
                    <a:pt x="1227" y="149411"/>
                  </a:cubicBezTo>
                  <a:cubicBezTo>
                    <a:pt x="1775" y="153686"/>
                    <a:pt x="4632" y="156865"/>
                    <a:pt x="7061" y="160496"/>
                  </a:cubicBezTo>
                  <a:lnTo>
                    <a:pt x="12717" y="160496"/>
                  </a:lnTo>
                  <a:cubicBezTo>
                    <a:pt x="10895" y="156162"/>
                    <a:pt x="9192" y="151840"/>
                    <a:pt x="8680" y="147447"/>
                  </a:cubicBezTo>
                  <a:cubicBezTo>
                    <a:pt x="7573" y="137910"/>
                    <a:pt x="12633" y="128504"/>
                    <a:pt x="16622" y="119681"/>
                  </a:cubicBezTo>
                  <a:cubicBezTo>
                    <a:pt x="21837" y="108168"/>
                    <a:pt x="17051" y="100965"/>
                    <a:pt x="10478" y="90714"/>
                  </a:cubicBezTo>
                  <a:cubicBezTo>
                    <a:pt x="8061" y="86951"/>
                    <a:pt x="6073" y="83558"/>
                    <a:pt x="7311" y="79295"/>
                  </a:cubicBezTo>
                  <a:cubicBezTo>
                    <a:pt x="8097" y="76605"/>
                    <a:pt x="10454" y="74057"/>
                    <a:pt x="11407" y="71330"/>
                  </a:cubicBezTo>
                  <a:cubicBezTo>
                    <a:pt x="12431" y="68401"/>
                    <a:pt x="12907" y="65389"/>
                    <a:pt x="13181" y="62365"/>
                  </a:cubicBezTo>
                  <a:cubicBezTo>
                    <a:pt x="13645" y="57209"/>
                    <a:pt x="13324" y="52030"/>
                    <a:pt x="13610" y="46863"/>
                  </a:cubicBezTo>
                  <a:cubicBezTo>
                    <a:pt x="13883" y="41708"/>
                    <a:pt x="15872" y="37314"/>
                    <a:pt x="17146" y="32325"/>
                  </a:cubicBezTo>
                  <a:cubicBezTo>
                    <a:pt x="19860" y="21646"/>
                    <a:pt x="14003" y="10728"/>
                    <a:pt x="12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50686" y="-128964"/>
              <a:ext cx="886863" cy="5367387"/>
            </a:xfrm>
            <a:custGeom>
              <a:avLst/>
              <a:gdLst/>
              <a:ahLst/>
              <a:cxnLst/>
              <a:rect l="l" t="t" r="r" b="b"/>
              <a:pathLst>
                <a:path w="23802" h="160496" extrusionOk="0">
                  <a:moveTo>
                    <a:pt x="7061" y="0"/>
                  </a:moveTo>
                  <a:cubicBezTo>
                    <a:pt x="8073" y="10751"/>
                    <a:pt x="11681" y="21598"/>
                    <a:pt x="9740" y="32313"/>
                  </a:cubicBezTo>
                  <a:cubicBezTo>
                    <a:pt x="7882" y="42600"/>
                    <a:pt x="9299" y="52411"/>
                    <a:pt x="8430" y="62698"/>
                  </a:cubicBezTo>
                  <a:cubicBezTo>
                    <a:pt x="8180" y="65687"/>
                    <a:pt x="7609" y="68675"/>
                    <a:pt x="6394" y="71521"/>
                  </a:cubicBezTo>
                  <a:cubicBezTo>
                    <a:pt x="5263" y="74223"/>
                    <a:pt x="2394" y="76664"/>
                    <a:pt x="1453" y="79307"/>
                  </a:cubicBezTo>
                  <a:cubicBezTo>
                    <a:pt x="0" y="83427"/>
                    <a:pt x="2298" y="86296"/>
                    <a:pt x="5108" y="89701"/>
                  </a:cubicBezTo>
                  <a:cubicBezTo>
                    <a:pt x="13419" y="99727"/>
                    <a:pt x="18229" y="106108"/>
                    <a:pt x="12181" y="118026"/>
                  </a:cubicBezTo>
                  <a:cubicBezTo>
                    <a:pt x="7692" y="126897"/>
                    <a:pt x="4727" y="136481"/>
                    <a:pt x="5739" y="146066"/>
                  </a:cubicBezTo>
                  <a:cubicBezTo>
                    <a:pt x="6239" y="150899"/>
                    <a:pt x="7597" y="155698"/>
                    <a:pt x="8954" y="160496"/>
                  </a:cubicBezTo>
                  <a:lnTo>
                    <a:pt x="14407" y="160496"/>
                  </a:lnTo>
                  <a:cubicBezTo>
                    <a:pt x="12073" y="145804"/>
                    <a:pt x="10097" y="129849"/>
                    <a:pt x="17753" y="116669"/>
                  </a:cubicBezTo>
                  <a:cubicBezTo>
                    <a:pt x="20955" y="111133"/>
                    <a:pt x="23801" y="106025"/>
                    <a:pt x="20789" y="99977"/>
                  </a:cubicBezTo>
                  <a:cubicBezTo>
                    <a:pt x="18515" y="95416"/>
                    <a:pt x="13847" y="92297"/>
                    <a:pt x="9895" y="88654"/>
                  </a:cubicBezTo>
                  <a:cubicBezTo>
                    <a:pt x="6620" y="85630"/>
                    <a:pt x="3977" y="83320"/>
                    <a:pt x="5823" y="79307"/>
                  </a:cubicBezTo>
                  <a:cubicBezTo>
                    <a:pt x="7013" y="76700"/>
                    <a:pt x="10573" y="74414"/>
                    <a:pt x="12026" y="71723"/>
                  </a:cubicBezTo>
                  <a:cubicBezTo>
                    <a:pt x="13514" y="68985"/>
                    <a:pt x="14252" y="66044"/>
                    <a:pt x="14526" y="63091"/>
                  </a:cubicBezTo>
                  <a:cubicBezTo>
                    <a:pt x="15491" y="52816"/>
                    <a:pt x="12026" y="42600"/>
                    <a:pt x="12609" y="32266"/>
                  </a:cubicBezTo>
                  <a:cubicBezTo>
                    <a:pt x="13228" y="21515"/>
                    <a:pt x="12347" y="10751"/>
                    <a:pt x="12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team">
  <p:cSld name="CUSTOM_9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>
            <a:spLocks noGrp="1"/>
          </p:cNvSpPr>
          <p:nvPr>
            <p:ph type="subTitle" idx="1"/>
          </p:nvPr>
        </p:nvSpPr>
        <p:spPr>
          <a:xfrm>
            <a:off x="5524415" y="6297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3" name="Google Shape;353;p26"/>
          <p:cNvSpPr txBox="1">
            <a:spLocks noGrp="1"/>
          </p:cNvSpPr>
          <p:nvPr>
            <p:ph type="subTitle" idx="2"/>
          </p:nvPr>
        </p:nvSpPr>
        <p:spPr>
          <a:xfrm>
            <a:off x="5524415" y="98620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6"/>
          <p:cNvSpPr txBox="1">
            <a:spLocks noGrp="1"/>
          </p:cNvSpPr>
          <p:nvPr>
            <p:ph type="subTitle" idx="3"/>
          </p:nvPr>
        </p:nvSpPr>
        <p:spPr>
          <a:xfrm flipH="1">
            <a:off x="5524422" y="2205652"/>
            <a:ext cx="17100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5" name="Google Shape;355;p26"/>
          <p:cNvSpPr txBox="1">
            <a:spLocks noGrp="1"/>
          </p:cNvSpPr>
          <p:nvPr>
            <p:ph type="subTitle" idx="4"/>
          </p:nvPr>
        </p:nvSpPr>
        <p:spPr>
          <a:xfrm flipH="1">
            <a:off x="5524422" y="2560925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6"/>
          <p:cNvSpPr txBox="1">
            <a:spLocks noGrp="1"/>
          </p:cNvSpPr>
          <p:nvPr>
            <p:ph type="subTitle" idx="5"/>
          </p:nvPr>
        </p:nvSpPr>
        <p:spPr>
          <a:xfrm>
            <a:off x="5524415" y="37816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7" name="Google Shape;357;p26"/>
          <p:cNvSpPr txBox="1">
            <a:spLocks noGrp="1"/>
          </p:cNvSpPr>
          <p:nvPr>
            <p:ph type="subTitle" idx="6"/>
          </p:nvPr>
        </p:nvSpPr>
        <p:spPr>
          <a:xfrm>
            <a:off x="5524415" y="413565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title"/>
          </p:nvPr>
        </p:nvSpPr>
        <p:spPr>
          <a:xfrm>
            <a:off x="1024800" y="2103120"/>
            <a:ext cx="26427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59" name="Google Shape;359;p26"/>
          <p:cNvGrpSpPr/>
          <p:nvPr/>
        </p:nvGrpSpPr>
        <p:grpSpPr>
          <a:xfrm rot="10800000">
            <a:off x="-14200" y="3785763"/>
            <a:ext cx="840553" cy="1363736"/>
            <a:chOff x="6741600" y="846675"/>
            <a:chExt cx="640275" cy="1047175"/>
          </a:xfrm>
        </p:grpSpPr>
        <p:sp>
          <p:nvSpPr>
            <p:cNvPr id="360" name="Google Shape;360;p26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64" name="Google Shape;364;p27"/>
          <p:cNvGrpSpPr/>
          <p:nvPr/>
        </p:nvGrpSpPr>
        <p:grpSpPr>
          <a:xfrm flipH="1">
            <a:off x="-221192" y="-35377"/>
            <a:ext cx="1958875" cy="5231077"/>
            <a:chOff x="7447795" y="-35377"/>
            <a:chExt cx="1958875" cy="5231077"/>
          </a:xfrm>
        </p:grpSpPr>
        <p:sp>
          <p:nvSpPr>
            <p:cNvPr id="365" name="Google Shape;365;p27"/>
            <p:cNvSpPr/>
            <p:nvPr/>
          </p:nvSpPr>
          <p:spPr>
            <a:xfrm>
              <a:off x="8934353" y="4655950"/>
              <a:ext cx="275093" cy="539392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8671299" y="4377744"/>
              <a:ext cx="538147" cy="817598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8816200" y="1133940"/>
              <a:ext cx="393246" cy="1237982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8407823" y="4127069"/>
              <a:ext cx="801623" cy="1068273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8483771" y="-35377"/>
              <a:ext cx="725675" cy="2726183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8125408" y="3875223"/>
              <a:ext cx="1084038" cy="1320477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7447795" y="-35377"/>
              <a:ext cx="1958875" cy="5230719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-1073765" y="-129175"/>
            <a:ext cx="1236624" cy="5367789"/>
          </a:xfrm>
          <a:custGeom>
            <a:avLst/>
            <a:gdLst/>
            <a:ahLst/>
            <a:cxnLst/>
            <a:rect l="l" t="t" r="r" b="b"/>
            <a:pathLst>
              <a:path w="35089" h="160496" extrusionOk="0">
                <a:moveTo>
                  <a:pt x="11633" y="0"/>
                </a:moveTo>
                <a:cubicBezTo>
                  <a:pt x="13848" y="5965"/>
                  <a:pt x="18218" y="11025"/>
                  <a:pt x="22099" y="16669"/>
                </a:cubicBezTo>
                <a:cubicBezTo>
                  <a:pt x="25290" y="21312"/>
                  <a:pt x="28909" y="26980"/>
                  <a:pt x="26147" y="32302"/>
                </a:cubicBezTo>
                <a:cubicBezTo>
                  <a:pt x="23659" y="37076"/>
                  <a:pt x="18206" y="40398"/>
                  <a:pt x="15848" y="45434"/>
                </a:cubicBezTo>
                <a:cubicBezTo>
                  <a:pt x="13491" y="50482"/>
                  <a:pt x="12479" y="55828"/>
                  <a:pt x="11883" y="61138"/>
                </a:cubicBezTo>
                <a:cubicBezTo>
                  <a:pt x="10633" y="72390"/>
                  <a:pt x="11062" y="83665"/>
                  <a:pt x="12312" y="94905"/>
                </a:cubicBezTo>
                <a:cubicBezTo>
                  <a:pt x="13407" y="104727"/>
                  <a:pt x="16360" y="115645"/>
                  <a:pt x="14848" y="125504"/>
                </a:cubicBezTo>
                <a:cubicBezTo>
                  <a:pt x="13360" y="135159"/>
                  <a:pt x="1" y="142899"/>
                  <a:pt x="1001" y="152721"/>
                </a:cubicBezTo>
                <a:cubicBezTo>
                  <a:pt x="1346" y="156114"/>
                  <a:pt x="3740" y="158317"/>
                  <a:pt x="6383" y="160496"/>
                </a:cubicBezTo>
                <a:lnTo>
                  <a:pt x="10788" y="160496"/>
                </a:lnTo>
                <a:cubicBezTo>
                  <a:pt x="7788" y="158496"/>
                  <a:pt x="5025" y="156412"/>
                  <a:pt x="4454" y="152995"/>
                </a:cubicBezTo>
                <a:cubicBezTo>
                  <a:pt x="2847" y="143387"/>
                  <a:pt x="17336" y="135683"/>
                  <a:pt x="19039" y="126313"/>
                </a:cubicBezTo>
                <a:cubicBezTo>
                  <a:pt x="20861" y="116324"/>
                  <a:pt x="17706" y="105001"/>
                  <a:pt x="16622" y="95024"/>
                </a:cubicBezTo>
                <a:cubicBezTo>
                  <a:pt x="15396" y="83713"/>
                  <a:pt x="14884" y="72259"/>
                  <a:pt x="15955" y="60924"/>
                </a:cubicBezTo>
                <a:cubicBezTo>
                  <a:pt x="16467" y="55590"/>
                  <a:pt x="17408" y="50149"/>
                  <a:pt x="19980" y="45148"/>
                </a:cubicBezTo>
                <a:cubicBezTo>
                  <a:pt x="22659" y="39898"/>
                  <a:pt x="28635" y="37183"/>
                  <a:pt x="31719" y="32397"/>
                </a:cubicBezTo>
                <a:cubicBezTo>
                  <a:pt x="35089" y="27158"/>
                  <a:pt x="31326" y="21419"/>
                  <a:pt x="27993" y="16823"/>
                </a:cubicBezTo>
                <a:cubicBezTo>
                  <a:pt x="23873" y="11120"/>
                  <a:pt x="19134" y="6060"/>
                  <a:pt x="16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-780026" y="-129175"/>
            <a:ext cx="1151020" cy="5367789"/>
          </a:xfrm>
          <a:custGeom>
            <a:avLst/>
            <a:gdLst/>
            <a:ahLst/>
            <a:cxnLst/>
            <a:rect l="l" t="t" r="r" b="b"/>
            <a:pathLst>
              <a:path w="32660" h="160496" extrusionOk="0">
                <a:moveTo>
                  <a:pt x="12335" y="0"/>
                </a:moveTo>
                <a:cubicBezTo>
                  <a:pt x="14550" y="5917"/>
                  <a:pt x="18765" y="11037"/>
                  <a:pt x="22456" y="16693"/>
                </a:cubicBezTo>
                <a:cubicBezTo>
                  <a:pt x="25515" y="21395"/>
                  <a:pt x="28861" y="27063"/>
                  <a:pt x="26063" y="32337"/>
                </a:cubicBezTo>
                <a:cubicBezTo>
                  <a:pt x="23539" y="37124"/>
                  <a:pt x="18241" y="40326"/>
                  <a:pt x="16050" y="45470"/>
                </a:cubicBezTo>
                <a:cubicBezTo>
                  <a:pt x="13895" y="50530"/>
                  <a:pt x="13145" y="55900"/>
                  <a:pt x="12573" y="61186"/>
                </a:cubicBezTo>
                <a:cubicBezTo>
                  <a:pt x="11347" y="72390"/>
                  <a:pt x="9918" y="83177"/>
                  <a:pt x="11978" y="94381"/>
                </a:cubicBezTo>
                <a:cubicBezTo>
                  <a:pt x="13835" y="104501"/>
                  <a:pt x="17336" y="115514"/>
                  <a:pt x="14752" y="125742"/>
                </a:cubicBezTo>
                <a:cubicBezTo>
                  <a:pt x="12466" y="134790"/>
                  <a:pt x="0" y="142982"/>
                  <a:pt x="1453" y="152471"/>
                </a:cubicBezTo>
                <a:cubicBezTo>
                  <a:pt x="1989" y="155983"/>
                  <a:pt x="4656" y="158222"/>
                  <a:pt x="7477" y="160496"/>
                </a:cubicBezTo>
                <a:lnTo>
                  <a:pt x="15157" y="160496"/>
                </a:lnTo>
                <a:cubicBezTo>
                  <a:pt x="12466" y="157531"/>
                  <a:pt x="9621" y="154864"/>
                  <a:pt x="9073" y="150923"/>
                </a:cubicBezTo>
                <a:cubicBezTo>
                  <a:pt x="7763" y="141434"/>
                  <a:pt x="17598" y="132790"/>
                  <a:pt x="20455" y="123908"/>
                </a:cubicBezTo>
                <a:cubicBezTo>
                  <a:pt x="23872" y="113252"/>
                  <a:pt x="19967" y="103465"/>
                  <a:pt x="16633" y="93154"/>
                </a:cubicBezTo>
                <a:cubicBezTo>
                  <a:pt x="13073" y="82141"/>
                  <a:pt x="17074" y="72640"/>
                  <a:pt x="18276" y="61603"/>
                </a:cubicBezTo>
                <a:cubicBezTo>
                  <a:pt x="18848" y="56388"/>
                  <a:pt x="19229" y="51102"/>
                  <a:pt x="20729" y="45970"/>
                </a:cubicBezTo>
                <a:cubicBezTo>
                  <a:pt x="22229" y="40850"/>
                  <a:pt x="26385" y="37136"/>
                  <a:pt x="28373" y="32313"/>
                </a:cubicBezTo>
                <a:cubicBezTo>
                  <a:pt x="32659" y="21860"/>
                  <a:pt x="21563" y="10549"/>
                  <a:pt x="1762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-294149" y="-129175"/>
            <a:ext cx="769590" cy="5367789"/>
          </a:xfrm>
          <a:custGeom>
            <a:avLst/>
            <a:gdLst/>
            <a:ahLst/>
            <a:cxnLst/>
            <a:rect l="l" t="t" r="r" b="b"/>
            <a:pathLst>
              <a:path w="21837" h="160496" extrusionOk="0">
                <a:moveTo>
                  <a:pt x="7526" y="0"/>
                </a:moveTo>
                <a:cubicBezTo>
                  <a:pt x="10562" y="10644"/>
                  <a:pt x="19360" y="21729"/>
                  <a:pt x="15765" y="32313"/>
                </a:cubicBezTo>
                <a:cubicBezTo>
                  <a:pt x="14110" y="37195"/>
                  <a:pt x="10907" y="41231"/>
                  <a:pt x="9954" y="46363"/>
                </a:cubicBezTo>
                <a:cubicBezTo>
                  <a:pt x="8990" y="51530"/>
                  <a:pt x="8907" y="56757"/>
                  <a:pt x="8383" y="61936"/>
                </a:cubicBezTo>
                <a:cubicBezTo>
                  <a:pt x="7764" y="68044"/>
                  <a:pt x="5073" y="73390"/>
                  <a:pt x="3787" y="79284"/>
                </a:cubicBezTo>
                <a:cubicBezTo>
                  <a:pt x="2823" y="83760"/>
                  <a:pt x="4335" y="87892"/>
                  <a:pt x="6252" y="92083"/>
                </a:cubicBezTo>
                <a:cubicBezTo>
                  <a:pt x="10955" y="102394"/>
                  <a:pt x="15276" y="111097"/>
                  <a:pt x="11074" y="122075"/>
                </a:cubicBezTo>
                <a:cubicBezTo>
                  <a:pt x="7704" y="130873"/>
                  <a:pt x="1" y="139934"/>
                  <a:pt x="1227" y="149411"/>
                </a:cubicBezTo>
                <a:cubicBezTo>
                  <a:pt x="1775" y="153686"/>
                  <a:pt x="4632" y="156865"/>
                  <a:pt x="7061" y="160496"/>
                </a:cubicBezTo>
                <a:lnTo>
                  <a:pt x="12717" y="160496"/>
                </a:lnTo>
                <a:cubicBezTo>
                  <a:pt x="10895" y="156162"/>
                  <a:pt x="9192" y="151840"/>
                  <a:pt x="8680" y="147447"/>
                </a:cubicBezTo>
                <a:cubicBezTo>
                  <a:pt x="7573" y="137910"/>
                  <a:pt x="12633" y="128504"/>
                  <a:pt x="16622" y="119681"/>
                </a:cubicBezTo>
                <a:cubicBezTo>
                  <a:pt x="21837" y="108168"/>
                  <a:pt x="17051" y="100965"/>
                  <a:pt x="10478" y="90714"/>
                </a:cubicBezTo>
                <a:cubicBezTo>
                  <a:pt x="8061" y="86951"/>
                  <a:pt x="6073" y="83558"/>
                  <a:pt x="7311" y="79295"/>
                </a:cubicBezTo>
                <a:cubicBezTo>
                  <a:pt x="8097" y="76605"/>
                  <a:pt x="10454" y="74057"/>
                  <a:pt x="11407" y="71330"/>
                </a:cubicBezTo>
                <a:cubicBezTo>
                  <a:pt x="12431" y="68401"/>
                  <a:pt x="12907" y="65389"/>
                  <a:pt x="13181" y="62365"/>
                </a:cubicBezTo>
                <a:cubicBezTo>
                  <a:pt x="13645" y="57209"/>
                  <a:pt x="13324" y="52030"/>
                  <a:pt x="13610" y="46863"/>
                </a:cubicBezTo>
                <a:cubicBezTo>
                  <a:pt x="13883" y="41708"/>
                  <a:pt x="15872" y="37314"/>
                  <a:pt x="17146" y="32325"/>
                </a:cubicBezTo>
                <a:cubicBezTo>
                  <a:pt x="19860" y="21646"/>
                  <a:pt x="14003" y="10728"/>
                  <a:pt x="121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15942" y="-129175"/>
            <a:ext cx="838842" cy="5367789"/>
          </a:xfrm>
          <a:custGeom>
            <a:avLst/>
            <a:gdLst/>
            <a:ahLst/>
            <a:cxnLst/>
            <a:rect l="l" t="t" r="r" b="b"/>
            <a:pathLst>
              <a:path w="23802" h="160496" extrusionOk="0">
                <a:moveTo>
                  <a:pt x="7061" y="0"/>
                </a:moveTo>
                <a:cubicBezTo>
                  <a:pt x="8073" y="10751"/>
                  <a:pt x="11681" y="21598"/>
                  <a:pt x="9740" y="32313"/>
                </a:cubicBezTo>
                <a:cubicBezTo>
                  <a:pt x="7882" y="42600"/>
                  <a:pt x="9299" y="52411"/>
                  <a:pt x="8430" y="62698"/>
                </a:cubicBezTo>
                <a:cubicBezTo>
                  <a:pt x="8180" y="65687"/>
                  <a:pt x="7609" y="68675"/>
                  <a:pt x="6394" y="71521"/>
                </a:cubicBezTo>
                <a:cubicBezTo>
                  <a:pt x="5263" y="74223"/>
                  <a:pt x="2394" y="76664"/>
                  <a:pt x="1453" y="79307"/>
                </a:cubicBezTo>
                <a:cubicBezTo>
                  <a:pt x="0" y="83427"/>
                  <a:pt x="2298" y="86296"/>
                  <a:pt x="5108" y="89701"/>
                </a:cubicBezTo>
                <a:cubicBezTo>
                  <a:pt x="13419" y="99727"/>
                  <a:pt x="18229" y="106108"/>
                  <a:pt x="12181" y="118026"/>
                </a:cubicBezTo>
                <a:cubicBezTo>
                  <a:pt x="7692" y="126897"/>
                  <a:pt x="4727" y="136481"/>
                  <a:pt x="5739" y="146066"/>
                </a:cubicBezTo>
                <a:cubicBezTo>
                  <a:pt x="6239" y="150899"/>
                  <a:pt x="7597" y="155698"/>
                  <a:pt x="8954" y="160496"/>
                </a:cubicBezTo>
                <a:lnTo>
                  <a:pt x="14407" y="160496"/>
                </a:lnTo>
                <a:cubicBezTo>
                  <a:pt x="12073" y="145804"/>
                  <a:pt x="10097" y="129849"/>
                  <a:pt x="17753" y="116669"/>
                </a:cubicBezTo>
                <a:cubicBezTo>
                  <a:pt x="20955" y="111133"/>
                  <a:pt x="23801" y="106025"/>
                  <a:pt x="20789" y="99977"/>
                </a:cubicBezTo>
                <a:cubicBezTo>
                  <a:pt x="18515" y="95416"/>
                  <a:pt x="13847" y="92297"/>
                  <a:pt x="9895" y="88654"/>
                </a:cubicBezTo>
                <a:cubicBezTo>
                  <a:pt x="6620" y="85630"/>
                  <a:pt x="3977" y="83320"/>
                  <a:pt x="5823" y="79307"/>
                </a:cubicBezTo>
                <a:cubicBezTo>
                  <a:pt x="7013" y="76700"/>
                  <a:pt x="10573" y="74414"/>
                  <a:pt x="12026" y="71723"/>
                </a:cubicBezTo>
                <a:cubicBezTo>
                  <a:pt x="13514" y="68985"/>
                  <a:pt x="14252" y="66044"/>
                  <a:pt x="14526" y="63091"/>
                </a:cubicBezTo>
                <a:cubicBezTo>
                  <a:pt x="15491" y="52816"/>
                  <a:pt x="12026" y="42600"/>
                  <a:pt x="12609" y="32266"/>
                </a:cubicBezTo>
                <a:cubicBezTo>
                  <a:pt x="13228" y="21515"/>
                  <a:pt x="12347" y="10751"/>
                  <a:pt x="121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80" name="Google Shape;380;p29"/>
          <p:cNvGrpSpPr/>
          <p:nvPr/>
        </p:nvGrpSpPr>
        <p:grpSpPr>
          <a:xfrm rot="9568803" flipH="1">
            <a:off x="7647433" y="-1198615"/>
            <a:ext cx="3419013" cy="2699100"/>
            <a:chOff x="13355317" y="208858"/>
            <a:chExt cx="2521520" cy="1990584"/>
          </a:xfrm>
        </p:grpSpPr>
        <p:sp>
          <p:nvSpPr>
            <p:cNvPr id="381" name="Google Shape;381;p29"/>
            <p:cNvSpPr/>
            <p:nvPr/>
          </p:nvSpPr>
          <p:spPr>
            <a:xfrm flipH="1">
              <a:off x="13355317" y="208858"/>
              <a:ext cx="2521520" cy="1990584"/>
            </a:xfrm>
            <a:custGeom>
              <a:avLst/>
              <a:gdLst/>
              <a:ahLst/>
              <a:cxnLst/>
              <a:rect l="l" t="t" r="r" b="b"/>
              <a:pathLst>
                <a:path w="52227" h="41230" extrusionOk="0">
                  <a:moveTo>
                    <a:pt x="23617" y="1856"/>
                  </a:moveTo>
                  <a:cubicBezTo>
                    <a:pt x="24311" y="1856"/>
                    <a:pt x="25005" y="1919"/>
                    <a:pt x="25692" y="2049"/>
                  </a:cubicBezTo>
                  <a:cubicBezTo>
                    <a:pt x="32289" y="3482"/>
                    <a:pt x="38759" y="5231"/>
                    <a:pt x="45019" y="7718"/>
                  </a:cubicBezTo>
                  <a:cubicBezTo>
                    <a:pt x="46494" y="8372"/>
                    <a:pt x="48117" y="9763"/>
                    <a:pt x="47063" y="11512"/>
                  </a:cubicBezTo>
                  <a:cubicBezTo>
                    <a:pt x="44155" y="16718"/>
                    <a:pt x="41351" y="21945"/>
                    <a:pt x="38316" y="27066"/>
                  </a:cubicBezTo>
                  <a:cubicBezTo>
                    <a:pt x="37136" y="29005"/>
                    <a:pt x="35029" y="30396"/>
                    <a:pt x="32900" y="31050"/>
                  </a:cubicBezTo>
                  <a:cubicBezTo>
                    <a:pt x="26956" y="32925"/>
                    <a:pt x="21245" y="35454"/>
                    <a:pt x="15849" y="38616"/>
                  </a:cubicBezTo>
                  <a:cubicBezTo>
                    <a:pt x="15265" y="38902"/>
                    <a:pt x="14525" y="39216"/>
                    <a:pt x="13839" y="39216"/>
                  </a:cubicBezTo>
                  <a:cubicBezTo>
                    <a:pt x="13314" y="39216"/>
                    <a:pt x="12822" y="39032"/>
                    <a:pt x="12456" y="38510"/>
                  </a:cubicBezTo>
                  <a:cubicBezTo>
                    <a:pt x="10264" y="35476"/>
                    <a:pt x="7503" y="33073"/>
                    <a:pt x="4574" y="30797"/>
                  </a:cubicBezTo>
                  <a:cubicBezTo>
                    <a:pt x="3520" y="29954"/>
                    <a:pt x="2951" y="28520"/>
                    <a:pt x="2951" y="27193"/>
                  </a:cubicBezTo>
                  <a:cubicBezTo>
                    <a:pt x="2845" y="22851"/>
                    <a:pt x="2255" y="18594"/>
                    <a:pt x="1496" y="14315"/>
                  </a:cubicBezTo>
                  <a:cubicBezTo>
                    <a:pt x="1244" y="12861"/>
                    <a:pt x="2087" y="11765"/>
                    <a:pt x="3246" y="10985"/>
                  </a:cubicBezTo>
                  <a:cubicBezTo>
                    <a:pt x="8388" y="8014"/>
                    <a:pt x="13594" y="5189"/>
                    <a:pt x="19053" y="2808"/>
                  </a:cubicBezTo>
                  <a:cubicBezTo>
                    <a:pt x="20498" y="2180"/>
                    <a:pt x="22055" y="1856"/>
                    <a:pt x="23617" y="1856"/>
                  </a:cubicBezTo>
                  <a:close/>
                  <a:moveTo>
                    <a:pt x="26325" y="0"/>
                  </a:moveTo>
                  <a:cubicBezTo>
                    <a:pt x="24709" y="0"/>
                    <a:pt x="23076" y="310"/>
                    <a:pt x="21603" y="806"/>
                  </a:cubicBezTo>
                  <a:cubicBezTo>
                    <a:pt x="15048" y="3103"/>
                    <a:pt x="8747" y="5927"/>
                    <a:pt x="2466" y="8857"/>
                  </a:cubicBezTo>
                  <a:cubicBezTo>
                    <a:pt x="1117" y="9573"/>
                    <a:pt x="0" y="10669"/>
                    <a:pt x="127" y="12313"/>
                  </a:cubicBezTo>
                  <a:cubicBezTo>
                    <a:pt x="527" y="16908"/>
                    <a:pt x="970" y="21502"/>
                    <a:pt x="906" y="26139"/>
                  </a:cubicBezTo>
                  <a:cubicBezTo>
                    <a:pt x="885" y="27677"/>
                    <a:pt x="1496" y="29153"/>
                    <a:pt x="2571" y="30249"/>
                  </a:cubicBezTo>
                  <a:cubicBezTo>
                    <a:pt x="5627" y="33178"/>
                    <a:pt x="8431" y="36298"/>
                    <a:pt x="10243" y="40154"/>
                  </a:cubicBezTo>
                  <a:cubicBezTo>
                    <a:pt x="10576" y="40957"/>
                    <a:pt x="11158" y="41230"/>
                    <a:pt x="11810" y="41230"/>
                  </a:cubicBezTo>
                  <a:cubicBezTo>
                    <a:pt x="12356" y="41230"/>
                    <a:pt x="12951" y="41038"/>
                    <a:pt x="13489" y="40808"/>
                  </a:cubicBezTo>
                  <a:cubicBezTo>
                    <a:pt x="19221" y="37878"/>
                    <a:pt x="25186" y="35539"/>
                    <a:pt x="31467" y="34063"/>
                  </a:cubicBezTo>
                  <a:cubicBezTo>
                    <a:pt x="33933" y="33473"/>
                    <a:pt x="36314" y="32209"/>
                    <a:pt x="37832" y="30122"/>
                  </a:cubicBezTo>
                  <a:cubicBezTo>
                    <a:pt x="42068" y="24305"/>
                    <a:pt x="46220" y="18425"/>
                    <a:pt x="50730" y="12819"/>
                  </a:cubicBezTo>
                  <a:cubicBezTo>
                    <a:pt x="52227" y="11070"/>
                    <a:pt x="51131" y="9299"/>
                    <a:pt x="49445" y="8287"/>
                  </a:cubicBezTo>
                  <a:cubicBezTo>
                    <a:pt x="43016" y="4873"/>
                    <a:pt x="36209" y="2407"/>
                    <a:pt x="29254" y="384"/>
                  </a:cubicBezTo>
                  <a:cubicBezTo>
                    <a:pt x="28313" y="119"/>
                    <a:pt x="27322" y="0"/>
                    <a:pt x="263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 flipH="1">
              <a:off x="13761304" y="390922"/>
              <a:ext cx="1983294" cy="1607483"/>
            </a:xfrm>
            <a:custGeom>
              <a:avLst/>
              <a:gdLst/>
              <a:ahLst/>
              <a:cxnLst/>
              <a:rect l="l" t="t" r="r" b="b"/>
              <a:pathLst>
                <a:path w="41079" h="33295" extrusionOk="0">
                  <a:moveTo>
                    <a:pt x="17204" y="1971"/>
                  </a:moveTo>
                  <a:cubicBezTo>
                    <a:pt x="17455" y="1971"/>
                    <a:pt x="17706" y="1983"/>
                    <a:pt x="17958" y="2008"/>
                  </a:cubicBezTo>
                  <a:cubicBezTo>
                    <a:pt x="23353" y="2472"/>
                    <a:pt x="28728" y="3210"/>
                    <a:pt x="34060" y="4243"/>
                  </a:cubicBezTo>
                  <a:cubicBezTo>
                    <a:pt x="35240" y="4538"/>
                    <a:pt x="36968" y="5170"/>
                    <a:pt x="36779" y="6708"/>
                  </a:cubicBezTo>
                  <a:cubicBezTo>
                    <a:pt x="36294" y="10713"/>
                    <a:pt x="35535" y="14675"/>
                    <a:pt x="34481" y="18574"/>
                  </a:cubicBezTo>
                  <a:cubicBezTo>
                    <a:pt x="34060" y="20218"/>
                    <a:pt x="32458" y="21335"/>
                    <a:pt x="31046" y="22052"/>
                  </a:cubicBezTo>
                  <a:cubicBezTo>
                    <a:pt x="26199" y="24328"/>
                    <a:pt x="21583" y="27026"/>
                    <a:pt x="17220" y="30124"/>
                  </a:cubicBezTo>
                  <a:cubicBezTo>
                    <a:pt x="16549" y="30551"/>
                    <a:pt x="15679" y="31045"/>
                    <a:pt x="14826" y="31045"/>
                  </a:cubicBezTo>
                  <a:cubicBezTo>
                    <a:pt x="14500" y="31045"/>
                    <a:pt x="14177" y="30973"/>
                    <a:pt x="13869" y="30798"/>
                  </a:cubicBezTo>
                  <a:cubicBezTo>
                    <a:pt x="11256" y="29323"/>
                    <a:pt x="8537" y="28016"/>
                    <a:pt x="5755" y="26878"/>
                  </a:cubicBezTo>
                  <a:cubicBezTo>
                    <a:pt x="4785" y="26457"/>
                    <a:pt x="4258" y="25361"/>
                    <a:pt x="4174" y="24349"/>
                  </a:cubicBezTo>
                  <a:cubicBezTo>
                    <a:pt x="3816" y="20808"/>
                    <a:pt x="3078" y="17310"/>
                    <a:pt x="2003" y="13937"/>
                  </a:cubicBezTo>
                  <a:cubicBezTo>
                    <a:pt x="1603" y="12820"/>
                    <a:pt x="2109" y="11788"/>
                    <a:pt x="2867" y="10987"/>
                  </a:cubicBezTo>
                  <a:cubicBezTo>
                    <a:pt x="6134" y="8163"/>
                    <a:pt x="9570" y="5528"/>
                    <a:pt x="13174" y="3147"/>
                  </a:cubicBezTo>
                  <a:cubicBezTo>
                    <a:pt x="14393" y="2376"/>
                    <a:pt x="15779" y="1971"/>
                    <a:pt x="17204" y="1971"/>
                  </a:cubicBezTo>
                  <a:close/>
                  <a:moveTo>
                    <a:pt x="18823" y="1"/>
                  </a:moveTo>
                  <a:cubicBezTo>
                    <a:pt x="17300" y="1"/>
                    <a:pt x="15782" y="374"/>
                    <a:pt x="14417" y="1081"/>
                  </a:cubicBezTo>
                  <a:cubicBezTo>
                    <a:pt x="9970" y="3526"/>
                    <a:pt x="5692" y="6224"/>
                    <a:pt x="1582" y="9195"/>
                  </a:cubicBezTo>
                  <a:cubicBezTo>
                    <a:pt x="612" y="10017"/>
                    <a:pt x="1" y="11050"/>
                    <a:pt x="338" y="12357"/>
                  </a:cubicBezTo>
                  <a:cubicBezTo>
                    <a:pt x="1329" y="16193"/>
                    <a:pt x="1961" y="20134"/>
                    <a:pt x="2214" y="24075"/>
                  </a:cubicBezTo>
                  <a:cubicBezTo>
                    <a:pt x="2256" y="25255"/>
                    <a:pt x="2783" y="26520"/>
                    <a:pt x="3816" y="27152"/>
                  </a:cubicBezTo>
                  <a:cubicBezTo>
                    <a:pt x="6661" y="28838"/>
                    <a:pt x="9422" y="30630"/>
                    <a:pt x="11888" y="32843"/>
                  </a:cubicBezTo>
                  <a:cubicBezTo>
                    <a:pt x="12237" y="33170"/>
                    <a:pt x="12642" y="33295"/>
                    <a:pt x="13063" y="33295"/>
                  </a:cubicBezTo>
                  <a:cubicBezTo>
                    <a:pt x="13835" y="33295"/>
                    <a:pt x="14661" y="32874"/>
                    <a:pt x="15302" y="32505"/>
                  </a:cubicBezTo>
                  <a:cubicBezTo>
                    <a:pt x="20234" y="29323"/>
                    <a:pt x="25461" y="26646"/>
                    <a:pt x="30941" y="24518"/>
                  </a:cubicBezTo>
                  <a:cubicBezTo>
                    <a:pt x="32732" y="23759"/>
                    <a:pt x="34524" y="22558"/>
                    <a:pt x="35346" y="20745"/>
                  </a:cubicBezTo>
                  <a:cubicBezTo>
                    <a:pt x="37306" y="16235"/>
                    <a:pt x="38992" y="11640"/>
                    <a:pt x="40530" y="6982"/>
                  </a:cubicBezTo>
                  <a:cubicBezTo>
                    <a:pt x="41078" y="5275"/>
                    <a:pt x="39371" y="4348"/>
                    <a:pt x="38022" y="3863"/>
                  </a:cubicBezTo>
                  <a:cubicBezTo>
                    <a:pt x="32163" y="2177"/>
                    <a:pt x="26178" y="1018"/>
                    <a:pt x="20108" y="91"/>
                  </a:cubicBezTo>
                  <a:cubicBezTo>
                    <a:pt x="19681" y="30"/>
                    <a:pt x="19252" y="1"/>
                    <a:pt x="188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 flipH="1">
              <a:off x="14128666" y="582207"/>
              <a:ext cx="1451055" cy="1197730"/>
            </a:xfrm>
            <a:custGeom>
              <a:avLst/>
              <a:gdLst/>
              <a:ahLst/>
              <a:cxnLst/>
              <a:rect l="l" t="t" r="r" b="b"/>
              <a:pathLst>
                <a:path w="30055" h="24808" extrusionOk="0">
                  <a:moveTo>
                    <a:pt x="16747" y="1913"/>
                  </a:moveTo>
                  <a:cubicBezTo>
                    <a:pt x="19125" y="1913"/>
                    <a:pt x="21502" y="1958"/>
                    <a:pt x="23880" y="2072"/>
                  </a:cubicBezTo>
                  <a:cubicBezTo>
                    <a:pt x="24765" y="2156"/>
                    <a:pt x="26156" y="2388"/>
                    <a:pt x="26430" y="3463"/>
                  </a:cubicBezTo>
                  <a:cubicBezTo>
                    <a:pt x="27167" y="6097"/>
                    <a:pt x="27631" y="8816"/>
                    <a:pt x="27842" y="11556"/>
                  </a:cubicBezTo>
                  <a:cubicBezTo>
                    <a:pt x="27905" y="12736"/>
                    <a:pt x="26957" y="13601"/>
                    <a:pt x="26114" y="14233"/>
                  </a:cubicBezTo>
                  <a:cubicBezTo>
                    <a:pt x="22784" y="16467"/>
                    <a:pt x="19601" y="18891"/>
                    <a:pt x="16587" y="21504"/>
                  </a:cubicBezTo>
                  <a:cubicBezTo>
                    <a:pt x="15948" y="22052"/>
                    <a:pt x="15055" y="22553"/>
                    <a:pt x="14169" y="22553"/>
                  </a:cubicBezTo>
                  <a:cubicBezTo>
                    <a:pt x="14033" y="22553"/>
                    <a:pt x="13898" y="22541"/>
                    <a:pt x="13763" y="22516"/>
                  </a:cubicBezTo>
                  <a:cubicBezTo>
                    <a:pt x="11255" y="22052"/>
                    <a:pt x="8726" y="21694"/>
                    <a:pt x="6197" y="21378"/>
                  </a:cubicBezTo>
                  <a:cubicBezTo>
                    <a:pt x="5396" y="21230"/>
                    <a:pt x="4806" y="20619"/>
                    <a:pt x="4679" y="19839"/>
                  </a:cubicBezTo>
                  <a:cubicBezTo>
                    <a:pt x="4110" y="17247"/>
                    <a:pt x="3288" y="14718"/>
                    <a:pt x="2192" y="12315"/>
                  </a:cubicBezTo>
                  <a:cubicBezTo>
                    <a:pt x="1876" y="11514"/>
                    <a:pt x="2003" y="10608"/>
                    <a:pt x="2572" y="9954"/>
                  </a:cubicBezTo>
                  <a:cubicBezTo>
                    <a:pt x="4532" y="7573"/>
                    <a:pt x="6618" y="5318"/>
                    <a:pt x="8831" y="3168"/>
                  </a:cubicBezTo>
                  <a:cubicBezTo>
                    <a:pt x="9695" y="2388"/>
                    <a:pt x="10833" y="1967"/>
                    <a:pt x="11993" y="1967"/>
                  </a:cubicBezTo>
                  <a:cubicBezTo>
                    <a:pt x="13578" y="1933"/>
                    <a:pt x="15162" y="1913"/>
                    <a:pt x="16747" y="1913"/>
                  </a:cubicBezTo>
                  <a:close/>
                  <a:moveTo>
                    <a:pt x="12727" y="0"/>
                  </a:moveTo>
                  <a:cubicBezTo>
                    <a:pt x="11411" y="0"/>
                    <a:pt x="10127" y="420"/>
                    <a:pt x="9063" y="1208"/>
                  </a:cubicBezTo>
                  <a:cubicBezTo>
                    <a:pt x="6197" y="3505"/>
                    <a:pt x="3499" y="5971"/>
                    <a:pt x="928" y="8606"/>
                  </a:cubicBezTo>
                  <a:cubicBezTo>
                    <a:pt x="232" y="9301"/>
                    <a:pt x="0" y="10355"/>
                    <a:pt x="359" y="11282"/>
                  </a:cubicBezTo>
                  <a:cubicBezTo>
                    <a:pt x="1455" y="14191"/>
                    <a:pt x="2255" y="17205"/>
                    <a:pt x="2719" y="20282"/>
                  </a:cubicBezTo>
                  <a:cubicBezTo>
                    <a:pt x="2846" y="21125"/>
                    <a:pt x="3372" y="22094"/>
                    <a:pt x="4279" y="22305"/>
                  </a:cubicBezTo>
                  <a:cubicBezTo>
                    <a:pt x="6976" y="23022"/>
                    <a:pt x="9632" y="23759"/>
                    <a:pt x="12267" y="24687"/>
                  </a:cubicBezTo>
                  <a:cubicBezTo>
                    <a:pt x="12501" y="24770"/>
                    <a:pt x="12736" y="24807"/>
                    <a:pt x="12969" y="24807"/>
                  </a:cubicBezTo>
                  <a:cubicBezTo>
                    <a:pt x="13849" y="24807"/>
                    <a:pt x="14703" y="24284"/>
                    <a:pt x="15386" y="23801"/>
                  </a:cubicBezTo>
                  <a:cubicBezTo>
                    <a:pt x="19116" y="20893"/>
                    <a:pt x="23036" y="18300"/>
                    <a:pt x="27146" y="15982"/>
                  </a:cubicBezTo>
                  <a:cubicBezTo>
                    <a:pt x="28284" y="15287"/>
                    <a:pt x="29528" y="14296"/>
                    <a:pt x="29675" y="12884"/>
                  </a:cubicBezTo>
                  <a:cubicBezTo>
                    <a:pt x="30013" y="9554"/>
                    <a:pt x="30055" y="6224"/>
                    <a:pt x="29781" y="2915"/>
                  </a:cubicBezTo>
                  <a:cubicBezTo>
                    <a:pt x="29654" y="1587"/>
                    <a:pt x="28116" y="1208"/>
                    <a:pt x="27062" y="1018"/>
                  </a:cubicBezTo>
                  <a:cubicBezTo>
                    <a:pt x="22383" y="470"/>
                    <a:pt x="17704" y="175"/>
                    <a:pt x="13004" y="7"/>
                  </a:cubicBezTo>
                  <a:cubicBezTo>
                    <a:pt x="12912" y="2"/>
                    <a:pt x="12819" y="0"/>
                    <a:pt x="12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 flipH="1">
              <a:off x="14326035" y="745297"/>
              <a:ext cx="1072588" cy="821484"/>
            </a:xfrm>
            <a:custGeom>
              <a:avLst/>
              <a:gdLst/>
              <a:ahLst/>
              <a:cxnLst/>
              <a:rect l="l" t="t" r="r" b="b"/>
              <a:pathLst>
                <a:path w="22216" h="17015" extrusionOk="0">
                  <a:moveTo>
                    <a:pt x="15155" y="1518"/>
                  </a:moveTo>
                  <a:cubicBezTo>
                    <a:pt x="15829" y="1518"/>
                    <a:pt x="16567" y="1539"/>
                    <a:pt x="17030" y="2150"/>
                  </a:cubicBezTo>
                  <a:cubicBezTo>
                    <a:pt x="18000" y="3647"/>
                    <a:pt x="18864" y="5206"/>
                    <a:pt x="19623" y="6829"/>
                  </a:cubicBezTo>
                  <a:cubicBezTo>
                    <a:pt x="19897" y="7525"/>
                    <a:pt x="19475" y="8073"/>
                    <a:pt x="19033" y="8579"/>
                  </a:cubicBezTo>
                  <a:cubicBezTo>
                    <a:pt x="17241" y="10307"/>
                    <a:pt x="15513" y="12119"/>
                    <a:pt x="13827" y="13953"/>
                  </a:cubicBezTo>
                  <a:cubicBezTo>
                    <a:pt x="13342" y="14522"/>
                    <a:pt x="12647" y="14880"/>
                    <a:pt x="11909" y="14944"/>
                  </a:cubicBezTo>
                  <a:cubicBezTo>
                    <a:pt x="9928" y="15049"/>
                    <a:pt x="7947" y="15196"/>
                    <a:pt x="5986" y="15365"/>
                  </a:cubicBezTo>
                  <a:cubicBezTo>
                    <a:pt x="5460" y="15323"/>
                    <a:pt x="4912" y="15239"/>
                    <a:pt x="4701" y="14649"/>
                  </a:cubicBezTo>
                  <a:lnTo>
                    <a:pt x="4701" y="14627"/>
                  </a:lnTo>
                  <a:cubicBezTo>
                    <a:pt x="4026" y="13047"/>
                    <a:pt x="3225" y="11529"/>
                    <a:pt x="2319" y="10054"/>
                  </a:cubicBezTo>
                  <a:cubicBezTo>
                    <a:pt x="2045" y="9548"/>
                    <a:pt x="2066" y="8937"/>
                    <a:pt x="2382" y="8452"/>
                  </a:cubicBezTo>
                  <a:cubicBezTo>
                    <a:pt x="3478" y="6724"/>
                    <a:pt x="4595" y="5059"/>
                    <a:pt x="5797" y="3415"/>
                  </a:cubicBezTo>
                  <a:cubicBezTo>
                    <a:pt x="6239" y="2846"/>
                    <a:pt x="6914" y="2467"/>
                    <a:pt x="7630" y="2382"/>
                  </a:cubicBezTo>
                  <a:cubicBezTo>
                    <a:pt x="10138" y="2045"/>
                    <a:pt x="12647" y="1750"/>
                    <a:pt x="15155" y="1518"/>
                  </a:cubicBezTo>
                  <a:close/>
                  <a:moveTo>
                    <a:pt x="17410" y="1"/>
                  </a:moveTo>
                  <a:cubicBezTo>
                    <a:pt x="14185" y="85"/>
                    <a:pt x="10960" y="254"/>
                    <a:pt x="7736" y="507"/>
                  </a:cubicBezTo>
                  <a:cubicBezTo>
                    <a:pt x="6830" y="570"/>
                    <a:pt x="5860" y="949"/>
                    <a:pt x="5270" y="1645"/>
                  </a:cubicBezTo>
                  <a:cubicBezTo>
                    <a:pt x="3605" y="3584"/>
                    <a:pt x="2045" y="5586"/>
                    <a:pt x="549" y="7651"/>
                  </a:cubicBezTo>
                  <a:cubicBezTo>
                    <a:pt x="212" y="8305"/>
                    <a:pt x="1" y="8937"/>
                    <a:pt x="359" y="9653"/>
                  </a:cubicBezTo>
                  <a:cubicBezTo>
                    <a:pt x="1371" y="11571"/>
                    <a:pt x="2193" y="13595"/>
                    <a:pt x="2846" y="15681"/>
                  </a:cubicBezTo>
                  <a:cubicBezTo>
                    <a:pt x="3015" y="16335"/>
                    <a:pt x="3605" y="16798"/>
                    <a:pt x="4279" y="16798"/>
                  </a:cubicBezTo>
                  <a:cubicBezTo>
                    <a:pt x="6577" y="16819"/>
                    <a:pt x="8874" y="16883"/>
                    <a:pt x="11171" y="17009"/>
                  </a:cubicBezTo>
                  <a:cubicBezTo>
                    <a:pt x="11220" y="17012"/>
                    <a:pt x="11268" y="17014"/>
                    <a:pt x="11317" y="17014"/>
                  </a:cubicBezTo>
                  <a:cubicBezTo>
                    <a:pt x="12155" y="17014"/>
                    <a:pt x="12996" y="16513"/>
                    <a:pt x="13574" y="15955"/>
                  </a:cubicBezTo>
                  <a:cubicBezTo>
                    <a:pt x="15913" y="13700"/>
                    <a:pt x="18337" y="11550"/>
                    <a:pt x="20866" y="9527"/>
                  </a:cubicBezTo>
                  <a:cubicBezTo>
                    <a:pt x="21456" y="8979"/>
                    <a:pt x="22215" y="8178"/>
                    <a:pt x="21962" y="7293"/>
                  </a:cubicBezTo>
                  <a:cubicBezTo>
                    <a:pt x="21372" y="5122"/>
                    <a:pt x="20613" y="3015"/>
                    <a:pt x="19665" y="970"/>
                  </a:cubicBezTo>
                  <a:cubicBezTo>
                    <a:pt x="19222" y="148"/>
                    <a:pt x="18253" y="43"/>
                    <a:pt x="17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 flipH="1">
              <a:off x="14555027" y="899552"/>
              <a:ext cx="645166" cy="513699"/>
            </a:xfrm>
            <a:custGeom>
              <a:avLst/>
              <a:gdLst/>
              <a:ahLst/>
              <a:cxnLst/>
              <a:rect l="l" t="t" r="r" b="b"/>
              <a:pathLst>
                <a:path w="13363" h="10640" extrusionOk="0">
                  <a:moveTo>
                    <a:pt x="9590" y="0"/>
                  </a:moveTo>
                  <a:cubicBezTo>
                    <a:pt x="9477" y="0"/>
                    <a:pt x="9363" y="5"/>
                    <a:pt x="9253" y="9"/>
                  </a:cubicBezTo>
                  <a:cubicBezTo>
                    <a:pt x="7441" y="304"/>
                    <a:pt x="5628" y="642"/>
                    <a:pt x="3815" y="1000"/>
                  </a:cubicBezTo>
                  <a:cubicBezTo>
                    <a:pt x="3289" y="1084"/>
                    <a:pt x="2825" y="1400"/>
                    <a:pt x="2530" y="1843"/>
                  </a:cubicBezTo>
                  <a:cubicBezTo>
                    <a:pt x="1729" y="3128"/>
                    <a:pt x="970" y="4435"/>
                    <a:pt x="233" y="5763"/>
                  </a:cubicBezTo>
                  <a:cubicBezTo>
                    <a:pt x="1" y="6142"/>
                    <a:pt x="1" y="6606"/>
                    <a:pt x="254" y="6964"/>
                  </a:cubicBezTo>
                  <a:cubicBezTo>
                    <a:pt x="1012" y="7997"/>
                    <a:pt x="1708" y="9072"/>
                    <a:pt x="2361" y="10168"/>
                  </a:cubicBezTo>
                  <a:cubicBezTo>
                    <a:pt x="2533" y="10460"/>
                    <a:pt x="2858" y="10639"/>
                    <a:pt x="3200" y="10639"/>
                  </a:cubicBezTo>
                  <a:cubicBezTo>
                    <a:pt x="3279" y="10639"/>
                    <a:pt x="3358" y="10630"/>
                    <a:pt x="3436" y="10610"/>
                  </a:cubicBezTo>
                  <a:cubicBezTo>
                    <a:pt x="4996" y="10336"/>
                    <a:pt x="6555" y="10084"/>
                    <a:pt x="8115" y="9852"/>
                  </a:cubicBezTo>
                  <a:cubicBezTo>
                    <a:pt x="8663" y="9767"/>
                    <a:pt x="9169" y="9451"/>
                    <a:pt x="9506" y="9009"/>
                  </a:cubicBezTo>
                  <a:cubicBezTo>
                    <a:pt x="10602" y="7618"/>
                    <a:pt x="11740" y="6227"/>
                    <a:pt x="12878" y="4878"/>
                  </a:cubicBezTo>
                  <a:cubicBezTo>
                    <a:pt x="13194" y="4583"/>
                    <a:pt x="13363" y="3972"/>
                    <a:pt x="13110" y="3592"/>
                  </a:cubicBezTo>
                  <a:cubicBezTo>
                    <a:pt x="12351" y="2475"/>
                    <a:pt x="11550" y="1421"/>
                    <a:pt x="10686" y="389"/>
                  </a:cubicBezTo>
                  <a:cubicBezTo>
                    <a:pt x="10406" y="59"/>
                    <a:pt x="9997" y="0"/>
                    <a:pt x="9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3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3">
  <p:cSld name="CUSTOM_12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1341600" y="2291300"/>
            <a:ext cx="25968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title"/>
          </p:nvPr>
        </p:nvSpPr>
        <p:spPr>
          <a:xfrm>
            <a:off x="1024800" y="1794800"/>
            <a:ext cx="2913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91" name="Google Shape;391;p31"/>
          <p:cNvGrpSpPr/>
          <p:nvPr/>
        </p:nvGrpSpPr>
        <p:grpSpPr>
          <a:xfrm rot="10800000">
            <a:off x="-97544" y="2625967"/>
            <a:ext cx="1390747" cy="2523532"/>
            <a:chOff x="6373700" y="846675"/>
            <a:chExt cx="1059375" cy="1937750"/>
          </a:xfrm>
        </p:grpSpPr>
        <p:sp>
          <p:nvSpPr>
            <p:cNvPr id="392" name="Google Shape;392;p31"/>
            <p:cNvSpPr/>
            <p:nvPr/>
          </p:nvSpPr>
          <p:spPr>
            <a:xfrm>
              <a:off x="7095225" y="930900"/>
              <a:ext cx="286650" cy="739100"/>
            </a:xfrm>
            <a:custGeom>
              <a:avLst/>
              <a:gdLst/>
              <a:ahLst/>
              <a:cxnLst/>
              <a:rect l="l" t="t" r="r" b="b"/>
              <a:pathLst>
                <a:path w="11466" h="29564" extrusionOk="0">
                  <a:moveTo>
                    <a:pt x="11466" y="0"/>
                  </a:moveTo>
                  <a:cubicBezTo>
                    <a:pt x="9835" y="6930"/>
                    <a:pt x="0" y="12919"/>
                    <a:pt x="1703" y="20491"/>
                  </a:cubicBezTo>
                  <a:cubicBezTo>
                    <a:pt x="2667" y="24801"/>
                    <a:pt x="6930" y="27290"/>
                    <a:pt x="11466" y="29564"/>
                  </a:cubicBezTo>
                  <a:lnTo>
                    <a:pt x="11466" y="24503"/>
                  </a:lnTo>
                  <a:cubicBezTo>
                    <a:pt x="9740" y="23087"/>
                    <a:pt x="8418" y="21408"/>
                    <a:pt x="7847" y="19241"/>
                  </a:cubicBezTo>
                  <a:cubicBezTo>
                    <a:pt x="6846" y="15419"/>
                    <a:pt x="9013" y="11788"/>
                    <a:pt x="11466" y="8216"/>
                  </a:cubicBezTo>
                  <a:lnTo>
                    <a:pt x="1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6741600" y="846675"/>
              <a:ext cx="640275" cy="1047175"/>
            </a:xfrm>
            <a:custGeom>
              <a:avLst/>
              <a:gdLst/>
              <a:ahLst/>
              <a:cxnLst/>
              <a:rect l="l" t="t" r="r" b="b"/>
              <a:pathLst>
                <a:path w="25611" h="41887" extrusionOk="0">
                  <a:moveTo>
                    <a:pt x="15741" y="0"/>
                  </a:moveTo>
                  <a:cubicBezTo>
                    <a:pt x="15848" y="429"/>
                    <a:pt x="15896" y="857"/>
                    <a:pt x="15907" y="1298"/>
                  </a:cubicBezTo>
                  <a:cubicBezTo>
                    <a:pt x="16086" y="10180"/>
                    <a:pt x="1" y="16776"/>
                    <a:pt x="2310" y="26432"/>
                  </a:cubicBezTo>
                  <a:cubicBezTo>
                    <a:pt x="4477" y="35421"/>
                    <a:pt x="18693" y="36207"/>
                    <a:pt x="25611" y="41886"/>
                  </a:cubicBezTo>
                  <a:lnTo>
                    <a:pt x="25611" y="37088"/>
                  </a:lnTo>
                  <a:cubicBezTo>
                    <a:pt x="19122" y="33849"/>
                    <a:pt x="10859" y="31659"/>
                    <a:pt x="9264" y="25134"/>
                  </a:cubicBezTo>
                  <a:cubicBezTo>
                    <a:pt x="7061" y="16097"/>
                    <a:pt x="21372" y="9525"/>
                    <a:pt x="21015" y="1191"/>
                  </a:cubicBezTo>
                  <a:cubicBezTo>
                    <a:pt x="20991" y="786"/>
                    <a:pt x="20932" y="393"/>
                    <a:pt x="20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6373700" y="846675"/>
              <a:ext cx="1059375" cy="1937750"/>
            </a:xfrm>
            <a:custGeom>
              <a:avLst/>
              <a:gdLst/>
              <a:ahLst/>
              <a:cxnLst/>
              <a:rect l="l" t="t" r="r" b="b"/>
              <a:pathLst>
                <a:path w="42375" h="77510" extrusionOk="0">
                  <a:moveTo>
                    <a:pt x="19848" y="0"/>
                  </a:moveTo>
                  <a:cubicBezTo>
                    <a:pt x="19908" y="464"/>
                    <a:pt x="19908" y="929"/>
                    <a:pt x="19884" y="1393"/>
                  </a:cubicBezTo>
                  <a:cubicBezTo>
                    <a:pt x="19193" y="11942"/>
                    <a:pt x="1" y="17788"/>
                    <a:pt x="2346" y="29051"/>
                  </a:cubicBezTo>
                  <a:cubicBezTo>
                    <a:pt x="4763" y="40636"/>
                    <a:pt x="26421" y="39814"/>
                    <a:pt x="33040" y="48756"/>
                  </a:cubicBezTo>
                  <a:cubicBezTo>
                    <a:pt x="38767" y="56507"/>
                    <a:pt x="30742" y="70080"/>
                    <a:pt x="38624" y="76426"/>
                  </a:cubicBezTo>
                  <a:cubicBezTo>
                    <a:pt x="39124" y="76831"/>
                    <a:pt x="39660" y="77188"/>
                    <a:pt x="40220" y="77510"/>
                  </a:cubicBezTo>
                  <a:lnTo>
                    <a:pt x="40232" y="69675"/>
                  </a:lnTo>
                  <a:cubicBezTo>
                    <a:pt x="37505" y="63055"/>
                    <a:pt x="42375" y="52995"/>
                    <a:pt x="37946" y="46649"/>
                  </a:cubicBezTo>
                  <a:cubicBezTo>
                    <a:pt x="31838" y="37886"/>
                    <a:pt x="12347" y="38636"/>
                    <a:pt x="9787" y="27730"/>
                  </a:cubicBezTo>
                  <a:cubicBezTo>
                    <a:pt x="7335" y="17312"/>
                    <a:pt x="25504" y="10966"/>
                    <a:pt x="25349" y="1381"/>
                  </a:cubicBezTo>
                  <a:cubicBezTo>
                    <a:pt x="25337" y="917"/>
                    <a:pt x="25289" y="452"/>
                    <a:pt x="25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4">
  <p:cSld name="CUSTOM_12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>
            <a:spLocks noGrp="1"/>
          </p:cNvSpPr>
          <p:nvPr>
            <p:ph type="subTitle" idx="1"/>
          </p:nvPr>
        </p:nvSpPr>
        <p:spPr>
          <a:xfrm>
            <a:off x="519716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397" name="Google Shape;397;p32"/>
          <p:cNvSpPr txBox="1">
            <a:spLocks noGrp="1"/>
          </p:cNvSpPr>
          <p:nvPr>
            <p:ph type="title"/>
          </p:nvPr>
        </p:nvSpPr>
        <p:spPr>
          <a:xfrm>
            <a:off x="5197175" y="1794800"/>
            <a:ext cx="322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32"/>
          <p:cNvGrpSpPr/>
          <p:nvPr/>
        </p:nvGrpSpPr>
        <p:grpSpPr>
          <a:xfrm>
            <a:off x="7398808" y="-35377"/>
            <a:ext cx="1958875" cy="5231077"/>
            <a:chOff x="7447795" y="-35377"/>
            <a:chExt cx="1958875" cy="5231077"/>
          </a:xfrm>
        </p:grpSpPr>
        <p:sp>
          <p:nvSpPr>
            <p:cNvPr id="399" name="Google Shape;399;p32"/>
            <p:cNvSpPr/>
            <p:nvPr/>
          </p:nvSpPr>
          <p:spPr>
            <a:xfrm>
              <a:off x="8934353" y="4655950"/>
              <a:ext cx="275093" cy="539392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8671299" y="4377744"/>
              <a:ext cx="538147" cy="817598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8816200" y="1133940"/>
              <a:ext cx="393246" cy="1237982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8407823" y="4127069"/>
              <a:ext cx="801623" cy="1068273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8483771" y="-35377"/>
              <a:ext cx="725675" cy="2726183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8125408" y="3875223"/>
              <a:ext cx="1084038" cy="1320477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7447795" y="-35377"/>
              <a:ext cx="1958875" cy="5230719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"/>
              <a:buChar char="●"/>
              <a:defRPr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08" name="Google Shape;408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cAtH-nvgr8lWIjoK7t31T41dNVBxWz7DGaIU4ITOUlI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cAtH-nvgr8lWIjoK7t31T41dNVBxWz7DGaIU4ITOUlI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>
            <a:spLocks noGrp="1"/>
          </p:cNvSpPr>
          <p:nvPr>
            <p:ph type="ctrTitle"/>
          </p:nvPr>
        </p:nvSpPr>
        <p:spPr>
          <a:xfrm>
            <a:off x="1024800" y="1638422"/>
            <a:ext cx="6002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Wave</a:t>
            </a:r>
            <a:endParaRPr/>
          </a:p>
        </p:txBody>
      </p:sp>
      <p:sp>
        <p:nvSpPr>
          <p:cNvPr id="415" name="Google Shape;415;p35"/>
          <p:cNvSpPr txBox="1">
            <a:spLocks noGrp="1"/>
          </p:cNvSpPr>
          <p:nvPr>
            <p:ph type="subTitle" idx="1"/>
          </p:nvPr>
        </p:nvSpPr>
        <p:spPr>
          <a:xfrm>
            <a:off x="1024800" y="2733675"/>
            <a:ext cx="51747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-5305492" y="-3450348"/>
            <a:ext cx="8408" cy="8741"/>
          </a:xfrm>
          <a:custGeom>
            <a:avLst/>
            <a:gdLst/>
            <a:ahLst/>
            <a:cxnLst/>
            <a:rect l="l" t="t" r="r" b="b"/>
            <a:pathLst>
              <a:path w="323" h="382" extrusionOk="0">
                <a:moveTo>
                  <a:pt x="322" y="0"/>
                </a:moveTo>
                <a:lnTo>
                  <a:pt x="167" y="179"/>
                </a:lnTo>
                <a:lnTo>
                  <a:pt x="1" y="381"/>
                </a:lnTo>
                <a:lnTo>
                  <a:pt x="32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-5297110" y="-3456343"/>
            <a:ext cx="5909" cy="6018"/>
          </a:xfrm>
          <a:custGeom>
            <a:avLst/>
            <a:gdLst/>
            <a:ahLst/>
            <a:cxnLst/>
            <a:rect l="l" t="t" r="r" b="b"/>
            <a:pathLst>
              <a:path w="227" h="263" extrusionOk="0">
                <a:moveTo>
                  <a:pt x="226" y="1"/>
                </a:moveTo>
                <a:cubicBezTo>
                  <a:pt x="143" y="84"/>
                  <a:pt x="72" y="167"/>
                  <a:pt x="0" y="262"/>
                </a:cubicBezTo>
                <a:lnTo>
                  <a:pt x="119" y="131"/>
                </a:lnTo>
                <a:cubicBezTo>
                  <a:pt x="155" y="84"/>
                  <a:pt x="191" y="36"/>
                  <a:pt x="2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-5291227" y="-3463688"/>
            <a:ext cx="6847" cy="7368"/>
          </a:xfrm>
          <a:custGeom>
            <a:avLst/>
            <a:gdLst/>
            <a:ahLst/>
            <a:cxnLst/>
            <a:rect l="l" t="t" r="r" b="b"/>
            <a:pathLst>
              <a:path w="263" h="322" extrusionOk="0">
                <a:moveTo>
                  <a:pt x="262" y="0"/>
                </a:moveTo>
                <a:lnTo>
                  <a:pt x="143" y="131"/>
                </a:lnTo>
                <a:lnTo>
                  <a:pt x="0" y="321"/>
                </a:lnTo>
                <a:lnTo>
                  <a:pt x="2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"/>
          <p:cNvSpPr txBox="1">
            <a:spLocks noGrp="1"/>
          </p:cNvSpPr>
          <p:nvPr>
            <p:ph type="title"/>
          </p:nvPr>
        </p:nvSpPr>
        <p:spPr>
          <a:xfrm>
            <a:off x="1024800" y="1495891"/>
            <a:ext cx="43227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430" name="Google Shape;430;p37"/>
          <p:cNvSpPr txBox="1">
            <a:spLocks noGrp="1"/>
          </p:cNvSpPr>
          <p:nvPr>
            <p:ph type="subTitle" idx="1"/>
          </p:nvPr>
        </p:nvSpPr>
        <p:spPr>
          <a:xfrm>
            <a:off x="1024800" y="2735575"/>
            <a:ext cx="43227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could be the part of the presentation where you can introduce yourself, write your email...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>
            <a:spLocks noGrp="1"/>
          </p:cNvSpPr>
          <p:nvPr>
            <p:ph type="title"/>
          </p:nvPr>
        </p:nvSpPr>
        <p:spPr>
          <a:xfrm>
            <a:off x="5229600" y="3150680"/>
            <a:ext cx="2889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436" name="Google Shape;436;p38"/>
          <p:cNvSpPr txBox="1">
            <a:spLocks noGrp="1"/>
          </p:cNvSpPr>
          <p:nvPr>
            <p:ph type="subTitle" idx="1"/>
          </p:nvPr>
        </p:nvSpPr>
        <p:spPr>
          <a:xfrm>
            <a:off x="4181075" y="1453875"/>
            <a:ext cx="3937800" cy="16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9"/>
          <p:cNvSpPr txBox="1">
            <a:spLocks noGrp="1"/>
          </p:cNvSpPr>
          <p:nvPr>
            <p:ph type="title"/>
          </p:nvPr>
        </p:nvSpPr>
        <p:spPr>
          <a:xfrm>
            <a:off x="1024800" y="2104650"/>
            <a:ext cx="26466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Table of </a:t>
            </a:r>
            <a:r>
              <a:rPr lang="en"/>
              <a:t>C</a:t>
            </a:r>
            <a:r>
              <a:rPr lang="en" sz="3200"/>
              <a:t>ontents</a:t>
            </a:r>
            <a:endParaRPr sz="3200"/>
          </a:p>
        </p:txBody>
      </p:sp>
      <p:sp>
        <p:nvSpPr>
          <p:cNvPr id="442" name="Google Shape;442;p39"/>
          <p:cNvSpPr/>
          <p:nvPr/>
        </p:nvSpPr>
        <p:spPr>
          <a:xfrm>
            <a:off x="4495807" y="5400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4495807" y="21159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9"/>
          <p:cNvSpPr/>
          <p:nvPr/>
        </p:nvSpPr>
        <p:spPr>
          <a:xfrm>
            <a:off x="4495807" y="36919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/>
          <p:cNvSpPr txBox="1">
            <a:spLocks noGrp="1"/>
          </p:cNvSpPr>
          <p:nvPr>
            <p:ph type="subTitle" idx="1"/>
          </p:nvPr>
        </p:nvSpPr>
        <p:spPr>
          <a:xfrm>
            <a:off x="5163150" y="6297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46" name="Google Shape;446;p39"/>
          <p:cNvSpPr txBox="1">
            <a:spLocks noGrp="1"/>
          </p:cNvSpPr>
          <p:nvPr>
            <p:ph type="title" idx="2"/>
          </p:nvPr>
        </p:nvSpPr>
        <p:spPr>
          <a:xfrm>
            <a:off x="4581007" y="625200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title" idx="3"/>
          </p:nvPr>
        </p:nvSpPr>
        <p:spPr>
          <a:xfrm>
            <a:off x="4581007" y="2201150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title" idx="4"/>
          </p:nvPr>
        </p:nvSpPr>
        <p:spPr>
          <a:xfrm>
            <a:off x="4581007" y="3777100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subTitle" idx="5"/>
          </p:nvPr>
        </p:nvSpPr>
        <p:spPr>
          <a:xfrm>
            <a:off x="5163150" y="98620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describe the topic of the section here</a:t>
            </a:r>
            <a:endParaRPr/>
          </a:p>
        </p:txBody>
      </p:sp>
      <p:sp>
        <p:nvSpPr>
          <p:cNvPr id="450" name="Google Shape;450;p39"/>
          <p:cNvSpPr txBox="1">
            <a:spLocks noGrp="1"/>
          </p:cNvSpPr>
          <p:nvPr>
            <p:ph type="subTitle" idx="6"/>
          </p:nvPr>
        </p:nvSpPr>
        <p:spPr>
          <a:xfrm>
            <a:off x="5163150" y="220565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451" name="Google Shape;451;p39"/>
          <p:cNvSpPr txBox="1">
            <a:spLocks noGrp="1"/>
          </p:cNvSpPr>
          <p:nvPr>
            <p:ph type="subTitle" idx="8"/>
          </p:nvPr>
        </p:nvSpPr>
        <p:spPr>
          <a:xfrm>
            <a:off x="5163150" y="37816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52" name="Google Shape;452;p39"/>
          <p:cNvSpPr txBox="1">
            <a:spLocks noGrp="1"/>
          </p:cNvSpPr>
          <p:nvPr>
            <p:ph type="subTitle" idx="9"/>
          </p:nvPr>
        </p:nvSpPr>
        <p:spPr>
          <a:xfrm>
            <a:off x="5163150" y="4135650"/>
            <a:ext cx="23949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describe the topic of the section here</a:t>
            </a:r>
            <a:endParaRPr/>
          </a:p>
        </p:txBody>
      </p:sp>
      <p:sp>
        <p:nvSpPr>
          <p:cNvPr id="453" name="Google Shape;453;p39"/>
          <p:cNvSpPr/>
          <p:nvPr/>
        </p:nvSpPr>
        <p:spPr>
          <a:xfrm rot="-5400000">
            <a:off x="6218550" y="885829"/>
            <a:ext cx="82500" cy="200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9"/>
          <p:cNvSpPr txBox="1">
            <a:spLocks noGrp="1"/>
          </p:cNvSpPr>
          <p:nvPr>
            <p:ph type="subTitle" idx="7"/>
          </p:nvPr>
        </p:nvSpPr>
        <p:spPr>
          <a:xfrm>
            <a:off x="5163150" y="2560925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describe the topic of the section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9"/>
          <p:cNvSpPr/>
          <p:nvPr/>
        </p:nvSpPr>
        <p:spPr>
          <a:xfrm rot="-5400000">
            <a:off x="6218550" y="2463229"/>
            <a:ext cx="82500" cy="200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/>
          <p:nvPr/>
        </p:nvSpPr>
        <p:spPr>
          <a:xfrm>
            <a:off x="1132199" y="1287825"/>
            <a:ext cx="673500" cy="673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0"/>
          <p:cNvSpPr txBox="1">
            <a:spLocks noGrp="1"/>
          </p:cNvSpPr>
          <p:nvPr>
            <p:ph type="title"/>
          </p:nvPr>
        </p:nvSpPr>
        <p:spPr>
          <a:xfrm>
            <a:off x="1019437" y="2001399"/>
            <a:ext cx="409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Company</a:t>
            </a:r>
            <a:endParaRPr sz="4200"/>
          </a:p>
        </p:txBody>
      </p:sp>
      <p:sp>
        <p:nvSpPr>
          <p:cNvPr id="462" name="Google Shape;462;p40"/>
          <p:cNvSpPr txBox="1">
            <a:spLocks noGrp="1"/>
          </p:cNvSpPr>
          <p:nvPr>
            <p:ph type="title" idx="2"/>
          </p:nvPr>
        </p:nvSpPr>
        <p:spPr>
          <a:xfrm>
            <a:off x="1199999" y="1355625"/>
            <a:ext cx="539400" cy="53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1</a:t>
            </a:r>
            <a:endParaRPr sz="2800">
              <a:solidFill>
                <a:srgbClr val="FFFFFF"/>
              </a:solidFill>
            </a:endParaRPr>
          </a:p>
        </p:txBody>
      </p:sp>
      <p:sp>
        <p:nvSpPr>
          <p:cNvPr id="463" name="Google Shape;463;p40"/>
          <p:cNvSpPr/>
          <p:nvPr/>
        </p:nvSpPr>
        <p:spPr>
          <a:xfrm rot="-5400000">
            <a:off x="2397000" y="2315725"/>
            <a:ext cx="82500" cy="2633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/>
          <p:cNvSpPr txBox="1">
            <a:spLocks noGrp="1"/>
          </p:cNvSpPr>
          <p:nvPr>
            <p:ph type="subTitle" idx="1"/>
          </p:nvPr>
        </p:nvSpPr>
        <p:spPr>
          <a:xfrm>
            <a:off x="1019450" y="2743600"/>
            <a:ext cx="32553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could enter a subtitle here if you need it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1"/>
          <p:cNvSpPr txBox="1">
            <a:spLocks noGrp="1"/>
          </p:cNvSpPr>
          <p:nvPr>
            <p:ph type="subTitle" idx="2"/>
          </p:nvPr>
        </p:nvSpPr>
        <p:spPr>
          <a:xfrm>
            <a:off x="13300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</a:t>
            </a:r>
            <a:endParaRPr/>
          </a:p>
        </p:txBody>
      </p:sp>
      <p:sp>
        <p:nvSpPr>
          <p:cNvPr id="470" name="Google Shape;470;p41"/>
          <p:cNvSpPr txBox="1">
            <a:spLocks noGrp="1"/>
          </p:cNvSpPr>
          <p:nvPr>
            <p:ph type="subTitle" idx="1"/>
          </p:nvPr>
        </p:nvSpPr>
        <p:spPr>
          <a:xfrm>
            <a:off x="169664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471" name="Google Shape;471;p41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Maybe You Need to Divide the Content</a:t>
            </a:r>
            <a:endParaRPr/>
          </a:p>
        </p:txBody>
      </p:sp>
      <p:sp>
        <p:nvSpPr>
          <p:cNvPr id="472" name="Google Shape;472;p41"/>
          <p:cNvSpPr txBox="1">
            <a:spLocks noGrp="1"/>
          </p:cNvSpPr>
          <p:nvPr>
            <p:ph type="subTitle" idx="3"/>
          </p:nvPr>
        </p:nvSpPr>
        <p:spPr>
          <a:xfrm>
            <a:off x="5548655" y="2680410"/>
            <a:ext cx="1898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473" name="Google Shape;473;p41"/>
          <p:cNvSpPr txBox="1">
            <a:spLocks noGrp="1"/>
          </p:cNvSpPr>
          <p:nvPr>
            <p:ph type="subTitle" idx="4"/>
          </p:nvPr>
        </p:nvSpPr>
        <p:spPr>
          <a:xfrm>
            <a:off x="5548650" y="3036913"/>
            <a:ext cx="22653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has beautiful name and is the second planet from the Sun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1"/>
          <p:cNvSpPr/>
          <p:nvPr/>
        </p:nvSpPr>
        <p:spPr>
          <a:xfrm>
            <a:off x="2922950" y="20007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1"/>
          <p:cNvSpPr/>
          <p:nvPr/>
        </p:nvSpPr>
        <p:spPr>
          <a:xfrm>
            <a:off x="5648350" y="20007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476;p41"/>
          <p:cNvGrpSpPr/>
          <p:nvPr/>
        </p:nvGrpSpPr>
        <p:grpSpPr>
          <a:xfrm>
            <a:off x="3032136" y="2109144"/>
            <a:ext cx="354311" cy="355909"/>
            <a:chOff x="-49764975" y="3551225"/>
            <a:chExt cx="299300" cy="300650"/>
          </a:xfrm>
        </p:grpSpPr>
        <p:sp>
          <p:nvSpPr>
            <p:cNvPr id="477" name="Google Shape;477;p41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41"/>
          <p:cNvGrpSpPr/>
          <p:nvPr/>
        </p:nvGrpSpPr>
        <p:grpSpPr>
          <a:xfrm>
            <a:off x="5757534" y="2120476"/>
            <a:ext cx="357808" cy="333240"/>
            <a:chOff x="-11295075" y="4092875"/>
            <a:chExt cx="355250" cy="330825"/>
          </a:xfrm>
        </p:grpSpPr>
        <p:sp>
          <p:nvSpPr>
            <p:cNvPr id="489" name="Google Shape;489;p41"/>
            <p:cNvSpPr/>
            <p:nvPr/>
          </p:nvSpPr>
          <p:spPr>
            <a:xfrm>
              <a:off x="-11084775" y="4196825"/>
              <a:ext cx="61475" cy="61475"/>
            </a:xfrm>
            <a:custGeom>
              <a:avLst/>
              <a:gdLst/>
              <a:ahLst/>
              <a:cxnLst/>
              <a:rect l="l" t="t" r="r" b="b"/>
              <a:pathLst>
                <a:path w="2459" h="2459" extrusionOk="0">
                  <a:moveTo>
                    <a:pt x="64" y="1"/>
                  </a:moveTo>
                  <a:cubicBezTo>
                    <a:pt x="32" y="410"/>
                    <a:pt x="1" y="852"/>
                    <a:pt x="1" y="1230"/>
                  </a:cubicBezTo>
                  <a:cubicBezTo>
                    <a:pt x="1" y="1639"/>
                    <a:pt x="32" y="2049"/>
                    <a:pt x="64" y="2458"/>
                  </a:cubicBezTo>
                  <a:lnTo>
                    <a:pt x="1198" y="2458"/>
                  </a:lnTo>
                  <a:cubicBezTo>
                    <a:pt x="1891" y="2458"/>
                    <a:pt x="2458" y="1891"/>
                    <a:pt x="2458" y="1230"/>
                  </a:cubicBezTo>
                  <a:cubicBezTo>
                    <a:pt x="2458" y="568"/>
                    <a:pt x="1922" y="1"/>
                    <a:pt x="11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-11080050" y="4092875"/>
              <a:ext cx="140225" cy="269375"/>
            </a:xfrm>
            <a:custGeom>
              <a:avLst/>
              <a:gdLst/>
              <a:ahLst/>
              <a:cxnLst/>
              <a:rect l="l" t="t" r="r" b="b"/>
              <a:pathLst>
                <a:path w="5609" h="10775" extrusionOk="0">
                  <a:moveTo>
                    <a:pt x="2679" y="0"/>
                  </a:moveTo>
                  <a:cubicBezTo>
                    <a:pt x="1450" y="0"/>
                    <a:pt x="442" y="1387"/>
                    <a:pt x="1" y="3308"/>
                  </a:cubicBezTo>
                  <a:lnTo>
                    <a:pt x="1009" y="3308"/>
                  </a:lnTo>
                  <a:cubicBezTo>
                    <a:pt x="2175" y="3308"/>
                    <a:pt x="3120" y="4253"/>
                    <a:pt x="3120" y="5388"/>
                  </a:cubicBezTo>
                  <a:cubicBezTo>
                    <a:pt x="3120" y="6522"/>
                    <a:pt x="2175" y="7467"/>
                    <a:pt x="1009" y="7467"/>
                  </a:cubicBezTo>
                  <a:lnTo>
                    <a:pt x="1" y="7467"/>
                  </a:lnTo>
                  <a:cubicBezTo>
                    <a:pt x="442" y="9420"/>
                    <a:pt x="1450" y="10775"/>
                    <a:pt x="2679" y="10775"/>
                  </a:cubicBezTo>
                  <a:cubicBezTo>
                    <a:pt x="4285" y="10775"/>
                    <a:pt x="5609" y="8381"/>
                    <a:pt x="5609" y="5419"/>
                  </a:cubicBezTo>
                  <a:cubicBezTo>
                    <a:pt x="5609" y="2458"/>
                    <a:pt x="4285" y="0"/>
                    <a:pt x="26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-11230475" y="4320500"/>
              <a:ext cx="103975" cy="103200"/>
            </a:xfrm>
            <a:custGeom>
              <a:avLst/>
              <a:gdLst/>
              <a:ahLst/>
              <a:cxnLst/>
              <a:rect l="l" t="t" r="r" b="b"/>
              <a:pathLst>
                <a:path w="4159" h="4128" extrusionOk="0">
                  <a:moveTo>
                    <a:pt x="0" y="0"/>
                  </a:moveTo>
                  <a:lnTo>
                    <a:pt x="0" y="2867"/>
                  </a:lnTo>
                  <a:cubicBezTo>
                    <a:pt x="0" y="3529"/>
                    <a:pt x="536" y="4127"/>
                    <a:pt x="1260" y="4127"/>
                  </a:cubicBezTo>
                  <a:cubicBezTo>
                    <a:pt x="1922" y="4127"/>
                    <a:pt x="2521" y="3560"/>
                    <a:pt x="2521" y="2867"/>
                  </a:cubicBezTo>
                  <a:lnTo>
                    <a:pt x="2521" y="1638"/>
                  </a:lnTo>
                  <a:lnTo>
                    <a:pt x="2962" y="1638"/>
                  </a:lnTo>
                  <a:cubicBezTo>
                    <a:pt x="3623" y="1638"/>
                    <a:pt x="4127" y="1134"/>
                    <a:pt x="4159" y="473"/>
                  </a:cubicBezTo>
                  <a:cubicBezTo>
                    <a:pt x="3875" y="347"/>
                    <a:pt x="3623" y="221"/>
                    <a:pt x="3340" y="158"/>
                  </a:cubicBezTo>
                  <a:lnTo>
                    <a:pt x="3340" y="378"/>
                  </a:lnTo>
                  <a:cubicBezTo>
                    <a:pt x="3340" y="630"/>
                    <a:pt x="3151" y="788"/>
                    <a:pt x="2962" y="788"/>
                  </a:cubicBezTo>
                  <a:lnTo>
                    <a:pt x="2521" y="788"/>
                  </a:lnTo>
                  <a:lnTo>
                    <a:pt x="2521" y="0"/>
                  </a:lnTo>
                  <a:cubicBezTo>
                    <a:pt x="2468" y="11"/>
                    <a:pt x="2416" y="14"/>
                    <a:pt x="2364" y="14"/>
                  </a:cubicBezTo>
                  <a:cubicBezTo>
                    <a:pt x="2262" y="14"/>
                    <a:pt x="2164" y="0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-11210000" y="4113350"/>
              <a:ext cx="137850" cy="226075"/>
            </a:xfrm>
            <a:custGeom>
              <a:avLst/>
              <a:gdLst/>
              <a:ahLst/>
              <a:cxnLst/>
              <a:rect l="l" t="t" r="r" b="b"/>
              <a:pathLst>
                <a:path w="5514" h="9043" extrusionOk="0">
                  <a:moveTo>
                    <a:pt x="5514" y="0"/>
                  </a:moveTo>
                  <a:lnTo>
                    <a:pt x="4096" y="883"/>
                  </a:lnTo>
                  <a:cubicBezTo>
                    <a:pt x="3308" y="1355"/>
                    <a:pt x="2363" y="1607"/>
                    <a:pt x="1418" y="1607"/>
                  </a:cubicBezTo>
                  <a:cubicBezTo>
                    <a:pt x="536" y="2300"/>
                    <a:pt x="0" y="3340"/>
                    <a:pt x="0" y="4537"/>
                  </a:cubicBezTo>
                  <a:cubicBezTo>
                    <a:pt x="0" y="5703"/>
                    <a:pt x="567" y="6774"/>
                    <a:pt x="1418" y="7436"/>
                  </a:cubicBezTo>
                  <a:cubicBezTo>
                    <a:pt x="2363" y="7499"/>
                    <a:pt x="3308" y="7719"/>
                    <a:pt x="4096" y="8192"/>
                  </a:cubicBezTo>
                  <a:lnTo>
                    <a:pt x="5514" y="9042"/>
                  </a:lnTo>
                  <a:cubicBezTo>
                    <a:pt x="4695" y="8097"/>
                    <a:pt x="4159" y="6427"/>
                    <a:pt x="4159" y="4537"/>
                  </a:cubicBezTo>
                  <a:cubicBezTo>
                    <a:pt x="4159" y="2647"/>
                    <a:pt x="4726" y="946"/>
                    <a:pt x="5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-11295075" y="4153525"/>
              <a:ext cx="89825" cy="145725"/>
            </a:xfrm>
            <a:custGeom>
              <a:avLst/>
              <a:gdLst/>
              <a:ahLst/>
              <a:cxnLst/>
              <a:rect l="l" t="t" r="r" b="b"/>
              <a:pathLst>
                <a:path w="3593" h="5829" extrusionOk="0">
                  <a:moveTo>
                    <a:pt x="3088" y="0"/>
                  </a:moveTo>
                  <a:cubicBezTo>
                    <a:pt x="1482" y="0"/>
                    <a:pt x="127" y="1229"/>
                    <a:pt x="64" y="2773"/>
                  </a:cubicBezTo>
                  <a:cubicBezTo>
                    <a:pt x="1" y="4505"/>
                    <a:pt x="1356" y="5829"/>
                    <a:pt x="2962" y="5829"/>
                  </a:cubicBezTo>
                  <a:lnTo>
                    <a:pt x="3592" y="5829"/>
                  </a:lnTo>
                  <a:cubicBezTo>
                    <a:pt x="2931" y="5041"/>
                    <a:pt x="2521" y="4064"/>
                    <a:pt x="2521" y="2930"/>
                  </a:cubicBezTo>
                  <a:cubicBezTo>
                    <a:pt x="2521" y="1796"/>
                    <a:pt x="2931" y="788"/>
                    <a:pt x="35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" name="Google Shape;494;p41"/>
          <p:cNvSpPr/>
          <p:nvPr/>
        </p:nvSpPr>
        <p:spPr>
          <a:xfrm>
            <a:off x="4530745" y="1643725"/>
            <a:ext cx="82500" cy="2672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2"/>
          <p:cNvSpPr/>
          <p:nvPr/>
        </p:nvSpPr>
        <p:spPr>
          <a:xfrm>
            <a:off x="1696080" y="2003296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2"/>
          <p:cNvSpPr/>
          <p:nvPr/>
        </p:nvSpPr>
        <p:spPr>
          <a:xfrm>
            <a:off x="4285650" y="2003296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2"/>
          <p:cNvSpPr/>
          <p:nvPr/>
        </p:nvSpPr>
        <p:spPr>
          <a:xfrm>
            <a:off x="6875220" y="2003296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2"/>
          <p:cNvSpPr txBox="1">
            <a:spLocks noGrp="1"/>
          </p:cNvSpPr>
          <p:nvPr>
            <p:ph type="subTitle" idx="1"/>
          </p:nvPr>
        </p:nvSpPr>
        <p:spPr>
          <a:xfrm>
            <a:off x="102228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503" name="Google Shape;503;p42"/>
          <p:cNvSpPr txBox="1">
            <a:spLocks noGrp="1"/>
          </p:cNvSpPr>
          <p:nvPr>
            <p:ph type="subTitle" idx="2"/>
          </p:nvPr>
        </p:nvSpPr>
        <p:spPr>
          <a:xfrm>
            <a:off x="102228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504" name="Google Shape;504;p42"/>
          <p:cNvSpPr txBox="1">
            <a:spLocks noGrp="1"/>
          </p:cNvSpPr>
          <p:nvPr>
            <p:ph type="subTitle" idx="3"/>
          </p:nvPr>
        </p:nvSpPr>
        <p:spPr>
          <a:xfrm>
            <a:off x="361185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505" name="Google Shape;505;p42"/>
          <p:cNvSpPr txBox="1">
            <a:spLocks noGrp="1"/>
          </p:cNvSpPr>
          <p:nvPr>
            <p:ph type="subTitle" idx="4"/>
          </p:nvPr>
        </p:nvSpPr>
        <p:spPr>
          <a:xfrm>
            <a:off x="361185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planet in the Solar System</a:t>
            </a:r>
            <a:endParaRPr/>
          </a:p>
        </p:txBody>
      </p:sp>
      <p:sp>
        <p:nvSpPr>
          <p:cNvPr id="506" name="Google Shape;506;p42"/>
          <p:cNvSpPr txBox="1">
            <a:spLocks noGrp="1"/>
          </p:cNvSpPr>
          <p:nvPr>
            <p:ph type="subTitle" idx="5"/>
          </p:nvPr>
        </p:nvSpPr>
        <p:spPr>
          <a:xfrm>
            <a:off x="6201420" y="2682956"/>
            <a:ext cx="1920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507" name="Google Shape;507;p42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Use Three Columns, Why Not?</a:t>
            </a:r>
            <a:endParaRPr/>
          </a:p>
        </p:txBody>
      </p:sp>
      <p:sp>
        <p:nvSpPr>
          <p:cNvPr id="508" name="Google Shape;508;p42"/>
          <p:cNvSpPr txBox="1">
            <a:spLocks noGrp="1"/>
          </p:cNvSpPr>
          <p:nvPr>
            <p:ph type="subTitle" idx="6"/>
          </p:nvPr>
        </p:nvSpPr>
        <p:spPr>
          <a:xfrm>
            <a:off x="6201420" y="3033082"/>
            <a:ext cx="19203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also helium</a:t>
            </a:r>
            <a:endParaRPr/>
          </a:p>
        </p:txBody>
      </p:sp>
      <p:grpSp>
        <p:nvGrpSpPr>
          <p:cNvPr id="509" name="Google Shape;509;p42"/>
          <p:cNvGrpSpPr/>
          <p:nvPr/>
        </p:nvGrpSpPr>
        <p:grpSpPr>
          <a:xfrm>
            <a:off x="1810702" y="2119998"/>
            <a:ext cx="343442" cy="339288"/>
            <a:chOff x="3858100" y="1435075"/>
            <a:chExt cx="487775" cy="481875"/>
          </a:xfrm>
        </p:grpSpPr>
        <p:sp>
          <p:nvSpPr>
            <p:cNvPr id="510" name="Google Shape;510;p42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5" name="Google Shape;515;p42"/>
          <p:cNvGrpSpPr/>
          <p:nvPr/>
        </p:nvGrpSpPr>
        <p:grpSpPr>
          <a:xfrm>
            <a:off x="4400701" y="2120020"/>
            <a:ext cx="342580" cy="339271"/>
            <a:chOff x="5049725" y="1435050"/>
            <a:chExt cx="486550" cy="481850"/>
          </a:xfrm>
        </p:grpSpPr>
        <p:sp>
          <p:nvSpPr>
            <p:cNvPr id="516" name="Google Shape;516;p42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0" name="Google Shape;520;p42"/>
          <p:cNvGrpSpPr/>
          <p:nvPr/>
        </p:nvGrpSpPr>
        <p:grpSpPr>
          <a:xfrm>
            <a:off x="6989841" y="2120015"/>
            <a:ext cx="340573" cy="339271"/>
            <a:chOff x="898875" y="4399275"/>
            <a:chExt cx="483700" cy="481850"/>
          </a:xfrm>
        </p:grpSpPr>
        <p:sp>
          <p:nvSpPr>
            <p:cNvPr id="521" name="Google Shape;521;p42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 txBox="1">
            <a:spLocks noGrp="1"/>
          </p:cNvSpPr>
          <p:nvPr>
            <p:ph type="subTitle" idx="1"/>
          </p:nvPr>
        </p:nvSpPr>
        <p:spPr>
          <a:xfrm>
            <a:off x="134057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long texts</a:t>
            </a:r>
            <a:endParaRPr/>
          </a:p>
        </p:txBody>
      </p:sp>
      <p:sp>
        <p:nvSpPr>
          <p:cNvPr id="534" name="Google Shape;534;p43"/>
          <p:cNvSpPr txBox="1">
            <a:spLocks noGrp="1"/>
          </p:cNvSpPr>
          <p:nvPr>
            <p:ph type="title"/>
          </p:nvPr>
        </p:nvSpPr>
        <p:spPr>
          <a:xfrm>
            <a:off x="1024800" y="1794800"/>
            <a:ext cx="2913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Us</a:t>
            </a:r>
            <a:endParaRPr/>
          </a:p>
        </p:txBody>
      </p:sp>
      <p:pic>
        <p:nvPicPr>
          <p:cNvPr id="535" name="Google Shape;535;p43"/>
          <p:cNvPicPr preferRelativeResize="0"/>
          <p:nvPr/>
        </p:nvPicPr>
        <p:blipFill rotWithShape="1">
          <a:blip r:embed="rId3">
            <a:alphaModFix/>
          </a:blip>
          <a:srcRect l="2615" r="2606"/>
          <a:stretch/>
        </p:blipFill>
        <p:spPr>
          <a:xfrm>
            <a:off x="4572000" y="540000"/>
            <a:ext cx="3852000" cy="4064400"/>
          </a:xfrm>
          <a:prstGeom prst="roundRect">
            <a:avLst>
              <a:gd name="adj" fmla="val 11051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</a:t>
            </a:r>
            <a:r>
              <a:rPr lang="en" sz="2800"/>
              <a:t>!</a:t>
            </a:r>
            <a:endParaRPr sz="2800"/>
          </a:p>
        </p:txBody>
      </p:sp>
      <p:sp>
        <p:nvSpPr>
          <p:cNvPr id="541" name="Google Shape;541;p44"/>
          <p:cNvSpPr txBox="1">
            <a:spLocks noGrp="1"/>
          </p:cNvSpPr>
          <p:nvPr>
            <p:ph type="body" idx="1"/>
          </p:nvPr>
        </p:nvSpPr>
        <p:spPr>
          <a:xfrm>
            <a:off x="1024800" y="1546491"/>
            <a:ext cx="5102100" cy="26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They’re simple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You can organize your ideas clearly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050" r="10047" b="-3049"/>
          <a:stretch/>
        </p:blipFill>
        <p:spPr>
          <a:xfrm flipH="1">
            <a:off x="3908284" y="1540350"/>
            <a:ext cx="3547200" cy="31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5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Graph to Show Your Data</a:t>
            </a:r>
            <a:endParaRPr/>
          </a:p>
        </p:txBody>
      </p:sp>
      <p:sp>
        <p:nvSpPr>
          <p:cNvPr id="548" name="Google Shape;548;p45"/>
          <p:cNvSpPr/>
          <p:nvPr/>
        </p:nvSpPr>
        <p:spPr>
          <a:xfrm rot="-5400000" flipH="1">
            <a:off x="4607654" y="2661700"/>
            <a:ext cx="82500" cy="1049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5"/>
          <p:cNvSpPr txBox="1"/>
          <p:nvPr/>
        </p:nvSpPr>
        <p:spPr>
          <a:xfrm>
            <a:off x="1665415" y="2252541"/>
            <a:ext cx="1809300" cy="10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To modify this graph, click on it, follow the link, change the data and paste the new graph here</a:t>
            </a:r>
            <a:endParaRPr sz="1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50" name="Google Shape;550;p45"/>
          <p:cNvSpPr txBox="1">
            <a:spLocks noGrp="1"/>
          </p:cNvSpPr>
          <p:nvPr>
            <p:ph type="title" idx="4294967295"/>
          </p:nvPr>
        </p:nvSpPr>
        <p:spPr>
          <a:xfrm flipH="1">
            <a:off x="7313406" y="2304817"/>
            <a:ext cx="1110600" cy="5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65%</a:t>
            </a:r>
            <a:endParaRPr/>
          </a:p>
        </p:txBody>
      </p:sp>
      <p:sp>
        <p:nvSpPr>
          <p:cNvPr id="551" name="Google Shape;551;p45"/>
          <p:cNvSpPr txBox="1">
            <a:spLocks noGrp="1"/>
          </p:cNvSpPr>
          <p:nvPr>
            <p:ph type="subTitle" idx="4294967295"/>
          </p:nvPr>
        </p:nvSpPr>
        <p:spPr>
          <a:xfrm flipH="1">
            <a:off x="7313406" y="2775411"/>
            <a:ext cx="11106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Saturn</a:t>
            </a:r>
            <a:endParaRPr sz="1600"/>
          </a:p>
        </p:txBody>
      </p:sp>
      <p:sp>
        <p:nvSpPr>
          <p:cNvPr id="552" name="Google Shape;552;p45"/>
          <p:cNvSpPr txBox="1">
            <a:spLocks noGrp="1"/>
          </p:cNvSpPr>
          <p:nvPr>
            <p:ph type="title" idx="4294967295"/>
          </p:nvPr>
        </p:nvSpPr>
        <p:spPr>
          <a:xfrm flipH="1">
            <a:off x="4175377" y="2304817"/>
            <a:ext cx="1110600" cy="5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553" name="Google Shape;553;p45"/>
          <p:cNvSpPr txBox="1">
            <a:spLocks noGrp="1"/>
          </p:cNvSpPr>
          <p:nvPr>
            <p:ph type="subTitle" idx="4294967295"/>
          </p:nvPr>
        </p:nvSpPr>
        <p:spPr>
          <a:xfrm flipH="1">
            <a:off x="4175377" y="2775411"/>
            <a:ext cx="11106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Mars</a:t>
            </a:r>
            <a:endParaRPr sz="1600"/>
          </a:p>
        </p:txBody>
      </p:sp>
      <p:sp>
        <p:nvSpPr>
          <p:cNvPr id="554" name="Google Shape;554;p45"/>
          <p:cNvSpPr/>
          <p:nvPr/>
        </p:nvSpPr>
        <p:spPr>
          <a:xfrm rot="-5400000" flipH="1">
            <a:off x="7902604" y="2661700"/>
            <a:ext cx="82500" cy="1049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6"/>
          <p:cNvSpPr txBox="1">
            <a:spLocks noGrp="1"/>
          </p:cNvSpPr>
          <p:nvPr>
            <p:ph type="title" idx="8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Using Four Columns?</a:t>
            </a:r>
            <a:endParaRPr/>
          </a:p>
        </p:txBody>
      </p:sp>
      <p:sp>
        <p:nvSpPr>
          <p:cNvPr id="560" name="Google Shape;560;p46"/>
          <p:cNvSpPr txBox="1">
            <a:spLocks noGrp="1"/>
          </p:cNvSpPr>
          <p:nvPr>
            <p:ph type="subTitle" idx="1"/>
          </p:nvPr>
        </p:nvSpPr>
        <p:spPr>
          <a:xfrm>
            <a:off x="1732619" y="231228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561" name="Google Shape;561;p46"/>
          <p:cNvSpPr txBox="1">
            <a:spLocks noGrp="1"/>
          </p:cNvSpPr>
          <p:nvPr>
            <p:ph type="title"/>
          </p:nvPr>
        </p:nvSpPr>
        <p:spPr>
          <a:xfrm>
            <a:off x="1732619" y="195580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562" name="Google Shape;562;p46"/>
          <p:cNvSpPr txBox="1">
            <a:spLocks noGrp="1"/>
          </p:cNvSpPr>
          <p:nvPr>
            <p:ph type="subTitle" idx="2"/>
          </p:nvPr>
        </p:nvSpPr>
        <p:spPr>
          <a:xfrm>
            <a:off x="5199698" y="231228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second planet from the Sun</a:t>
            </a:r>
            <a:endParaRPr/>
          </a:p>
        </p:txBody>
      </p:sp>
      <p:sp>
        <p:nvSpPr>
          <p:cNvPr id="563" name="Google Shape;563;p46"/>
          <p:cNvSpPr txBox="1">
            <a:spLocks noGrp="1"/>
          </p:cNvSpPr>
          <p:nvPr>
            <p:ph type="title" idx="3"/>
          </p:nvPr>
        </p:nvSpPr>
        <p:spPr>
          <a:xfrm>
            <a:off x="5199698" y="195580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564" name="Google Shape;564;p46"/>
          <p:cNvSpPr txBox="1">
            <a:spLocks noGrp="1"/>
          </p:cNvSpPr>
          <p:nvPr>
            <p:ph type="subTitle" idx="4"/>
          </p:nvPr>
        </p:nvSpPr>
        <p:spPr>
          <a:xfrm>
            <a:off x="1732619" y="375183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 and a gas giant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6"/>
          <p:cNvSpPr txBox="1">
            <a:spLocks noGrp="1"/>
          </p:cNvSpPr>
          <p:nvPr>
            <p:ph type="title" idx="5"/>
          </p:nvPr>
        </p:nvSpPr>
        <p:spPr>
          <a:xfrm>
            <a:off x="1732619" y="339535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566" name="Google Shape;566;p46"/>
          <p:cNvSpPr txBox="1">
            <a:spLocks noGrp="1"/>
          </p:cNvSpPr>
          <p:nvPr>
            <p:ph type="subTitle" idx="6"/>
          </p:nvPr>
        </p:nvSpPr>
        <p:spPr>
          <a:xfrm>
            <a:off x="5199698" y="3751839"/>
            <a:ext cx="1973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567" name="Google Shape;567;p46"/>
          <p:cNvSpPr txBox="1">
            <a:spLocks noGrp="1"/>
          </p:cNvSpPr>
          <p:nvPr>
            <p:ph type="title" idx="7"/>
          </p:nvPr>
        </p:nvSpPr>
        <p:spPr>
          <a:xfrm>
            <a:off x="5199698" y="3395350"/>
            <a:ext cx="19737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568" name="Google Shape;568;p46"/>
          <p:cNvSpPr/>
          <p:nvPr/>
        </p:nvSpPr>
        <p:spPr>
          <a:xfrm>
            <a:off x="1134231" y="2022245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46"/>
          <p:cNvSpPr/>
          <p:nvPr/>
        </p:nvSpPr>
        <p:spPr>
          <a:xfrm>
            <a:off x="1134237" y="3461795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6"/>
          <p:cNvSpPr/>
          <p:nvPr/>
        </p:nvSpPr>
        <p:spPr>
          <a:xfrm>
            <a:off x="4603406" y="2022245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46"/>
          <p:cNvSpPr/>
          <p:nvPr/>
        </p:nvSpPr>
        <p:spPr>
          <a:xfrm>
            <a:off x="4603412" y="3461795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6"/>
          <p:cNvSpPr txBox="1">
            <a:spLocks noGrp="1"/>
          </p:cNvSpPr>
          <p:nvPr>
            <p:ph type="title" idx="9"/>
          </p:nvPr>
        </p:nvSpPr>
        <p:spPr>
          <a:xfrm>
            <a:off x="1219432" y="210744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73" name="Google Shape;573;p46"/>
          <p:cNvSpPr txBox="1">
            <a:spLocks noGrp="1"/>
          </p:cNvSpPr>
          <p:nvPr>
            <p:ph type="title" idx="13"/>
          </p:nvPr>
        </p:nvSpPr>
        <p:spPr>
          <a:xfrm>
            <a:off x="4688607" y="210744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74" name="Google Shape;574;p46"/>
          <p:cNvSpPr txBox="1">
            <a:spLocks noGrp="1"/>
          </p:cNvSpPr>
          <p:nvPr>
            <p:ph type="title" idx="14"/>
          </p:nvPr>
        </p:nvSpPr>
        <p:spPr>
          <a:xfrm>
            <a:off x="1219432" y="354699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75" name="Google Shape;575;p46"/>
          <p:cNvSpPr txBox="1">
            <a:spLocks noGrp="1"/>
          </p:cNvSpPr>
          <p:nvPr>
            <p:ph type="title" idx="15"/>
          </p:nvPr>
        </p:nvSpPr>
        <p:spPr>
          <a:xfrm>
            <a:off x="4688607" y="3546996"/>
            <a:ext cx="4023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 txBox="1">
            <a:spLocks noGrp="1"/>
          </p:cNvSpPr>
          <p:nvPr>
            <p:ph type="title"/>
          </p:nvPr>
        </p:nvSpPr>
        <p:spPr>
          <a:xfrm>
            <a:off x="1024800" y="2103120"/>
            <a:ext cx="26427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Those Numbers?</a:t>
            </a:r>
            <a:endParaRPr/>
          </a:p>
        </p:txBody>
      </p:sp>
      <p:sp>
        <p:nvSpPr>
          <p:cNvPr id="581" name="Google Shape;581;p47"/>
          <p:cNvSpPr txBox="1">
            <a:spLocks noGrp="1"/>
          </p:cNvSpPr>
          <p:nvPr>
            <p:ph type="title" idx="2"/>
          </p:nvPr>
        </p:nvSpPr>
        <p:spPr>
          <a:xfrm>
            <a:off x="4572000" y="1020156"/>
            <a:ext cx="1772100" cy="7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</a:t>
            </a:r>
            <a:endParaRPr/>
          </a:p>
        </p:txBody>
      </p:sp>
      <p:sp>
        <p:nvSpPr>
          <p:cNvPr id="582" name="Google Shape;582;p47"/>
          <p:cNvSpPr txBox="1">
            <a:spLocks noGrp="1"/>
          </p:cNvSpPr>
          <p:nvPr>
            <p:ph type="subTitle" idx="1"/>
          </p:nvPr>
        </p:nvSpPr>
        <p:spPr>
          <a:xfrm>
            <a:off x="4572000" y="1661956"/>
            <a:ext cx="17721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583" name="Google Shape;583;p47"/>
          <p:cNvSpPr txBox="1">
            <a:spLocks noGrp="1"/>
          </p:cNvSpPr>
          <p:nvPr>
            <p:ph type="title" idx="3"/>
          </p:nvPr>
        </p:nvSpPr>
        <p:spPr>
          <a:xfrm>
            <a:off x="4572000" y="2869481"/>
            <a:ext cx="1772100" cy="7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5%</a:t>
            </a:r>
            <a:endParaRPr/>
          </a:p>
        </p:txBody>
      </p:sp>
      <p:sp>
        <p:nvSpPr>
          <p:cNvPr id="584" name="Google Shape;584;p47"/>
          <p:cNvSpPr txBox="1">
            <a:spLocks noGrp="1"/>
          </p:cNvSpPr>
          <p:nvPr>
            <p:ph type="subTitle" idx="4"/>
          </p:nvPr>
        </p:nvSpPr>
        <p:spPr>
          <a:xfrm>
            <a:off x="4572000" y="3511281"/>
            <a:ext cx="17721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585" name="Google Shape;585;p47"/>
          <p:cNvSpPr txBox="1">
            <a:spLocks noGrp="1"/>
          </p:cNvSpPr>
          <p:nvPr>
            <p:ph type="title" idx="5"/>
          </p:nvPr>
        </p:nvSpPr>
        <p:spPr>
          <a:xfrm>
            <a:off x="6420300" y="1021769"/>
            <a:ext cx="1772100" cy="7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15%</a:t>
            </a:r>
            <a:endParaRPr/>
          </a:p>
        </p:txBody>
      </p:sp>
      <p:sp>
        <p:nvSpPr>
          <p:cNvPr id="586" name="Google Shape;586;p47"/>
          <p:cNvSpPr txBox="1">
            <a:spLocks noGrp="1"/>
          </p:cNvSpPr>
          <p:nvPr>
            <p:ph type="subTitle" idx="6"/>
          </p:nvPr>
        </p:nvSpPr>
        <p:spPr>
          <a:xfrm>
            <a:off x="6420300" y="1663569"/>
            <a:ext cx="17721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587" name="Google Shape;587;p47"/>
          <p:cNvSpPr txBox="1">
            <a:spLocks noGrp="1"/>
          </p:cNvSpPr>
          <p:nvPr>
            <p:ph type="title" idx="7"/>
          </p:nvPr>
        </p:nvSpPr>
        <p:spPr>
          <a:xfrm>
            <a:off x="6420300" y="2871094"/>
            <a:ext cx="1772100" cy="7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588" name="Google Shape;588;p47"/>
          <p:cNvSpPr txBox="1">
            <a:spLocks noGrp="1"/>
          </p:cNvSpPr>
          <p:nvPr>
            <p:ph type="subTitle" idx="8"/>
          </p:nvPr>
        </p:nvSpPr>
        <p:spPr>
          <a:xfrm>
            <a:off x="6420300" y="3512894"/>
            <a:ext cx="17721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 rot="-5400000">
            <a:off x="5243889" y="1566863"/>
            <a:ext cx="82500" cy="1235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7"/>
          <p:cNvSpPr/>
          <p:nvPr/>
        </p:nvSpPr>
        <p:spPr>
          <a:xfrm rot="-5400000">
            <a:off x="5243439" y="3463231"/>
            <a:ext cx="82500" cy="12345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7"/>
          <p:cNvSpPr/>
          <p:nvPr/>
        </p:nvSpPr>
        <p:spPr>
          <a:xfrm rot="-5400000">
            <a:off x="7091739" y="1568929"/>
            <a:ext cx="82500" cy="12345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7"/>
          <p:cNvSpPr/>
          <p:nvPr/>
        </p:nvSpPr>
        <p:spPr>
          <a:xfrm rot="-5400000">
            <a:off x="7091739" y="3464844"/>
            <a:ext cx="82500" cy="12345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8"/>
          <p:cNvSpPr txBox="1">
            <a:spLocks noGrp="1"/>
          </p:cNvSpPr>
          <p:nvPr>
            <p:ph type="title"/>
          </p:nvPr>
        </p:nvSpPr>
        <p:spPr>
          <a:xfrm>
            <a:off x="5197175" y="1794800"/>
            <a:ext cx="322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</a:t>
            </a:r>
            <a:endParaRPr/>
          </a:p>
        </p:txBody>
      </p:sp>
      <p:sp>
        <p:nvSpPr>
          <p:cNvPr id="598" name="Google Shape;598;p48"/>
          <p:cNvSpPr txBox="1">
            <a:spLocks noGrp="1"/>
          </p:cNvSpPr>
          <p:nvPr>
            <p:ph type="subTitle" idx="1"/>
          </p:nvPr>
        </p:nvSpPr>
        <p:spPr>
          <a:xfrm>
            <a:off x="519716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long texts</a:t>
            </a:r>
            <a:endParaRPr/>
          </a:p>
        </p:txBody>
      </p:sp>
      <p:pic>
        <p:nvPicPr>
          <p:cNvPr id="599" name="Google Shape;599;p48"/>
          <p:cNvPicPr preferRelativeResize="0"/>
          <p:nvPr/>
        </p:nvPicPr>
        <p:blipFill rotWithShape="1">
          <a:blip r:embed="rId3">
            <a:alphaModFix/>
          </a:blip>
          <a:srcRect l="2615" r="2606"/>
          <a:stretch/>
        </p:blipFill>
        <p:spPr>
          <a:xfrm>
            <a:off x="720000" y="539999"/>
            <a:ext cx="3852000" cy="4064400"/>
          </a:xfrm>
          <a:prstGeom prst="roundRect">
            <a:avLst>
              <a:gd name="adj" fmla="val 1017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"/>
          <p:cNvSpPr txBox="1">
            <a:spLocks noGrp="1"/>
          </p:cNvSpPr>
          <p:nvPr>
            <p:ph type="title"/>
          </p:nvPr>
        </p:nvSpPr>
        <p:spPr>
          <a:xfrm>
            <a:off x="713850" y="535375"/>
            <a:ext cx="2547000" cy="19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 txBox="1">
            <a:spLocks noGrp="1"/>
          </p:cNvSpPr>
          <p:nvPr>
            <p:ph type="title"/>
          </p:nvPr>
        </p:nvSpPr>
        <p:spPr>
          <a:xfrm>
            <a:off x="3619500" y="1651066"/>
            <a:ext cx="4499700" cy="18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610" name="Google Shape;610;p50"/>
          <p:cNvSpPr txBox="1">
            <a:spLocks noGrp="1"/>
          </p:cNvSpPr>
          <p:nvPr>
            <p:ph type="subTitle" idx="1"/>
          </p:nvPr>
        </p:nvSpPr>
        <p:spPr>
          <a:xfrm>
            <a:off x="4572000" y="3420358"/>
            <a:ext cx="3547200" cy="7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words are great for getting everyone’s attention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3484" r="2077"/>
          <a:stretch/>
        </p:blipFill>
        <p:spPr>
          <a:xfrm>
            <a:off x="4572000" y="1310650"/>
            <a:ext cx="3852000" cy="25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1"/>
          <p:cNvSpPr txBox="1">
            <a:spLocks noGrp="1"/>
          </p:cNvSpPr>
          <p:nvPr>
            <p:ph type="subTitle" idx="4294967295"/>
          </p:nvPr>
        </p:nvSpPr>
        <p:spPr>
          <a:xfrm>
            <a:off x="4572000" y="4184325"/>
            <a:ext cx="3852000" cy="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 modify this graph, click on it, follow the link, change the data and paste the new graph here</a:t>
            </a:r>
            <a:endParaRPr sz="1400"/>
          </a:p>
        </p:txBody>
      </p:sp>
      <p:sp>
        <p:nvSpPr>
          <p:cNvPr id="617" name="Google Shape;617;p51"/>
          <p:cNvSpPr txBox="1">
            <a:spLocks noGrp="1"/>
          </p:cNvSpPr>
          <p:nvPr>
            <p:ph type="title"/>
          </p:nvPr>
        </p:nvSpPr>
        <p:spPr>
          <a:xfrm>
            <a:off x="1024800" y="2103125"/>
            <a:ext cx="26583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 Infographic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52"/>
          <p:cNvGrpSpPr/>
          <p:nvPr/>
        </p:nvGrpSpPr>
        <p:grpSpPr>
          <a:xfrm>
            <a:off x="317476" y="1651548"/>
            <a:ext cx="3613031" cy="3492023"/>
            <a:chOff x="317475" y="1651515"/>
            <a:chExt cx="3613031" cy="3529435"/>
          </a:xfrm>
        </p:grpSpPr>
        <p:sp>
          <p:nvSpPr>
            <p:cNvPr id="623" name="Google Shape;623;p52"/>
            <p:cNvSpPr/>
            <p:nvPr/>
          </p:nvSpPr>
          <p:spPr>
            <a:xfrm rot="10800000" flipH="1">
              <a:off x="317475" y="1651515"/>
              <a:ext cx="3613031" cy="3529261"/>
            </a:xfrm>
            <a:custGeom>
              <a:avLst/>
              <a:gdLst/>
              <a:ahLst/>
              <a:cxnLst/>
              <a:rect l="l" t="t" r="r" b="b"/>
              <a:pathLst>
                <a:path w="45218" h="43940" extrusionOk="0">
                  <a:moveTo>
                    <a:pt x="0" y="0"/>
                  </a:moveTo>
                  <a:cubicBezTo>
                    <a:pt x="0" y="24200"/>
                    <a:pt x="19796" y="43939"/>
                    <a:pt x="44111" y="43939"/>
                  </a:cubicBezTo>
                  <a:lnTo>
                    <a:pt x="45218" y="43939"/>
                  </a:lnTo>
                  <a:lnTo>
                    <a:pt x="45218" y="34795"/>
                  </a:lnTo>
                  <a:lnTo>
                    <a:pt x="44111" y="34795"/>
                  </a:lnTo>
                  <a:cubicBezTo>
                    <a:pt x="24972" y="34795"/>
                    <a:pt x="9345" y="19439"/>
                    <a:pt x="9103" y="450"/>
                  </a:cubicBezTo>
                  <a:cubicBezTo>
                    <a:pt x="9103" y="301"/>
                    <a:pt x="9100" y="150"/>
                    <a:pt x="9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2"/>
            <p:cNvSpPr/>
            <p:nvPr/>
          </p:nvSpPr>
          <p:spPr>
            <a:xfrm rot="10800000" flipH="1">
              <a:off x="1046449" y="2385968"/>
              <a:ext cx="2884022" cy="2794982"/>
            </a:xfrm>
            <a:custGeom>
              <a:avLst/>
              <a:gdLst/>
              <a:ahLst/>
              <a:cxnLst/>
              <a:rect l="l" t="t" r="r" b="b"/>
              <a:pathLst>
                <a:path w="36118" h="34797" extrusionOk="0">
                  <a:moveTo>
                    <a:pt x="0" y="1"/>
                  </a:moveTo>
                  <a:cubicBezTo>
                    <a:pt x="0" y="152"/>
                    <a:pt x="3" y="301"/>
                    <a:pt x="3" y="452"/>
                  </a:cubicBezTo>
                  <a:cubicBezTo>
                    <a:pt x="245" y="19441"/>
                    <a:pt x="15879" y="34797"/>
                    <a:pt x="35018" y="34797"/>
                  </a:cubicBezTo>
                  <a:lnTo>
                    <a:pt x="36118" y="34797"/>
                  </a:lnTo>
                  <a:lnTo>
                    <a:pt x="36118" y="25652"/>
                  </a:lnTo>
                  <a:lnTo>
                    <a:pt x="34843" y="25652"/>
                  </a:lnTo>
                  <a:lnTo>
                    <a:pt x="34798" y="25632"/>
                  </a:lnTo>
                  <a:cubicBezTo>
                    <a:pt x="20649" y="25575"/>
                    <a:pt x="9181" y="14193"/>
                    <a:pt x="9115" y="123"/>
                  </a:cubicBezTo>
                  <a:cubicBezTo>
                    <a:pt x="9115" y="81"/>
                    <a:pt x="9108" y="42"/>
                    <a:pt x="9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2"/>
            <p:cNvSpPr/>
            <p:nvPr/>
          </p:nvSpPr>
          <p:spPr>
            <a:xfrm rot="10800000" flipH="1">
              <a:off x="1748975" y="3116452"/>
              <a:ext cx="2181509" cy="2064498"/>
            </a:xfrm>
            <a:custGeom>
              <a:avLst/>
              <a:gdLst/>
              <a:ahLst/>
              <a:cxnLst/>
              <a:rect l="l" t="t" r="r" b="b"/>
              <a:pathLst>
                <a:path w="26899" h="25634" extrusionOk="0">
                  <a:moveTo>
                    <a:pt x="1" y="1"/>
                  </a:moveTo>
                  <a:cubicBezTo>
                    <a:pt x="1" y="42"/>
                    <a:pt x="4" y="81"/>
                    <a:pt x="4" y="121"/>
                  </a:cubicBezTo>
                  <a:cubicBezTo>
                    <a:pt x="70" y="14193"/>
                    <a:pt x="11538" y="25575"/>
                    <a:pt x="25687" y="25630"/>
                  </a:cubicBezTo>
                  <a:cubicBezTo>
                    <a:pt x="25723" y="25630"/>
                    <a:pt x="25757" y="25634"/>
                    <a:pt x="25792" y="25634"/>
                  </a:cubicBezTo>
                  <a:lnTo>
                    <a:pt x="26899" y="25634"/>
                  </a:lnTo>
                  <a:lnTo>
                    <a:pt x="26899" y="15842"/>
                  </a:lnTo>
                  <a:lnTo>
                    <a:pt x="25768" y="15842"/>
                  </a:lnTo>
                  <a:cubicBezTo>
                    <a:pt x="22191" y="15842"/>
                    <a:pt x="18719" y="14637"/>
                    <a:pt x="15911" y="12423"/>
                  </a:cubicBezTo>
                  <a:cubicBezTo>
                    <a:pt x="12192" y="9521"/>
                    <a:pt x="9787" y="5035"/>
                    <a:pt x="9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6" name="Google Shape;626;p52"/>
          <p:cNvSpPr txBox="1"/>
          <p:nvPr/>
        </p:nvSpPr>
        <p:spPr>
          <a:xfrm>
            <a:off x="4093175" y="1882225"/>
            <a:ext cx="40260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Despite being red, Mars is cold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7" name="Google Shape;627;p52"/>
          <p:cNvSpPr txBox="1"/>
          <p:nvPr/>
        </p:nvSpPr>
        <p:spPr>
          <a:xfrm>
            <a:off x="4093175" y="2635633"/>
            <a:ext cx="40260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Venus has a beautiful name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8" name="Google Shape;628;p52"/>
          <p:cNvSpPr txBox="1"/>
          <p:nvPr/>
        </p:nvSpPr>
        <p:spPr>
          <a:xfrm>
            <a:off x="4093175" y="3389025"/>
            <a:ext cx="40260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Mercury is the closest planet to the Sun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9" name="Google Shape;629;p52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 Explain Your Idea Clearly...</a:t>
            </a:r>
            <a:endParaRPr/>
          </a:p>
        </p:txBody>
      </p:sp>
      <p:sp>
        <p:nvSpPr>
          <p:cNvPr id="630" name="Google Shape;630;p52"/>
          <p:cNvSpPr txBox="1">
            <a:spLocks noGrp="1"/>
          </p:cNvSpPr>
          <p:nvPr>
            <p:ph type="title"/>
          </p:nvPr>
        </p:nvSpPr>
        <p:spPr>
          <a:xfrm>
            <a:off x="3419757" y="1817575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1" name="Google Shape;631;p52"/>
          <p:cNvSpPr txBox="1">
            <a:spLocks noGrp="1"/>
          </p:cNvSpPr>
          <p:nvPr>
            <p:ph type="title"/>
          </p:nvPr>
        </p:nvSpPr>
        <p:spPr>
          <a:xfrm>
            <a:off x="3419757" y="2570975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32" name="Google Shape;632;p52"/>
          <p:cNvSpPr txBox="1">
            <a:spLocks noGrp="1"/>
          </p:cNvSpPr>
          <p:nvPr>
            <p:ph type="title"/>
          </p:nvPr>
        </p:nvSpPr>
        <p:spPr>
          <a:xfrm>
            <a:off x="3419757" y="3324375"/>
            <a:ext cx="402300" cy="40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3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p53"/>
          <p:cNvGraphicFramePr/>
          <p:nvPr/>
        </p:nvGraphicFramePr>
        <p:xfrm>
          <a:off x="1156557" y="1712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{0C1D3E2F-F8F4-49D2-84FC-C7E880DB4A9E}</a:tableStyleId>
              </a:tblPr>
              <a:tblGrid>
                <a:gridCol w="170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Mass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Diameter 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Gravity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Mercury</a:t>
                      </a:r>
                      <a:endParaRPr sz="1600" b="1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0.06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0.38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0.38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Mars</a:t>
                      </a:r>
                      <a:endParaRPr sz="1600" b="1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0.11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0.53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0.38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Saturn</a:t>
                      </a:r>
                      <a:endParaRPr sz="1600" b="1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95.2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9.4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1.16</a:t>
                      </a:r>
                      <a:endParaRPr sz="1600">
                        <a:solidFill>
                          <a:schemeClr val="dk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8" name="Google Shape;638;p53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the Same Goes for Tables</a:t>
            </a:r>
            <a:endParaRPr/>
          </a:p>
        </p:txBody>
      </p:sp>
      <p:cxnSp>
        <p:nvCxnSpPr>
          <p:cNvPr id="639" name="Google Shape;639;p53"/>
          <p:cNvCxnSpPr/>
          <p:nvPr/>
        </p:nvCxnSpPr>
        <p:spPr>
          <a:xfrm>
            <a:off x="1156507" y="2781275"/>
            <a:ext cx="6812400" cy="0"/>
          </a:xfrm>
          <a:prstGeom prst="straightConnector1">
            <a:avLst/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0" name="Google Shape;640;p53"/>
          <p:cNvCxnSpPr/>
          <p:nvPr/>
        </p:nvCxnSpPr>
        <p:spPr>
          <a:xfrm>
            <a:off x="1156507" y="3313575"/>
            <a:ext cx="6812400" cy="0"/>
          </a:xfrm>
          <a:prstGeom prst="straightConnector1">
            <a:avLst/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54"/>
          <p:cNvGrpSpPr/>
          <p:nvPr/>
        </p:nvGrpSpPr>
        <p:grpSpPr>
          <a:xfrm>
            <a:off x="2321450" y="1525375"/>
            <a:ext cx="4501100" cy="2959804"/>
            <a:chOff x="235800" y="830650"/>
            <a:chExt cx="6978450" cy="4588844"/>
          </a:xfrm>
        </p:grpSpPr>
        <p:sp>
          <p:nvSpPr>
            <p:cNvPr id="646" name="Google Shape;646;p54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4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4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4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4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54"/>
          <p:cNvSpPr txBox="1"/>
          <p:nvPr/>
        </p:nvSpPr>
        <p:spPr>
          <a:xfrm>
            <a:off x="1021932" y="2315816"/>
            <a:ext cx="1408800" cy="8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Venus has a beautiful name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53" name="Google Shape;653;p54"/>
          <p:cNvSpPr txBox="1"/>
          <p:nvPr/>
        </p:nvSpPr>
        <p:spPr>
          <a:xfrm>
            <a:off x="1736413" y="3637888"/>
            <a:ext cx="14082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Mercury is the smallest planet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54" name="Google Shape;654;p54"/>
          <p:cNvSpPr txBox="1"/>
          <p:nvPr/>
        </p:nvSpPr>
        <p:spPr>
          <a:xfrm>
            <a:off x="6713868" y="2315816"/>
            <a:ext cx="14082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Mars is actually a </a:t>
            </a:r>
            <a:b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cold place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55" name="Google Shape;655;p54"/>
          <p:cNvSpPr/>
          <p:nvPr/>
        </p:nvSpPr>
        <p:spPr>
          <a:xfrm>
            <a:off x="2756425" y="2385591"/>
            <a:ext cx="183000" cy="183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54"/>
          <p:cNvSpPr/>
          <p:nvPr/>
        </p:nvSpPr>
        <p:spPr>
          <a:xfrm>
            <a:off x="3524988" y="3719192"/>
            <a:ext cx="183000" cy="183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54"/>
          <p:cNvSpPr/>
          <p:nvPr/>
        </p:nvSpPr>
        <p:spPr>
          <a:xfrm>
            <a:off x="6058393" y="2385591"/>
            <a:ext cx="183000" cy="183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54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5"/>
          <p:cNvSpPr/>
          <p:nvPr/>
        </p:nvSpPr>
        <p:spPr>
          <a:xfrm>
            <a:off x="6943219" y="443850"/>
            <a:ext cx="4255800" cy="4255800"/>
          </a:xfrm>
          <a:prstGeom prst="ellipse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5"/>
          <p:cNvSpPr txBox="1">
            <a:spLocks noGrp="1"/>
          </p:cNvSpPr>
          <p:nvPr>
            <p:ph type="title"/>
          </p:nvPr>
        </p:nvSpPr>
        <p:spPr>
          <a:xfrm>
            <a:off x="1024800" y="2103125"/>
            <a:ext cx="34113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Using This Other Infographic</a:t>
            </a:r>
            <a:endParaRPr/>
          </a:p>
        </p:txBody>
      </p:sp>
      <p:grpSp>
        <p:nvGrpSpPr>
          <p:cNvPr id="665" name="Google Shape;665;p55"/>
          <p:cNvGrpSpPr/>
          <p:nvPr/>
        </p:nvGrpSpPr>
        <p:grpSpPr>
          <a:xfrm>
            <a:off x="11217813" y="5054571"/>
            <a:ext cx="333809" cy="373277"/>
            <a:chOff x="861113" y="2885746"/>
            <a:chExt cx="333809" cy="373277"/>
          </a:xfrm>
        </p:grpSpPr>
        <p:sp>
          <p:nvSpPr>
            <p:cNvPr id="666" name="Google Shape;666;p55"/>
            <p:cNvSpPr/>
            <p:nvPr/>
          </p:nvSpPr>
          <p:spPr>
            <a:xfrm>
              <a:off x="861113" y="2981533"/>
              <a:ext cx="315970" cy="277489"/>
            </a:xfrm>
            <a:custGeom>
              <a:avLst/>
              <a:gdLst/>
              <a:ahLst/>
              <a:cxnLst/>
              <a:rect l="l" t="t" r="r" b="b"/>
              <a:pathLst>
                <a:path w="9919" h="8711" extrusionOk="0">
                  <a:moveTo>
                    <a:pt x="3015" y="0"/>
                  </a:moveTo>
                  <a:cubicBezTo>
                    <a:pt x="2777" y="0"/>
                    <a:pt x="2558" y="27"/>
                    <a:pt x="2358" y="79"/>
                  </a:cubicBezTo>
                  <a:cubicBezTo>
                    <a:pt x="1739" y="245"/>
                    <a:pt x="1156" y="638"/>
                    <a:pt x="739" y="1210"/>
                  </a:cubicBezTo>
                  <a:cubicBezTo>
                    <a:pt x="251" y="1864"/>
                    <a:pt x="1" y="2698"/>
                    <a:pt x="1" y="3615"/>
                  </a:cubicBezTo>
                  <a:cubicBezTo>
                    <a:pt x="1" y="4567"/>
                    <a:pt x="429" y="5841"/>
                    <a:pt x="1132" y="6889"/>
                  </a:cubicBezTo>
                  <a:cubicBezTo>
                    <a:pt x="1882" y="8056"/>
                    <a:pt x="2763" y="8711"/>
                    <a:pt x="3549" y="8711"/>
                  </a:cubicBezTo>
                  <a:cubicBezTo>
                    <a:pt x="3870" y="8711"/>
                    <a:pt x="4180" y="8663"/>
                    <a:pt x="4478" y="8580"/>
                  </a:cubicBezTo>
                  <a:cubicBezTo>
                    <a:pt x="4632" y="8532"/>
                    <a:pt x="4796" y="8508"/>
                    <a:pt x="4960" y="8508"/>
                  </a:cubicBezTo>
                  <a:cubicBezTo>
                    <a:pt x="5123" y="8508"/>
                    <a:pt x="5287" y="8532"/>
                    <a:pt x="5442" y="8580"/>
                  </a:cubicBezTo>
                  <a:cubicBezTo>
                    <a:pt x="5740" y="8663"/>
                    <a:pt x="6049" y="8711"/>
                    <a:pt x="6371" y="8711"/>
                  </a:cubicBezTo>
                  <a:cubicBezTo>
                    <a:pt x="7156" y="8711"/>
                    <a:pt x="8026" y="8044"/>
                    <a:pt x="8788" y="6889"/>
                  </a:cubicBezTo>
                  <a:cubicBezTo>
                    <a:pt x="9490" y="5841"/>
                    <a:pt x="9919" y="4567"/>
                    <a:pt x="9919" y="3615"/>
                  </a:cubicBezTo>
                  <a:cubicBezTo>
                    <a:pt x="9847" y="2948"/>
                    <a:pt x="9716" y="2317"/>
                    <a:pt x="9431" y="1757"/>
                  </a:cubicBezTo>
                  <a:cubicBezTo>
                    <a:pt x="9398" y="1685"/>
                    <a:pt x="9334" y="1651"/>
                    <a:pt x="9266" y="1651"/>
                  </a:cubicBezTo>
                  <a:cubicBezTo>
                    <a:pt x="9233" y="1651"/>
                    <a:pt x="9199" y="1658"/>
                    <a:pt x="9169" y="1674"/>
                  </a:cubicBezTo>
                  <a:cubicBezTo>
                    <a:pt x="9061" y="1710"/>
                    <a:pt x="9026" y="1841"/>
                    <a:pt x="9073" y="1936"/>
                  </a:cubicBezTo>
                  <a:cubicBezTo>
                    <a:pt x="9323" y="2448"/>
                    <a:pt x="9442" y="3007"/>
                    <a:pt x="9442" y="3638"/>
                  </a:cubicBezTo>
                  <a:cubicBezTo>
                    <a:pt x="9442" y="4508"/>
                    <a:pt x="9050" y="5686"/>
                    <a:pt x="8395" y="6698"/>
                  </a:cubicBezTo>
                  <a:cubicBezTo>
                    <a:pt x="7716" y="7722"/>
                    <a:pt x="6942" y="8341"/>
                    <a:pt x="6311" y="8341"/>
                  </a:cubicBezTo>
                  <a:cubicBezTo>
                    <a:pt x="6037" y="8341"/>
                    <a:pt x="5751" y="8294"/>
                    <a:pt x="5501" y="8222"/>
                  </a:cubicBezTo>
                  <a:cubicBezTo>
                    <a:pt x="5311" y="8163"/>
                    <a:pt x="5112" y="8133"/>
                    <a:pt x="4911" y="8133"/>
                  </a:cubicBezTo>
                  <a:cubicBezTo>
                    <a:pt x="4710" y="8133"/>
                    <a:pt x="4507" y="8163"/>
                    <a:pt x="4311" y="8222"/>
                  </a:cubicBezTo>
                  <a:cubicBezTo>
                    <a:pt x="4061" y="8294"/>
                    <a:pt x="3775" y="8341"/>
                    <a:pt x="3513" y="8341"/>
                  </a:cubicBezTo>
                  <a:cubicBezTo>
                    <a:pt x="2870" y="8341"/>
                    <a:pt x="2096" y="7722"/>
                    <a:pt x="1430" y="6698"/>
                  </a:cubicBezTo>
                  <a:cubicBezTo>
                    <a:pt x="775" y="5698"/>
                    <a:pt x="370" y="4531"/>
                    <a:pt x="370" y="3638"/>
                  </a:cubicBezTo>
                  <a:cubicBezTo>
                    <a:pt x="370" y="2805"/>
                    <a:pt x="608" y="2043"/>
                    <a:pt x="1037" y="1460"/>
                  </a:cubicBezTo>
                  <a:cubicBezTo>
                    <a:pt x="1406" y="971"/>
                    <a:pt x="1918" y="614"/>
                    <a:pt x="2453" y="460"/>
                  </a:cubicBezTo>
                  <a:cubicBezTo>
                    <a:pt x="2603" y="422"/>
                    <a:pt x="2774" y="403"/>
                    <a:pt x="2963" y="403"/>
                  </a:cubicBezTo>
                  <a:cubicBezTo>
                    <a:pt x="3256" y="403"/>
                    <a:pt x="3592" y="449"/>
                    <a:pt x="3954" y="543"/>
                  </a:cubicBezTo>
                  <a:cubicBezTo>
                    <a:pt x="4013" y="555"/>
                    <a:pt x="4085" y="567"/>
                    <a:pt x="4144" y="579"/>
                  </a:cubicBezTo>
                  <a:cubicBezTo>
                    <a:pt x="4160" y="582"/>
                    <a:pt x="4176" y="584"/>
                    <a:pt x="4191" y="584"/>
                  </a:cubicBezTo>
                  <a:cubicBezTo>
                    <a:pt x="4281" y="584"/>
                    <a:pt x="4362" y="527"/>
                    <a:pt x="4382" y="436"/>
                  </a:cubicBezTo>
                  <a:cubicBezTo>
                    <a:pt x="4406" y="329"/>
                    <a:pt x="4347" y="221"/>
                    <a:pt x="4239" y="198"/>
                  </a:cubicBezTo>
                  <a:lnTo>
                    <a:pt x="4061" y="150"/>
                  </a:lnTo>
                  <a:cubicBezTo>
                    <a:pt x="3680" y="48"/>
                    <a:pt x="3331" y="0"/>
                    <a:pt x="30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5"/>
            <p:cNvSpPr/>
            <p:nvPr/>
          </p:nvSpPr>
          <p:spPr>
            <a:xfrm>
              <a:off x="1024976" y="2981756"/>
              <a:ext cx="125572" cy="45903"/>
            </a:xfrm>
            <a:custGeom>
              <a:avLst/>
              <a:gdLst/>
              <a:ahLst/>
              <a:cxnLst/>
              <a:rect l="l" t="t" r="r" b="b"/>
              <a:pathLst>
                <a:path w="3942" h="1441" extrusionOk="0">
                  <a:moveTo>
                    <a:pt x="1709" y="1"/>
                  </a:moveTo>
                  <a:cubicBezTo>
                    <a:pt x="1383" y="1"/>
                    <a:pt x="1022" y="51"/>
                    <a:pt x="631" y="143"/>
                  </a:cubicBezTo>
                  <a:cubicBezTo>
                    <a:pt x="477" y="191"/>
                    <a:pt x="334" y="202"/>
                    <a:pt x="191" y="238"/>
                  </a:cubicBezTo>
                  <a:cubicBezTo>
                    <a:pt x="96" y="250"/>
                    <a:pt x="0" y="357"/>
                    <a:pt x="12" y="464"/>
                  </a:cubicBezTo>
                  <a:cubicBezTo>
                    <a:pt x="35" y="554"/>
                    <a:pt x="121" y="644"/>
                    <a:pt x="220" y="644"/>
                  </a:cubicBezTo>
                  <a:cubicBezTo>
                    <a:pt x="226" y="644"/>
                    <a:pt x="232" y="644"/>
                    <a:pt x="238" y="643"/>
                  </a:cubicBezTo>
                  <a:cubicBezTo>
                    <a:pt x="405" y="619"/>
                    <a:pt x="572" y="583"/>
                    <a:pt x="727" y="548"/>
                  </a:cubicBezTo>
                  <a:cubicBezTo>
                    <a:pt x="1087" y="461"/>
                    <a:pt x="1417" y="414"/>
                    <a:pt x="1711" y="414"/>
                  </a:cubicBezTo>
                  <a:cubicBezTo>
                    <a:pt x="1903" y="414"/>
                    <a:pt x="2079" y="434"/>
                    <a:pt x="2239" y="476"/>
                  </a:cubicBezTo>
                  <a:cubicBezTo>
                    <a:pt x="2727" y="607"/>
                    <a:pt x="3203" y="917"/>
                    <a:pt x="3572" y="1369"/>
                  </a:cubicBezTo>
                  <a:cubicBezTo>
                    <a:pt x="3620" y="1417"/>
                    <a:pt x="3679" y="1441"/>
                    <a:pt x="3727" y="1441"/>
                  </a:cubicBezTo>
                  <a:cubicBezTo>
                    <a:pt x="3763" y="1441"/>
                    <a:pt x="3810" y="1429"/>
                    <a:pt x="3846" y="1393"/>
                  </a:cubicBezTo>
                  <a:cubicBezTo>
                    <a:pt x="3929" y="1322"/>
                    <a:pt x="3941" y="1191"/>
                    <a:pt x="3870" y="1095"/>
                  </a:cubicBezTo>
                  <a:cubicBezTo>
                    <a:pt x="3453" y="595"/>
                    <a:pt x="2905" y="226"/>
                    <a:pt x="2322" y="72"/>
                  </a:cubicBezTo>
                  <a:cubicBezTo>
                    <a:pt x="2135" y="23"/>
                    <a:pt x="1930" y="1"/>
                    <a:pt x="17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5"/>
            <p:cNvSpPr/>
            <p:nvPr/>
          </p:nvSpPr>
          <p:spPr>
            <a:xfrm>
              <a:off x="979455" y="2885746"/>
              <a:ext cx="215467" cy="145705"/>
            </a:xfrm>
            <a:custGeom>
              <a:avLst/>
              <a:gdLst/>
              <a:ahLst/>
              <a:cxnLst/>
              <a:rect l="l" t="t" r="r" b="b"/>
              <a:pathLst>
                <a:path w="6764" h="4574" extrusionOk="0">
                  <a:moveTo>
                    <a:pt x="4097" y="0"/>
                  </a:moveTo>
                  <a:cubicBezTo>
                    <a:pt x="3959" y="0"/>
                    <a:pt x="3824" y="9"/>
                    <a:pt x="3691" y="26"/>
                  </a:cubicBezTo>
                  <a:cubicBezTo>
                    <a:pt x="3049" y="61"/>
                    <a:pt x="2489" y="419"/>
                    <a:pt x="2060" y="1014"/>
                  </a:cubicBezTo>
                  <a:cubicBezTo>
                    <a:pt x="1775" y="1407"/>
                    <a:pt x="1620" y="1776"/>
                    <a:pt x="1596" y="1883"/>
                  </a:cubicBezTo>
                  <a:lnTo>
                    <a:pt x="1072" y="2681"/>
                  </a:lnTo>
                  <a:cubicBezTo>
                    <a:pt x="929" y="2240"/>
                    <a:pt x="774" y="1954"/>
                    <a:pt x="763" y="1943"/>
                  </a:cubicBezTo>
                  <a:cubicBezTo>
                    <a:pt x="728" y="1866"/>
                    <a:pt x="652" y="1832"/>
                    <a:pt x="576" y="1832"/>
                  </a:cubicBezTo>
                  <a:cubicBezTo>
                    <a:pt x="546" y="1832"/>
                    <a:pt x="516" y="1837"/>
                    <a:pt x="489" y="1847"/>
                  </a:cubicBezTo>
                  <a:cubicBezTo>
                    <a:pt x="405" y="1895"/>
                    <a:pt x="358" y="2026"/>
                    <a:pt x="405" y="2121"/>
                  </a:cubicBezTo>
                  <a:cubicBezTo>
                    <a:pt x="405" y="2133"/>
                    <a:pt x="870" y="3014"/>
                    <a:pt x="965" y="4157"/>
                  </a:cubicBezTo>
                  <a:cubicBezTo>
                    <a:pt x="822" y="4145"/>
                    <a:pt x="667" y="4098"/>
                    <a:pt x="572" y="4050"/>
                  </a:cubicBezTo>
                  <a:cubicBezTo>
                    <a:pt x="429" y="3990"/>
                    <a:pt x="393" y="3931"/>
                    <a:pt x="393" y="3919"/>
                  </a:cubicBezTo>
                  <a:cubicBezTo>
                    <a:pt x="393" y="3812"/>
                    <a:pt x="298" y="3728"/>
                    <a:pt x="191" y="3728"/>
                  </a:cubicBezTo>
                  <a:cubicBezTo>
                    <a:pt x="96" y="3728"/>
                    <a:pt x="1" y="3812"/>
                    <a:pt x="1" y="3919"/>
                  </a:cubicBezTo>
                  <a:cubicBezTo>
                    <a:pt x="1" y="4038"/>
                    <a:pt x="60" y="4264"/>
                    <a:pt x="405" y="4419"/>
                  </a:cubicBezTo>
                  <a:cubicBezTo>
                    <a:pt x="608" y="4514"/>
                    <a:pt x="893" y="4574"/>
                    <a:pt x="1191" y="4574"/>
                  </a:cubicBezTo>
                  <a:cubicBezTo>
                    <a:pt x="1489" y="4574"/>
                    <a:pt x="1763" y="4514"/>
                    <a:pt x="1977" y="4419"/>
                  </a:cubicBezTo>
                  <a:cubicBezTo>
                    <a:pt x="2334" y="4264"/>
                    <a:pt x="2382" y="4038"/>
                    <a:pt x="2382" y="3919"/>
                  </a:cubicBezTo>
                  <a:cubicBezTo>
                    <a:pt x="2382" y="3812"/>
                    <a:pt x="2298" y="3728"/>
                    <a:pt x="2191" y="3728"/>
                  </a:cubicBezTo>
                  <a:cubicBezTo>
                    <a:pt x="2084" y="3728"/>
                    <a:pt x="2001" y="3812"/>
                    <a:pt x="2001" y="3919"/>
                  </a:cubicBezTo>
                  <a:cubicBezTo>
                    <a:pt x="2001" y="3931"/>
                    <a:pt x="1953" y="3990"/>
                    <a:pt x="1822" y="4050"/>
                  </a:cubicBezTo>
                  <a:cubicBezTo>
                    <a:pt x="1703" y="4109"/>
                    <a:pt x="1548" y="4145"/>
                    <a:pt x="1382" y="4157"/>
                  </a:cubicBezTo>
                  <a:cubicBezTo>
                    <a:pt x="1358" y="3800"/>
                    <a:pt x="1298" y="3467"/>
                    <a:pt x="1239" y="3169"/>
                  </a:cubicBezTo>
                  <a:lnTo>
                    <a:pt x="1917" y="2133"/>
                  </a:lnTo>
                  <a:cubicBezTo>
                    <a:pt x="1953" y="2133"/>
                    <a:pt x="1977" y="2145"/>
                    <a:pt x="2060" y="2169"/>
                  </a:cubicBezTo>
                  <a:cubicBezTo>
                    <a:pt x="2179" y="2204"/>
                    <a:pt x="2334" y="2300"/>
                    <a:pt x="2513" y="2407"/>
                  </a:cubicBezTo>
                  <a:cubicBezTo>
                    <a:pt x="2989" y="2669"/>
                    <a:pt x="3584" y="3014"/>
                    <a:pt x="4263" y="3014"/>
                  </a:cubicBezTo>
                  <a:cubicBezTo>
                    <a:pt x="4477" y="3014"/>
                    <a:pt x="4715" y="2966"/>
                    <a:pt x="4954" y="2883"/>
                  </a:cubicBezTo>
                  <a:cubicBezTo>
                    <a:pt x="6466" y="2300"/>
                    <a:pt x="6739" y="407"/>
                    <a:pt x="6763" y="323"/>
                  </a:cubicBezTo>
                  <a:cubicBezTo>
                    <a:pt x="6763" y="288"/>
                    <a:pt x="6716" y="216"/>
                    <a:pt x="6656" y="168"/>
                  </a:cubicBezTo>
                  <a:cubicBezTo>
                    <a:pt x="6626" y="145"/>
                    <a:pt x="6588" y="133"/>
                    <a:pt x="6547" y="133"/>
                  </a:cubicBezTo>
                  <a:cubicBezTo>
                    <a:pt x="6507" y="133"/>
                    <a:pt x="6466" y="145"/>
                    <a:pt x="6430" y="168"/>
                  </a:cubicBezTo>
                  <a:cubicBezTo>
                    <a:pt x="6301" y="255"/>
                    <a:pt x="6164" y="287"/>
                    <a:pt x="6009" y="287"/>
                  </a:cubicBezTo>
                  <a:cubicBezTo>
                    <a:pt x="5820" y="287"/>
                    <a:pt x="5602" y="239"/>
                    <a:pt x="5335" y="180"/>
                  </a:cubicBezTo>
                  <a:cubicBezTo>
                    <a:pt x="5287" y="168"/>
                    <a:pt x="5239" y="168"/>
                    <a:pt x="5192" y="157"/>
                  </a:cubicBezTo>
                  <a:cubicBezTo>
                    <a:pt x="5175" y="150"/>
                    <a:pt x="5158" y="147"/>
                    <a:pt x="5140" y="147"/>
                  </a:cubicBezTo>
                  <a:cubicBezTo>
                    <a:pt x="5061" y="147"/>
                    <a:pt x="4983" y="211"/>
                    <a:pt x="4954" y="299"/>
                  </a:cubicBezTo>
                  <a:cubicBezTo>
                    <a:pt x="4930" y="407"/>
                    <a:pt x="5001" y="514"/>
                    <a:pt x="5108" y="538"/>
                  </a:cubicBezTo>
                  <a:cubicBezTo>
                    <a:pt x="5156" y="561"/>
                    <a:pt x="5192" y="561"/>
                    <a:pt x="5239" y="573"/>
                  </a:cubicBezTo>
                  <a:cubicBezTo>
                    <a:pt x="5512" y="626"/>
                    <a:pt x="5765" y="679"/>
                    <a:pt x="6003" y="679"/>
                  </a:cubicBezTo>
                  <a:cubicBezTo>
                    <a:pt x="6088" y="679"/>
                    <a:pt x="6170" y="672"/>
                    <a:pt x="6251" y="657"/>
                  </a:cubicBezTo>
                  <a:lnTo>
                    <a:pt x="6251" y="657"/>
                  </a:lnTo>
                  <a:cubicBezTo>
                    <a:pt x="6108" y="1192"/>
                    <a:pt x="5704" y="2193"/>
                    <a:pt x="4799" y="2550"/>
                  </a:cubicBezTo>
                  <a:cubicBezTo>
                    <a:pt x="4613" y="2621"/>
                    <a:pt x="4429" y="2651"/>
                    <a:pt x="4249" y="2651"/>
                  </a:cubicBezTo>
                  <a:cubicBezTo>
                    <a:pt x="3679" y="2651"/>
                    <a:pt x="3144" y="2348"/>
                    <a:pt x="2691" y="2085"/>
                  </a:cubicBezTo>
                  <a:cubicBezTo>
                    <a:pt x="2453" y="1954"/>
                    <a:pt x="2251" y="1835"/>
                    <a:pt x="2072" y="1776"/>
                  </a:cubicBezTo>
                  <a:cubicBezTo>
                    <a:pt x="2275" y="1335"/>
                    <a:pt x="2798" y="502"/>
                    <a:pt x="3727" y="419"/>
                  </a:cubicBezTo>
                  <a:cubicBezTo>
                    <a:pt x="3823" y="414"/>
                    <a:pt x="3921" y="411"/>
                    <a:pt x="4019" y="411"/>
                  </a:cubicBezTo>
                  <a:cubicBezTo>
                    <a:pt x="4190" y="411"/>
                    <a:pt x="4363" y="420"/>
                    <a:pt x="4537" y="442"/>
                  </a:cubicBezTo>
                  <a:cubicBezTo>
                    <a:pt x="4545" y="443"/>
                    <a:pt x="4552" y="444"/>
                    <a:pt x="4560" y="444"/>
                  </a:cubicBezTo>
                  <a:cubicBezTo>
                    <a:pt x="4659" y="444"/>
                    <a:pt x="4752" y="374"/>
                    <a:pt x="4763" y="264"/>
                  </a:cubicBezTo>
                  <a:cubicBezTo>
                    <a:pt x="4775" y="157"/>
                    <a:pt x="4703" y="49"/>
                    <a:pt x="4584" y="38"/>
                  </a:cubicBezTo>
                  <a:cubicBezTo>
                    <a:pt x="4419" y="12"/>
                    <a:pt x="4256" y="0"/>
                    <a:pt x="40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9" name="Google Shape;669;p55"/>
          <p:cNvSpPr txBox="1">
            <a:spLocks noGrp="1"/>
          </p:cNvSpPr>
          <p:nvPr>
            <p:ph type="subTitle" idx="4294967295"/>
          </p:nvPr>
        </p:nvSpPr>
        <p:spPr>
          <a:xfrm flipH="1">
            <a:off x="5116262" y="3240950"/>
            <a:ext cx="1592700" cy="8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Mercury is the closest planet to the Sun</a:t>
            </a:r>
            <a:endParaRPr sz="1400"/>
          </a:p>
        </p:txBody>
      </p:sp>
      <p:sp>
        <p:nvSpPr>
          <p:cNvPr id="670" name="Google Shape;670;p55"/>
          <p:cNvSpPr txBox="1">
            <a:spLocks noGrp="1"/>
          </p:cNvSpPr>
          <p:nvPr>
            <p:ph type="subTitle" idx="4294967295"/>
          </p:nvPr>
        </p:nvSpPr>
        <p:spPr>
          <a:xfrm flipH="1">
            <a:off x="5116262" y="1042750"/>
            <a:ext cx="1592700" cy="8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Saturn is the ringed one and a gas giant</a:t>
            </a:r>
            <a:endParaRPr sz="1400"/>
          </a:p>
        </p:txBody>
      </p:sp>
      <p:sp>
        <p:nvSpPr>
          <p:cNvPr id="671" name="Google Shape;671;p55"/>
          <p:cNvSpPr txBox="1">
            <a:spLocks noGrp="1"/>
          </p:cNvSpPr>
          <p:nvPr>
            <p:ph type="subTitle" idx="4294967295"/>
          </p:nvPr>
        </p:nvSpPr>
        <p:spPr>
          <a:xfrm flipH="1">
            <a:off x="4850050" y="2142000"/>
            <a:ext cx="1592700" cy="8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Jupiter is the biggest in the Solar System</a:t>
            </a:r>
            <a:endParaRPr sz="1400"/>
          </a:p>
        </p:txBody>
      </p:sp>
      <p:sp>
        <p:nvSpPr>
          <p:cNvPr id="672" name="Google Shape;672;p55"/>
          <p:cNvSpPr/>
          <p:nvPr/>
        </p:nvSpPr>
        <p:spPr>
          <a:xfrm>
            <a:off x="6943230" y="11864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6680705" y="22854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55"/>
          <p:cNvSpPr/>
          <p:nvPr/>
        </p:nvSpPr>
        <p:spPr>
          <a:xfrm>
            <a:off x="6943230" y="33843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55"/>
          <p:cNvSpPr txBox="1">
            <a:spLocks noGrp="1"/>
          </p:cNvSpPr>
          <p:nvPr>
            <p:ph type="ctrTitle" idx="4294967295"/>
          </p:nvPr>
        </p:nvSpPr>
        <p:spPr>
          <a:xfrm flipH="1">
            <a:off x="7000985" y="1244206"/>
            <a:ext cx="457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1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676" name="Google Shape;676;p55"/>
          <p:cNvSpPr txBox="1">
            <a:spLocks noGrp="1"/>
          </p:cNvSpPr>
          <p:nvPr>
            <p:ph type="ctrTitle" idx="4294967295"/>
          </p:nvPr>
        </p:nvSpPr>
        <p:spPr>
          <a:xfrm flipH="1">
            <a:off x="7000985" y="3442106"/>
            <a:ext cx="457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3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677" name="Google Shape;677;p55"/>
          <p:cNvSpPr txBox="1">
            <a:spLocks noGrp="1"/>
          </p:cNvSpPr>
          <p:nvPr>
            <p:ph type="ctrTitle" idx="4294967295"/>
          </p:nvPr>
        </p:nvSpPr>
        <p:spPr>
          <a:xfrm flipH="1">
            <a:off x="6738460" y="2343156"/>
            <a:ext cx="457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FFFFFF"/>
                </a:solidFill>
              </a:rPr>
              <a:t>2</a:t>
            </a:r>
            <a:endParaRPr sz="2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6"/>
          <p:cNvSpPr txBox="1">
            <a:spLocks noGrp="1"/>
          </p:cNvSpPr>
          <p:nvPr>
            <p:ph type="title"/>
          </p:nvPr>
        </p:nvSpPr>
        <p:spPr>
          <a:xfrm>
            <a:off x="1024800" y="939647"/>
            <a:ext cx="7094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4,300</a:t>
            </a:r>
            <a:endParaRPr/>
          </a:p>
        </p:txBody>
      </p:sp>
      <p:sp>
        <p:nvSpPr>
          <p:cNvPr id="683" name="Google Shape;683;p56"/>
          <p:cNvSpPr txBox="1">
            <a:spLocks noGrp="1"/>
          </p:cNvSpPr>
          <p:nvPr>
            <p:ph type="subTitle" idx="1"/>
          </p:nvPr>
        </p:nvSpPr>
        <p:spPr>
          <a:xfrm>
            <a:off x="1024800" y="2803064"/>
            <a:ext cx="40293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"/>
          <p:cNvSpPr txBox="1">
            <a:spLocks noGrp="1"/>
          </p:cNvSpPr>
          <p:nvPr>
            <p:ph type="title" idx="4"/>
          </p:nvPr>
        </p:nvSpPr>
        <p:spPr>
          <a:xfrm>
            <a:off x="720000" y="2953525"/>
            <a:ext cx="36996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333,000.00</a:t>
            </a:r>
            <a:endParaRPr/>
          </a:p>
        </p:txBody>
      </p:sp>
      <p:sp>
        <p:nvSpPr>
          <p:cNvPr id="689" name="Google Shape;689;p57"/>
          <p:cNvSpPr txBox="1">
            <a:spLocks noGrp="1"/>
          </p:cNvSpPr>
          <p:nvPr>
            <p:ph type="title"/>
          </p:nvPr>
        </p:nvSpPr>
        <p:spPr>
          <a:xfrm>
            <a:off x="4722600" y="2953525"/>
            <a:ext cx="37032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 23s</a:t>
            </a:r>
            <a:endParaRPr/>
          </a:p>
        </p:txBody>
      </p:sp>
      <p:sp>
        <p:nvSpPr>
          <p:cNvPr id="690" name="Google Shape;690;p57"/>
          <p:cNvSpPr txBox="1">
            <a:spLocks noGrp="1"/>
          </p:cNvSpPr>
          <p:nvPr>
            <p:ph type="title" idx="2"/>
          </p:nvPr>
        </p:nvSpPr>
        <p:spPr>
          <a:xfrm>
            <a:off x="1964400" y="1038664"/>
            <a:ext cx="52152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386,000 km</a:t>
            </a:r>
            <a:endParaRPr sz="6000"/>
          </a:p>
        </p:txBody>
      </p:sp>
      <p:sp>
        <p:nvSpPr>
          <p:cNvPr id="691" name="Google Shape;691;p57"/>
          <p:cNvSpPr txBox="1">
            <a:spLocks noGrp="1"/>
          </p:cNvSpPr>
          <p:nvPr>
            <p:ph type="subTitle" idx="1"/>
          </p:nvPr>
        </p:nvSpPr>
        <p:spPr>
          <a:xfrm>
            <a:off x="4722600" y="3671525"/>
            <a:ext cx="3703200" cy="4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Jupiter’s rotation period</a:t>
            </a:r>
            <a:endParaRPr/>
          </a:p>
        </p:txBody>
      </p:sp>
      <p:sp>
        <p:nvSpPr>
          <p:cNvPr id="692" name="Google Shape;692;p57"/>
          <p:cNvSpPr txBox="1">
            <a:spLocks noGrp="1"/>
          </p:cNvSpPr>
          <p:nvPr>
            <p:ph type="subTitle" idx="3"/>
          </p:nvPr>
        </p:nvSpPr>
        <p:spPr>
          <a:xfrm>
            <a:off x="1964400" y="1832875"/>
            <a:ext cx="5215200" cy="4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is the distance between Earth and the Moon</a:t>
            </a:r>
            <a:endParaRPr sz="1800"/>
          </a:p>
        </p:txBody>
      </p:sp>
      <p:sp>
        <p:nvSpPr>
          <p:cNvPr id="693" name="Google Shape;693;p57"/>
          <p:cNvSpPr txBox="1">
            <a:spLocks noGrp="1"/>
          </p:cNvSpPr>
          <p:nvPr>
            <p:ph type="subTitle" idx="5"/>
          </p:nvPr>
        </p:nvSpPr>
        <p:spPr>
          <a:xfrm>
            <a:off x="720000" y="3671525"/>
            <a:ext cx="3699600" cy="4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8"/>
          <p:cNvSpPr txBox="1">
            <a:spLocks noGrp="1"/>
          </p:cNvSpPr>
          <p:nvPr>
            <p:ph type="subTitle" idx="4294967295"/>
          </p:nvPr>
        </p:nvSpPr>
        <p:spPr>
          <a:xfrm>
            <a:off x="1024800" y="3454472"/>
            <a:ext cx="17211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Day 1</a:t>
            </a:r>
            <a:endParaRPr sz="1600" b="1"/>
          </a:p>
        </p:txBody>
      </p:sp>
      <p:sp>
        <p:nvSpPr>
          <p:cNvPr id="699" name="Google Shape;699;p58"/>
          <p:cNvSpPr txBox="1">
            <a:spLocks noGrp="1"/>
          </p:cNvSpPr>
          <p:nvPr>
            <p:ph type="subTitle" idx="4294967295"/>
          </p:nvPr>
        </p:nvSpPr>
        <p:spPr>
          <a:xfrm>
            <a:off x="1024800" y="3774457"/>
            <a:ext cx="1721100" cy="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Despite being red, Mars is cold</a:t>
            </a:r>
            <a:endParaRPr sz="1400"/>
          </a:p>
        </p:txBody>
      </p:sp>
      <p:sp>
        <p:nvSpPr>
          <p:cNvPr id="700" name="Google Shape;700;p58"/>
          <p:cNvSpPr txBox="1">
            <a:spLocks noGrp="1"/>
          </p:cNvSpPr>
          <p:nvPr>
            <p:ph type="subTitle" idx="4294967295"/>
          </p:nvPr>
        </p:nvSpPr>
        <p:spPr>
          <a:xfrm>
            <a:off x="2816726" y="2331253"/>
            <a:ext cx="17211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Day 2</a:t>
            </a:r>
            <a:endParaRPr sz="1600" b="1"/>
          </a:p>
        </p:txBody>
      </p:sp>
      <p:sp>
        <p:nvSpPr>
          <p:cNvPr id="701" name="Google Shape;701;p58"/>
          <p:cNvSpPr txBox="1">
            <a:spLocks noGrp="1"/>
          </p:cNvSpPr>
          <p:nvPr>
            <p:ph type="subTitle" idx="4294967295"/>
          </p:nvPr>
        </p:nvSpPr>
        <p:spPr>
          <a:xfrm>
            <a:off x="2816726" y="1502561"/>
            <a:ext cx="1721100" cy="8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Mercury is the smallest planet</a:t>
            </a:r>
            <a:endParaRPr sz="1400"/>
          </a:p>
        </p:txBody>
      </p:sp>
      <p:sp>
        <p:nvSpPr>
          <p:cNvPr id="702" name="Google Shape;702;p58"/>
          <p:cNvSpPr txBox="1">
            <a:spLocks noGrp="1"/>
          </p:cNvSpPr>
          <p:nvPr>
            <p:ph type="subTitle" idx="4294967295"/>
          </p:nvPr>
        </p:nvSpPr>
        <p:spPr>
          <a:xfrm>
            <a:off x="4608652" y="3454472"/>
            <a:ext cx="17211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Day 3</a:t>
            </a:r>
            <a:endParaRPr sz="1600" b="1"/>
          </a:p>
        </p:txBody>
      </p:sp>
      <p:sp>
        <p:nvSpPr>
          <p:cNvPr id="703" name="Google Shape;703;p58"/>
          <p:cNvSpPr txBox="1">
            <a:spLocks noGrp="1"/>
          </p:cNvSpPr>
          <p:nvPr>
            <p:ph type="subTitle" idx="4294967295"/>
          </p:nvPr>
        </p:nvSpPr>
        <p:spPr>
          <a:xfrm>
            <a:off x="4608652" y="3774457"/>
            <a:ext cx="1721100" cy="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Jupiter is the biggest planet</a:t>
            </a:r>
            <a:endParaRPr sz="1400"/>
          </a:p>
        </p:txBody>
      </p:sp>
      <p:sp>
        <p:nvSpPr>
          <p:cNvPr id="704" name="Google Shape;704;p58"/>
          <p:cNvSpPr txBox="1">
            <a:spLocks noGrp="1"/>
          </p:cNvSpPr>
          <p:nvPr>
            <p:ph type="subTitle" idx="4294967295"/>
          </p:nvPr>
        </p:nvSpPr>
        <p:spPr>
          <a:xfrm>
            <a:off x="6400577" y="2331253"/>
            <a:ext cx="17211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Day 4</a:t>
            </a:r>
            <a:endParaRPr sz="1600" b="1"/>
          </a:p>
        </p:txBody>
      </p:sp>
      <p:sp>
        <p:nvSpPr>
          <p:cNvPr id="705" name="Google Shape;705;p58"/>
          <p:cNvSpPr txBox="1">
            <a:spLocks noGrp="1"/>
          </p:cNvSpPr>
          <p:nvPr>
            <p:ph type="subTitle" idx="4294967295"/>
          </p:nvPr>
        </p:nvSpPr>
        <p:spPr>
          <a:xfrm>
            <a:off x="6400577" y="1502561"/>
            <a:ext cx="1721100" cy="8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Venus has high temperatures</a:t>
            </a:r>
            <a:endParaRPr sz="1400"/>
          </a:p>
        </p:txBody>
      </p:sp>
      <p:sp>
        <p:nvSpPr>
          <p:cNvPr id="706" name="Google Shape;706;p58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Timeline Always Works Well</a:t>
            </a:r>
            <a:endParaRPr/>
          </a:p>
        </p:txBody>
      </p:sp>
      <p:sp>
        <p:nvSpPr>
          <p:cNvPr id="707" name="Google Shape;707;p58"/>
          <p:cNvSpPr/>
          <p:nvPr/>
        </p:nvSpPr>
        <p:spPr>
          <a:xfrm rot="-5400000">
            <a:off x="4530750" y="-384938"/>
            <a:ext cx="82500" cy="69030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58"/>
          <p:cNvSpPr/>
          <p:nvPr/>
        </p:nvSpPr>
        <p:spPr>
          <a:xfrm>
            <a:off x="1597763" y="2780212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58"/>
          <p:cNvSpPr/>
          <p:nvPr/>
        </p:nvSpPr>
        <p:spPr>
          <a:xfrm>
            <a:off x="3389688" y="2780212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58"/>
          <p:cNvSpPr/>
          <p:nvPr/>
        </p:nvSpPr>
        <p:spPr>
          <a:xfrm>
            <a:off x="5181613" y="2780212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58"/>
          <p:cNvSpPr/>
          <p:nvPr/>
        </p:nvSpPr>
        <p:spPr>
          <a:xfrm>
            <a:off x="6973538" y="2780212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58"/>
          <p:cNvGrpSpPr/>
          <p:nvPr/>
        </p:nvGrpSpPr>
        <p:grpSpPr>
          <a:xfrm>
            <a:off x="3498745" y="2888784"/>
            <a:ext cx="354586" cy="355557"/>
            <a:chOff x="-33645475" y="3944800"/>
            <a:chExt cx="292225" cy="293025"/>
          </a:xfrm>
        </p:grpSpPr>
        <p:sp>
          <p:nvSpPr>
            <p:cNvPr id="713" name="Google Shape;713;p58"/>
            <p:cNvSpPr/>
            <p:nvPr/>
          </p:nvSpPr>
          <p:spPr>
            <a:xfrm>
              <a:off x="-33549375" y="3944800"/>
              <a:ext cx="98475" cy="70900"/>
            </a:xfrm>
            <a:custGeom>
              <a:avLst/>
              <a:gdLst/>
              <a:ahLst/>
              <a:cxnLst/>
              <a:rect l="l" t="t" r="r" b="b"/>
              <a:pathLst>
                <a:path w="3939" h="2836" extrusionOk="0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8"/>
            <p:cNvSpPr/>
            <p:nvPr/>
          </p:nvSpPr>
          <p:spPr>
            <a:xfrm>
              <a:off x="-33645475" y="4041675"/>
              <a:ext cx="70900" cy="98475"/>
            </a:xfrm>
            <a:custGeom>
              <a:avLst/>
              <a:gdLst/>
              <a:ahLst/>
              <a:cxnLst/>
              <a:rect l="l" t="t" r="r" b="b"/>
              <a:pathLst>
                <a:path w="2836" h="3939" extrusionOk="0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8"/>
            <p:cNvSpPr/>
            <p:nvPr/>
          </p:nvSpPr>
          <p:spPr>
            <a:xfrm>
              <a:off x="-33424150" y="4042450"/>
              <a:ext cx="70900" cy="52025"/>
            </a:xfrm>
            <a:custGeom>
              <a:avLst/>
              <a:gdLst/>
              <a:ahLst/>
              <a:cxnLst/>
              <a:rect l="l" t="t" r="r" b="b"/>
              <a:pathLst>
                <a:path w="2836" h="2081" extrusionOk="0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8"/>
            <p:cNvSpPr/>
            <p:nvPr/>
          </p:nvSpPr>
          <p:spPr>
            <a:xfrm>
              <a:off x="-33549375" y="4165325"/>
              <a:ext cx="86650" cy="70925"/>
            </a:xfrm>
            <a:custGeom>
              <a:avLst/>
              <a:gdLst/>
              <a:ahLst/>
              <a:cxnLst/>
              <a:rect l="l" t="t" r="r" b="b"/>
              <a:pathLst>
                <a:path w="3466" h="2837" extrusionOk="0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8"/>
            <p:cNvSpPr/>
            <p:nvPr/>
          </p:nvSpPr>
          <p:spPr>
            <a:xfrm>
              <a:off x="-33558825" y="4030650"/>
              <a:ext cx="118950" cy="120525"/>
            </a:xfrm>
            <a:custGeom>
              <a:avLst/>
              <a:gdLst/>
              <a:ahLst/>
              <a:cxnLst/>
              <a:rect l="l" t="t" r="r" b="b"/>
              <a:pathLst>
                <a:path w="4758" h="4821" extrusionOk="0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8"/>
            <p:cNvSpPr/>
            <p:nvPr/>
          </p:nvSpPr>
          <p:spPr>
            <a:xfrm>
              <a:off x="-33639950" y="4129900"/>
              <a:ext cx="100825" cy="100825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8"/>
            <p:cNvSpPr/>
            <p:nvPr/>
          </p:nvSpPr>
          <p:spPr>
            <a:xfrm>
              <a:off x="-33459600" y="3951875"/>
              <a:ext cx="100850" cy="100075"/>
            </a:xfrm>
            <a:custGeom>
              <a:avLst/>
              <a:gdLst/>
              <a:ahLst/>
              <a:cxnLst/>
              <a:rect l="l" t="t" r="r" b="b"/>
              <a:pathLst>
                <a:path w="4034" h="4003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8"/>
            <p:cNvSpPr/>
            <p:nvPr/>
          </p:nvSpPr>
          <p:spPr>
            <a:xfrm>
              <a:off x="-33639950" y="3951100"/>
              <a:ext cx="100825" cy="100050"/>
            </a:xfrm>
            <a:custGeom>
              <a:avLst/>
              <a:gdLst/>
              <a:ahLst/>
              <a:cxnLst/>
              <a:rect l="l" t="t" r="r" b="b"/>
              <a:pathLst>
                <a:path w="4033" h="4002" extrusionOk="0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8"/>
            <p:cNvSpPr/>
            <p:nvPr/>
          </p:nvSpPr>
          <p:spPr>
            <a:xfrm>
              <a:off x="-33472975" y="4082625"/>
              <a:ext cx="119725" cy="155200"/>
            </a:xfrm>
            <a:custGeom>
              <a:avLst/>
              <a:gdLst/>
              <a:ahLst/>
              <a:cxnLst/>
              <a:rect l="l" t="t" r="r" b="b"/>
              <a:pathLst>
                <a:path w="4789" h="6208" extrusionOk="0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8"/>
            <p:cNvSpPr/>
            <p:nvPr/>
          </p:nvSpPr>
          <p:spPr>
            <a:xfrm>
              <a:off x="-33421775" y="41338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" name="Google Shape;723;p58"/>
          <p:cNvGrpSpPr/>
          <p:nvPr/>
        </p:nvGrpSpPr>
        <p:grpSpPr>
          <a:xfrm>
            <a:off x="1705379" y="2888314"/>
            <a:ext cx="357468" cy="356497"/>
            <a:chOff x="-31455100" y="3909350"/>
            <a:chExt cx="294600" cy="293800"/>
          </a:xfrm>
        </p:grpSpPr>
        <p:sp>
          <p:nvSpPr>
            <p:cNvPr id="724" name="Google Shape;724;p58"/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8"/>
            <p:cNvSpPr/>
            <p:nvPr/>
          </p:nvSpPr>
          <p:spPr>
            <a:xfrm>
              <a:off x="-31455100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6" name="Google Shape;726;p58"/>
          <p:cNvSpPr/>
          <p:nvPr/>
        </p:nvSpPr>
        <p:spPr>
          <a:xfrm>
            <a:off x="5291140" y="2889755"/>
            <a:ext cx="353645" cy="353615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7" name="Google Shape;727;p58"/>
          <p:cNvGrpSpPr/>
          <p:nvPr/>
        </p:nvGrpSpPr>
        <p:grpSpPr>
          <a:xfrm>
            <a:off x="7082595" y="2889740"/>
            <a:ext cx="354586" cy="353645"/>
            <a:chOff x="-30735200" y="3910925"/>
            <a:chExt cx="292225" cy="291450"/>
          </a:xfrm>
        </p:grpSpPr>
        <p:sp>
          <p:nvSpPr>
            <p:cNvPr id="728" name="Google Shape;728;p58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8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9"/>
          <p:cNvSpPr txBox="1">
            <a:spLocks noGrp="1"/>
          </p:cNvSpPr>
          <p:nvPr>
            <p:ph type="title"/>
          </p:nvPr>
        </p:nvSpPr>
        <p:spPr>
          <a:xfrm>
            <a:off x="1024800" y="2103125"/>
            <a:ext cx="26583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Need Percentages?</a:t>
            </a:r>
            <a:endParaRPr/>
          </a:p>
        </p:txBody>
      </p:sp>
      <p:grpSp>
        <p:nvGrpSpPr>
          <p:cNvPr id="735" name="Google Shape;735;p59"/>
          <p:cNvGrpSpPr/>
          <p:nvPr/>
        </p:nvGrpSpPr>
        <p:grpSpPr>
          <a:xfrm>
            <a:off x="4827138" y="1876581"/>
            <a:ext cx="325800" cy="1883700"/>
            <a:chOff x="4822735" y="1610369"/>
            <a:chExt cx="325800" cy="1883700"/>
          </a:xfrm>
        </p:grpSpPr>
        <p:sp>
          <p:nvSpPr>
            <p:cNvPr id="736" name="Google Shape;736;p59"/>
            <p:cNvSpPr/>
            <p:nvPr/>
          </p:nvSpPr>
          <p:spPr>
            <a:xfrm>
              <a:off x="4822735" y="1610369"/>
              <a:ext cx="325800" cy="1883700"/>
            </a:xfrm>
            <a:prstGeom prst="rect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9"/>
            <p:cNvSpPr/>
            <p:nvPr/>
          </p:nvSpPr>
          <p:spPr>
            <a:xfrm>
              <a:off x="4831837" y="2659850"/>
              <a:ext cx="307500" cy="82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" name="Google Shape;738;p59"/>
          <p:cNvGrpSpPr/>
          <p:nvPr/>
        </p:nvGrpSpPr>
        <p:grpSpPr>
          <a:xfrm>
            <a:off x="6142066" y="1876581"/>
            <a:ext cx="325800" cy="1883700"/>
            <a:chOff x="6133475" y="1610369"/>
            <a:chExt cx="325800" cy="1883700"/>
          </a:xfrm>
        </p:grpSpPr>
        <p:sp>
          <p:nvSpPr>
            <p:cNvPr id="739" name="Google Shape;739;p59"/>
            <p:cNvSpPr/>
            <p:nvPr/>
          </p:nvSpPr>
          <p:spPr>
            <a:xfrm>
              <a:off x="6133475" y="1610369"/>
              <a:ext cx="325800" cy="1883700"/>
            </a:xfrm>
            <a:prstGeom prst="rect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9"/>
            <p:cNvSpPr/>
            <p:nvPr/>
          </p:nvSpPr>
          <p:spPr>
            <a:xfrm>
              <a:off x="6142625" y="1970200"/>
              <a:ext cx="307500" cy="1513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59"/>
          <p:cNvGrpSpPr/>
          <p:nvPr/>
        </p:nvGrpSpPr>
        <p:grpSpPr>
          <a:xfrm>
            <a:off x="7456994" y="1876581"/>
            <a:ext cx="325800" cy="1883700"/>
            <a:chOff x="7442212" y="1610369"/>
            <a:chExt cx="325800" cy="1883700"/>
          </a:xfrm>
        </p:grpSpPr>
        <p:sp>
          <p:nvSpPr>
            <p:cNvPr id="742" name="Google Shape;742;p59"/>
            <p:cNvSpPr/>
            <p:nvPr/>
          </p:nvSpPr>
          <p:spPr>
            <a:xfrm>
              <a:off x="7442212" y="1610369"/>
              <a:ext cx="325800" cy="1883700"/>
            </a:xfrm>
            <a:prstGeom prst="rect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9"/>
            <p:cNvSpPr/>
            <p:nvPr/>
          </p:nvSpPr>
          <p:spPr>
            <a:xfrm>
              <a:off x="7451387" y="2108300"/>
              <a:ext cx="307500" cy="1375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59"/>
          <p:cNvSpPr txBox="1">
            <a:spLocks noGrp="1"/>
          </p:cNvSpPr>
          <p:nvPr>
            <p:ph type="ctrTitle" idx="4294967295"/>
          </p:nvPr>
        </p:nvSpPr>
        <p:spPr>
          <a:xfrm flipH="1">
            <a:off x="4395738" y="3834556"/>
            <a:ext cx="11886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Muli"/>
                <a:ea typeface="Muli"/>
                <a:cs typeface="Muli"/>
                <a:sym typeface="Muli"/>
              </a:rPr>
              <a:t>Saturn</a:t>
            </a:r>
            <a:endParaRPr sz="1600" b="1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45" name="Google Shape;745;p59"/>
          <p:cNvSpPr txBox="1">
            <a:spLocks noGrp="1"/>
          </p:cNvSpPr>
          <p:nvPr>
            <p:ph type="ctrTitle" idx="4294967295"/>
          </p:nvPr>
        </p:nvSpPr>
        <p:spPr>
          <a:xfrm flipH="1">
            <a:off x="5710666" y="3834556"/>
            <a:ext cx="11886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Muli"/>
                <a:ea typeface="Muli"/>
                <a:cs typeface="Muli"/>
                <a:sym typeface="Muli"/>
              </a:rPr>
              <a:t>Mars</a:t>
            </a:r>
            <a:endParaRPr sz="1600" b="1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46" name="Google Shape;746;p59"/>
          <p:cNvSpPr txBox="1">
            <a:spLocks noGrp="1"/>
          </p:cNvSpPr>
          <p:nvPr>
            <p:ph type="ctrTitle" idx="4294967295"/>
          </p:nvPr>
        </p:nvSpPr>
        <p:spPr>
          <a:xfrm flipH="1">
            <a:off x="7025594" y="3834556"/>
            <a:ext cx="11886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Muli"/>
                <a:ea typeface="Muli"/>
                <a:cs typeface="Muli"/>
                <a:sym typeface="Muli"/>
              </a:rPr>
              <a:t>Mercury</a:t>
            </a:r>
            <a:endParaRPr sz="1600" b="1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47" name="Google Shape;747;p59"/>
          <p:cNvSpPr/>
          <p:nvPr/>
        </p:nvSpPr>
        <p:spPr>
          <a:xfrm rot="10800000">
            <a:off x="4645638" y="1024644"/>
            <a:ext cx="688800" cy="688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59"/>
          <p:cNvSpPr/>
          <p:nvPr/>
        </p:nvSpPr>
        <p:spPr>
          <a:xfrm rot="10800000">
            <a:off x="5960566" y="1024644"/>
            <a:ext cx="688800" cy="688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59"/>
          <p:cNvSpPr/>
          <p:nvPr/>
        </p:nvSpPr>
        <p:spPr>
          <a:xfrm rot="10800000">
            <a:off x="7275494" y="1024644"/>
            <a:ext cx="688800" cy="688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9"/>
          <p:cNvSpPr txBox="1">
            <a:spLocks noGrp="1"/>
          </p:cNvSpPr>
          <p:nvPr>
            <p:ph type="ctrTitle" idx="4294967295"/>
          </p:nvPr>
        </p:nvSpPr>
        <p:spPr>
          <a:xfrm flipH="1">
            <a:off x="4663638" y="1186869"/>
            <a:ext cx="652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40%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51" name="Google Shape;751;p59"/>
          <p:cNvSpPr txBox="1">
            <a:spLocks noGrp="1"/>
          </p:cNvSpPr>
          <p:nvPr>
            <p:ph type="ctrTitle" idx="4294967295"/>
          </p:nvPr>
        </p:nvSpPr>
        <p:spPr>
          <a:xfrm flipH="1">
            <a:off x="5981266" y="1186869"/>
            <a:ext cx="6492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80%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52" name="Google Shape;752;p59"/>
          <p:cNvSpPr txBox="1">
            <a:spLocks noGrp="1"/>
          </p:cNvSpPr>
          <p:nvPr>
            <p:ph type="ctrTitle" idx="4294967295"/>
          </p:nvPr>
        </p:nvSpPr>
        <p:spPr>
          <a:xfrm flipH="1">
            <a:off x="7295294" y="1186869"/>
            <a:ext cx="6492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75%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0"/>
          <p:cNvSpPr/>
          <p:nvPr/>
        </p:nvSpPr>
        <p:spPr>
          <a:xfrm>
            <a:off x="7321515" y="1287825"/>
            <a:ext cx="673500" cy="673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0"/>
          <p:cNvSpPr txBox="1">
            <a:spLocks noGrp="1"/>
          </p:cNvSpPr>
          <p:nvPr>
            <p:ph type="title"/>
          </p:nvPr>
        </p:nvSpPr>
        <p:spPr>
          <a:xfrm>
            <a:off x="4016912" y="2001399"/>
            <a:ext cx="409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759" name="Google Shape;759;p60"/>
          <p:cNvSpPr txBox="1">
            <a:spLocks noGrp="1"/>
          </p:cNvSpPr>
          <p:nvPr>
            <p:ph type="subTitle" idx="1"/>
          </p:nvPr>
        </p:nvSpPr>
        <p:spPr>
          <a:xfrm>
            <a:off x="4858112" y="2743600"/>
            <a:ext cx="32553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sp>
        <p:nvSpPr>
          <p:cNvPr id="760" name="Google Shape;760;p60"/>
          <p:cNvSpPr txBox="1">
            <a:spLocks noGrp="1"/>
          </p:cNvSpPr>
          <p:nvPr>
            <p:ph type="title" idx="2"/>
          </p:nvPr>
        </p:nvSpPr>
        <p:spPr>
          <a:xfrm>
            <a:off x="7389315" y="1355625"/>
            <a:ext cx="5394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5" name="Google Shape;765;p61"/>
          <p:cNvCxnSpPr>
            <a:stCxn id="766" idx="2"/>
          </p:cNvCxnSpPr>
          <p:nvPr/>
        </p:nvCxnSpPr>
        <p:spPr>
          <a:xfrm rot="10800000" flipH="1">
            <a:off x="2210728" y="2163375"/>
            <a:ext cx="1251000" cy="765300"/>
          </a:xfrm>
          <a:prstGeom prst="bentConnector3">
            <a:avLst>
              <a:gd name="adj1" fmla="val 50000"/>
            </a:avLst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61"/>
          <p:cNvCxnSpPr>
            <a:endCxn id="766" idx="2"/>
          </p:cNvCxnSpPr>
          <p:nvPr/>
        </p:nvCxnSpPr>
        <p:spPr>
          <a:xfrm rot="10800000">
            <a:off x="2210728" y="2928675"/>
            <a:ext cx="1250700" cy="765000"/>
          </a:xfrm>
          <a:prstGeom prst="bentConnector3">
            <a:avLst>
              <a:gd name="adj1" fmla="val 50000"/>
            </a:avLst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61"/>
          <p:cNvCxnSpPr>
            <a:stCxn id="769" idx="2"/>
          </p:cNvCxnSpPr>
          <p:nvPr/>
        </p:nvCxnSpPr>
        <p:spPr>
          <a:xfrm>
            <a:off x="4675566" y="2163463"/>
            <a:ext cx="1251300" cy="756300"/>
          </a:xfrm>
          <a:prstGeom prst="bentConnector3">
            <a:avLst>
              <a:gd name="adj1" fmla="val 50000"/>
            </a:avLst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0" name="Google Shape;770;p61"/>
          <p:cNvCxnSpPr>
            <a:endCxn id="771" idx="2"/>
          </p:cNvCxnSpPr>
          <p:nvPr/>
        </p:nvCxnSpPr>
        <p:spPr>
          <a:xfrm flipH="1">
            <a:off x="4675566" y="2929200"/>
            <a:ext cx="1251300" cy="764700"/>
          </a:xfrm>
          <a:prstGeom prst="bentConnector3">
            <a:avLst>
              <a:gd name="adj1" fmla="val 50000"/>
            </a:avLst>
          </a:prstGeom>
          <a:noFill/>
          <a:ln w="762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61"/>
          <p:cNvSpPr/>
          <p:nvPr/>
        </p:nvSpPr>
        <p:spPr>
          <a:xfrm rot="-5400000" flipH="1">
            <a:off x="3642366" y="3177300"/>
            <a:ext cx="1033200" cy="103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61"/>
          <p:cNvSpPr/>
          <p:nvPr/>
        </p:nvSpPr>
        <p:spPr>
          <a:xfrm rot="-5400000" flipH="1">
            <a:off x="6107203" y="2412825"/>
            <a:ext cx="1033200" cy="103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61"/>
          <p:cNvSpPr/>
          <p:nvPr/>
        </p:nvSpPr>
        <p:spPr>
          <a:xfrm rot="-5400000" flipH="1">
            <a:off x="1179028" y="2412825"/>
            <a:ext cx="1031700" cy="1031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61"/>
          <p:cNvSpPr/>
          <p:nvPr/>
        </p:nvSpPr>
        <p:spPr>
          <a:xfrm rot="-5400000" flipH="1">
            <a:off x="3642366" y="1646863"/>
            <a:ext cx="1033200" cy="103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61"/>
          <p:cNvSpPr txBox="1"/>
          <p:nvPr/>
        </p:nvSpPr>
        <p:spPr>
          <a:xfrm>
            <a:off x="1242617" y="2902863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Mars</a:t>
            </a:r>
            <a:endParaRPr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74" name="Google Shape;774;p61"/>
          <p:cNvSpPr txBox="1"/>
          <p:nvPr/>
        </p:nvSpPr>
        <p:spPr>
          <a:xfrm>
            <a:off x="3706716" y="3668097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Venus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75" name="Google Shape;775;p61"/>
          <p:cNvSpPr txBox="1"/>
          <p:nvPr/>
        </p:nvSpPr>
        <p:spPr>
          <a:xfrm>
            <a:off x="1242617" y="2578986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 sz="220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76" name="Google Shape;776;p61"/>
          <p:cNvSpPr txBox="1"/>
          <p:nvPr/>
        </p:nvSpPr>
        <p:spPr>
          <a:xfrm>
            <a:off x="3706716" y="3353624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  <a:endParaRPr sz="220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77" name="Google Shape;777;p61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Diagrams Tell Stories</a:t>
            </a:r>
            <a:endParaRPr/>
          </a:p>
        </p:txBody>
      </p:sp>
      <p:sp>
        <p:nvSpPr>
          <p:cNvPr id="778" name="Google Shape;778;p61"/>
          <p:cNvSpPr txBox="1"/>
          <p:nvPr/>
        </p:nvSpPr>
        <p:spPr>
          <a:xfrm>
            <a:off x="3706716" y="2137672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Jupiter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79" name="Google Shape;779;p61"/>
          <p:cNvSpPr txBox="1"/>
          <p:nvPr/>
        </p:nvSpPr>
        <p:spPr>
          <a:xfrm>
            <a:off x="3706716" y="1818497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 sz="220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80" name="Google Shape;780;p61"/>
          <p:cNvSpPr txBox="1"/>
          <p:nvPr/>
        </p:nvSpPr>
        <p:spPr>
          <a:xfrm>
            <a:off x="6171563" y="2902863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Saturn</a:t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81" name="Google Shape;781;p61"/>
          <p:cNvSpPr txBox="1"/>
          <p:nvPr/>
        </p:nvSpPr>
        <p:spPr>
          <a:xfrm>
            <a:off x="6171563" y="2578986"/>
            <a:ext cx="9045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04</a:t>
            </a:r>
            <a:endParaRPr sz="220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2"/>
          <p:cNvSpPr txBox="1">
            <a:spLocks noGrp="1"/>
          </p:cNvSpPr>
          <p:nvPr>
            <p:ph type="title"/>
          </p:nvPr>
        </p:nvSpPr>
        <p:spPr>
          <a:xfrm>
            <a:off x="1024800" y="2103125"/>
            <a:ext cx="25014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Need a List?</a:t>
            </a:r>
            <a:endParaRPr/>
          </a:p>
        </p:txBody>
      </p:sp>
      <p:sp>
        <p:nvSpPr>
          <p:cNvPr id="787" name="Google Shape;787;p62"/>
          <p:cNvSpPr txBox="1">
            <a:spLocks noGrp="1"/>
          </p:cNvSpPr>
          <p:nvPr>
            <p:ph type="body" idx="1"/>
          </p:nvPr>
        </p:nvSpPr>
        <p:spPr>
          <a:xfrm>
            <a:off x="4467850" y="956675"/>
            <a:ext cx="4069200" cy="3230100"/>
          </a:xfrm>
          <a:prstGeom prst="rect">
            <a:avLst/>
          </a:prstGeom>
        </p:spPr>
        <p:txBody>
          <a:bodyPr spcFirstLastPara="1" wrap="square" lIns="91425" tIns="91425" rIns="91425" bIns="137150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one item from your list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3"/>
          <p:cNvSpPr txBox="1">
            <a:spLocks noGrp="1"/>
          </p:cNvSpPr>
          <p:nvPr>
            <p:ph type="title" idx="15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Concepts Is a Good Idea</a:t>
            </a:r>
            <a:endParaRPr/>
          </a:p>
        </p:txBody>
      </p:sp>
      <p:sp>
        <p:nvSpPr>
          <p:cNvPr id="793" name="Google Shape;793;p63"/>
          <p:cNvSpPr txBox="1">
            <a:spLocks noGrp="1"/>
          </p:cNvSpPr>
          <p:nvPr>
            <p:ph type="subTitle" idx="1"/>
          </p:nvPr>
        </p:nvSpPr>
        <p:spPr>
          <a:xfrm>
            <a:off x="1023100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63"/>
          <p:cNvSpPr txBox="1">
            <a:spLocks noGrp="1"/>
          </p:cNvSpPr>
          <p:nvPr>
            <p:ph type="title"/>
          </p:nvPr>
        </p:nvSpPr>
        <p:spPr>
          <a:xfrm>
            <a:off x="1024800" y="195978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795" name="Google Shape;795;p63"/>
          <p:cNvSpPr txBox="1">
            <a:spLocks noGrp="1"/>
          </p:cNvSpPr>
          <p:nvPr>
            <p:ph type="subTitle" idx="2"/>
          </p:nvPr>
        </p:nvSpPr>
        <p:spPr>
          <a:xfrm>
            <a:off x="3585154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63"/>
          <p:cNvSpPr txBox="1">
            <a:spLocks noGrp="1"/>
          </p:cNvSpPr>
          <p:nvPr>
            <p:ph type="title" idx="3"/>
          </p:nvPr>
        </p:nvSpPr>
        <p:spPr>
          <a:xfrm>
            <a:off x="3586861" y="195978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797" name="Google Shape;797;p63"/>
          <p:cNvSpPr txBox="1">
            <a:spLocks noGrp="1"/>
          </p:cNvSpPr>
          <p:nvPr>
            <p:ph type="subTitle" idx="4"/>
          </p:nvPr>
        </p:nvSpPr>
        <p:spPr>
          <a:xfrm>
            <a:off x="6147206" y="2316296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63"/>
          <p:cNvSpPr txBox="1">
            <a:spLocks noGrp="1"/>
          </p:cNvSpPr>
          <p:nvPr>
            <p:ph type="title" idx="5"/>
          </p:nvPr>
        </p:nvSpPr>
        <p:spPr>
          <a:xfrm>
            <a:off x="6148922" y="195978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799" name="Google Shape;799;p63"/>
          <p:cNvSpPr txBox="1">
            <a:spLocks noGrp="1"/>
          </p:cNvSpPr>
          <p:nvPr>
            <p:ph type="subTitle" idx="6"/>
          </p:nvPr>
        </p:nvSpPr>
        <p:spPr>
          <a:xfrm>
            <a:off x="1023100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biggest planet in the Solar System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63"/>
          <p:cNvSpPr txBox="1">
            <a:spLocks noGrp="1"/>
          </p:cNvSpPr>
          <p:nvPr>
            <p:ph type="title" idx="7"/>
          </p:nvPr>
        </p:nvSpPr>
        <p:spPr>
          <a:xfrm>
            <a:off x="1024800" y="378109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801" name="Google Shape;801;p63"/>
          <p:cNvSpPr txBox="1">
            <a:spLocks noGrp="1"/>
          </p:cNvSpPr>
          <p:nvPr>
            <p:ph type="subTitle" idx="8"/>
          </p:nvPr>
        </p:nvSpPr>
        <p:spPr>
          <a:xfrm>
            <a:off x="3585163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the ringed one and a gas giant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63"/>
          <p:cNvSpPr txBox="1">
            <a:spLocks noGrp="1"/>
          </p:cNvSpPr>
          <p:nvPr>
            <p:ph type="title" idx="9"/>
          </p:nvPr>
        </p:nvSpPr>
        <p:spPr>
          <a:xfrm>
            <a:off x="3586861" y="378109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803" name="Google Shape;803;p63"/>
          <p:cNvSpPr txBox="1">
            <a:spLocks noGrp="1"/>
          </p:cNvSpPr>
          <p:nvPr>
            <p:ph type="subTitle" idx="13"/>
          </p:nvPr>
        </p:nvSpPr>
        <p:spPr>
          <a:xfrm>
            <a:off x="6148923" y="413760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804" name="Google Shape;804;p63"/>
          <p:cNvSpPr txBox="1">
            <a:spLocks noGrp="1"/>
          </p:cNvSpPr>
          <p:nvPr>
            <p:ph type="title" idx="14"/>
          </p:nvPr>
        </p:nvSpPr>
        <p:spPr>
          <a:xfrm>
            <a:off x="6148922" y="3781099"/>
            <a:ext cx="1973700" cy="3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805" name="Google Shape;805;p63"/>
          <p:cNvSpPr/>
          <p:nvPr/>
        </p:nvSpPr>
        <p:spPr>
          <a:xfrm>
            <a:off x="1725300" y="1389529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63"/>
          <p:cNvSpPr/>
          <p:nvPr/>
        </p:nvSpPr>
        <p:spPr>
          <a:xfrm>
            <a:off x="4287362" y="1389529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63"/>
          <p:cNvSpPr/>
          <p:nvPr/>
        </p:nvSpPr>
        <p:spPr>
          <a:xfrm>
            <a:off x="6849423" y="1389529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63"/>
          <p:cNvSpPr/>
          <p:nvPr/>
        </p:nvSpPr>
        <p:spPr>
          <a:xfrm>
            <a:off x="1723588" y="3152604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63"/>
          <p:cNvSpPr/>
          <p:nvPr/>
        </p:nvSpPr>
        <p:spPr>
          <a:xfrm>
            <a:off x="4285650" y="3152604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63"/>
          <p:cNvSpPr/>
          <p:nvPr/>
        </p:nvSpPr>
        <p:spPr>
          <a:xfrm>
            <a:off x="6847710" y="3152604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1" name="Google Shape;811;p63"/>
          <p:cNvGrpSpPr/>
          <p:nvPr/>
        </p:nvGrpSpPr>
        <p:grpSpPr>
          <a:xfrm>
            <a:off x="6989474" y="1510074"/>
            <a:ext cx="292598" cy="331610"/>
            <a:chOff x="2423775" y="3226875"/>
            <a:chExt cx="259925" cy="295000"/>
          </a:xfrm>
        </p:grpSpPr>
        <p:sp>
          <p:nvSpPr>
            <p:cNvPr id="812" name="Google Shape;812;p63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3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3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63"/>
          <p:cNvGrpSpPr/>
          <p:nvPr/>
        </p:nvGrpSpPr>
        <p:grpSpPr>
          <a:xfrm>
            <a:off x="4397739" y="1500385"/>
            <a:ext cx="351940" cy="350995"/>
            <a:chOff x="944600" y="3981825"/>
            <a:chExt cx="297750" cy="296950"/>
          </a:xfrm>
        </p:grpSpPr>
        <p:sp>
          <p:nvSpPr>
            <p:cNvPr id="816" name="Google Shape;816;p63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3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3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3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63"/>
          <p:cNvGrpSpPr/>
          <p:nvPr/>
        </p:nvGrpSpPr>
        <p:grpSpPr>
          <a:xfrm>
            <a:off x="4419626" y="3264654"/>
            <a:ext cx="308177" cy="348572"/>
            <a:chOff x="2786075" y="3591800"/>
            <a:chExt cx="260725" cy="294900"/>
          </a:xfrm>
        </p:grpSpPr>
        <p:sp>
          <p:nvSpPr>
            <p:cNvPr id="821" name="Google Shape;821;p63"/>
            <p:cNvSpPr/>
            <p:nvPr/>
          </p:nvSpPr>
          <p:spPr>
            <a:xfrm>
              <a:off x="2898700" y="36770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3"/>
            <p:cNvSpPr/>
            <p:nvPr/>
          </p:nvSpPr>
          <p:spPr>
            <a:xfrm>
              <a:off x="2883750" y="37297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1323" y="1"/>
                  </a:moveTo>
                  <a:cubicBezTo>
                    <a:pt x="693" y="1"/>
                    <a:pt x="189" y="379"/>
                    <a:pt x="0" y="977"/>
                  </a:cubicBezTo>
                  <a:cubicBezTo>
                    <a:pt x="378" y="1198"/>
                    <a:pt x="819" y="1355"/>
                    <a:pt x="1323" y="1355"/>
                  </a:cubicBezTo>
                  <a:cubicBezTo>
                    <a:pt x="1796" y="1355"/>
                    <a:pt x="2269" y="1198"/>
                    <a:pt x="2678" y="977"/>
                  </a:cubicBezTo>
                  <a:cubicBezTo>
                    <a:pt x="2489" y="410"/>
                    <a:pt x="1922" y="1"/>
                    <a:pt x="1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3"/>
            <p:cNvSpPr/>
            <p:nvPr/>
          </p:nvSpPr>
          <p:spPr>
            <a:xfrm>
              <a:off x="2855375" y="3643150"/>
              <a:ext cx="122125" cy="98475"/>
            </a:xfrm>
            <a:custGeom>
              <a:avLst/>
              <a:gdLst/>
              <a:ahLst/>
              <a:cxnLst/>
              <a:rect l="l" t="t" r="r" b="b"/>
              <a:pathLst>
                <a:path w="4885" h="3939" extrusionOk="0">
                  <a:moveTo>
                    <a:pt x="2458" y="0"/>
                  </a:moveTo>
                  <a:cubicBezTo>
                    <a:pt x="1198" y="0"/>
                    <a:pt x="222" y="977"/>
                    <a:pt x="64" y="2079"/>
                  </a:cubicBezTo>
                  <a:cubicBezTo>
                    <a:pt x="1" y="2741"/>
                    <a:pt x="159" y="3371"/>
                    <a:pt x="600" y="3938"/>
                  </a:cubicBezTo>
                  <a:cubicBezTo>
                    <a:pt x="820" y="3529"/>
                    <a:pt x="1135" y="3214"/>
                    <a:pt x="1482" y="3025"/>
                  </a:cubicBezTo>
                  <a:cubicBezTo>
                    <a:pt x="1230" y="2772"/>
                    <a:pt x="1072" y="2426"/>
                    <a:pt x="1072" y="2079"/>
                  </a:cubicBezTo>
                  <a:cubicBezTo>
                    <a:pt x="1072" y="1323"/>
                    <a:pt x="1734" y="693"/>
                    <a:pt x="2458" y="693"/>
                  </a:cubicBezTo>
                  <a:cubicBezTo>
                    <a:pt x="3214" y="693"/>
                    <a:pt x="3845" y="1323"/>
                    <a:pt x="3845" y="2079"/>
                  </a:cubicBezTo>
                  <a:cubicBezTo>
                    <a:pt x="3845" y="2426"/>
                    <a:pt x="3687" y="2772"/>
                    <a:pt x="3435" y="3025"/>
                  </a:cubicBezTo>
                  <a:cubicBezTo>
                    <a:pt x="3845" y="3214"/>
                    <a:pt x="4128" y="3529"/>
                    <a:pt x="4317" y="3938"/>
                  </a:cubicBezTo>
                  <a:cubicBezTo>
                    <a:pt x="4695" y="3466"/>
                    <a:pt x="4853" y="2930"/>
                    <a:pt x="4853" y="2394"/>
                  </a:cubicBezTo>
                  <a:cubicBezTo>
                    <a:pt x="4884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3"/>
            <p:cNvSpPr/>
            <p:nvPr/>
          </p:nvSpPr>
          <p:spPr>
            <a:xfrm>
              <a:off x="2801050" y="3591800"/>
              <a:ext cx="229225" cy="258500"/>
            </a:xfrm>
            <a:custGeom>
              <a:avLst/>
              <a:gdLst/>
              <a:ahLst/>
              <a:cxnLst/>
              <a:rect l="l" t="t" r="r" b="b"/>
              <a:pathLst>
                <a:path w="9169" h="10340" extrusionOk="0">
                  <a:moveTo>
                    <a:pt x="4679" y="1327"/>
                  </a:moveTo>
                  <a:cubicBezTo>
                    <a:pt x="6369" y="1327"/>
                    <a:pt x="7750" y="2741"/>
                    <a:pt x="7750" y="4448"/>
                  </a:cubicBezTo>
                  <a:cubicBezTo>
                    <a:pt x="7750" y="6244"/>
                    <a:pt x="6301" y="7599"/>
                    <a:pt x="4631" y="7599"/>
                  </a:cubicBezTo>
                  <a:cubicBezTo>
                    <a:pt x="2836" y="7599"/>
                    <a:pt x="1292" y="5961"/>
                    <a:pt x="1575" y="4039"/>
                  </a:cubicBezTo>
                  <a:cubicBezTo>
                    <a:pt x="1764" y="2716"/>
                    <a:pt x="2867" y="1550"/>
                    <a:pt x="4222" y="1361"/>
                  </a:cubicBezTo>
                  <a:cubicBezTo>
                    <a:pt x="4376" y="1338"/>
                    <a:pt x="4529" y="1327"/>
                    <a:pt x="4679" y="1327"/>
                  </a:cubicBezTo>
                  <a:close/>
                  <a:moveTo>
                    <a:pt x="4597" y="0"/>
                  </a:moveTo>
                  <a:cubicBezTo>
                    <a:pt x="4401" y="0"/>
                    <a:pt x="4202" y="13"/>
                    <a:pt x="4001" y="38"/>
                  </a:cubicBezTo>
                  <a:cubicBezTo>
                    <a:pt x="1985" y="290"/>
                    <a:pt x="378" y="1928"/>
                    <a:pt x="158" y="3913"/>
                  </a:cubicBezTo>
                  <a:cubicBezTo>
                    <a:pt x="0" y="5110"/>
                    <a:pt x="315" y="6244"/>
                    <a:pt x="1008" y="7189"/>
                  </a:cubicBezTo>
                  <a:cubicBezTo>
                    <a:pt x="1197" y="7473"/>
                    <a:pt x="1449" y="7756"/>
                    <a:pt x="1670" y="7945"/>
                  </a:cubicBezTo>
                  <a:lnTo>
                    <a:pt x="4411" y="10277"/>
                  </a:lnTo>
                  <a:cubicBezTo>
                    <a:pt x="4474" y="10308"/>
                    <a:pt x="4568" y="10340"/>
                    <a:pt x="4631" y="10340"/>
                  </a:cubicBezTo>
                  <a:cubicBezTo>
                    <a:pt x="4726" y="10340"/>
                    <a:pt x="4789" y="10308"/>
                    <a:pt x="4883" y="10277"/>
                  </a:cubicBezTo>
                  <a:lnTo>
                    <a:pt x="7593" y="7945"/>
                  </a:lnTo>
                  <a:cubicBezTo>
                    <a:pt x="7845" y="7756"/>
                    <a:pt x="8065" y="7473"/>
                    <a:pt x="8254" y="7189"/>
                  </a:cubicBezTo>
                  <a:cubicBezTo>
                    <a:pt x="8853" y="6402"/>
                    <a:pt x="9168" y="5457"/>
                    <a:pt x="9168" y="4480"/>
                  </a:cubicBezTo>
                  <a:cubicBezTo>
                    <a:pt x="9139" y="1996"/>
                    <a:pt x="7104" y="0"/>
                    <a:pt x="4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3"/>
            <p:cNvSpPr/>
            <p:nvPr/>
          </p:nvSpPr>
          <p:spPr>
            <a:xfrm>
              <a:off x="2786075" y="3800675"/>
              <a:ext cx="260725" cy="86025"/>
            </a:xfrm>
            <a:custGeom>
              <a:avLst/>
              <a:gdLst/>
              <a:ahLst/>
              <a:cxnLst/>
              <a:rect l="l" t="t" r="r" b="b"/>
              <a:pathLst>
                <a:path w="10429" h="3441" extrusionOk="0">
                  <a:moveTo>
                    <a:pt x="1702" y="0"/>
                  </a:moveTo>
                  <a:cubicBezTo>
                    <a:pt x="1576" y="0"/>
                    <a:pt x="1513" y="63"/>
                    <a:pt x="1418" y="189"/>
                  </a:cubicBezTo>
                  <a:lnTo>
                    <a:pt x="32" y="2930"/>
                  </a:lnTo>
                  <a:cubicBezTo>
                    <a:pt x="1" y="3056"/>
                    <a:pt x="1" y="3213"/>
                    <a:pt x="32" y="3308"/>
                  </a:cubicBezTo>
                  <a:cubicBezTo>
                    <a:pt x="95" y="3371"/>
                    <a:pt x="190" y="3434"/>
                    <a:pt x="316" y="3434"/>
                  </a:cubicBezTo>
                  <a:lnTo>
                    <a:pt x="10019" y="3434"/>
                  </a:lnTo>
                  <a:cubicBezTo>
                    <a:pt x="10045" y="3438"/>
                    <a:pt x="10070" y="3440"/>
                    <a:pt x="10093" y="3440"/>
                  </a:cubicBezTo>
                  <a:cubicBezTo>
                    <a:pt x="10241" y="3440"/>
                    <a:pt x="10338" y="3362"/>
                    <a:pt x="10366" y="3308"/>
                  </a:cubicBezTo>
                  <a:cubicBezTo>
                    <a:pt x="10429" y="3182"/>
                    <a:pt x="10429" y="3056"/>
                    <a:pt x="10366" y="2930"/>
                  </a:cubicBezTo>
                  <a:lnTo>
                    <a:pt x="8979" y="189"/>
                  </a:lnTo>
                  <a:cubicBezTo>
                    <a:pt x="8948" y="63"/>
                    <a:pt x="8822" y="32"/>
                    <a:pt x="8696" y="0"/>
                  </a:cubicBezTo>
                  <a:lnTo>
                    <a:pt x="8601" y="95"/>
                  </a:lnTo>
                  <a:lnTo>
                    <a:pt x="5860" y="2426"/>
                  </a:lnTo>
                  <a:cubicBezTo>
                    <a:pt x="5671" y="2583"/>
                    <a:pt x="5451" y="2678"/>
                    <a:pt x="5199" y="2678"/>
                  </a:cubicBezTo>
                  <a:cubicBezTo>
                    <a:pt x="4978" y="2678"/>
                    <a:pt x="4726" y="2583"/>
                    <a:pt x="4537" y="2426"/>
                  </a:cubicBezTo>
                  <a:lnTo>
                    <a:pt x="1828" y="9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63"/>
          <p:cNvGrpSpPr/>
          <p:nvPr/>
        </p:nvGrpSpPr>
        <p:grpSpPr>
          <a:xfrm>
            <a:off x="1849918" y="3278935"/>
            <a:ext cx="320039" cy="320036"/>
            <a:chOff x="3497300" y="3955025"/>
            <a:chExt cx="295375" cy="295400"/>
          </a:xfrm>
        </p:grpSpPr>
        <p:sp>
          <p:nvSpPr>
            <p:cNvPr id="827" name="Google Shape;827;p63"/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3"/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3"/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63"/>
          <p:cNvGrpSpPr/>
          <p:nvPr/>
        </p:nvGrpSpPr>
        <p:grpSpPr>
          <a:xfrm>
            <a:off x="1840334" y="1562746"/>
            <a:ext cx="342632" cy="226264"/>
            <a:chOff x="5358450" y="4015675"/>
            <a:chExt cx="289875" cy="191425"/>
          </a:xfrm>
        </p:grpSpPr>
        <p:sp>
          <p:nvSpPr>
            <p:cNvPr id="831" name="Google Shape;831;p63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3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3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3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63"/>
          <p:cNvGrpSpPr/>
          <p:nvPr/>
        </p:nvGrpSpPr>
        <p:grpSpPr>
          <a:xfrm>
            <a:off x="6958548" y="3276222"/>
            <a:ext cx="351024" cy="325464"/>
            <a:chOff x="6543825" y="3202075"/>
            <a:chExt cx="296975" cy="275350"/>
          </a:xfrm>
        </p:grpSpPr>
        <p:sp>
          <p:nvSpPr>
            <p:cNvPr id="836" name="Google Shape;836;p63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3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3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3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3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3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3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4"/>
          <p:cNvSpPr txBox="1">
            <a:spLocks noGrp="1"/>
          </p:cNvSpPr>
          <p:nvPr>
            <p:ph type="subTitle" idx="1"/>
          </p:nvPr>
        </p:nvSpPr>
        <p:spPr>
          <a:xfrm>
            <a:off x="5524415" y="6297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Richard Miller</a:t>
            </a:r>
            <a:endParaRPr/>
          </a:p>
        </p:txBody>
      </p:sp>
      <p:sp>
        <p:nvSpPr>
          <p:cNvPr id="848" name="Google Shape;848;p64"/>
          <p:cNvSpPr txBox="1">
            <a:spLocks noGrp="1"/>
          </p:cNvSpPr>
          <p:nvPr>
            <p:ph type="title"/>
          </p:nvPr>
        </p:nvSpPr>
        <p:spPr>
          <a:xfrm>
            <a:off x="1024800" y="2103120"/>
            <a:ext cx="2642700" cy="9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Dream Team </a:t>
            </a:r>
            <a:endParaRPr/>
          </a:p>
        </p:txBody>
      </p:sp>
      <p:sp>
        <p:nvSpPr>
          <p:cNvPr id="849" name="Google Shape;849;p64"/>
          <p:cNvSpPr txBox="1">
            <a:spLocks noGrp="1"/>
          </p:cNvSpPr>
          <p:nvPr>
            <p:ph type="subTitle" idx="2"/>
          </p:nvPr>
        </p:nvSpPr>
        <p:spPr>
          <a:xfrm>
            <a:off x="5524415" y="98620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write here about your team members</a:t>
            </a:r>
            <a:endParaRPr/>
          </a:p>
        </p:txBody>
      </p:sp>
      <p:sp>
        <p:nvSpPr>
          <p:cNvPr id="850" name="Google Shape;850;p64"/>
          <p:cNvSpPr txBox="1">
            <a:spLocks noGrp="1"/>
          </p:cNvSpPr>
          <p:nvPr>
            <p:ph type="subTitle" idx="5"/>
          </p:nvPr>
        </p:nvSpPr>
        <p:spPr>
          <a:xfrm>
            <a:off x="5524415" y="378160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Jayme Brown</a:t>
            </a:r>
            <a:endParaRPr/>
          </a:p>
        </p:txBody>
      </p:sp>
      <p:sp>
        <p:nvSpPr>
          <p:cNvPr id="851" name="Google Shape;851;p64"/>
          <p:cNvSpPr/>
          <p:nvPr/>
        </p:nvSpPr>
        <p:spPr>
          <a:xfrm>
            <a:off x="4900081" y="5400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64"/>
          <p:cNvSpPr txBox="1">
            <a:spLocks noGrp="1"/>
          </p:cNvSpPr>
          <p:nvPr>
            <p:ph type="subTitle" idx="3"/>
          </p:nvPr>
        </p:nvSpPr>
        <p:spPr>
          <a:xfrm flipH="1">
            <a:off x="5524422" y="2205652"/>
            <a:ext cx="17100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Ella Davis</a:t>
            </a:r>
            <a:endParaRPr/>
          </a:p>
        </p:txBody>
      </p:sp>
      <p:sp>
        <p:nvSpPr>
          <p:cNvPr id="853" name="Google Shape;853;p64"/>
          <p:cNvSpPr txBox="1">
            <a:spLocks noGrp="1"/>
          </p:cNvSpPr>
          <p:nvPr>
            <p:ph type="subTitle" idx="4"/>
          </p:nvPr>
        </p:nvSpPr>
        <p:spPr>
          <a:xfrm flipH="1">
            <a:off x="5524422" y="2560925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write here about your team members</a:t>
            </a:r>
            <a:endParaRPr/>
          </a:p>
        </p:txBody>
      </p:sp>
      <p:sp>
        <p:nvSpPr>
          <p:cNvPr id="854" name="Google Shape;854;p64"/>
          <p:cNvSpPr txBox="1">
            <a:spLocks noGrp="1"/>
          </p:cNvSpPr>
          <p:nvPr>
            <p:ph type="subTitle" idx="6"/>
          </p:nvPr>
        </p:nvSpPr>
        <p:spPr>
          <a:xfrm>
            <a:off x="5524415" y="4135650"/>
            <a:ext cx="239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write here about your team members</a:t>
            </a:r>
            <a:endParaRPr/>
          </a:p>
        </p:txBody>
      </p:sp>
      <p:sp>
        <p:nvSpPr>
          <p:cNvPr id="855" name="Google Shape;855;p64"/>
          <p:cNvSpPr/>
          <p:nvPr/>
        </p:nvSpPr>
        <p:spPr>
          <a:xfrm rot="-5400000">
            <a:off x="6604425" y="868575"/>
            <a:ext cx="82500" cy="2034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64"/>
          <p:cNvSpPr/>
          <p:nvPr/>
        </p:nvSpPr>
        <p:spPr>
          <a:xfrm rot="-5400000">
            <a:off x="6604425" y="2445975"/>
            <a:ext cx="82500" cy="2034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64"/>
          <p:cNvSpPr/>
          <p:nvPr/>
        </p:nvSpPr>
        <p:spPr>
          <a:xfrm>
            <a:off x="4900081" y="369190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64"/>
          <p:cNvSpPr/>
          <p:nvPr/>
        </p:nvSpPr>
        <p:spPr>
          <a:xfrm flipH="1">
            <a:off x="4900082" y="2115950"/>
            <a:ext cx="572700" cy="572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9" name="Google Shape;859;p64"/>
          <p:cNvGrpSpPr/>
          <p:nvPr/>
        </p:nvGrpSpPr>
        <p:grpSpPr>
          <a:xfrm>
            <a:off x="5028205" y="3798796"/>
            <a:ext cx="316434" cy="358914"/>
            <a:chOff x="-54007925" y="3975575"/>
            <a:chExt cx="281200" cy="318950"/>
          </a:xfrm>
        </p:grpSpPr>
        <p:sp>
          <p:nvSpPr>
            <p:cNvPr id="860" name="Google Shape;860;p64"/>
            <p:cNvSpPr/>
            <p:nvPr/>
          </p:nvSpPr>
          <p:spPr>
            <a:xfrm>
              <a:off x="-53988225" y="3975575"/>
              <a:ext cx="244175" cy="142825"/>
            </a:xfrm>
            <a:custGeom>
              <a:avLst/>
              <a:gdLst/>
              <a:ahLst/>
              <a:cxnLst/>
              <a:rect l="l" t="t" r="r" b="b"/>
              <a:pathLst>
                <a:path w="9767" h="5713" extrusionOk="0">
                  <a:moveTo>
                    <a:pt x="5161" y="1329"/>
                  </a:moveTo>
                  <a:cubicBezTo>
                    <a:pt x="5247" y="1329"/>
                    <a:pt x="5333" y="1337"/>
                    <a:pt x="5419" y="1353"/>
                  </a:cubicBezTo>
                  <a:cubicBezTo>
                    <a:pt x="5577" y="1384"/>
                    <a:pt x="5671" y="1416"/>
                    <a:pt x="5797" y="1479"/>
                  </a:cubicBezTo>
                  <a:cubicBezTo>
                    <a:pt x="6617" y="1857"/>
                    <a:pt x="7026" y="2960"/>
                    <a:pt x="6837" y="4220"/>
                  </a:cubicBezTo>
                  <a:cubicBezTo>
                    <a:pt x="6774" y="4409"/>
                    <a:pt x="6617" y="4535"/>
                    <a:pt x="6459" y="4535"/>
                  </a:cubicBezTo>
                  <a:lnTo>
                    <a:pt x="6396" y="4535"/>
                  </a:lnTo>
                  <a:cubicBezTo>
                    <a:pt x="6207" y="4503"/>
                    <a:pt x="6049" y="4283"/>
                    <a:pt x="6081" y="4094"/>
                  </a:cubicBezTo>
                  <a:cubicBezTo>
                    <a:pt x="6239" y="3117"/>
                    <a:pt x="5892" y="2172"/>
                    <a:pt x="5293" y="2046"/>
                  </a:cubicBezTo>
                  <a:cubicBezTo>
                    <a:pt x="5250" y="2037"/>
                    <a:pt x="5205" y="2032"/>
                    <a:pt x="5161" y="2032"/>
                  </a:cubicBezTo>
                  <a:cubicBezTo>
                    <a:pt x="4601" y="2032"/>
                    <a:pt x="4022" y="2752"/>
                    <a:pt x="3876" y="3716"/>
                  </a:cubicBezTo>
                  <a:cubicBezTo>
                    <a:pt x="3847" y="3888"/>
                    <a:pt x="3660" y="4035"/>
                    <a:pt x="3484" y="4035"/>
                  </a:cubicBezTo>
                  <a:cubicBezTo>
                    <a:pt x="3468" y="4035"/>
                    <a:pt x="3451" y="4033"/>
                    <a:pt x="3435" y="4031"/>
                  </a:cubicBezTo>
                  <a:cubicBezTo>
                    <a:pt x="3246" y="3968"/>
                    <a:pt x="3088" y="3779"/>
                    <a:pt x="3120" y="3590"/>
                  </a:cubicBezTo>
                  <a:cubicBezTo>
                    <a:pt x="3351" y="2261"/>
                    <a:pt x="4217" y="1329"/>
                    <a:pt x="5161" y="1329"/>
                  </a:cubicBezTo>
                  <a:close/>
                  <a:moveTo>
                    <a:pt x="6821" y="1"/>
                  </a:moveTo>
                  <a:cubicBezTo>
                    <a:pt x="6045" y="1"/>
                    <a:pt x="5381" y="480"/>
                    <a:pt x="5104" y="1227"/>
                  </a:cubicBezTo>
                  <a:lnTo>
                    <a:pt x="3939" y="1038"/>
                  </a:lnTo>
                  <a:cubicBezTo>
                    <a:pt x="3734" y="998"/>
                    <a:pt x="3530" y="979"/>
                    <a:pt x="3328" y="979"/>
                  </a:cubicBezTo>
                  <a:cubicBezTo>
                    <a:pt x="1759" y="979"/>
                    <a:pt x="343" y="2128"/>
                    <a:pt x="64" y="3747"/>
                  </a:cubicBezTo>
                  <a:cubicBezTo>
                    <a:pt x="1" y="3936"/>
                    <a:pt x="158" y="4125"/>
                    <a:pt x="379" y="4188"/>
                  </a:cubicBezTo>
                  <a:lnTo>
                    <a:pt x="9200" y="5700"/>
                  </a:lnTo>
                  <a:cubicBezTo>
                    <a:pt x="9225" y="5709"/>
                    <a:pt x="9251" y="5713"/>
                    <a:pt x="9276" y="5713"/>
                  </a:cubicBezTo>
                  <a:cubicBezTo>
                    <a:pt x="9437" y="5713"/>
                    <a:pt x="9582" y="5549"/>
                    <a:pt x="9610" y="5385"/>
                  </a:cubicBezTo>
                  <a:cubicBezTo>
                    <a:pt x="9767" y="4535"/>
                    <a:pt x="9578" y="3621"/>
                    <a:pt x="9074" y="2865"/>
                  </a:cubicBezTo>
                  <a:cubicBezTo>
                    <a:pt x="8570" y="2203"/>
                    <a:pt x="7782" y="1731"/>
                    <a:pt x="6900" y="1573"/>
                  </a:cubicBezTo>
                  <a:lnTo>
                    <a:pt x="5892" y="1384"/>
                  </a:lnTo>
                  <a:cubicBezTo>
                    <a:pt x="6090" y="1017"/>
                    <a:pt x="6465" y="776"/>
                    <a:pt x="6882" y="776"/>
                  </a:cubicBezTo>
                  <a:cubicBezTo>
                    <a:pt x="6929" y="776"/>
                    <a:pt x="6978" y="779"/>
                    <a:pt x="7026" y="786"/>
                  </a:cubicBezTo>
                  <a:cubicBezTo>
                    <a:pt x="7042" y="788"/>
                    <a:pt x="7059" y="790"/>
                    <a:pt x="7075" y="790"/>
                  </a:cubicBezTo>
                  <a:cubicBezTo>
                    <a:pt x="7247" y="790"/>
                    <a:pt x="7410" y="643"/>
                    <a:pt x="7467" y="471"/>
                  </a:cubicBezTo>
                  <a:cubicBezTo>
                    <a:pt x="7499" y="282"/>
                    <a:pt x="7341" y="93"/>
                    <a:pt x="7152" y="30"/>
                  </a:cubicBezTo>
                  <a:cubicBezTo>
                    <a:pt x="7040" y="10"/>
                    <a:pt x="6930" y="1"/>
                    <a:pt x="6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4"/>
            <p:cNvSpPr/>
            <p:nvPr/>
          </p:nvSpPr>
          <p:spPr>
            <a:xfrm>
              <a:off x="-53970100" y="4100750"/>
              <a:ext cx="204800" cy="193775"/>
            </a:xfrm>
            <a:custGeom>
              <a:avLst/>
              <a:gdLst/>
              <a:ahLst/>
              <a:cxnLst/>
              <a:rect l="l" t="t" r="r" b="b"/>
              <a:pathLst>
                <a:path w="8192" h="7751" extrusionOk="0">
                  <a:moveTo>
                    <a:pt x="2584" y="1796"/>
                  </a:moveTo>
                  <a:cubicBezTo>
                    <a:pt x="2804" y="1796"/>
                    <a:pt x="2962" y="1954"/>
                    <a:pt x="2962" y="2143"/>
                  </a:cubicBezTo>
                  <a:cubicBezTo>
                    <a:pt x="2962" y="2363"/>
                    <a:pt x="2804" y="2521"/>
                    <a:pt x="2584" y="2521"/>
                  </a:cubicBezTo>
                  <a:cubicBezTo>
                    <a:pt x="2395" y="2521"/>
                    <a:pt x="2237" y="2363"/>
                    <a:pt x="2237" y="2143"/>
                  </a:cubicBezTo>
                  <a:cubicBezTo>
                    <a:pt x="2237" y="1954"/>
                    <a:pt x="2395" y="1796"/>
                    <a:pt x="2584" y="1796"/>
                  </a:cubicBezTo>
                  <a:close/>
                  <a:moveTo>
                    <a:pt x="5577" y="1796"/>
                  </a:moveTo>
                  <a:cubicBezTo>
                    <a:pt x="5797" y="1796"/>
                    <a:pt x="5955" y="1954"/>
                    <a:pt x="5955" y="2143"/>
                  </a:cubicBezTo>
                  <a:cubicBezTo>
                    <a:pt x="5955" y="2363"/>
                    <a:pt x="5797" y="2521"/>
                    <a:pt x="5577" y="2521"/>
                  </a:cubicBezTo>
                  <a:cubicBezTo>
                    <a:pt x="5388" y="2521"/>
                    <a:pt x="5230" y="2363"/>
                    <a:pt x="5230" y="2143"/>
                  </a:cubicBezTo>
                  <a:cubicBezTo>
                    <a:pt x="5230" y="1954"/>
                    <a:pt x="5388" y="1796"/>
                    <a:pt x="5577" y="1796"/>
                  </a:cubicBezTo>
                  <a:close/>
                  <a:moveTo>
                    <a:pt x="5147" y="4324"/>
                  </a:moveTo>
                  <a:cubicBezTo>
                    <a:pt x="5238" y="4324"/>
                    <a:pt x="5324" y="4364"/>
                    <a:pt x="5388" y="4443"/>
                  </a:cubicBezTo>
                  <a:cubicBezTo>
                    <a:pt x="5545" y="4600"/>
                    <a:pt x="5545" y="4852"/>
                    <a:pt x="5388" y="4947"/>
                  </a:cubicBezTo>
                  <a:cubicBezTo>
                    <a:pt x="5041" y="5325"/>
                    <a:pt x="4568" y="5514"/>
                    <a:pt x="4096" y="5514"/>
                  </a:cubicBezTo>
                  <a:cubicBezTo>
                    <a:pt x="3623" y="5514"/>
                    <a:pt x="3119" y="5325"/>
                    <a:pt x="2804" y="4947"/>
                  </a:cubicBezTo>
                  <a:cubicBezTo>
                    <a:pt x="2647" y="4789"/>
                    <a:pt x="2647" y="4569"/>
                    <a:pt x="2804" y="4443"/>
                  </a:cubicBezTo>
                  <a:cubicBezTo>
                    <a:pt x="2883" y="4380"/>
                    <a:pt x="2977" y="4348"/>
                    <a:pt x="3068" y="4348"/>
                  </a:cubicBezTo>
                  <a:cubicBezTo>
                    <a:pt x="3159" y="4348"/>
                    <a:pt x="3245" y="4380"/>
                    <a:pt x="3308" y="4443"/>
                  </a:cubicBezTo>
                  <a:cubicBezTo>
                    <a:pt x="3529" y="4663"/>
                    <a:pt x="3812" y="4773"/>
                    <a:pt x="4096" y="4773"/>
                  </a:cubicBezTo>
                  <a:cubicBezTo>
                    <a:pt x="4379" y="4773"/>
                    <a:pt x="4663" y="4663"/>
                    <a:pt x="4883" y="4443"/>
                  </a:cubicBezTo>
                  <a:cubicBezTo>
                    <a:pt x="4962" y="4364"/>
                    <a:pt x="5057" y="4324"/>
                    <a:pt x="5147" y="4324"/>
                  </a:cubicBezTo>
                  <a:close/>
                  <a:moveTo>
                    <a:pt x="0" y="0"/>
                  </a:moveTo>
                  <a:lnTo>
                    <a:pt x="0" y="3655"/>
                  </a:lnTo>
                  <a:cubicBezTo>
                    <a:pt x="0" y="5892"/>
                    <a:pt x="1859" y="7751"/>
                    <a:pt x="4096" y="7751"/>
                  </a:cubicBezTo>
                  <a:cubicBezTo>
                    <a:pt x="6333" y="7751"/>
                    <a:pt x="8191" y="5892"/>
                    <a:pt x="8191" y="3655"/>
                  </a:cubicBezTo>
                  <a:lnTo>
                    <a:pt x="8191" y="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4"/>
            <p:cNvSpPr/>
            <p:nvPr/>
          </p:nvSpPr>
          <p:spPr>
            <a:xfrm>
              <a:off x="-53745625" y="4132250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693" y="694"/>
                    <a:pt x="441" y="22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4"/>
            <p:cNvSpPr/>
            <p:nvPr/>
          </p:nvSpPr>
          <p:spPr>
            <a:xfrm>
              <a:off x="-540079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64"/>
          <p:cNvGrpSpPr/>
          <p:nvPr/>
        </p:nvGrpSpPr>
        <p:grpSpPr>
          <a:xfrm flipH="1">
            <a:off x="5006918" y="2222664"/>
            <a:ext cx="358999" cy="359252"/>
            <a:chOff x="-55595775" y="3982375"/>
            <a:chExt cx="319025" cy="319250"/>
          </a:xfrm>
        </p:grpSpPr>
        <p:sp>
          <p:nvSpPr>
            <p:cNvPr id="865" name="Google Shape;865;p64"/>
            <p:cNvSpPr/>
            <p:nvPr/>
          </p:nvSpPr>
          <p:spPr>
            <a:xfrm>
              <a:off x="-55441400" y="3982375"/>
              <a:ext cx="125250" cy="145175"/>
            </a:xfrm>
            <a:custGeom>
              <a:avLst/>
              <a:gdLst/>
              <a:ahLst/>
              <a:cxnLst/>
              <a:rect l="l" t="t" r="r" b="b"/>
              <a:pathLst>
                <a:path w="5010" h="5807" extrusionOk="0">
                  <a:moveTo>
                    <a:pt x="2038" y="1"/>
                  </a:moveTo>
                  <a:cubicBezTo>
                    <a:pt x="1277" y="1"/>
                    <a:pt x="574" y="302"/>
                    <a:pt x="1" y="797"/>
                  </a:cubicBezTo>
                  <a:cubicBezTo>
                    <a:pt x="2332" y="1081"/>
                    <a:pt x="4160" y="3003"/>
                    <a:pt x="4254" y="5365"/>
                  </a:cubicBezTo>
                  <a:cubicBezTo>
                    <a:pt x="4538" y="5491"/>
                    <a:pt x="4821" y="5586"/>
                    <a:pt x="5010" y="5807"/>
                  </a:cubicBezTo>
                  <a:lnTo>
                    <a:pt x="5010" y="3066"/>
                  </a:lnTo>
                  <a:cubicBezTo>
                    <a:pt x="5010" y="1585"/>
                    <a:pt x="3939" y="293"/>
                    <a:pt x="2521" y="41"/>
                  </a:cubicBezTo>
                  <a:cubicBezTo>
                    <a:pt x="2358" y="14"/>
                    <a:pt x="2197" y="1"/>
                    <a:pt x="2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4"/>
            <p:cNvSpPr/>
            <p:nvPr/>
          </p:nvSpPr>
          <p:spPr>
            <a:xfrm>
              <a:off x="-55343725" y="4203125"/>
              <a:ext cx="66975" cy="41000"/>
            </a:xfrm>
            <a:custGeom>
              <a:avLst/>
              <a:gdLst/>
              <a:ahLst/>
              <a:cxnLst/>
              <a:rect l="l" t="t" r="r" b="b"/>
              <a:pathLst>
                <a:path w="2679" h="1640" extrusionOk="0">
                  <a:moveTo>
                    <a:pt x="1418" y="1"/>
                  </a:moveTo>
                  <a:cubicBezTo>
                    <a:pt x="1135" y="379"/>
                    <a:pt x="757" y="663"/>
                    <a:pt x="284" y="789"/>
                  </a:cubicBezTo>
                  <a:cubicBezTo>
                    <a:pt x="190" y="1072"/>
                    <a:pt x="127" y="1387"/>
                    <a:pt x="1" y="1639"/>
                  </a:cubicBezTo>
                  <a:lnTo>
                    <a:pt x="2300" y="1639"/>
                  </a:lnTo>
                  <a:cubicBezTo>
                    <a:pt x="2458" y="1639"/>
                    <a:pt x="2615" y="1545"/>
                    <a:pt x="2647" y="1387"/>
                  </a:cubicBezTo>
                  <a:cubicBezTo>
                    <a:pt x="2678" y="1167"/>
                    <a:pt x="2615" y="1009"/>
                    <a:pt x="2458" y="946"/>
                  </a:cubicBezTo>
                  <a:cubicBezTo>
                    <a:pt x="2017" y="757"/>
                    <a:pt x="1670" y="379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4"/>
            <p:cNvSpPr/>
            <p:nvPr/>
          </p:nvSpPr>
          <p:spPr>
            <a:xfrm>
              <a:off x="-55557950" y="4019625"/>
              <a:ext cx="147300" cy="94525"/>
            </a:xfrm>
            <a:custGeom>
              <a:avLst/>
              <a:gdLst/>
              <a:ahLst/>
              <a:cxnLst/>
              <a:rect l="l" t="t" r="r" b="b"/>
              <a:pathLst>
                <a:path w="5892" h="3781" extrusionOk="0">
                  <a:moveTo>
                    <a:pt x="4064" y="0"/>
                  </a:moveTo>
                  <a:cubicBezTo>
                    <a:pt x="1922" y="63"/>
                    <a:pt x="189" y="1702"/>
                    <a:pt x="0" y="3781"/>
                  </a:cubicBezTo>
                  <a:lnTo>
                    <a:pt x="2584" y="3749"/>
                  </a:lnTo>
                  <a:cubicBezTo>
                    <a:pt x="3938" y="3749"/>
                    <a:pt x="5135" y="2930"/>
                    <a:pt x="5671" y="1670"/>
                  </a:cubicBezTo>
                  <a:cubicBezTo>
                    <a:pt x="5829" y="1261"/>
                    <a:pt x="5892" y="882"/>
                    <a:pt x="5892" y="441"/>
                  </a:cubicBezTo>
                  <a:cubicBezTo>
                    <a:pt x="5356" y="158"/>
                    <a:pt x="4726" y="0"/>
                    <a:pt x="4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4"/>
            <p:cNvSpPr/>
            <p:nvPr/>
          </p:nvSpPr>
          <p:spPr>
            <a:xfrm>
              <a:off x="-55557950" y="4042450"/>
              <a:ext cx="206375" cy="259175"/>
            </a:xfrm>
            <a:custGeom>
              <a:avLst/>
              <a:gdLst/>
              <a:ahLst/>
              <a:cxnLst/>
              <a:rect l="l" t="t" r="r" b="b"/>
              <a:pathLst>
                <a:path w="8255" h="10367" extrusionOk="0">
                  <a:moveTo>
                    <a:pt x="2584" y="4349"/>
                  </a:moveTo>
                  <a:cubicBezTo>
                    <a:pt x="2773" y="4349"/>
                    <a:pt x="2993" y="4475"/>
                    <a:pt x="2993" y="4695"/>
                  </a:cubicBezTo>
                  <a:cubicBezTo>
                    <a:pt x="2993" y="4884"/>
                    <a:pt x="2836" y="5073"/>
                    <a:pt x="2615" y="5073"/>
                  </a:cubicBezTo>
                  <a:cubicBezTo>
                    <a:pt x="2395" y="5073"/>
                    <a:pt x="2237" y="4916"/>
                    <a:pt x="2237" y="4727"/>
                  </a:cubicBezTo>
                  <a:cubicBezTo>
                    <a:pt x="2237" y="4538"/>
                    <a:pt x="2395" y="4349"/>
                    <a:pt x="2584" y="4349"/>
                  </a:cubicBezTo>
                  <a:close/>
                  <a:moveTo>
                    <a:pt x="5545" y="4349"/>
                  </a:moveTo>
                  <a:cubicBezTo>
                    <a:pt x="5734" y="4349"/>
                    <a:pt x="5923" y="4506"/>
                    <a:pt x="5923" y="4695"/>
                  </a:cubicBezTo>
                  <a:cubicBezTo>
                    <a:pt x="5986" y="4884"/>
                    <a:pt x="5829" y="5042"/>
                    <a:pt x="5577" y="5073"/>
                  </a:cubicBezTo>
                  <a:cubicBezTo>
                    <a:pt x="5388" y="5073"/>
                    <a:pt x="5198" y="4916"/>
                    <a:pt x="5198" y="4727"/>
                  </a:cubicBezTo>
                  <a:cubicBezTo>
                    <a:pt x="5198" y="4538"/>
                    <a:pt x="5356" y="4349"/>
                    <a:pt x="5545" y="4349"/>
                  </a:cubicBezTo>
                  <a:close/>
                  <a:moveTo>
                    <a:pt x="5191" y="6908"/>
                  </a:moveTo>
                  <a:cubicBezTo>
                    <a:pt x="5285" y="6908"/>
                    <a:pt x="5372" y="6948"/>
                    <a:pt x="5419" y="7027"/>
                  </a:cubicBezTo>
                  <a:cubicBezTo>
                    <a:pt x="5577" y="7121"/>
                    <a:pt x="5577" y="7373"/>
                    <a:pt x="5451" y="7531"/>
                  </a:cubicBezTo>
                  <a:cubicBezTo>
                    <a:pt x="5104" y="7877"/>
                    <a:pt x="4631" y="8066"/>
                    <a:pt x="4159" y="8066"/>
                  </a:cubicBezTo>
                  <a:cubicBezTo>
                    <a:pt x="3655" y="8066"/>
                    <a:pt x="3182" y="7877"/>
                    <a:pt x="2836" y="7531"/>
                  </a:cubicBezTo>
                  <a:cubicBezTo>
                    <a:pt x="2678" y="7373"/>
                    <a:pt x="2678" y="7121"/>
                    <a:pt x="2836" y="7027"/>
                  </a:cubicBezTo>
                  <a:cubicBezTo>
                    <a:pt x="2914" y="6948"/>
                    <a:pt x="3009" y="6908"/>
                    <a:pt x="3099" y="6908"/>
                  </a:cubicBezTo>
                  <a:cubicBezTo>
                    <a:pt x="3190" y="6908"/>
                    <a:pt x="3277" y="6948"/>
                    <a:pt x="3340" y="7027"/>
                  </a:cubicBezTo>
                  <a:cubicBezTo>
                    <a:pt x="3556" y="7227"/>
                    <a:pt x="3848" y="7322"/>
                    <a:pt x="4133" y="7322"/>
                  </a:cubicBezTo>
                  <a:cubicBezTo>
                    <a:pt x="4431" y="7322"/>
                    <a:pt x="4722" y="7219"/>
                    <a:pt x="4915" y="7027"/>
                  </a:cubicBezTo>
                  <a:cubicBezTo>
                    <a:pt x="4994" y="6948"/>
                    <a:pt x="5096" y="6908"/>
                    <a:pt x="5191" y="6908"/>
                  </a:cubicBezTo>
                  <a:close/>
                  <a:moveTo>
                    <a:pt x="6616" y="1"/>
                  </a:moveTo>
                  <a:cubicBezTo>
                    <a:pt x="6553" y="348"/>
                    <a:pt x="6490" y="726"/>
                    <a:pt x="6333" y="1072"/>
                  </a:cubicBezTo>
                  <a:cubicBezTo>
                    <a:pt x="5703" y="2584"/>
                    <a:pt x="4253" y="3624"/>
                    <a:pt x="2584" y="3624"/>
                  </a:cubicBezTo>
                  <a:lnTo>
                    <a:pt x="0" y="3656"/>
                  </a:lnTo>
                  <a:lnTo>
                    <a:pt x="32" y="6302"/>
                  </a:lnTo>
                  <a:cubicBezTo>
                    <a:pt x="63" y="8520"/>
                    <a:pt x="1891" y="10366"/>
                    <a:pt x="4103" y="10366"/>
                  </a:cubicBezTo>
                  <a:cubicBezTo>
                    <a:pt x="4121" y="10366"/>
                    <a:pt x="4140" y="10366"/>
                    <a:pt x="4159" y="10366"/>
                  </a:cubicBezTo>
                  <a:cubicBezTo>
                    <a:pt x="6396" y="10335"/>
                    <a:pt x="8254" y="8476"/>
                    <a:pt x="8223" y="6239"/>
                  </a:cubicBezTo>
                  <a:lnTo>
                    <a:pt x="8191" y="3246"/>
                  </a:lnTo>
                  <a:cubicBezTo>
                    <a:pt x="8191" y="1891"/>
                    <a:pt x="7561" y="757"/>
                    <a:pt x="6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4"/>
            <p:cNvSpPr/>
            <p:nvPr/>
          </p:nvSpPr>
          <p:spPr>
            <a:xfrm>
              <a:off x="-55335050" y="4136200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426"/>
                  </a:lnTo>
                  <a:lnTo>
                    <a:pt x="0" y="2583"/>
                  </a:lnTo>
                  <a:cubicBezTo>
                    <a:pt x="441" y="2331"/>
                    <a:pt x="756" y="1859"/>
                    <a:pt x="756" y="1292"/>
                  </a:cubicBezTo>
                  <a:cubicBezTo>
                    <a:pt x="756" y="756"/>
                    <a:pt x="441" y="28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4"/>
            <p:cNvSpPr/>
            <p:nvPr/>
          </p:nvSpPr>
          <p:spPr>
            <a:xfrm>
              <a:off x="-555957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284" y="284"/>
                    <a:pt x="1" y="757"/>
                    <a:pt x="1" y="1292"/>
                  </a:cubicBezTo>
                  <a:cubicBezTo>
                    <a:pt x="1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1" name="Google Shape;871;p64"/>
          <p:cNvGrpSpPr/>
          <p:nvPr/>
        </p:nvGrpSpPr>
        <p:grpSpPr>
          <a:xfrm>
            <a:off x="5029100" y="646859"/>
            <a:ext cx="314662" cy="358971"/>
            <a:chOff x="-56766175" y="3198925"/>
            <a:chExt cx="279625" cy="319000"/>
          </a:xfrm>
        </p:grpSpPr>
        <p:sp>
          <p:nvSpPr>
            <p:cNvPr id="872" name="Google Shape;872;p64"/>
            <p:cNvSpPr/>
            <p:nvPr/>
          </p:nvSpPr>
          <p:spPr>
            <a:xfrm>
              <a:off x="-567661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4"/>
            <p:cNvSpPr/>
            <p:nvPr/>
          </p:nvSpPr>
          <p:spPr>
            <a:xfrm>
              <a:off x="-56747275" y="3198925"/>
              <a:ext cx="222925" cy="93750"/>
            </a:xfrm>
            <a:custGeom>
              <a:avLst/>
              <a:gdLst/>
              <a:ahLst/>
              <a:cxnLst/>
              <a:rect l="l" t="t" r="r" b="b"/>
              <a:pathLst>
                <a:path w="8917" h="3750" extrusionOk="0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4"/>
            <p:cNvSpPr/>
            <p:nvPr/>
          </p:nvSpPr>
          <p:spPr>
            <a:xfrm>
              <a:off x="-56710250" y="3348575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4"/>
            <p:cNvSpPr/>
            <p:nvPr/>
          </p:nvSpPr>
          <p:spPr>
            <a:xfrm>
              <a:off x="-56597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4"/>
            <p:cNvSpPr/>
            <p:nvPr/>
          </p:nvSpPr>
          <p:spPr>
            <a:xfrm>
              <a:off x="-56727575" y="3376925"/>
              <a:ext cx="204800" cy="141000"/>
            </a:xfrm>
            <a:custGeom>
              <a:avLst/>
              <a:gdLst/>
              <a:ahLst/>
              <a:cxnLst/>
              <a:rect l="l" t="t" r="r" b="b"/>
              <a:pathLst>
                <a:path w="8192" h="5640" extrusionOk="0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4"/>
            <p:cNvSpPr/>
            <p:nvPr/>
          </p:nvSpPr>
          <p:spPr>
            <a:xfrm>
              <a:off x="-56729150" y="3289500"/>
              <a:ext cx="204000" cy="87450"/>
            </a:xfrm>
            <a:custGeom>
              <a:avLst/>
              <a:gdLst/>
              <a:ahLst/>
              <a:cxnLst/>
              <a:rect l="l" t="t" r="r" b="b"/>
              <a:pathLst>
                <a:path w="8160" h="3498" extrusionOk="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4"/>
            <p:cNvSpPr/>
            <p:nvPr/>
          </p:nvSpPr>
          <p:spPr>
            <a:xfrm>
              <a:off x="-565054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5"/>
          <p:cNvSpPr txBox="1">
            <a:spLocks noGrp="1"/>
          </p:cNvSpPr>
          <p:nvPr>
            <p:ph type="subTitle" idx="1"/>
          </p:nvPr>
        </p:nvSpPr>
        <p:spPr>
          <a:xfrm>
            <a:off x="519716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delete this one, add yours and center it properly</a:t>
            </a:r>
            <a:endParaRPr/>
          </a:p>
        </p:txBody>
      </p:sp>
      <p:sp>
        <p:nvSpPr>
          <p:cNvPr id="884" name="Google Shape;884;p65"/>
          <p:cNvSpPr txBox="1">
            <a:spLocks noGrp="1"/>
          </p:cNvSpPr>
          <p:nvPr>
            <p:ph type="title"/>
          </p:nvPr>
        </p:nvSpPr>
        <p:spPr>
          <a:xfrm>
            <a:off x="5197175" y="1794800"/>
            <a:ext cx="322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Web</a:t>
            </a:r>
            <a:endParaRPr/>
          </a:p>
        </p:txBody>
      </p:sp>
      <p:grpSp>
        <p:nvGrpSpPr>
          <p:cNvPr id="885" name="Google Shape;885;p65"/>
          <p:cNvGrpSpPr/>
          <p:nvPr/>
        </p:nvGrpSpPr>
        <p:grpSpPr>
          <a:xfrm>
            <a:off x="1679400" y="734750"/>
            <a:ext cx="1933196" cy="3673994"/>
            <a:chOff x="1679400" y="734750"/>
            <a:chExt cx="1933196" cy="3673994"/>
          </a:xfrm>
        </p:grpSpPr>
        <p:sp>
          <p:nvSpPr>
            <p:cNvPr id="886" name="Google Shape;886;p65"/>
            <p:cNvSpPr/>
            <p:nvPr/>
          </p:nvSpPr>
          <p:spPr>
            <a:xfrm>
              <a:off x="1679400" y="734750"/>
              <a:ext cx="1933196" cy="3672421"/>
            </a:xfrm>
            <a:custGeom>
              <a:avLst/>
              <a:gdLst/>
              <a:ahLst/>
              <a:cxnLst/>
              <a:rect l="l" t="t" r="r" b="b"/>
              <a:pathLst>
                <a:path w="26822" h="50951" extrusionOk="0">
                  <a:moveTo>
                    <a:pt x="3100" y="0"/>
                  </a:moveTo>
                  <a:cubicBezTo>
                    <a:pt x="1378" y="0"/>
                    <a:pt x="0" y="1400"/>
                    <a:pt x="0" y="3100"/>
                  </a:cubicBezTo>
                  <a:lnTo>
                    <a:pt x="0" y="47291"/>
                  </a:lnTo>
                  <a:cubicBezTo>
                    <a:pt x="0" y="49315"/>
                    <a:pt x="1636" y="50951"/>
                    <a:pt x="3660" y="50951"/>
                  </a:cubicBezTo>
                  <a:lnTo>
                    <a:pt x="23140" y="50951"/>
                  </a:lnTo>
                  <a:cubicBezTo>
                    <a:pt x="23153" y="50951"/>
                    <a:pt x="23166" y="50951"/>
                    <a:pt x="23179" y="50951"/>
                  </a:cubicBezTo>
                  <a:cubicBezTo>
                    <a:pt x="25185" y="50951"/>
                    <a:pt x="26821" y="49302"/>
                    <a:pt x="26821" y="47291"/>
                  </a:cubicBezTo>
                  <a:lnTo>
                    <a:pt x="26821" y="3100"/>
                  </a:lnTo>
                  <a:cubicBezTo>
                    <a:pt x="26821" y="1400"/>
                    <a:pt x="25422" y="0"/>
                    <a:pt x="2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756953" y="1215711"/>
              <a:ext cx="1855643" cy="3193033"/>
            </a:xfrm>
            <a:custGeom>
              <a:avLst/>
              <a:gdLst/>
              <a:ahLst/>
              <a:cxnLst/>
              <a:rect l="l" t="t" r="r" b="b"/>
              <a:pathLst>
                <a:path w="25746" h="44300" extrusionOk="0">
                  <a:moveTo>
                    <a:pt x="25745" y="0"/>
                  </a:moveTo>
                  <a:lnTo>
                    <a:pt x="1" y="43223"/>
                  </a:lnTo>
                  <a:cubicBezTo>
                    <a:pt x="1" y="43223"/>
                    <a:pt x="1572" y="44299"/>
                    <a:pt x="2584" y="44299"/>
                  </a:cubicBezTo>
                  <a:lnTo>
                    <a:pt x="22064" y="44299"/>
                  </a:lnTo>
                  <a:cubicBezTo>
                    <a:pt x="24088" y="44299"/>
                    <a:pt x="25745" y="42663"/>
                    <a:pt x="25745" y="40640"/>
                  </a:cubicBezTo>
                  <a:lnTo>
                    <a:pt x="257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6"/>
          <p:cNvSpPr txBox="1">
            <a:spLocks noGrp="1"/>
          </p:cNvSpPr>
          <p:nvPr>
            <p:ph type="subTitle" idx="1"/>
          </p:nvPr>
        </p:nvSpPr>
        <p:spPr>
          <a:xfrm>
            <a:off x="1341600" y="2291300"/>
            <a:ext cx="25968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delete this one, add yours and center it properly</a:t>
            </a:r>
            <a:endParaRPr/>
          </a:p>
        </p:txBody>
      </p:sp>
      <p:sp>
        <p:nvSpPr>
          <p:cNvPr id="894" name="Google Shape;894;p66"/>
          <p:cNvSpPr txBox="1">
            <a:spLocks noGrp="1"/>
          </p:cNvSpPr>
          <p:nvPr>
            <p:ph type="title"/>
          </p:nvPr>
        </p:nvSpPr>
        <p:spPr>
          <a:xfrm>
            <a:off x="1024800" y="1794800"/>
            <a:ext cx="2913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Site</a:t>
            </a:r>
            <a:endParaRPr/>
          </a:p>
        </p:txBody>
      </p:sp>
      <p:grpSp>
        <p:nvGrpSpPr>
          <p:cNvPr id="895" name="Google Shape;895;p66"/>
          <p:cNvGrpSpPr/>
          <p:nvPr/>
        </p:nvGrpSpPr>
        <p:grpSpPr>
          <a:xfrm>
            <a:off x="4573740" y="1454933"/>
            <a:ext cx="3848502" cy="2690184"/>
            <a:chOff x="4105150" y="1713700"/>
            <a:chExt cx="3269200" cy="2273075"/>
          </a:xfrm>
        </p:grpSpPr>
        <p:sp>
          <p:nvSpPr>
            <p:cNvPr id="896" name="Google Shape;896;p66"/>
            <p:cNvSpPr/>
            <p:nvPr/>
          </p:nvSpPr>
          <p:spPr>
            <a:xfrm>
              <a:off x="5346621" y="3610080"/>
              <a:ext cx="852975" cy="340845"/>
            </a:xfrm>
            <a:custGeom>
              <a:avLst/>
              <a:gdLst/>
              <a:ahLst/>
              <a:cxnLst/>
              <a:rect l="l" t="t" r="r" b="b"/>
              <a:pathLst>
                <a:path w="34119" h="15090" extrusionOk="0">
                  <a:moveTo>
                    <a:pt x="3660" y="0"/>
                  </a:moveTo>
                  <a:lnTo>
                    <a:pt x="2928" y="2992"/>
                  </a:lnTo>
                  <a:lnTo>
                    <a:pt x="1" y="15089"/>
                  </a:lnTo>
                  <a:lnTo>
                    <a:pt x="34119" y="15089"/>
                  </a:lnTo>
                  <a:lnTo>
                    <a:pt x="31191" y="2992"/>
                  </a:lnTo>
                  <a:lnTo>
                    <a:pt x="30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6"/>
            <p:cNvSpPr/>
            <p:nvPr/>
          </p:nvSpPr>
          <p:spPr>
            <a:xfrm>
              <a:off x="5111475" y="3897425"/>
              <a:ext cx="1322750" cy="89350"/>
            </a:xfrm>
            <a:custGeom>
              <a:avLst/>
              <a:gdLst/>
              <a:ahLst/>
              <a:cxnLst/>
              <a:rect l="l" t="t" r="r" b="b"/>
              <a:pathLst>
                <a:path w="52910" h="3574" extrusionOk="0">
                  <a:moveTo>
                    <a:pt x="1765" y="1"/>
                  </a:moveTo>
                  <a:cubicBezTo>
                    <a:pt x="797" y="1"/>
                    <a:pt x="0" y="776"/>
                    <a:pt x="0" y="1766"/>
                  </a:cubicBezTo>
                  <a:lnTo>
                    <a:pt x="0" y="1809"/>
                  </a:lnTo>
                  <a:cubicBezTo>
                    <a:pt x="0" y="2799"/>
                    <a:pt x="797" y="3574"/>
                    <a:pt x="1765" y="3574"/>
                  </a:cubicBezTo>
                  <a:lnTo>
                    <a:pt x="51145" y="3574"/>
                  </a:lnTo>
                  <a:cubicBezTo>
                    <a:pt x="52135" y="3574"/>
                    <a:pt x="52910" y="2799"/>
                    <a:pt x="52910" y="1809"/>
                  </a:cubicBezTo>
                  <a:lnTo>
                    <a:pt x="52910" y="1766"/>
                  </a:lnTo>
                  <a:cubicBezTo>
                    <a:pt x="52910" y="776"/>
                    <a:pt x="52135" y="1"/>
                    <a:pt x="5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66"/>
            <p:cNvSpPr/>
            <p:nvPr/>
          </p:nvSpPr>
          <p:spPr>
            <a:xfrm>
              <a:off x="4105150" y="1713700"/>
              <a:ext cx="3269200" cy="1922750"/>
            </a:xfrm>
            <a:custGeom>
              <a:avLst/>
              <a:gdLst/>
              <a:ahLst/>
              <a:cxnLst/>
              <a:rect l="l" t="t" r="r" b="b"/>
              <a:pathLst>
                <a:path w="130768" h="76910" extrusionOk="0">
                  <a:moveTo>
                    <a:pt x="4435" y="0"/>
                  </a:moveTo>
                  <a:cubicBezTo>
                    <a:pt x="1981" y="0"/>
                    <a:pt x="1" y="2002"/>
                    <a:pt x="1" y="4434"/>
                  </a:cubicBezTo>
                  <a:lnTo>
                    <a:pt x="1" y="72454"/>
                  </a:lnTo>
                  <a:cubicBezTo>
                    <a:pt x="1" y="74908"/>
                    <a:pt x="1981" y="76888"/>
                    <a:pt x="4435" y="76910"/>
                  </a:cubicBezTo>
                  <a:lnTo>
                    <a:pt x="126333" y="76910"/>
                  </a:lnTo>
                  <a:cubicBezTo>
                    <a:pt x="128787" y="76888"/>
                    <a:pt x="130768" y="74908"/>
                    <a:pt x="130768" y="72454"/>
                  </a:cubicBezTo>
                  <a:lnTo>
                    <a:pt x="130768" y="4434"/>
                  </a:lnTo>
                  <a:cubicBezTo>
                    <a:pt x="130768" y="1980"/>
                    <a:pt x="128766" y="0"/>
                    <a:pt x="126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7"/>
          <p:cNvSpPr txBox="1">
            <a:spLocks noGrp="1"/>
          </p:cNvSpPr>
          <p:nvPr>
            <p:ph type="subTitle" idx="1"/>
          </p:nvPr>
        </p:nvSpPr>
        <p:spPr>
          <a:xfrm>
            <a:off x="5197164" y="2291292"/>
            <a:ext cx="2597700" cy="20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delete this one, add yours and center it properly</a:t>
            </a:r>
            <a:endParaRPr/>
          </a:p>
        </p:txBody>
      </p:sp>
      <p:sp>
        <p:nvSpPr>
          <p:cNvPr id="905" name="Google Shape;905;p67"/>
          <p:cNvSpPr txBox="1">
            <a:spLocks noGrp="1"/>
          </p:cNvSpPr>
          <p:nvPr>
            <p:ph type="title"/>
          </p:nvPr>
        </p:nvSpPr>
        <p:spPr>
          <a:xfrm>
            <a:off x="5197175" y="1794800"/>
            <a:ext cx="322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grpSp>
        <p:nvGrpSpPr>
          <p:cNvPr id="906" name="Google Shape;906;p67"/>
          <p:cNvGrpSpPr/>
          <p:nvPr/>
        </p:nvGrpSpPr>
        <p:grpSpPr>
          <a:xfrm>
            <a:off x="1281363" y="734788"/>
            <a:ext cx="2729280" cy="3673933"/>
            <a:chOff x="1281363" y="734788"/>
            <a:chExt cx="2729280" cy="3673933"/>
          </a:xfrm>
        </p:grpSpPr>
        <p:sp>
          <p:nvSpPr>
            <p:cNvPr id="907" name="Google Shape;907;p67"/>
            <p:cNvSpPr/>
            <p:nvPr/>
          </p:nvSpPr>
          <p:spPr>
            <a:xfrm>
              <a:off x="1281363" y="734788"/>
              <a:ext cx="2729280" cy="3673933"/>
            </a:xfrm>
            <a:custGeom>
              <a:avLst/>
              <a:gdLst/>
              <a:ahLst/>
              <a:cxnLst/>
              <a:rect l="l" t="t" r="r" b="b"/>
              <a:pathLst>
                <a:path w="48261" h="64965" extrusionOk="0">
                  <a:moveTo>
                    <a:pt x="3358" y="1"/>
                  </a:moveTo>
                  <a:cubicBezTo>
                    <a:pt x="1507" y="1"/>
                    <a:pt x="0" y="1507"/>
                    <a:pt x="0" y="3337"/>
                  </a:cubicBezTo>
                  <a:lnTo>
                    <a:pt x="0" y="61628"/>
                  </a:lnTo>
                  <a:cubicBezTo>
                    <a:pt x="0" y="63457"/>
                    <a:pt x="1507" y="64964"/>
                    <a:pt x="3358" y="64964"/>
                  </a:cubicBezTo>
                  <a:lnTo>
                    <a:pt x="44924" y="64964"/>
                  </a:lnTo>
                  <a:cubicBezTo>
                    <a:pt x="46775" y="64964"/>
                    <a:pt x="48260" y="63457"/>
                    <a:pt x="48260" y="61628"/>
                  </a:cubicBezTo>
                  <a:lnTo>
                    <a:pt x="48260" y="3337"/>
                  </a:lnTo>
                  <a:cubicBezTo>
                    <a:pt x="48260" y="1507"/>
                    <a:pt x="46775" y="1"/>
                    <a:pt x="4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7"/>
            <p:cNvSpPr/>
            <p:nvPr/>
          </p:nvSpPr>
          <p:spPr>
            <a:xfrm>
              <a:off x="1281363" y="734788"/>
              <a:ext cx="2729280" cy="3311149"/>
            </a:xfrm>
            <a:custGeom>
              <a:avLst/>
              <a:gdLst/>
              <a:ahLst/>
              <a:cxnLst/>
              <a:rect l="l" t="t" r="r" b="b"/>
              <a:pathLst>
                <a:path w="48261" h="58550" extrusionOk="0">
                  <a:moveTo>
                    <a:pt x="3358" y="1"/>
                  </a:moveTo>
                  <a:cubicBezTo>
                    <a:pt x="1507" y="1"/>
                    <a:pt x="0" y="1486"/>
                    <a:pt x="0" y="3337"/>
                  </a:cubicBezTo>
                  <a:lnTo>
                    <a:pt x="0" y="58549"/>
                  </a:lnTo>
                  <a:cubicBezTo>
                    <a:pt x="16639" y="42212"/>
                    <a:pt x="32977" y="26219"/>
                    <a:pt x="48260" y="8955"/>
                  </a:cubicBezTo>
                  <a:lnTo>
                    <a:pt x="48260" y="3337"/>
                  </a:lnTo>
                  <a:cubicBezTo>
                    <a:pt x="48260" y="1507"/>
                    <a:pt x="46775" y="1"/>
                    <a:pt x="44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7" name="Google Shape;937;p69"/>
          <p:cNvGrpSpPr/>
          <p:nvPr/>
        </p:nvGrpSpPr>
        <p:grpSpPr>
          <a:xfrm>
            <a:off x="6058096" y="3344687"/>
            <a:ext cx="2377440" cy="1259761"/>
            <a:chOff x="238125" y="846675"/>
            <a:chExt cx="7143750" cy="4018375"/>
          </a:xfrm>
        </p:grpSpPr>
        <p:sp>
          <p:nvSpPr>
            <p:cNvPr id="938" name="Google Shape;938;p69"/>
            <p:cNvSpPr/>
            <p:nvPr/>
          </p:nvSpPr>
          <p:spPr>
            <a:xfrm>
              <a:off x="1888625" y="993225"/>
              <a:ext cx="3842750" cy="3725250"/>
            </a:xfrm>
            <a:custGeom>
              <a:avLst/>
              <a:gdLst/>
              <a:ahLst/>
              <a:cxnLst/>
              <a:rect l="l" t="t" r="r" b="b"/>
              <a:pathLst>
                <a:path w="153710" h="149010" extrusionOk="0">
                  <a:moveTo>
                    <a:pt x="74538" y="7099"/>
                  </a:moveTo>
                  <a:cubicBezTo>
                    <a:pt x="78754" y="7099"/>
                    <a:pt x="82983" y="8611"/>
                    <a:pt x="86344" y="11676"/>
                  </a:cubicBezTo>
                  <a:lnTo>
                    <a:pt x="138541" y="59229"/>
                  </a:lnTo>
                  <a:cubicBezTo>
                    <a:pt x="145697" y="65754"/>
                    <a:pt x="146209" y="76839"/>
                    <a:pt x="139684" y="83994"/>
                  </a:cubicBezTo>
                  <a:lnTo>
                    <a:pt x="92131" y="136191"/>
                  </a:lnTo>
                  <a:cubicBezTo>
                    <a:pt x="88671" y="139985"/>
                    <a:pt x="83930" y="141912"/>
                    <a:pt x="79172" y="141912"/>
                  </a:cubicBezTo>
                  <a:cubicBezTo>
                    <a:pt x="74956" y="141912"/>
                    <a:pt x="70727" y="140399"/>
                    <a:pt x="67366" y="137334"/>
                  </a:cubicBezTo>
                  <a:lnTo>
                    <a:pt x="15169" y="89781"/>
                  </a:lnTo>
                  <a:cubicBezTo>
                    <a:pt x="8013" y="83256"/>
                    <a:pt x="7501" y="72171"/>
                    <a:pt x="14026" y="65016"/>
                  </a:cubicBezTo>
                  <a:lnTo>
                    <a:pt x="61579" y="12819"/>
                  </a:lnTo>
                  <a:cubicBezTo>
                    <a:pt x="65039" y="9025"/>
                    <a:pt x="69780" y="7099"/>
                    <a:pt x="74538" y="7099"/>
                  </a:cubicBezTo>
                  <a:close/>
                  <a:moveTo>
                    <a:pt x="81668" y="0"/>
                  </a:moveTo>
                  <a:cubicBezTo>
                    <a:pt x="77265" y="0"/>
                    <a:pt x="72837" y="1491"/>
                    <a:pt x="69199" y="4544"/>
                  </a:cubicBezTo>
                  <a:lnTo>
                    <a:pt x="9287" y="54812"/>
                  </a:lnTo>
                  <a:cubicBezTo>
                    <a:pt x="1072" y="61706"/>
                    <a:pt x="0" y="73945"/>
                    <a:pt x="6894" y="82161"/>
                  </a:cubicBezTo>
                  <a:lnTo>
                    <a:pt x="57162" y="142073"/>
                  </a:lnTo>
                  <a:cubicBezTo>
                    <a:pt x="61003" y="146650"/>
                    <a:pt x="66503" y="149010"/>
                    <a:pt x="72042" y="149010"/>
                  </a:cubicBezTo>
                  <a:cubicBezTo>
                    <a:pt x="76445" y="149010"/>
                    <a:pt x="80873" y="147519"/>
                    <a:pt x="84511" y="144466"/>
                  </a:cubicBezTo>
                  <a:lnTo>
                    <a:pt x="144423" y="94198"/>
                  </a:lnTo>
                  <a:cubicBezTo>
                    <a:pt x="152638" y="87304"/>
                    <a:pt x="153710" y="75065"/>
                    <a:pt x="146816" y="66849"/>
                  </a:cubicBezTo>
                  <a:lnTo>
                    <a:pt x="96548" y="6937"/>
                  </a:lnTo>
                  <a:cubicBezTo>
                    <a:pt x="92707" y="2360"/>
                    <a:pt x="87207" y="0"/>
                    <a:pt x="81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69"/>
            <p:cNvSpPr/>
            <p:nvPr/>
          </p:nvSpPr>
          <p:spPr>
            <a:xfrm>
              <a:off x="2272900" y="1365725"/>
              <a:ext cx="3074200" cy="2980250"/>
            </a:xfrm>
            <a:custGeom>
              <a:avLst/>
              <a:gdLst/>
              <a:ahLst/>
              <a:cxnLst/>
              <a:rect l="l" t="t" r="r" b="b"/>
              <a:pathLst>
                <a:path w="122968" h="119210" extrusionOk="0">
                  <a:moveTo>
                    <a:pt x="52745" y="6614"/>
                  </a:moveTo>
                  <a:cubicBezTo>
                    <a:pt x="55310" y="6614"/>
                    <a:pt x="57906" y="7316"/>
                    <a:pt x="60234" y="8789"/>
                  </a:cubicBezTo>
                  <a:lnTo>
                    <a:pt x="107954" y="39007"/>
                  </a:lnTo>
                  <a:cubicBezTo>
                    <a:pt x="114503" y="43139"/>
                    <a:pt x="116443" y="51806"/>
                    <a:pt x="112312" y="58343"/>
                  </a:cubicBezTo>
                  <a:lnTo>
                    <a:pt x="82094" y="106075"/>
                  </a:lnTo>
                  <a:cubicBezTo>
                    <a:pt x="79423" y="110296"/>
                    <a:pt x="74878" y="112602"/>
                    <a:pt x="70230" y="112602"/>
                  </a:cubicBezTo>
                  <a:cubicBezTo>
                    <a:pt x="67667" y="112602"/>
                    <a:pt x="65074" y="111901"/>
                    <a:pt x="62746" y="110433"/>
                  </a:cubicBezTo>
                  <a:lnTo>
                    <a:pt x="15014" y="80215"/>
                  </a:lnTo>
                  <a:cubicBezTo>
                    <a:pt x="8477" y="76071"/>
                    <a:pt x="6525" y="67416"/>
                    <a:pt x="10668" y="60867"/>
                  </a:cubicBezTo>
                  <a:lnTo>
                    <a:pt x="40886" y="13135"/>
                  </a:lnTo>
                  <a:cubicBezTo>
                    <a:pt x="43549" y="8922"/>
                    <a:pt x="48096" y="6614"/>
                    <a:pt x="52745" y="6614"/>
                  </a:cubicBezTo>
                  <a:close/>
                  <a:moveTo>
                    <a:pt x="57640" y="1"/>
                  </a:moveTo>
                  <a:cubicBezTo>
                    <a:pt x="53206" y="1"/>
                    <a:pt x="48804" y="1889"/>
                    <a:pt x="45732" y="5551"/>
                  </a:cubicBezTo>
                  <a:lnTo>
                    <a:pt x="5513" y="53473"/>
                  </a:lnTo>
                  <a:cubicBezTo>
                    <a:pt x="0" y="60046"/>
                    <a:pt x="857" y="69844"/>
                    <a:pt x="7430" y="75357"/>
                  </a:cubicBezTo>
                  <a:lnTo>
                    <a:pt x="55352" y="115576"/>
                  </a:lnTo>
                  <a:cubicBezTo>
                    <a:pt x="58262" y="118017"/>
                    <a:pt x="61805" y="119209"/>
                    <a:pt x="65328" y="119209"/>
                  </a:cubicBezTo>
                  <a:cubicBezTo>
                    <a:pt x="69762" y="119209"/>
                    <a:pt x="74164" y="117321"/>
                    <a:pt x="77236" y="113659"/>
                  </a:cubicBezTo>
                  <a:lnTo>
                    <a:pt x="117455" y="65737"/>
                  </a:lnTo>
                  <a:cubicBezTo>
                    <a:pt x="122968" y="59164"/>
                    <a:pt x="122111" y="49366"/>
                    <a:pt x="115538" y="43853"/>
                  </a:cubicBezTo>
                  <a:lnTo>
                    <a:pt x="67616" y="3634"/>
                  </a:lnTo>
                  <a:cubicBezTo>
                    <a:pt x="64706" y="1193"/>
                    <a:pt x="61163" y="1"/>
                    <a:pt x="576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69"/>
            <p:cNvSpPr/>
            <p:nvPr/>
          </p:nvSpPr>
          <p:spPr>
            <a:xfrm>
              <a:off x="2600600" y="1690550"/>
              <a:ext cx="2418800" cy="2330600"/>
            </a:xfrm>
            <a:custGeom>
              <a:avLst/>
              <a:gdLst/>
              <a:ahLst/>
              <a:cxnLst/>
              <a:rect l="l" t="t" r="r" b="b"/>
              <a:pathLst>
                <a:path w="96752" h="93224" extrusionOk="0">
                  <a:moveTo>
                    <a:pt x="36067" y="5904"/>
                  </a:moveTo>
                  <a:cubicBezTo>
                    <a:pt x="37488" y="5904"/>
                    <a:pt x="38932" y="6176"/>
                    <a:pt x="40327" y="6750"/>
                  </a:cubicBezTo>
                  <a:lnTo>
                    <a:pt x="82130" y="23919"/>
                  </a:lnTo>
                  <a:cubicBezTo>
                    <a:pt x="87857" y="26276"/>
                    <a:pt x="90596" y="32837"/>
                    <a:pt x="88238" y="38563"/>
                  </a:cubicBezTo>
                  <a:lnTo>
                    <a:pt x="71069" y="80366"/>
                  </a:lnTo>
                  <a:cubicBezTo>
                    <a:pt x="69286" y="84698"/>
                    <a:pt x="65098" y="87320"/>
                    <a:pt x="60685" y="87320"/>
                  </a:cubicBezTo>
                  <a:cubicBezTo>
                    <a:pt x="59264" y="87320"/>
                    <a:pt x="57820" y="87048"/>
                    <a:pt x="56425" y="86474"/>
                  </a:cubicBezTo>
                  <a:lnTo>
                    <a:pt x="14622" y="69305"/>
                  </a:lnTo>
                  <a:cubicBezTo>
                    <a:pt x="8895" y="66948"/>
                    <a:pt x="6156" y="60388"/>
                    <a:pt x="8514" y="54661"/>
                  </a:cubicBezTo>
                  <a:lnTo>
                    <a:pt x="25683" y="12858"/>
                  </a:lnTo>
                  <a:cubicBezTo>
                    <a:pt x="27466" y="8526"/>
                    <a:pt x="31654" y="5904"/>
                    <a:pt x="36067" y="5904"/>
                  </a:cubicBezTo>
                  <a:close/>
                  <a:moveTo>
                    <a:pt x="39226" y="1"/>
                  </a:moveTo>
                  <a:cubicBezTo>
                    <a:pt x="34932" y="1"/>
                    <a:pt x="30757" y="2229"/>
                    <a:pt x="28457" y="6214"/>
                  </a:cubicBezTo>
                  <a:lnTo>
                    <a:pt x="3430" y="49565"/>
                  </a:lnTo>
                  <a:cubicBezTo>
                    <a:pt x="1" y="55506"/>
                    <a:pt x="2037" y="63102"/>
                    <a:pt x="7978" y="66531"/>
                  </a:cubicBezTo>
                  <a:lnTo>
                    <a:pt x="51329" y="91558"/>
                  </a:lnTo>
                  <a:cubicBezTo>
                    <a:pt x="53285" y="92687"/>
                    <a:pt x="55418" y="93223"/>
                    <a:pt x="57524" y="93223"/>
                  </a:cubicBezTo>
                  <a:cubicBezTo>
                    <a:pt x="61814" y="93223"/>
                    <a:pt x="65987" y="90995"/>
                    <a:pt x="68295" y="87010"/>
                  </a:cubicBezTo>
                  <a:lnTo>
                    <a:pt x="93322" y="43659"/>
                  </a:lnTo>
                  <a:cubicBezTo>
                    <a:pt x="96751" y="37718"/>
                    <a:pt x="94715" y="30122"/>
                    <a:pt x="88774" y="26693"/>
                  </a:cubicBezTo>
                  <a:lnTo>
                    <a:pt x="45423" y="1666"/>
                  </a:lnTo>
                  <a:cubicBezTo>
                    <a:pt x="43467" y="537"/>
                    <a:pt x="41332" y="1"/>
                    <a:pt x="39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69"/>
            <p:cNvSpPr/>
            <p:nvPr/>
          </p:nvSpPr>
          <p:spPr>
            <a:xfrm>
              <a:off x="2888150" y="1965650"/>
              <a:ext cx="1844000" cy="1780275"/>
            </a:xfrm>
            <a:custGeom>
              <a:avLst/>
              <a:gdLst/>
              <a:ahLst/>
              <a:cxnLst/>
              <a:rect l="l" t="t" r="r" b="b"/>
              <a:pathLst>
                <a:path w="73760" h="71211" extrusionOk="0">
                  <a:moveTo>
                    <a:pt x="23069" y="5109"/>
                  </a:moveTo>
                  <a:cubicBezTo>
                    <a:pt x="23703" y="5109"/>
                    <a:pt x="24347" y="5177"/>
                    <a:pt x="24992" y="5319"/>
                  </a:cubicBezTo>
                  <a:lnTo>
                    <a:pt x="60317" y="13046"/>
                  </a:lnTo>
                  <a:cubicBezTo>
                    <a:pt x="65151" y="14105"/>
                    <a:pt x="68223" y="18892"/>
                    <a:pt x="67164" y="23726"/>
                  </a:cubicBezTo>
                  <a:lnTo>
                    <a:pt x="59436" y="59051"/>
                  </a:lnTo>
                  <a:cubicBezTo>
                    <a:pt x="58518" y="63241"/>
                    <a:pt x="54801" y="66107"/>
                    <a:pt x="50679" y="66107"/>
                  </a:cubicBezTo>
                  <a:cubicBezTo>
                    <a:pt x="50045" y="66107"/>
                    <a:pt x="49401" y="66039"/>
                    <a:pt x="48756" y="65897"/>
                  </a:cubicBezTo>
                  <a:lnTo>
                    <a:pt x="13431" y="58170"/>
                  </a:lnTo>
                  <a:cubicBezTo>
                    <a:pt x="8597" y="57111"/>
                    <a:pt x="5525" y="52324"/>
                    <a:pt x="6585" y="47490"/>
                  </a:cubicBezTo>
                  <a:lnTo>
                    <a:pt x="14312" y="12165"/>
                  </a:lnTo>
                  <a:cubicBezTo>
                    <a:pt x="15230" y="7975"/>
                    <a:pt x="18947" y="5109"/>
                    <a:pt x="23069" y="5109"/>
                  </a:cubicBezTo>
                  <a:close/>
                  <a:moveTo>
                    <a:pt x="24910" y="1"/>
                  </a:moveTo>
                  <a:cubicBezTo>
                    <a:pt x="20846" y="1"/>
                    <a:pt x="17034" y="2511"/>
                    <a:pt x="15562" y="6545"/>
                  </a:cubicBezTo>
                  <a:lnTo>
                    <a:pt x="1870" y="44181"/>
                  </a:lnTo>
                  <a:cubicBezTo>
                    <a:pt x="0" y="49336"/>
                    <a:pt x="2655" y="55039"/>
                    <a:pt x="7811" y="56920"/>
                  </a:cubicBezTo>
                  <a:lnTo>
                    <a:pt x="45447" y="70612"/>
                  </a:lnTo>
                  <a:cubicBezTo>
                    <a:pt x="46566" y="71018"/>
                    <a:pt x="47711" y="71211"/>
                    <a:pt x="48837" y="71211"/>
                  </a:cubicBezTo>
                  <a:cubicBezTo>
                    <a:pt x="52898" y="71211"/>
                    <a:pt x="56713" y="68707"/>
                    <a:pt x="58186" y="64671"/>
                  </a:cubicBezTo>
                  <a:lnTo>
                    <a:pt x="71878" y="27036"/>
                  </a:lnTo>
                  <a:cubicBezTo>
                    <a:pt x="73760" y="21880"/>
                    <a:pt x="71093" y="16177"/>
                    <a:pt x="65937" y="14296"/>
                  </a:cubicBezTo>
                  <a:lnTo>
                    <a:pt x="28313" y="604"/>
                  </a:lnTo>
                  <a:cubicBezTo>
                    <a:pt x="27189" y="195"/>
                    <a:pt x="26040" y="1"/>
                    <a:pt x="24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69"/>
            <p:cNvSpPr/>
            <p:nvPr/>
          </p:nvSpPr>
          <p:spPr>
            <a:xfrm>
              <a:off x="3131025" y="2193100"/>
              <a:ext cx="1357950" cy="1325500"/>
            </a:xfrm>
            <a:custGeom>
              <a:avLst/>
              <a:gdLst/>
              <a:ahLst/>
              <a:cxnLst/>
              <a:rect l="l" t="t" r="r" b="b"/>
              <a:pathLst>
                <a:path w="54318" h="53020" extrusionOk="0">
                  <a:moveTo>
                    <a:pt x="13280" y="4298"/>
                  </a:moveTo>
                  <a:cubicBezTo>
                    <a:pt x="13382" y="4298"/>
                    <a:pt x="13484" y="4301"/>
                    <a:pt x="13586" y="4305"/>
                  </a:cubicBezTo>
                  <a:lnTo>
                    <a:pt x="42494" y="5472"/>
                  </a:lnTo>
                  <a:cubicBezTo>
                    <a:pt x="46447" y="5638"/>
                    <a:pt x="49531" y="8984"/>
                    <a:pt x="49376" y="12949"/>
                  </a:cubicBezTo>
                  <a:lnTo>
                    <a:pt x="49376" y="12937"/>
                  </a:lnTo>
                  <a:lnTo>
                    <a:pt x="48197" y="41845"/>
                  </a:lnTo>
                  <a:cubicBezTo>
                    <a:pt x="48035" y="45696"/>
                    <a:pt x="44856" y="48722"/>
                    <a:pt x="41027" y="48722"/>
                  </a:cubicBezTo>
                  <a:cubicBezTo>
                    <a:pt x="40925" y="48722"/>
                    <a:pt x="40823" y="48719"/>
                    <a:pt x="40720" y="48715"/>
                  </a:cubicBezTo>
                  <a:lnTo>
                    <a:pt x="11836" y="47548"/>
                  </a:lnTo>
                  <a:cubicBezTo>
                    <a:pt x="7871" y="47382"/>
                    <a:pt x="4787" y="44036"/>
                    <a:pt x="4954" y="40083"/>
                  </a:cubicBezTo>
                  <a:lnTo>
                    <a:pt x="6121" y="11187"/>
                  </a:lnTo>
                  <a:cubicBezTo>
                    <a:pt x="6283" y="7325"/>
                    <a:pt x="9462" y="4298"/>
                    <a:pt x="13280" y="4298"/>
                  </a:cubicBezTo>
                  <a:close/>
                  <a:moveTo>
                    <a:pt x="14146" y="1"/>
                  </a:moveTo>
                  <a:cubicBezTo>
                    <a:pt x="10367" y="1"/>
                    <a:pt x="7014" y="2717"/>
                    <a:pt x="6335" y="6567"/>
                  </a:cubicBezTo>
                  <a:lnTo>
                    <a:pt x="775" y="38119"/>
                  </a:lnTo>
                  <a:cubicBezTo>
                    <a:pt x="1" y="42441"/>
                    <a:pt x="2894" y="46572"/>
                    <a:pt x="7216" y="47334"/>
                  </a:cubicBezTo>
                  <a:lnTo>
                    <a:pt x="38768" y="52894"/>
                  </a:lnTo>
                  <a:cubicBezTo>
                    <a:pt x="39239" y="52979"/>
                    <a:pt x="39709" y="53019"/>
                    <a:pt x="40172" y="53019"/>
                  </a:cubicBezTo>
                  <a:cubicBezTo>
                    <a:pt x="43951" y="53019"/>
                    <a:pt x="47304" y="50303"/>
                    <a:pt x="47983" y="46453"/>
                  </a:cubicBezTo>
                  <a:lnTo>
                    <a:pt x="53543" y="14901"/>
                  </a:lnTo>
                  <a:cubicBezTo>
                    <a:pt x="54317" y="10579"/>
                    <a:pt x="51424" y="6448"/>
                    <a:pt x="47102" y="5686"/>
                  </a:cubicBezTo>
                  <a:lnTo>
                    <a:pt x="15550" y="126"/>
                  </a:lnTo>
                  <a:cubicBezTo>
                    <a:pt x="15079" y="41"/>
                    <a:pt x="14609" y="1"/>
                    <a:pt x="14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9"/>
            <p:cNvSpPr/>
            <p:nvPr/>
          </p:nvSpPr>
          <p:spPr>
            <a:xfrm>
              <a:off x="3330475" y="2376325"/>
              <a:ext cx="959050" cy="959050"/>
            </a:xfrm>
            <a:custGeom>
              <a:avLst/>
              <a:gdLst/>
              <a:ahLst/>
              <a:cxnLst/>
              <a:rect l="l" t="t" r="r" b="b"/>
              <a:pathLst>
                <a:path w="38362" h="38362" extrusionOk="0">
                  <a:moveTo>
                    <a:pt x="29101" y="426"/>
                  </a:moveTo>
                  <a:cubicBezTo>
                    <a:pt x="31936" y="426"/>
                    <a:pt x="34408" y="2519"/>
                    <a:pt x="34802" y="5406"/>
                  </a:cubicBezTo>
                  <a:lnTo>
                    <a:pt x="37886" y="28337"/>
                  </a:lnTo>
                  <a:cubicBezTo>
                    <a:pt x="38302" y="31480"/>
                    <a:pt x="36100" y="34373"/>
                    <a:pt x="32957" y="34790"/>
                  </a:cubicBezTo>
                  <a:lnTo>
                    <a:pt x="10025" y="37886"/>
                  </a:lnTo>
                  <a:cubicBezTo>
                    <a:pt x="9768" y="37920"/>
                    <a:pt x="9513" y="37936"/>
                    <a:pt x="9261" y="37936"/>
                  </a:cubicBezTo>
                  <a:cubicBezTo>
                    <a:pt x="6426" y="37936"/>
                    <a:pt x="3954" y="35843"/>
                    <a:pt x="3560" y="32957"/>
                  </a:cubicBezTo>
                  <a:lnTo>
                    <a:pt x="476" y="10025"/>
                  </a:lnTo>
                  <a:cubicBezTo>
                    <a:pt x="60" y="6882"/>
                    <a:pt x="2262" y="3989"/>
                    <a:pt x="5405" y="3560"/>
                  </a:cubicBezTo>
                  <a:lnTo>
                    <a:pt x="28337" y="476"/>
                  </a:lnTo>
                  <a:cubicBezTo>
                    <a:pt x="28594" y="442"/>
                    <a:pt x="28849" y="426"/>
                    <a:pt x="29101" y="426"/>
                  </a:cubicBezTo>
                  <a:close/>
                  <a:moveTo>
                    <a:pt x="6370" y="0"/>
                  </a:moveTo>
                  <a:cubicBezTo>
                    <a:pt x="2858" y="0"/>
                    <a:pt x="0" y="2858"/>
                    <a:pt x="0" y="6370"/>
                  </a:cubicBezTo>
                  <a:lnTo>
                    <a:pt x="0" y="31992"/>
                  </a:lnTo>
                  <a:cubicBezTo>
                    <a:pt x="0" y="35504"/>
                    <a:pt x="2858" y="38362"/>
                    <a:pt x="6370" y="38362"/>
                  </a:cubicBezTo>
                  <a:lnTo>
                    <a:pt x="31992" y="38362"/>
                  </a:lnTo>
                  <a:cubicBezTo>
                    <a:pt x="35504" y="38362"/>
                    <a:pt x="38362" y="35504"/>
                    <a:pt x="38362" y="31992"/>
                  </a:cubicBezTo>
                  <a:lnTo>
                    <a:pt x="38362" y="6370"/>
                  </a:lnTo>
                  <a:cubicBezTo>
                    <a:pt x="38362" y="2858"/>
                    <a:pt x="35504" y="0"/>
                    <a:pt x="3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9"/>
            <p:cNvSpPr/>
            <p:nvPr/>
          </p:nvSpPr>
          <p:spPr>
            <a:xfrm>
              <a:off x="3375700" y="2431800"/>
              <a:ext cx="868600" cy="848100"/>
            </a:xfrm>
            <a:custGeom>
              <a:avLst/>
              <a:gdLst/>
              <a:ahLst/>
              <a:cxnLst/>
              <a:rect l="l" t="t" r="r" b="b"/>
              <a:pathLst>
                <a:path w="34744" h="33924" extrusionOk="0">
                  <a:moveTo>
                    <a:pt x="23393" y="740"/>
                  </a:moveTo>
                  <a:cubicBezTo>
                    <a:pt x="25337" y="740"/>
                    <a:pt x="27141" y="1985"/>
                    <a:pt x="27766" y="3937"/>
                  </a:cubicBezTo>
                  <a:lnTo>
                    <a:pt x="33374" y="21582"/>
                  </a:lnTo>
                  <a:cubicBezTo>
                    <a:pt x="34148" y="23987"/>
                    <a:pt x="32814" y="26570"/>
                    <a:pt x="30397" y="27344"/>
                  </a:cubicBezTo>
                  <a:lnTo>
                    <a:pt x="12764" y="32964"/>
                  </a:lnTo>
                  <a:cubicBezTo>
                    <a:pt x="12299" y="33113"/>
                    <a:pt x="11827" y="33184"/>
                    <a:pt x="11363" y="33184"/>
                  </a:cubicBezTo>
                  <a:cubicBezTo>
                    <a:pt x="9419" y="33184"/>
                    <a:pt x="7615" y="31939"/>
                    <a:pt x="6990" y="29987"/>
                  </a:cubicBezTo>
                  <a:lnTo>
                    <a:pt x="1370" y="12354"/>
                  </a:lnTo>
                  <a:cubicBezTo>
                    <a:pt x="596" y="9937"/>
                    <a:pt x="1930" y="7354"/>
                    <a:pt x="4347" y="6580"/>
                  </a:cubicBezTo>
                  <a:lnTo>
                    <a:pt x="21992" y="960"/>
                  </a:lnTo>
                  <a:cubicBezTo>
                    <a:pt x="22457" y="811"/>
                    <a:pt x="22929" y="740"/>
                    <a:pt x="23393" y="740"/>
                  </a:cubicBezTo>
                  <a:close/>
                  <a:moveTo>
                    <a:pt x="25694" y="1"/>
                  </a:moveTo>
                  <a:cubicBezTo>
                    <a:pt x="25400" y="1"/>
                    <a:pt x="25102" y="26"/>
                    <a:pt x="24802" y="79"/>
                  </a:cubicBezTo>
                  <a:lnTo>
                    <a:pt x="4609" y="3639"/>
                  </a:lnTo>
                  <a:cubicBezTo>
                    <a:pt x="1846" y="4127"/>
                    <a:pt x="1" y="6758"/>
                    <a:pt x="489" y="9533"/>
                  </a:cubicBezTo>
                  <a:lnTo>
                    <a:pt x="4049" y="29725"/>
                  </a:lnTo>
                  <a:cubicBezTo>
                    <a:pt x="4484" y="32189"/>
                    <a:pt x="6624" y="33923"/>
                    <a:pt x="9050" y="33923"/>
                  </a:cubicBezTo>
                  <a:cubicBezTo>
                    <a:pt x="9344" y="33923"/>
                    <a:pt x="9643" y="33898"/>
                    <a:pt x="9943" y="33845"/>
                  </a:cubicBezTo>
                  <a:lnTo>
                    <a:pt x="30136" y="30285"/>
                  </a:lnTo>
                  <a:cubicBezTo>
                    <a:pt x="32898" y="29797"/>
                    <a:pt x="34743" y="27166"/>
                    <a:pt x="34255" y="24392"/>
                  </a:cubicBezTo>
                  <a:lnTo>
                    <a:pt x="30695" y="4199"/>
                  </a:lnTo>
                  <a:cubicBezTo>
                    <a:pt x="30260" y="1735"/>
                    <a:pt x="28120" y="1"/>
                    <a:pt x="25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9"/>
            <p:cNvSpPr/>
            <p:nvPr/>
          </p:nvSpPr>
          <p:spPr>
            <a:xfrm>
              <a:off x="3432250" y="2491250"/>
              <a:ext cx="755500" cy="729200"/>
            </a:xfrm>
            <a:custGeom>
              <a:avLst/>
              <a:gdLst/>
              <a:ahLst/>
              <a:cxnLst/>
              <a:rect l="l" t="t" r="r" b="b"/>
              <a:pathLst>
                <a:path w="30220" h="29168" extrusionOk="0">
                  <a:moveTo>
                    <a:pt x="18241" y="916"/>
                  </a:moveTo>
                  <a:cubicBezTo>
                    <a:pt x="19558" y="916"/>
                    <a:pt x="20830" y="1631"/>
                    <a:pt x="21492" y="2880"/>
                  </a:cubicBezTo>
                  <a:lnTo>
                    <a:pt x="21480" y="2892"/>
                  </a:lnTo>
                  <a:lnTo>
                    <a:pt x="28362" y="16001"/>
                  </a:lnTo>
                  <a:cubicBezTo>
                    <a:pt x="29302" y="17799"/>
                    <a:pt x="28600" y="20013"/>
                    <a:pt x="26802" y="20966"/>
                  </a:cubicBezTo>
                  <a:lnTo>
                    <a:pt x="13693" y="27836"/>
                  </a:lnTo>
                  <a:cubicBezTo>
                    <a:pt x="13151" y="28119"/>
                    <a:pt x="12572" y="28253"/>
                    <a:pt x="12000" y="28253"/>
                  </a:cubicBezTo>
                  <a:cubicBezTo>
                    <a:pt x="10676" y="28253"/>
                    <a:pt x="9397" y="27532"/>
                    <a:pt x="8740" y="26276"/>
                  </a:cubicBezTo>
                  <a:lnTo>
                    <a:pt x="1870" y="13167"/>
                  </a:lnTo>
                  <a:cubicBezTo>
                    <a:pt x="918" y="11369"/>
                    <a:pt x="1620" y="9155"/>
                    <a:pt x="3418" y="8214"/>
                  </a:cubicBezTo>
                  <a:lnTo>
                    <a:pt x="16527" y="1344"/>
                  </a:lnTo>
                  <a:cubicBezTo>
                    <a:pt x="17075" y="1054"/>
                    <a:pt x="17662" y="916"/>
                    <a:pt x="18241" y="916"/>
                  </a:cubicBezTo>
                  <a:close/>
                  <a:moveTo>
                    <a:pt x="20014" y="0"/>
                  </a:moveTo>
                  <a:cubicBezTo>
                    <a:pt x="19551" y="0"/>
                    <a:pt x="19082" y="80"/>
                    <a:pt x="18622" y="249"/>
                  </a:cubicBezTo>
                  <a:lnTo>
                    <a:pt x="3204" y="5857"/>
                  </a:lnTo>
                  <a:cubicBezTo>
                    <a:pt x="1096" y="6631"/>
                    <a:pt x="1" y="8964"/>
                    <a:pt x="775" y="11072"/>
                  </a:cubicBezTo>
                  <a:lnTo>
                    <a:pt x="6383" y="26490"/>
                  </a:lnTo>
                  <a:cubicBezTo>
                    <a:pt x="6988" y="28138"/>
                    <a:pt x="8547" y="29168"/>
                    <a:pt x="10206" y="29168"/>
                  </a:cubicBezTo>
                  <a:cubicBezTo>
                    <a:pt x="10669" y="29168"/>
                    <a:pt x="11138" y="29088"/>
                    <a:pt x="11598" y="28919"/>
                  </a:cubicBezTo>
                  <a:lnTo>
                    <a:pt x="27016" y="23311"/>
                  </a:lnTo>
                  <a:cubicBezTo>
                    <a:pt x="29124" y="22537"/>
                    <a:pt x="30219" y="20204"/>
                    <a:pt x="29445" y="18096"/>
                  </a:cubicBezTo>
                  <a:lnTo>
                    <a:pt x="23837" y="2678"/>
                  </a:lnTo>
                  <a:cubicBezTo>
                    <a:pt x="23232" y="1030"/>
                    <a:pt x="21673" y="0"/>
                    <a:pt x="20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69"/>
            <p:cNvSpPr/>
            <p:nvPr/>
          </p:nvSpPr>
          <p:spPr>
            <a:xfrm>
              <a:off x="3492975" y="2550350"/>
              <a:ext cx="634050" cy="611000"/>
            </a:xfrm>
            <a:custGeom>
              <a:avLst/>
              <a:gdLst/>
              <a:ahLst/>
              <a:cxnLst/>
              <a:rect l="l" t="t" r="r" b="b"/>
              <a:pathLst>
                <a:path w="25362" h="24440" extrusionOk="0">
                  <a:moveTo>
                    <a:pt x="13754" y="969"/>
                  </a:moveTo>
                  <a:cubicBezTo>
                    <a:pt x="14631" y="969"/>
                    <a:pt x="15498" y="1362"/>
                    <a:pt x="16074" y="2112"/>
                  </a:cubicBezTo>
                  <a:lnTo>
                    <a:pt x="23313" y="11494"/>
                  </a:lnTo>
                  <a:cubicBezTo>
                    <a:pt x="24313" y="12780"/>
                    <a:pt x="24075" y="14625"/>
                    <a:pt x="22789" y="15613"/>
                  </a:cubicBezTo>
                  <a:lnTo>
                    <a:pt x="13407" y="22852"/>
                  </a:lnTo>
                  <a:cubicBezTo>
                    <a:pt x="12871" y="23264"/>
                    <a:pt x="12237" y="23465"/>
                    <a:pt x="11609" y="23465"/>
                  </a:cubicBezTo>
                  <a:cubicBezTo>
                    <a:pt x="10731" y="23465"/>
                    <a:pt x="9864" y="23073"/>
                    <a:pt x="9288" y="22316"/>
                  </a:cubicBezTo>
                  <a:lnTo>
                    <a:pt x="2049" y="12946"/>
                  </a:lnTo>
                  <a:cubicBezTo>
                    <a:pt x="1061" y="11660"/>
                    <a:pt x="1287" y="9815"/>
                    <a:pt x="2585" y="8827"/>
                  </a:cubicBezTo>
                  <a:lnTo>
                    <a:pt x="11955" y="1588"/>
                  </a:lnTo>
                  <a:cubicBezTo>
                    <a:pt x="12491" y="1170"/>
                    <a:pt x="13125" y="969"/>
                    <a:pt x="13754" y="969"/>
                  </a:cubicBezTo>
                  <a:close/>
                  <a:moveTo>
                    <a:pt x="15076" y="1"/>
                  </a:moveTo>
                  <a:cubicBezTo>
                    <a:pt x="14525" y="1"/>
                    <a:pt x="13967" y="140"/>
                    <a:pt x="13455" y="433"/>
                  </a:cubicBezTo>
                  <a:lnTo>
                    <a:pt x="2084" y="6993"/>
                  </a:lnTo>
                  <a:cubicBezTo>
                    <a:pt x="537" y="7898"/>
                    <a:pt x="1" y="9886"/>
                    <a:pt x="894" y="11446"/>
                  </a:cubicBezTo>
                  <a:lnTo>
                    <a:pt x="7454" y="22817"/>
                  </a:lnTo>
                  <a:cubicBezTo>
                    <a:pt x="8062" y="23856"/>
                    <a:pt x="9159" y="24439"/>
                    <a:pt x="10286" y="24439"/>
                  </a:cubicBezTo>
                  <a:cubicBezTo>
                    <a:pt x="10837" y="24439"/>
                    <a:pt x="11395" y="24300"/>
                    <a:pt x="11907" y="24007"/>
                  </a:cubicBezTo>
                  <a:lnTo>
                    <a:pt x="23278" y="17435"/>
                  </a:lnTo>
                  <a:cubicBezTo>
                    <a:pt x="24825" y="16542"/>
                    <a:pt x="25361" y="14554"/>
                    <a:pt x="24468" y="12994"/>
                  </a:cubicBezTo>
                  <a:lnTo>
                    <a:pt x="17908" y="1623"/>
                  </a:lnTo>
                  <a:cubicBezTo>
                    <a:pt x="17300" y="584"/>
                    <a:pt x="16203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69"/>
            <p:cNvSpPr/>
            <p:nvPr/>
          </p:nvSpPr>
          <p:spPr>
            <a:xfrm>
              <a:off x="3552225" y="2605900"/>
              <a:ext cx="515550" cy="499825"/>
            </a:xfrm>
            <a:custGeom>
              <a:avLst/>
              <a:gdLst/>
              <a:ahLst/>
              <a:cxnLst/>
              <a:rect l="l" t="t" r="r" b="b"/>
              <a:pathLst>
                <a:path w="20622" h="19993" extrusionOk="0">
                  <a:moveTo>
                    <a:pt x="9994" y="950"/>
                  </a:moveTo>
                  <a:cubicBezTo>
                    <a:pt x="10561" y="950"/>
                    <a:pt x="11131" y="1154"/>
                    <a:pt x="11585" y="1568"/>
                  </a:cubicBezTo>
                  <a:lnTo>
                    <a:pt x="18586" y="7950"/>
                  </a:lnTo>
                  <a:cubicBezTo>
                    <a:pt x="19550" y="8819"/>
                    <a:pt x="19610" y="10308"/>
                    <a:pt x="18741" y="11272"/>
                  </a:cubicBezTo>
                  <a:lnTo>
                    <a:pt x="12359" y="18273"/>
                  </a:lnTo>
                  <a:cubicBezTo>
                    <a:pt x="11893" y="18783"/>
                    <a:pt x="11256" y="19040"/>
                    <a:pt x="10619" y="19040"/>
                  </a:cubicBezTo>
                  <a:cubicBezTo>
                    <a:pt x="10053" y="19040"/>
                    <a:pt x="9485" y="18837"/>
                    <a:pt x="9037" y="18428"/>
                  </a:cubicBezTo>
                  <a:lnTo>
                    <a:pt x="2024" y="12046"/>
                  </a:lnTo>
                  <a:cubicBezTo>
                    <a:pt x="1072" y="11165"/>
                    <a:pt x="1000" y="9677"/>
                    <a:pt x="1881" y="8724"/>
                  </a:cubicBezTo>
                  <a:lnTo>
                    <a:pt x="8263" y="1711"/>
                  </a:lnTo>
                  <a:cubicBezTo>
                    <a:pt x="8723" y="1207"/>
                    <a:pt x="9356" y="950"/>
                    <a:pt x="9994" y="950"/>
                  </a:cubicBezTo>
                  <a:close/>
                  <a:moveTo>
                    <a:pt x="10951" y="0"/>
                  </a:moveTo>
                  <a:cubicBezTo>
                    <a:pt x="10360" y="0"/>
                    <a:pt x="9765" y="198"/>
                    <a:pt x="9275" y="604"/>
                  </a:cubicBezTo>
                  <a:lnTo>
                    <a:pt x="1238" y="7355"/>
                  </a:lnTo>
                  <a:cubicBezTo>
                    <a:pt x="143" y="8284"/>
                    <a:pt x="0" y="9927"/>
                    <a:pt x="917" y="11022"/>
                  </a:cubicBezTo>
                  <a:lnTo>
                    <a:pt x="7668" y="19059"/>
                  </a:lnTo>
                  <a:cubicBezTo>
                    <a:pt x="8185" y="19675"/>
                    <a:pt x="8924" y="19993"/>
                    <a:pt x="9666" y="19993"/>
                  </a:cubicBezTo>
                  <a:cubicBezTo>
                    <a:pt x="10257" y="19993"/>
                    <a:pt x="10850" y="19792"/>
                    <a:pt x="11335" y="19380"/>
                  </a:cubicBezTo>
                  <a:lnTo>
                    <a:pt x="19372" y="12641"/>
                  </a:lnTo>
                  <a:cubicBezTo>
                    <a:pt x="20479" y="11713"/>
                    <a:pt x="20622" y="10069"/>
                    <a:pt x="19693" y="8962"/>
                  </a:cubicBezTo>
                  <a:lnTo>
                    <a:pt x="12954" y="925"/>
                  </a:lnTo>
                  <a:cubicBezTo>
                    <a:pt x="12436" y="315"/>
                    <a:pt x="11697" y="0"/>
                    <a:pt x="10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69"/>
            <p:cNvSpPr/>
            <p:nvPr/>
          </p:nvSpPr>
          <p:spPr>
            <a:xfrm>
              <a:off x="3603700" y="2655800"/>
              <a:ext cx="412600" cy="400100"/>
            </a:xfrm>
            <a:custGeom>
              <a:avLst/>
              <a:gdLst/>
              <a:ahLst/>
              <a:cxnLst/>
              <a:rect l="l" t="t" r="r" b="b"/>
              <a:pathLst>
                <a:path w="16504" h="16004" extrusionOk="0">
                  <a:moveTo>
                    <a:pt x="7086" y="889"/>
                  </a:moveTo>
                  <a:cubicBezTo>
                    <a:pt x="7428" y="889"/>
                    <a:pt x="7775" y="982"/>
                    <a:pt x="8085" y="1180"/>
                  </a:cubicBezTo>
                  <a:lnTo>
                    <a:pt x="8085" y="1192"/>
                  </a:lnTo>
                  <a:lnTo>
                    <a:pt x="14479" y="5240"/>
                  </a:lnTo>
                  <a:cubicBezTo>
                    <a:pt x="15360" y="5799"/>
                    <a:pt x="15622" y="6966"/>
                    <a:pt x="15062" y="7835"/>
                  </a:cubicBezTo>
                  <a:lnTo>
                    <a:pt x="11014" y="14241"/>
                  </a:lnTo>
                  <a:cubicBezTo>
                    <a:pt x="10654" y="14808"/>
                    <a:pt x="10042" y="15119"/>
                    <a:pt x="9420" y="15119"/>
                  </a:cubicBezTo>
                  <a:cubicBezTo>
                    <a:pt x="9076" y="15119"/>
                    <a:pt x="8728" y="15024"/>
                    <a:pt x="8419" y="14824"/>
                  </a:cubicBezTo>
                  <a:lnTo>
                    <a:pt x="2013" y="10764"/>
                  </a:lnTo>
                  <a:cubicBezTo>
                    <a:pt x="1132" y="10217"/>
                    <a:pt x="870" y="9050"/>
                    <a:pt x="1430" y="8169"/>
                  </a:cubicBezTo>
                  <a:lnTo>
                    <a:pt x="5490" y="1775"/>
                  </a:lnTo>
                  <a:cubicBezTo>
                    <a:pt x="5844" y="1205"/>
                    <a:pt x="6458" y="889"/>
                    <a:pt x="7086" y="889"/>
                  </a:cubicBezTo>
                  <a:close/>
                  <a:moveTo>
                    <a:pt x="7734" y="1"/>
                  </a:moveTo>
                  <a:cubicBezTo>
                    <a:pt x="7141" y="1"/>
                    <a:pt x="6550" y="254"/>
                    <a:pt x="6133" y="751"/>
                  </a:cubicBezTo>
                  <a:lnTo>
                    <a:pt x="739" y="7180"/>
                  </a:lnTo>
                  <a:cubicBezTo>
                    <a:pt x="1" y="8062"/>
                    <a:pt x="108" y="9371"/>
                    <a:pt x="1001" y="10121"/>
                  </a:cubicBezTo>
                  <a:lnTo>
                    <a:pt x="7430" y="15515"/>
                  </a:lnTo>
                  <a:cubicBezTo>
                    <a:pt x="7821" y="15842"/>
                    <a:pt x="8296" y="16003"/>
                    <a:pt x="8770" y="16003"/>
                  </a:cubicBezTo>
                  <a:cubicBezTo>
                    <a:pt x="9363" y="16003"/>
                    <a:pt x="9954" y="15750"/>
                    <a:pt x="10371" y="15253"/>
                  </a:cubicBezTo>
                  <a:lnTo>
                    <a:pt x="15765" y="8824"/>
                  </a:lnTo>
                  <a:cubicBezTo>
                    <a:pt x="16503" y="7942"/>
                    <a:pt x="16396" y="6633"/>
                    <a:pt x="15503" y="5883"/>
                  </a:cubicBezTo>
                  <a:lnTo>
                    <a:pt x="9074" y="489"/>
                  </a:lnTo>
                  <a:cubicBezTo>
                    <a:pt x="8683" y="162"/>
                    <a:pt x="8208" y="1"/>
                    <a:pt x="7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9"/>
            <p:cNvSpPr/>
            <p:nvPr/>
          </p:nvSpPr>
          <p:spPr>
            <a:xfrm>
              <a:off x="3647775" y="2699575"/>
              <a:ext cx="324450" cy="312850"/>
            </a:xfrm>
            <a:custGeom>
              <a:avLst/>
              <a:gdLst/>
              <a:ahLst/>
              <a:cxnLst/>
              <a:rect l="l" t="t" r="r" b="b"/>
              <a:pathLst>
                <a:path w="12978" h="12514" extrusionOk="0">
                  <a:moveTo>
                    <a:pt x="4834" y="789"/>
                  </a:moveTo>
                  <a:cubicBezTo>
                    <a:pt x="5025" y="789"/>
                    <a:pt x="5219" y="826"/>
                    <a:pt x="5406" y="905"/>
                  </a:cubicBezTo>
                  <a:lnTo>
                    <a:pt x="11025" y="3215"/>
                  </a:lnTo>
                  <a:cubicBezTo>
                    <a:pt x="11787" y="3524"/>
                    <a:pt x="12156" y="4406"/>
                    <a:pt x="11835" y="5179"/>
                  </a:cubicBezTo>
                  <a:lnTo>
                    <a:pt x="9537" y="10787"/>
                  </a:lnTo>
                  <a:cubicBezTo>
                    <a:pt x="9294" y="11373"/>
                    <a:pt x="8730" y="11720"/>
                    <a:pt x="8140" y="11720"/>
                  </a:cubicBezTo>
                  <a:cubicBezTo>
                    <a:pt x="7950" y="11720"/>
                    <a:pt x="7758" y="11684"/>
                    <a:pt x="7572" y="11609"/>
                  </a:cubicBezTo>
                  <a:lnTo>
                    <a:pt x="1953" y="9299"/>
                  </a:lnTo>
                  <a:cubicBezTo>
                    <a:pt x="1191" y="8989"/>
                    <a:pt x="822" y="8108"/>
                    <a:pt x="1143" y="7334"/>
                  </a:cubicBezTo>
                  <a:lnTo>
                    <a:pt x="3441" y="1727"/>
                  </a:lnTo>
                  <a:cubicBezTo>
                    <a:pt x="3684" y="1143"/>
                    <a:pt x="4245" y="789"/>
                    <a:pt x="4834" y="789"/>
                  </a:cubicBezTo>
                  <a:close/>
                  <a:moveTo>
                    <a:pt x="5260" y="0"/>
                  </a:moveTo>
                  <a:cubicBezTo>
                    <a:pt x="4683" y="0"/>
                    <a:pt x="4121" y="300"/>
                    <a:pt x="3810" y="834"/>
                  </a:cubicBezTo>
                  <a:lnTo>
                    <a:pt x="453" y="6656"/>
                  </a:lnTo>
                  <a:cubicBezTo>
                    <a:pt x="0" y="7454"/>
                    <a:pt x="274" y="8466"/>
                    <a:pt x="1072" y="8930"/>
                  </a:cubicBezTo>
                  <a:lnTo>
                    <a:pt x="6882" y="12287"/>
                  </a:lnTo>
                  <a:cubicBezTo>
                    <a:pt x="7145" y="12441"/>
                    <a:pt x="7434" y="12514"/>
                    <a:pt x="7718" y="12514"/>
                  </a:cubicBezTo>
                  <a:cubicBezTo>
                    <a:pt x="8295" y="12514"/>
                    <a:pt x="8857" y="12214"/>
                    <a:pt x="9168" y="11680"/>
                  </a:cubicBezTo>
                  <a:lnTo>
                    <a:pt x="12525" y="5858"/>
                  </a:lnTo>
                  <a:cubicBezTo>
                    <a:pt x="12978" y="5060"/>
                    <a:pt x="12704" y="4036"/>
                    <a:pt x="11918" y="3584"/>
                  </a:cubicBezTo>
                  <a:lnTo>
                    <a:pt x="6096" y="226"/>
                  </a:lnTo>
                  <a:cubicBezTo>
                    <a:pt x="5833" y="73"/>
                    <a:pt x="5544" y="0"/>
                    <a:pt x="5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9"/>
            <p:cNvSpPr/>
            <p:nvPr/>
          </p:nvSpPr>
          <p:spPr>
            <a:xfrm>
              <a:off x="3686175" y="2736275"/>
              <a:ext cx="247650" cy="239150"/>
            </a:xfrm>
            <a:custGeom>
              <a:avLst/>
              <a:gdLst/>
              <a:ahLst/>
              <a:cxnLst/>
              <a:rect l="l" t="t" r="r" b="b"/>
              <a:pathLst>
                <a:path w="9906" h="9566" extrusionOk="0">
                  <a:moveTo>
                    <a:pt x="3098" y="694"/>
                  </a:moveTo>
                  <a:cubicBezTo>
                    <a:pt x="3183" y="694"/>
                    <a:pt x="3271" y="704"/>
                    <a:pt x="3358" y="723"/>
                  </a:cubicBezTo>
                  <a:lnTo>
                    <a:pt x="8096" y="1759"/>
                  </a:lnTo>
                  <a:cubicBezTo>
                    <a:pt x="8751" y="1902"/>
                    <a:pt x="9156" y="2545"/>
                    <a:pt x="9025" y="3199"/>
                  </a:cubicBezTo>
                  <a:lnTo>
                    <a:pt x="7977" y="7938"/>
                  </a:lnTo>
                  <a:cubicBezTo>
                    <a:pt x="7853" y="8496"/>
                    <a:pt x="7353" y="8883"/>
                    <a:pt x="6804" y="8883"/>
                  </a:cubicBezTo>
                  <a:cubicBezTo>
                    <a:pt x="6719" y="8883"/>
                    <a:pt x="6634" y="8874"/>
                    <a:pt x="6548" y="8855"/>
                  </a:cubicBezTo>
                  <a:lnTo>
                    <a:pt x="1798" y="7807"/>
                  </a:lnTo>
                  <a:cubicBezTo>
                    <a:pt x="1155" y="7664"/>
                    <a:pt x="738" y="7021"/>
                    <a:pt x="881" y="6378"/>
                  </a:cubicBezTo>
                  <a:lnTo>
                    <a:pt x="1929" y="1640"/>
                  </a:lnTo>
                  <a:cubicBezTo>
                    <a:pt x="2052" y="1074"/>
                    <a:pt x="2550" y="694"/>
                    <a:pt x="3098" y="694"/>
                  </a:cubicBezTo>
                  <a:close/>
                  <a:moveTo>
                    <a:pt x="3346" y="0"/>
                  </a:moveTo>
                  <a:cubicBezTo>
                    <a:pt x="2802" y="0"/>
                    <a:pt x="2291" y="337"/>
                    <a:pt x="2096" y="878"/>
                  </a:cubicBezTo>
                  <a:lnTo>
                    <a:pt x="250" y="5938"/>
                  </a:lnTo>
                  <a:cubicBezTo>
                    <a:pt x="0" y="6628"/>
                    <a:pt x="357" y="7390"/>
                    <a:pt x="1048" y="7641"/>
                  </a:cubicBezTo>
                  <a:lnTo>
                    <a:pt x="6108" y="9486"/>
                  </a:lnTo>
                  <a:cubicBezTo>
                    <a:pt x="6257" y="9540"/>
                    <a:pt x="6410" y="9566"/>
                    <a:pt x="6560" y="9566"/>
                  </a:cubicBezTo>
                  <a:cubicBezTo>
                    <a:pt x="7104" y="9566"/>
                    <a:pt x="7615" y="9229"/>
                    <a:pt x="7811" y="8688"/>
                  </a:cubicBezTo>
                  <a:lnTo>
                    <a:pt x="9656" y="3628"/>
                  </a:lnTo>
                  <a:cubicBezTo>
                    <a:pt x="9906" y="2938"/>
                    <a:pt x="9549" y="2176"/>
                    <a:pt x="8858" y="1926"/>
                  </a:cubicBezTo>
                  <a:lnTo>
                    <a:pt x="3798" y="80"/>
                  </a:lnTo>
                  <a:cubicBezTo>
                    <a:pt x="3649" y="26"/>
                    <a:pt x="3496" y="0"/>
                    <a:pt x="3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9"/>
            <p:cNvSpPr/>
            <p:nvPr/>
          </p:nvSpPr>
          <p:spPr>
            <a:xfrm>
              <a:off x="3718900" y="2766775"/>
              <a:ext cx="182200" cy="177925"/>
            </a:xfrm>
            <a:custGeom>
              <a:avLst/>
              <a:gdLst/>
              <a:ahLst/>
              <a:cxnLst/>
              <a:rect l="l" t="t" r="r" b="b"/>
              <a:pathLst>
                <a:path w="7288" h="7117" extrusionOk="0">
                  <a:moveTo>
                    <a:pt x="1777" y="585"/>
                  </a:moveTo>
                  <a:cubicBezTo>
                    <a:pt x="1792" y="585"/>
                    <a:pt x="1807" y="586"/>
                    <a:pt x="1822" y="586"/>
                  </a:cubicBezTo>
                  <a:lnTo>
                    <a:pt x="5704" y="741"/>
                  </a:lnTo>
                  <a:cubicBezTo>
                    <a:pt x="6240" y="753"/>
                    <a:pt x="6644" y="1206"/>
                    <a:pt x="6621" y="1741"/>
                  </a:cubicBezTo>
                  <a:lnTo>
                    <a:pt x="6478" y="5623"/>
                  </a:lnTo>
                  <a:cubicBezTo>
                    <a:pt x="6455" y="6144"/>
                    <a:pt x="6026" y="6541"/>
                    <a:pt x="5511" y="6541"/>
                  </a:cubicBezTo>
                  <a:cubicBezTo>
                    <a:pt x="5496" y="6541"/>
                    <a:pt x="5481" y="6540"/>
                    <a:pt x="5466" y="6540"/>
                  </a:cubicBezTo>
                  <a:lnTo>
                    <a:pt x="1584" y="6397"/>
                  </a:lnTo>
                  <a:cubicBezTo>
                    <a:pt x="1048" y="6373"/>
                    <a:pt x="644" y="5920"/>
                    <a:pt x="667" y="5385"/>
                  </a:cubicBezTo>
                  <a:lnTo>
                    <a:pt x="822" y="1503"/>
                  </a:lnTo>
                  <a:cubicBezTo>
                    <a:pt x="845" y="982"/>
                    <a:pt x="1262" y="585"/>
                    <a:pt x="1777" y="585"/>
                  </a:cubicBezTo>
                  <a:close/>
                  <a:moveTo>
                    <a:pt x="1909" y="1"/>
                  </a:moveTo>
                  <a:cubicBezTo>
                    <a:pt x="1393" y="1"/>
                    <a:pt x="932" y="370"/>
                    <a:pt x="846" y="884"/>
                  </a:cubicBezTo>
                  <a:lnTo>
                    <a:pt x="96" y="5123"/>
                  </a:lnTo>
                  <a:cubicBezTo>
                    <a:pt x="1" y="5706"/>
                    <a:pt x="382" y="6254"/>
                    <a:pt x="965" y="6361"/>
                  </a:cubicBezTo>
                  <a:lnTo>
                    <a:pt x="5204" y="7099"/>
                  </a:lnTo>
                  <a:cubicBezTo>
                    <a:pt x="5267" y="7111"/>
                    <a:pt x="5330" y="7117"/>
                    <a:pt x="5393" y="7117"/>
                  </a:cubicBezTo>
                  <a:cubicBezTo>
                    <a:pt x="5894" y="7117"/>
                    <a:pt x="6347" y="6749"/>
                    <a:pt x="6442" y="6230"/>
                  </a:cubicBezTo>
                  <a:lnTo>
                    <a:pt x="7180" y="2003"/>
                  </a:lnTo>
                  <a:cubicBezTo>
                    <a:pt x="7287" y="1420"/>
                    <a:pt x="6894" y="872"/>
                    <a:pt x="6311" y="765"/>
                  </a:cubicBezTo>
                  <a:lnTo>
                    <a:pt x="2084" y="15"/>
                  </a:lnTo>
                  <a:cubicBezTo>
                    <a:pt x="2025" y="5"/>
                    <a:pt x="1967" y="1"/>
                    <a:pt x="1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9"/>
            <p:cNvSpPr/>
            <p:nvPr/>
          </p:nvSpPr>
          <p:spPr>
            <a:xfrm>
              <a:off x="3745700" y="2791550"/>
              <a:ext cx="128600" cy="128600"/>
            </a:xfrm>
            <a:custGeom>
              <a:avLst/>
              <a:gdLst/>
              <a:ahLst/>
              <a:cxnLst/>
              <a:rect l="l" t="t" r="r" b="b"/>
              <a:pathLst>
                <a:path w="5144" h="5144" extrusionOk="0">
                  <a:moveTo>
                    <a:pt x="3907" y="52"/>
                  </a:moveTo>
                  <a:cubicBezTo>
                    <a:pt x="4290" y="52"/>
                    <a:pt x="4613" y="335"/>
                    <a:pt x="4668" y="727"/>
                  </a:cubicBezTo>
                  <a:lnTo>
                    <a:pt x="5084" y="3798"/>
                  </a:lnTo>
                  <a:cubicBezTo>
                    <a:pt x="5144" y="4227"/>
                    <a:pt x="4846" y="4608"/>
                    <a:pt x="4417" y="4668"/>
                  </a:cubicBezTo>
                  <a:lnTo>
                    <a:pt x="1346" y="5084"/>
                  </a:lnTo>
                  <a:cubicBezTo>
                    <a:pt x="1309" y="5089"/>
                    <a:pt x="1273" y="5092"/>
                    <a:pt x="1237" y="5092"/>
                  </a:cubicBezTo>
                  <a:cubicBezTo>
                    <a:pt x="854" y="5092"/>
                    <a:pt x="531" y="4809"/>
                    <a:pt x="477" y="4417"/>
                  </a:cubicBezTo>
                  <a:lnTo>
                    <a:pt x="60" y="1346"/>
                  </a:lnTo>
                  <a:cubicBezTo>
                    <a:pt x="0" y="917"/>
                    <a:pt x="298" y="536"/>
                    <a:pt x="727" y="477"/>
                  </a:cubicBezTo>
                  <a:lnTo>
                    <a:pt x="3798" y="60"/>
                  </a:lnTo>
                  <a:cubicBezTo>
                    <a:pt x="3835" y="55"/>
                    <a:pt x="3871" y="52"/>
                    <a:pt x="3907" y="52"/>
                  </a:cubicBezTo>
                  <a:close/>
                  <a:moveTo>
                    <a:pt x="858" y="0"/>
                  </a:moveTo>
                  <a:cubicBezTo>
                    <a:pt x="381" y="0"/>
                    <a:pt x="0" y="381"/>
                    <a:pt x="0" y="858"/>
                  </a:cubicBezTo>
                  <a:lnTo>
                    <a:pt x="0" y="4298"/>
                  </a:lnTo>
                  <a:cubicBezTo>
                    <a:pt x="0" y="4763"/>
                    <a:pt x="381" y="5144"/>
                    <a:pt x="858" y="5144"/>
                  </a:cubicBezTo>
                  <a:lnTo>
                    <a:pt x="4298" y="5144"/>
                  </a:lnTo>
                  <a:cubicBezTo>
                    <a:pt x="4763" y="5144"/>
                    <a:pt x="5144" y="4763"/>
                    <a:pt x="5144" y="4287"/>
                  </a:cubicBezTo>
                  <a:lnTo>
                    <a:pt x="5144" y="858"/>
                  </a:lnTo>
                  <a:cubicBezTo>
                    <a:pt x="5144" y="381"/>
                    <a:pt x="4763" y="0"/>
                    <a:pt x="4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9"/>
            <p:cNvSpPr/>
            <p:nvPr/>
          </p:nvSpPr>
          <p:spPr>
            <a:xfrm>
              <a:off x="3751650" y="2798975"/>
              <a:ext cx="116700" cy="113750"/>
            </a:xfrm>
            <a:custGeom>
              <a:avLst/>
              <a:gdLst/>
              <a:ahLst/>
              <a:cxnLst/>
              <a:rect l="l" t="t" r="r" b="b"/>
              <a:pathLst>
                <a:path w="4668" h="4550" extrusionOk="0">
                  <a:moveTo>
                    <a:pt x="3156" y="101"/>
                  </a:moveTo>
                  <a:cubicBezTo>
                    <a:pt x="3413" y="101"/>
                    <a:pt x="3653" y="267"/>
                    <a:pt x="3739" y="525"/>
                  </a:cubicBezTo>
                  <a:lnTo>
                    <a:pt x="4489" y="2894"/>
                  </a:lnTo>
                  <a:cubicBezTo>
                    <a:pt x="4596" y="3216"/>
                    <a:pt x="4418" y="3561"/>
                    <a:pt x="4084" y="3668"/>
                  </a:cubicBezTo>
                  <a:lnTo>
                    <a:pt x="1715" y="4418"/>
                  </a:lnTo>
                  <a:cubicBezTo>
                    <a:pt x="1651" y="4439"/>
                    <a:pt x="1587" y="4449"/>
                    <a:pt x="1524" y="4449"/>
                  </a:cubicBezTo>
                  <a:cubicBezTo>
                    <a:pt x="1266" y="4449"/>
                    <a:pt x="1027" y="4283"/>
                    <a:pt x="941" y="4025"/>
                  </a:cubicBezTo>
                  <a:lnTo>
                    <a:pt x="191" y="1656"/>
                  </a:lnTo>
                  <a:cubicBezTo>
                    <a:pt x="84" y="1334"/>
                    <a:pt x="262" y="989"/>
                    <a:pt x="584" y="882"/>
                  </a:cubicBezTo>
                  <a:lnTo>
                    <a:pt x="596" y="882"/>
                  </a:lnTo>
                  <a:lnTo>
                    <a:pt x="2965" y="132"/>
                  </a:lnTo>
                  <a:cubicBezTo>
                    <a:pt x="3028" y="111"/>
                    <a:pt x="3093" y="101"/>
                    <a:pt x="3156" y="101"/>
                  </a:cubicBezTo>
                  <a:close/>
                  <a:moveTo>
                    <a:pt x="3460" y="1"/>
                  </a:moveTo>
                  <a:cubicBezTo>
                    <a:pt x="3419" y="1"/>
                    <a:pt x="3377" y="5"/>
                    <a:pt x="3334" y="13"/>
                  </a:cubicBezTo>
                  <a:lnTo>
                    <a:pt x="620" y="489"/>
                  </a:lnTo>
                  <a:cubicBezTo>
                    <a:pt x="250" y="561"/>
                    <a:pt x="0" y="906"/>
                    <a:pt x="72" y="1287"/>
                  </a:cubicBezTo>
                  <a:lnTo>
                    <a:pt x="548" y="3990"/>
                  </a:lnTo>
                  <a:cubicBezTo>
                    <a:pt x="611" y="4316"/>
                    <a:pt x="889" y="4549"/>
                    <a:pt x="1208" y="4549"/>
                  </a:cubicBezTo>
                  <a:cubicBezTo>
                    <a:pt x="1249" y="4549"/>
                    <a:pt x="1291" y="4545"/>
                    <a:pt x="1334" y="4537"/>
                  </a:cubicBezTo>
                  <a:lnTo>
                    <a:pt x="4049" y="4061"/>
                  </a:lnTo>
                  <a:cubicBezTo>
                    <a:pt x="4418" y="3990"/>
                    <a:pt x="4668" y="3644"/>
                    <a:pt x="4596" y="3263"/>
                  </a:cubicBezTo>
                  <a:lnTo>
                    <a:pt x="4120" y="561"/>
                  </a:lnTo>
                  <a:cubicBezTo>
                    <a:pt x="4057" y="234"/>
                    <a:pt x="3779" y="1"/>
                    <a:pt x="3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9"/>
            <p:cNvSpPr/>
            <p:nvPr/>
          </p:nvSpPr>
          <p:spPr>
            <a:xfrm>
              <a:off x="3759375" y="2806875"/>
              <a:ext cx="101250" cy="97950"/>
            </a:xfrm>
            <a:custGeom>
              <a:avLst/>
              <a:gdLst/>
              <a:ahLst/>
              <a:cxnLst/>
              <a:rect l="l" t="t" r="r" b="b"/>
              <a:pathLst>
                <a:path w="4050" h="3918" extrusionOk="0">
                  <a:moveTo>
                    <a:pt x="2445" y="126"/>
                  </a:moveTo>
                  <a:cubicBezTo>
                    <a:pt x="2621" y="126"/>
                    <a:pt x="2791" y="222"/>
                    <a:pt x="2882" y="387"/>
                  </a:cubicBezTo>
                  <a:lnTo>
                    <a:pt x="3799" y="2150"/>
                  </a:lnTo>
                  <a:cubicBezTo>
                    <a:pt x="3930" y="2388"/>
                    <a:pt x="3835" y="2685"/>
                    <a:pt x="3597" y="2816"/>
                  </a:cubicBezTo>
                  <a:lnTo>
                    <a:pt x="1835" y="3745"/>
                  </a:lnTo>
                  <a:cubicBezTo>
                    <a:pt x="1761" y="3785"/>
                    <a:pt x="1683" y="3804"/>
                    <a:pt x="1605" y="3804"/>
                  </a:cubicBezTo>
                  <a:cubicBezTo>
                    <a:pt x="1429" y="3804"/>
                    <a:pt x="1259" y="3708"/>
                    <a:pt x="1168" y="3543"/>
                  </a:cubicBezTo>
                  <a:lnTo>
                    <a:pt x="251" y="1780"/>
                  </a:lnTo>
                  <a:cubicBezTo>
                    <a:pt x="120" y="1530"/>
                    <a:pt x="203" y="1233"/>
                    <a:pt x="453" y="1102"/>
                  </a:cubicBezTo>
                  <a:lnTo>
                    <a:pt x="2216" y="185"/>
                  </a:lnTo>
                  <a:cubicBezTo>
                    <a:pt x="2289" y="145"/>
                    <a:pt x="2367" y="126"/>
                    <a:pt x="2445" y="126"/>
                  </a:cubicBezTo>
                  <a:close/>
                  <a:moveTo>
                    <a:pt x="2676" y="1"/>
                  </a:moveTo>
                  <a:cubicBezTo>
                    <a:pt x="2618" y="1"/>
                    <a:pt x="2558" y="10"/>
                    <a:pt x="2501" y="30"/>
                  </a:cubicBezTo>
                  <a:lnTo>
                    <a:pt x="430" y="792"/>
                  </a:lnTo>
                  <a:cubicBezTo>
                    <a:pt x="144" y="887"/>
                    <a:pt x="1" y="1209"/>
                    <a:pt x="96" y="1483"/>
                  </a:cubicBezTo>
                  <a:lnTo>
                    <a:pt x="858" y="3554"/>
                  </a:lnTo>
                  <a:cubicBezTo>
                    <a:pt x="934" y="3781"/>
                    <a:pt x="1151" y="3917"/>
                    <a:pt x="1379" y="3917"/>
                  </a:cubicBezTo>
                  <a:cubicBezTo>
                    <a:pt x="1440" y="3917"/>
                    <a:pt x="1501" y="3908"/>
                    <a:pt x="1561" y="3888"/>
                  </a:cubicBezTo>
                  <a:lnTo>
                    <a:pt x="3620" y="3126"/>
                  </a:lnTo>
                  <a:cubicBezTo>
                    <a:pt x="3906" y="3031"/>
                    <a:pt x="4049" y="2709"/>
                    <a:pt x="3954" y="2435"/>
                  </a:cubicBezTo>
                  <a:lnTo>
                    <a:pt x="3192" y="364"/>
                  </a:lnTo>
                  <a:cubicBezTo>
                    <a:pt x="3116" y="137"/>
                    <a:pt x="2899" y="1"/>
                    <a:pt x="26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9"/>
            <p:cNvSpPr/>
            <p:nvPr/>
          </p:nvSpPr>
          <p:spPr>
            <a:xfrm>
              <a:off x="6793700" y="846675"/>
              <a:ext cx="588175" cy="4018375"/>
            </a:xfrm>
            <a:custGeom>
              <a:avLst/>
              <a:gdLst/>
              <a:ahLst/>
              <a:cxnLst/>
              <a:rect l="l" t="t" r="r" b="b"/>
              <a:pathLst>
                <a:path w="23527" h="160735" extrusionOk="0">
                  <a:moveTo>
                    <a:pt x="0" y="0"/>
                  </a:moveTo>
                  <a:lnTo>
                    <a:pt x="19991" y="148602"/>
                  </a:lnTo>
                  <a:cubicBezTo>
                    <a:pt x="20527" y="152626"/>
                    <a:pt x="20503" y="156710"/>
                    <a:pt x="19896" y="160734"/>
                  </a:cubicBezTo>
                  <a:lnTo>
                    <a:pt x="23527" y="160734"/>
                  </a:lnTo>
                  <a:lnTo>
                    <a:pt x="23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9"/>
            <p:cNvSpPr/>
            <p:nvPr/>
          </p:nvSpPr>
          <p:spPr>
            <a:xfrm>
              <a:off x="238125" y="846675"/>
              <a:ext cx="588475" cy="4018375"/>
            </a:xfrm>
            <a:custGeom>
              <a:avLst/>
              <a:gdLst/>
              <a:ahLst/>
              <a:cxnLst/>
              <a:rect l="l" t="t" r="r" b="b"/>
              <a:pathLst>
                <a:path w="23539" h="160735" extrusionOk="0">
                  <a:moveTo>
                    <a:pt x="0" y="0"/>
                  </a:moveTo>
                  <a:lnTo>
                    <a:pt x="0" y="160734"/>
                  </a:lnTo>
                  <a:lnTo>
                    <a:pt x="23539" y="160734"/>
                  </a:lnTo>
                  <a:lnTo>
                    <a:pt x="3548" y="12144"/>
                  </a:lnTo>
                  <a:cubicBezTo>
                    <a:pt x="3000" y="8108"/>
                    <a:pt x="3024" y="4024"/>
                    <a:pt x="3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9"/>
            <p:cNvSpPr/>
            <p:nvPr/>
          </p:nvSpPr>
          <p:spPr>
            <a:xfrm>
              <a:off x="5877800" y="846675"/>
              <a:ext cx="1115950" cy="4018375"/>
            </a:xfrm>
            <a:custGeom>
              <a:avLst/>
              <a:gdLst/>
              <a:ahLst/>
              <a:cxnLst/>
              <a:rect l="l" t="t" r="r" b="b"/>
              <a:pathLst>
                <a:path w="44638" h="160735" extrusionOk="0">
                  <a:moveTo>
                    <a:pt x="1" y="0"/>
                  </a:moveTo>
                  <a:lnTo>
                    <a:pt x="36541" y="114764"/>
                  </a:lnTo>
                  <a:cubicBezTo>
                    <a:pt x="42280" y="132778"/>
                    <a:pt x="32326" y="152042"/>
                    <a:pt x="14312" y="157781"/>
                  </a:cubicBezTo>
                  <a:lnTo>
                    <a:pt x="5013" y="160734"/>
                  </a:lnTo>
                  <a:lnTo>
                    <a:pt x="38922" y="160734"/>
                  </a:lnTo>
                  <a:cubicBezTo>
                    <a:pt x="43161" y="153138"/>
                    <a:pt x="44637" y="144303"/>
                    <a:pt x="43113" y="135731"/>
                  </a:cubicBezTo>
                  <a:lnTo>
                    <a:pt x="19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9"/>
            <p:cNvSpPr/>
            <p:nvPr/>
          </p:nvSpPr>
          <p:spPr>
            <a:xfrm>
              <a:off x="626250" y="846675"/>
              <a:ext cx="1115950" cy="4018375"/>
            </a:xfrm>
            <a:custGeom>
              <a:avLst/>
              <a:gdLst/>
              <a:ahLst/>
              <a:cxnLst/>
              <a:rect l="l" t="t" r="r" b="b"/>
              <a:pathLst>
                <a:path w="44638" h="160735" extrusionOk="0">
                  <a:moveTo>
                    <a:pt x="5716" y="0"/>
                  </a:moveTo>
                  <a:cubicBezTo>
                    <a:pt x="1477" y="7596"/>
                    <a:pt x="1" y="16431"/>
                    <a:pt x="1525" y="25003"/>
                  </a:cubicBezTo>
                  <a:lnTo>
                    <a:pt x="25456" y="160734"/>
                  </a:lnTo>
                  <a:lnTo>
                    <a:pt x="44637" y="160734"/>
                  </a:lnTo>
                  <a:lnTo>
                    <a:pt x="8097" y="45970"/>
                  </a:lnTo>
                  <a:cubicBezTo>
                    <a:pt x="2358" y="27956"/>
                    <a:pt x="12312" y="8703"/>
                    <a:pt x="30338" y="2953"/>
                  </a:cubicBezTo>
                  <a:lnTo>
                    <a:pt x="39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9"/>
            <p:cNvSpPr/>
            <p:nvPr/>
          </p:nvSpPr>
          <p:spPr>
            <a:xfrm>
              <a:off x="4422575" y="846675"/>
              <a:ext cx="2201475" cy="4018375"/>
            </a:xfrm>
            <a:custGeom>
              <a:avLst/>
              <a:gdLst/>
              <a:ahLst/>
              <a:cxnLst/>
              <a:rect l="l" t="t" r="r" b="b"/>
              <a:pathLst>
                <a:path w="88059" h="160735" extrusionOk="0">
                  <a:moveTo>
                    <a:pt x="26575" y="0"/>
                  </a:moveTo>
                  <a:lnTo>
                    <a:pt x="74224" y="90904"/>
                  </a:lnTo>
                  <a:cubicBezTo>
                    <a:pt x="81248" y="104299"/>
                    <a:pt x="76081" y="120848"/>
                    <a:pt x="62686" y="127873"/>
                  </a:cubicBezTo>
                  <a:lnTo>
                    <a:pt x="0" y="160734"/>
                  </a:lnTo>
                  <a:lnTo>
                    <a:pt x="22039" y="160734"/>
                  </a:lnTo>
                  <a:lnTo>
                    <a:pt x="64199" y="145399"/>
                  </a:lnTo>
                  <a:cubicBezTo>
                    <a:pt x="79939" y="139660"/>
                    <a:pt x="88059" y="122253"/>
                    <a:pt x="82332" y="106513"/>
                  </a:cubicBezTo>
                  <a:lnTo>
                    <a:pt x="435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9"/>
            <p:cNvSpPr/>
            <p:nvPr/>
          </p:nvSpPr>
          <p:spPr>
            <a:xfrm>
              <a:off x="996250" y="846675"/>
              <a:ext cx="2201175" cy="4018375"/>
            </a:xfrm>
            <a:custGeom>
              <a:avLst/>
              <a:gdLst/>
              <a:ahLst/>
              <a:cxnLst/>
              <a:rect l="l" t="t" r="r" b="b"/>
              <a:pathLst>
                <a:path w="88047" h="160735" extrusionOk="0">
                  <a:moveTo>
                    <a:pt x="66008" y="0"/>
                  </a:moveTo>
                  <a:lnTo>
                    <a:pt x="23860" y="15347"/>
                  </a:lnTo>
                  <a:cubicBezTo>
                    <a:pt x="8108" y="21074"/>
                    <a:pt x="0" y="38481"/>
                    <a:pt x="5727" y="54221"/>
                  </a:cubicBezTo>
                  <a:lnTo>
                    <a:pt x="44494" y="160734"/>
                  </a:lnTo>
                  <a:lnTo>
                    <a:pt x="61472" y="160734"/>
                  </a:lnTo>
                  <a:lnTo>
                    <a:pt x="13823" y="69830"/>
                  </a:lnTo>
                  <a:cubicBezTo>
                    <a:pt x="6799" y="56436"/>
                    <a:pt x="11966" y="39886"/>
                    <a:pt x="25361" y="32861"/>
                  </a:cubicBezTo>
                  <a:lnTo>
                    <a:pt x="880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69"/>
            <p:cNvSpPr/>
            <p:nvPr/>
          </p:nvSpPr>
          <p:spPr>
            <a:xfrm>
              <a:off x="3905525" y="846675"/>
              <a:ext cx="2266675" cy="4018375"/>
            </a:xfrm>
            <a:custGeom>
              <a:avLst/>
              <a:gdLst/>
              <a:ahLst/>
              <a:cxnLst/>
              <a:rect l="l" t="t" r="r" b="b"/>
              <a:pathLst>
                <a:path w="90667" h="160735" extrusionOk="0">
                  <a:moveTo>
                    <a:pt x="15955" y="0"/>
                  </a:moveTo>
                  <a:cubicBezTo>
                    <a:pt x="18087" y="1357"/>
                    <a:pt x="19956" y="3072"/>
                    <a:pt x="21492" y="5072"/>
                  </a:cubicBezTo>
                  <a:lnTo>
                    <a:pt x="75427" y="74950"/>
                  </a:lnTo>
                  <a:cubicBezTo>
                    <a:pt x="82821" y="84534"/>
                    <a:pt x="81047" y="98286"/>
                    <a:pt x="71474" y="105680"/>
                  </a:cubicBezTo>
                  <a:lnTo>
                    <a:pt x="1596" y="159615"/>
                  </a:lnTo>
                  <a:cubicBezTo>
                    <a:pt x="1072" y="160020"/>
                    <a:pt x="549" y="160389"/>
                    <a:pt x="1" y="160734"/>
                  </a:cubicBezTo>
                  <a:lnTo>
                    <a:pt x="3275" y="160734"/>
                  </a:lnTo>
                  <a:lnTo>
                    <a:pt x="75082" y="119277"/>
                  </a:lnTo>
                  <a:cubicBezTo>
                    <a:pt x="86690" y="112573"/>
                    <a:pt x="90667" y="97738"/>
                    <a:pt x="83964" y="86130"/>
                  </a:cubicBezTo>
                  <a:lnTo>
                    <a:pt x="35089" y="1453"/>
                  </a:lnTo>
                  <a:cubicBezTo>
                    <a:pt x="34803" y="964"/>
                    <a:pt x="34493" y="476"/>
                    <a:pt x="34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69"/>
            <p:cNvSpPr/>
            <p:nvPr/>
          </p:nvSpPr>
          <p:spPr>
            <a:xfrm>
              <a:off x="1447500" y="846675"/>
              <a:ext cx="2266975" cy="4018375"/>
            </a:xfrm>
            <a:custGeom>
              <a:avLst/>
              <a:gdLst/>
              <a:ahLst/>
              <a:cxnLst/>
              <a:rect l="l" t="t" r="r" b="b"/>
              <a:pathLst>
                <a:path w="90679" h="160735" extrusionOk="0">
                  <a:moveTo>
                    <a:pt x="87404" y="0"/>
                  </a:moveTo>
                  <a:lnTo>
                    <a:pt x="15585" y="41457"/>
                  </a:lnTo>
                  <a:cubicBezTo>
                    <a:pt x="3977" y="48161"/>
                    <a:pt x="0" y="62996"/>
                    <a:pt x="6703" y="74604"/>
                  </a:cubicBezTo>
                  <a:lnTo>
                    <a:pt x="55590" y="159281"/>
                  </a:lnTo>
                  <a:cubicBezTo>
                    <a:pt x="55876" y="159770"/>
                    <a:pt x="56186" y="160258"/>
                    <a:pt x="56507" y="160734"/>
                  </a:cubicBezTo>
                  <a:lnTo>
                    <a:pt x="74724" y="160734"/>
                  </a:lnTo>
                  <a:cubicBezTo>
                    <a:pt x="72593" y="159377"/>
                    <a:pt x="70723" y="157662"/>
                    <a:pt x="69187" y="155662"/>
                  </a:cubicBezTo>
                  <a:lnTo>
                    <a:pt x="15252" y="85784"/>
                  </a:lnTo>
                  <a:cubicBezTo>
                    <a:pt x="7858" y="76200"/>
                    <a:pt x="9632" y="62448"/>
                    <a:pt x="19205" y="55054"/>
                  </a:cubicBezTo>
                  <a:lnTo>
                    <a:pt x="89083" y="1119"/>
                  </a:lnTo>
                  <a:cubicBezTo>
                    <a:pt x="89607" y="714"/>
                    <a:pt x="90130" y="345"/>
                    <a:pt x="90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69"/>
          <p:cNvGrpSpPr/>
          <p:nvPr/>
        </p:nvGrpSpPr>
        <p:grpSpPr>
          <a:xfrm>
            <a:off x="3342148" y="3342367"/>
            <a:ext cx="2475956" cy="1262046"/>
            <a:chOff x="155075" y="839700"/>
            <a:chExt cx="7399750" cy="4023100"/>
          </a:xfrm>
        </p:grpSpPr>
        <p:sp>
          <p:nvSpPr>
            <p:cNvPr id="964" name="Google Shape;964;p69"/>
            <p:cNvSpPr/>
            <p:nvPr/>
          </p:nvSpPr>
          <p:spPr>
            <a:xfrm>
              <a:off x="2830100" y="854275"/>
              <a:ext cx="8075" cy="9550"/>
            </a:xfrm>
            <a:custGeom>
              <a:avLst/>
              <a:gdLst/>
              <a:ahLst/>
              <a:cxnLst/>
              <a:rect l="l" t="t" r="r" b="b"/>
              <a:pathLst>
                <a:path w="323" h="382" extrusionOk="0">
                  <a:moveTo>
                    <a:pt x="322" y="0"/>
                  </a:moveTo>
                  <a:lnTo>
                    <a:pt x="167" y="179"/>
                  </a:lnTo>
                  <a:lnTo>
                    <a:pt x="1" y="381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69"/>
            <p:cNvSpPr/>
            <p:nvPr/>
          </p:nvSpPr>
          <p:spPr>
            <a:xfrm>
              <a:off x="2838150" y="847725"/>
              <a:ext cx="5675" cy="6575"/>
            </a:xfrm>
            <a:custGeom>
              <a:avLst/>
              <a:gdLst/>
              <a:ahLst/>
              <a:cxnLst/>
              <a:rect l="l" t="t" r="r" b="b"/>
              <a:pathLst>
                <a:path w="227" h="263" extrusionOk="0">
                  <a:moveTo>
                    <a:pt x="226" y="1"/>
                  </a:moveTo>
                  <a:cubicBezTo>
                    <a:pt x="143" y="84"/>
                    <a:pt x="72" y="167"/>
                    <a:pt x="0" y="262"/>
                  </a:cubicBezTo>
                  <a:lnTo>
                    <a:pt x="119" y="131"/>
                  </a:lnTo>
                  <a:cubicBezTo>
                    <a:pt x="155" y="84"/>
                    <a:pt x="191" y="36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9"/>
            <p:cNvSpPr/>
            <p:nvPr/>
          </p:nvSpPr>
          <p:spPr>
            <a:xfrm>
              <a:off x="2843800" y="839700"/>
              <a:ext cx="6575" cy="8050"/>
            </a:xfrm>
            <a:custGeom>
              <a:avLst/>
              <a:gdLst/>
              <a:ahLst/>
              <a:cxnLst/>
              <a:rect l="l" t="t" r="r" b="b"/>
              <a:pathLst>
                <a:path w="263" h="322" extrusionOk="0">
                  <a:moveTo>
                    <a:pt x="262" y="0"/>
                  </a:moveTo>
                  <a:lnTo>
                    <a:pt x="143" y="131"/>
                  </a:lnTo>
                  <a:lnTo>
                    <a:pt x="0" y="321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9"/>
            <p:cNvSpPr/>
            <p:nvPr/>
          </p:nvSpPr>
          <p:spPr>
            <a:xfrm>
              <a:off x="2201450" y="897850"/>
              <a:ext cx="2881650" cy="3718400"/>
            </a:xfrm>
            <a:custGeom>
              <a:avLst/>
              <a:gdLst/>
              <a:ahLst/>
              <a:cxnLst/>
              <a:rect l="l" t="t" r="r" b="b"/>
              <a:pathLst>
                <a:path w="115266" h="148736" extrusionOk="0">
                  <a:moveTo>
                    <a:pt x="46413" y="3506"/>
                  </a:moveTo>
                  <a:cubicBezTo>
                    <a:pt x="69385" y="3506"/>
                    <a:pt x="93564" y="27077"/>
                    <a:pt x="103335" y="60932"/>
                  </a:cubicBezTo>
                  <a:cubicBezTo>
                    <a:pt x="114396" y="99269"/>
                    <a:pt x="102823" y="136274"/>
                    <a:pt x="77487" y="143596"/>
                  </a:cubicBezTo>
                  <a:cubicBezTo>
                    <a:pt x="74529" y="144449"/>
                    <a:pt x="71515" y="144860"/>
                    <a:pt x="68481" y="144860"/>
                  </a:cubicBezTo>
                  <a:cubicBezTo>
                    <a:pt x="45502" y="144860"/>
                    <a:pt x="21331" y="121290"/>
                    <a:pt x="11550" y="87435"/>
                  </a:cubicBezTo>
                  <a:cubicBezTo>
                    <a:pt x="477" y="49097"/>
                    <a:pt x="12062" y="12092"/>
                    <a:pt x="37410" y="4770"/>
                  </a:cubicBezTo>
                  <a:cubicBezTo>
                    <a:pt x="40366" y="3917"/>
                    <a:pt x="43379" y="3506"/>
                    <a:pt x="46413" y="3506"/>
                  </a:cubicBezTo>
                  <a:close/>
                  <a:moveTo>
                    <a:pt x="47928" y="0"/>
                  </a:moveTo>
                  <a:cubicBezTo>
                    <a:pt x="45391" y="0"/>
                    <a:pt x="42859" y="286"/>
                    <a:pt x="40351" y="877"/>
                  </a:cubicBezTo>
                  <a:cubicBezTo>
                    <a:pt x="13788" y="7128"/>
                    <a:pt x="1" y="45096"/>
                    <a:pt x="9549" y="85684"/>
                  </a:cubicBezTo>
                  <a:cubicBezTo>
                    <a:pt x="18196" y="122428"/>
                    <a:pt x="43011" y="148735"/>
                    <a:pt x="67338" y="148735"/>
                  </a:cubicBezTo>
                  <a:cubicBezTo>
                    <a:pt x="69875" y="148735"/>
                    <a:pt x="72407" y="148449"/>
                    <a:pt x="74915" y="147859"/>
                  </a:cubicBezTo>
                  <a:cubicBezTo>
                    <a:pt x="101478" y="141620"/>
                    <a:pt x="115265" y="103651"/>
                    <a:pt x="105728" y="63063"/>
                  </a:cubicBezTo>
                  <a:cubicBezTo>
                    <a:pt x="97092" y="26308"/>
                    <a:pt x="72258" y="0"/>
                    <a:pt x="47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9"/>
            <p:cNvSpPr/>
            <p:nvPr/>
          </p:nvSpPr>
          <p:spPr>
            <a:xfrm>
              <a:off x="2232100" y="1072100"/>
              <a:ext cx="2801575" cy="3351125"/>
            </a:xfrm>
            <a:custGeom>
              <a:avLst/>
              <a:gdLst/>
              <a:ahLst/>
              <a:cxnLst/>
              <a:rect l="l" t="t" r="r" b="b"/>
              <a:pathLst>
                <a:path w="112063" h="134045" extrusionOk="0">
                  <a:moveTo>
                    <a:pt x="43010" y="3426"/>
                  </a:moveTo>
                  <a:cubicBezTo>
                    <a:pt x="63412" y="3426"/>
                    <a:pt x="85865" y="22028"/>
                    <a:pt x="97180" y="50271"/>
                  </a:cubicBezTo>
                  <a:cubicBezTo>
                    <a:pt x="110729" y="84072"/>
                    <a:pt x="103204" y="118886"/>
                    <a:pt x="80368" y="128042"/>
                  </a:cubicBezTo>
                  <a:cubicBezTo>
                    <a:pt x="76619" y="129545"/>
                    <a:pt x="72692" y="130262"/>
                    <a:pt x="68685" y="130262"/>
                  </a:cubicBezTo>
                  <a:cubicBezTo>
                    <a:pt x="48283" y="130262"/>
                    <a:pt x="25830" y="111658"/>
                    <a:pt x="14515" y="83406"/>
                  </a:cubicBezTo>
                  <a:cubicBezTo>
                    <a:pt x="965" y="49604"/>
                    <a:pt x="8490" y="14790"/>
                    <a:pt x="31326" y="5646"/>
                  </a:cubicBezTo>
                  <a:cubicBezTo>
                    <a:pt x="35075" y="4143"/>
                    <a:pt x="39003" y="3426"/>
                    <a:pt x="43010" y="3426"/>
                  </a:cubicBezTo>
                  <a:close/>
                  <a:moveTo>
                    <a:pt x="43971" y="1"/>
                  </a:moveTo>
                  <a:cubicBezTo>
                    <a:pt x="40444" y="1"/>
                    <a:pt x="36962" y="557"/>
                    <a:pt x="33589" y="1717"/>
                  </a:cubicBezTo>
                  <a:cubicBezTo>
                    <a:pt x="9490" y="10004"/>
                    <a:pt x="1" y="45961"/>
                    <a:pt x="12395" y="82024"/>
                  </a:cubicBezTo>
                  <a:cubicBezTo>
                    <a:pt x="23065" y="113041"/>
                    <a:pt x="46443" y="134044"/>
                    <a:pt x="68101" y="134044"/>
                  </a:cubicBezTo>
                  <a:cubicBezTo>
                    <a:pt x="71625" y="134044"/>
                    <a:pt x="75104" y="133488"/>
                    <a:pt x="78475" y="132328"/>
                  </a:cubicBezTo>
                  <a:cubicBezTo>
                    <a:pt x="102573" y="124041"/>
                    <a:pt x="112063" y="88097"/>
                    <a:pt x="99668" y="52021"/>
                  </a:cubicBezTo>
                  <a:cubicBezTo>
                    <a:pt x="89009" y="20996"/>
                    <a:pt x="65634" y="1"/>
                    <a:pt x="4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9"/>
            <p:cNvSpPr/>
            <p:nvPr/>
          </p:nvSpPr>
          <p:spPr>
            <a:xfrm>
              <a:off x="2285700" y="1241400"/>
              <a:ext cx="2675650" cy="2994075"/>
            </a:xfrm>
            <a:custGeom>
              <a:avLst/>
              <a:gdLst/>
              <a:ahLst/>
              <a:cxnLst/>
              <a:rect l="l" t="t" r="r" b="b"/>
              <a:pathLst>
                <a:path w="107026" h="119763" extrusionOk="0">
                  <a:moveTo>
                    <a:pt x="39684" y="3257"/>
                  </a:moveTo>
                  <a:cubicBezTo>
                    <a:pt x="57657" y="3257"/>
                    <a:pt x="77979" y="17563"/>
                    <a:pt x="89999" y="40558"/>
                  </a:cubicBezTo>
                  <a:cubicBezTo>
                    <a:pt x="105299" y="69859"/>
                    <a:pt x="101310" y="102196"/>
                    <a:pt x="81058" y="112769"/>
                  </a:cubicBezTo>
                  <a:cubicBezTo>
                    <a:pt x="76690" y="115049"/>
                    <a:pt x="71923" y="116131"/>
                    <a:pt x="66980" y="116131"/>
                  </a:cubicBezTo>
                  <a:cubicBezTo>
                    <a:pt x="49004" y="116131"/>
                    <a:pt x="28690" y="101827"/>
                    <a:pt x="16681" y="78836"/>
                  </a:cubicBezTo>
                  <a:cubicBezTo>
                    <a:pt x="1381" y="49511"/>
                    <a:pt x="5382" y="17186"/>
                    <a:pt x="25622" y="6613"/>
                  </a:cubicBezTo>
                  <a:cubicBezTo>
                    <a:pt x="29985" y="4337"/>
                    <a:pt x="34746" y="3257"/>
                    <a:pt x="39684" y="3257"/>
                  </a:cubicBezTo>
                  <a:close/>
                  <a:moveTo>
                    <a:pt x="40150" y="0"/>
                  </a:moveTo>
                  <a:cubicBezTo>
                    <a:pt x="35673" y="0"/>
                    <a:pt x="31319" y="892"/>
                    <a:pt x="27242" y="2768"/>
                  </a:cubicBezTo>
                  <a:cubicBezTo>
                    <a:pt x="5703" y="12674"/>
                    <a:pt x="0" y="46297"/>
                    <a:pt x="14514" y="77824"/>
                  </a:cubicBezTo>
                  <a:cubicBezTo>
                    <a:pt x="26280" y="103402"/>
                    <a:pt x="47718" y="119763"/>
                    <a:pt x="66888" y="119763"/>
                  </a:cubicBezTo>
                  <a:cubicBezTo>
                    <a:pt x="71365" y="119763"/>
                    <a:pt x="75718" y="118871"/>
                    <a:pt x="79796" y="116995"/>
                  </a:cubicBezTo>
                  <a:cubicBezTo>
                    <a:pt x="101334" y="107078"/>
                    <a:pt x="107025" y="73478"/>
                    <a:pt x="92524" y="41939"/>
                  </a:cubicBezTo>
                  <a:cubicBezTo>
                    <a:pt x="80767" y="16361"/>
                    <a:pt x="59323" y="0"/>
                    <a:pt x="40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9"/>
            <p:cNvSpPr/>
            <p:nvPr/>
          </p:nvSpPr>
          <p:spPr>
            <a:xfrm>
              <a:off x="2358625" y="1402200"/>
              <a:ext cx="2511650" cy="2654025"/>
            </a:xfrm>
            <a:custGeom>
              <a:avLst/>
              <a:gdLst/>
              <a:ahLst/>
              <a:cxnLst/>
              <a:rect l="l" t="t" r="r" b="b"/>
              <a:pathLst>
                <a:path w="100466" h="106161" extrusionOk="0">
                  <a:moveTo>
                    <a:pt x="36538" y="3050"/>
                  </a:moveTo>
                  <a:cubicBezTo>
                    <a:pt x="52181" y="3050"/>
                    <a:pt x="70052" y="13733"/>
                    <a:pt x="81987" y="31899"/>
                  </a:cubicBezTo>
                  <a:lnTo>
                    <a:pt x="81998" y="31899"/>
                  </a:lnTo>
                  <a:cubicBezTo>
                    <a:pt x="98393" y="56855"/>
                    <a:pt x="97393" y="86489"/>
                    <a:pt x="79748" y="98086"/>
                  </a:cubicBezTo>
                  <a:cubicBezTo>
                    <a:pt x="74948" y="101238"/>
                    <a:pt x="69410" y="102730"/>
                    <a:pt x="63562" y="102730"/>
                  </a:cubicBezTo>
                  <a:cubicBezTo>
                    <a:pt x="47914" y="102730"/>
                    <a:pt x="30041" y="92046"/>
                    <a:pt x="18098" y="73881"/>
                  </a:cubicBezTo>
                  <a:cubicBezTo>
                    <a:pt x="1703" y="48925"/>
                    <a:pt x="2715" y="19291"/>
                    <a:pt x="20360" y="7694"/>
                  </a:cubicBezTo>
                  <a:cubicBezTo>
                    <a:pt x="25157" y="4542"/>
                    <a:pt x="30692" y="3050"/>
                    <a:pt x="36538" y="3050"/>
                  </a:cubicBezTo>
                  <a:close/>
                  <a:moveTo>
                    <a:pt x="36553" y="0"/>
                  </a:moveTo>
                  <a:cubicBezTo>
                    <a:pt x="31153" y="0"/>
                    <a:pt x="25992" y="1283"/>
                    <a:pt x="21384" y="3991"/>
                  </a:cubicBezTo>
                  <a:cubicBezTo>
                    <a:pt x="2429" y="15135"/>
                    <a:pt x="0" y="46115"/>
                    <a:pt x="15943" y="73238"/>
                  </a:cubicBezTo>
                  <a:cubicBezTo>
                    <a:pt x="27988" y="93752"/>
                    <a:pt x="47111" y="106161"/>
                    <a:pt x="63910" y="106161"/>
                  </a:cubicBezTo>
                  <a:cubicBezTo>
                    <a:pt x="69312" y="106161"/>
                    <a:pt x="74473" y="104878"/>
                    <a:pt x="79081" y="102170"/>
                  </a:cubicBezTo>
                  <a:cubicBezTo>
                    <a:pt x="98012" y="91037"/>
                    <a:pt x="100465" y="60034"/>
                    <a:pt x="84523" y="32923"/>
                  </a:cubicBezTo>
                  <a:cubicBezTo>
                    <a:pt x="72468" y="12409"/>
                    <a:pt x="53350" y="0"/>
                    <a:pt x="36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9"/>
            <p:cNvSpPr/>
            <p:nvPr/>
          </p:nvSpPr>
          <p:spPr>
            <a:xfrm>
              <a:off x="2439575" y="1551825"/>
              <a:ext cx="2330975" cy="2335925"/>
            </a:xfrm>
            <a:custGeom>
              <a:avLst/>
              <a:gdLst/>
              <a:ahLst/>
              <a:cxnLst/>
              <a:rect l="l" t="t" r="r" b="b"/>
              <a:pathLst>
                <a:path w="93239" h="93437" extrusionOk="0">
                  <a:moveTo>
                    <a:pt x="33858" y="2808"/>
                  </a:moveTo>
                  <a:cubicBezTo>
                    <a:pt x="47244" y="2808"/>
                    <a:pt x="62493" y="10531"/>
                    <a:pt x="73736" y="24390"/>
                  </a:cubicBezTo>
                  <a:cubicBezTo>
                    <a:pt x="90619" y="45202"/>
                    <a:pt x="92084" y="72003"/>
                    <a:pt x="77010" y="84231"/>
                  </a:cubicBezTo>
                  <a:cubicBezTo>
                    <a:pt x="71975" y="88316"/>
                    <a:pt x="65731" y="90258"/>
                    <a:pt x="59017" y="90258"/>
                  </a:cubicBezTo>
                  <a:cubicBezTo>
                    <a:pt x="45633" y="90258"/>
                    <a:pt x="30385" y="82537"/>
                    <a:pt x="19134" y="68669"/>
                  </a:cubicBezTo>
                  <a:cubicBezTo>
                    <a:pt x="2251" y="47857"/>
                    <a:pt x="775" y="21080"/>
                    <a:pt x="15860" y="8841"/>
                  </a:cubicBezTo>
                  <a:cubicBezTo>
                    <a:pt x="20896" y="4752"/>
                    <a:pt x="27142" y="2808"/>
                    <a:pt x="33858" y="2808"/>
                  </a:cubicBezTo>
                  <a:close/>
                  <a:moveTo>
                    <a:pt x="33488" y="0"/>
                  </a:moveTo>
                  <a:cubicBezTo>
                    <a:pt x="27197" y="0"/>
                    <a:pt x="21295" y="1714"/>
                    <a:pt x="16348" y="5329"/>
                  </a:cubicBezTo>
                  <a:cubicBezTo>
                    <a:pt x="1" y="17294"/>
                    <a:pt x="298" y="45512"/>
                    <a:pt x="17015" y="68372"/>
                  </a:cubicBezTo>
                  <a:cubicBezTo>
                    <a:pt x="28674" y="84316"/>
                    <a:pt x="45238" y="93437"/>
                    <a:pt x="59744" y="93437"/>
                  </a:cubicBezTo>
                  <a:cubicBezTo>
                    <a:pt x="66037" y="93437"/>
                    <a:pt x="71942" y="91720"/>
                    <a:pt x="76891" y="88100"/>
                  </a:cubicBezTo>
                  <a:cubicBezTo>
                    <a:pt x="93238" y="76135"/>
                    <a:pt x="92953" y="47917"/>
                    <a:pt x="76236" y="25069"/>
                  </a:cubicBezTo>
                  <a:cubicBezTo>
                    <a:pt x="64575" y="9122"/>
                    <a:pt x="48000" y="0"/>
                    <a:pt x="33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9"/>
            <p:cNvSpPr/>
            <p:nvPr/>
          </p:nvSpPr>
          <p:spPr>
            <a:xfrm>
              <a:off x="2484225" y="1688950"/>
              <a:ext cx="2222925" cy="2043150"/>
            </a:xfrm>
            <a:custGeom>
              <a:avLst/>
              <a:gdLst/>
              <a:ahLst/>
              <a:cxnLst/>
              <a:rect l="l" t="t" r="r" b="b"/>
              <a:pathLst>
                <a:path w="88917" h="81726" extrusionOk="0">
                  <a:moveTo>
                    <a:pt x="33253" y="2534"/>
                  </a:moveTo>
                  <a:cubicBezTo>
                    <a:pt x="44434" y="2534"/>
                    <a:pt x="57015" y="7904"/>
                    <a:pt x="67080" y="18048"/>
                  </a:cubicBezTo>
                  <a:cubicBezTo>
                    <a:pt x="83892" y="35003"/>
                    <a:pt x="87333" y="58874"/>
                    <a:pt x="74736" y="71376"/>
                  </a:cubicBezTo>
                  <a:cubicBezTo>
                    <a:pt x="69676" y="76398"/>
                    <a:pt x="62803" y="78818"/>
                    <a:pt x="55298" y="78818"/>
                  </a:cubicBezTo>
                  <a:cubicBezTo>
                    <a:pt x="44120" y="78818"/>
                    <a:pt x="31540" y="73448"/>
                    <a:pt x="21468" y="63304"/>
                  </a:cubicBezTo>
                  <a:cubicBezTo>
                    <a:pt x="4632" y="46349"/>
                    <a:pt x="1215" y="22477"/>
                    <a:pt x="13812" y="9976"/>
                  </a:cubicBezTo>
                  <a:cubicBezTo>
                    <a:pt x="18872" y="4954"/>
                    <a:pt x="25747" y="2534"/>
                    <a:pt x="33253" y="2534"/>
                  </a:cubicBezTo>
                  <a:close/>
                  <a:moveTo>
                    <a:pt x="32600" y="1"/>
                  </a:moveTo>
                  <a:cubicBezTo>
                    <a:pt x="25475" y="1"/>
                    <a:pt x="18901" y="2180"/>
                    <a:pt x="13824" y="6737"/>
                  </a:cubicBezTo>
                  <a:cubicBezTo>
                    <a:pt x="1" y="19143"/>
                    <a:pt x="2513" y="44480"/>
                    <a:pt x="19432" y="63327"/>
                  </a:cubicBezTo>
                  <a:cubicBezTo>
                    <a:pt x="30137" y="75253"/>
                    <a:pt x="44045" y="81725"/>
                    <a:pt x="56318" y="81725"/>
                  </a:cubicBezTo>
                  <a:cubicBezTo>
                    <a:pt x="63443" y="81725"/>
                    <a:pt x="70016" y="79544"/>
                    <a:pt x="75093" y="74983"/>
                  </a:cubicBezTo>
                  <a:cubicBezTo>
                    <a:pt x="88916" y="62577"/>
                    <a:pt x="86404" y="37241"/>
                    <a:pt x="69485" y="18393"/>
                  </a:cubicBezTo>
                  <a:cubicBezTo>
                    <a:pt x="58781" y="6468"/>
                    <a:pt x="44873" y="1"/>
                    <a:pt x="32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9"/>
            <p:cNvSpPr/>
            <p:nvPr/>
          </p:nvSpPr>
          <p:spPr>
            <a:xfrm>
              <a:off x="2549425" y="1812000"/>
              <a:ext cx="2073775" cy="1778150"/>
            </a:xfrm>
            <a:custGeom>
              <a:avLst/>
              <a:gdLst/>
              <a:ahLst/>
              <a:cxnLst/>
              <a:rect l="l" t="t" r="r" b="b"/>
              <a:pathLst>
                <a:path w="82951" h="71126" extrusionOk="0">
                  <a:moveTo>
                    <a:pt x="32226" y="2249"/>
                  </a:moveTo>
                  <a:cubicBezTo>
                    <a:pt x="41274" y="2249"/>
                    <a:pt x="51273" y="5821"/>
                    <a:pt x="59829" y="12876"/>
                  </a:cubicBezTo>
                  <a:lnTo>
                    <a:pt x="59829" y="12864"/>
                  </a:lnTo>
                  <a:cubicBezTo>
                    <a:pt x="76129" y="26294"/>
                    <a:pt x="81034" y="47249"/>
                    <a:pt x="70795" y="59679"/>
                  </a:cubicBezTo>
                  <a:cubicBezTo>
                    <a:pt x="65933" y="65581"/>
                    <a:pt x="58530" y="68498"/>
                    <a:pt x="50351" y="68498"/>
                  </a:cubicBezTo>
                  <a:cubicBezTo>
                    <a:pt x="41303" y="68498"/>
                    <a:pt x="31307" y="64929"/>
                    <a:pt x="22753" y="57881"/>
                  </a:cubicBezTo>
                  <a:cubicBezTo>
                    <a:pt x="6453" y="44451"/>
                    <a:pt x="1548" y="23496"/>
                    <a:pt x="11787" y="11066"/>
                  </a:cubicBezTo>
                  <a:cubicBezTo>
                    <a:pt x="16648" y="5166"/>
                    <a:pt x="24049" y="2249"/>
                    <a:pt x="32226" y="2249"/>
                  </a:cubicBezTo>
                  <a:close/>
                  <a:moveTo>
                    <a:pt x="31400" y="1"/>
                  </a:moveTo>
                  <a:cubicBezTo>
                    <a:pt x="23540" y="1"/>
                    <a:pt x="16385" y="2667"/>
                    <a:pt x="11394" y="8137"/>
                  </a:cubicBezTo>
                  <a:cubicBezTo>
                    <a:pt x="0" y="20639"/>
                    <a:pt x="4227" y="43058"/>
                    <a:pt x="20836" y="58203"/>
                  </a:cubicBezTo>
                  <a:cubicBezTo>
                    <a:pt x="30184" y="66721"/>
                    <a:pt x="41457" y="71126"/>
                    <a:pt x="51560" y="71126"/>
                  </a:cubicBezTo>
                  <a:cubicBezTo>
                    <a:pt x="59419" y="71126"/>
                    <a:pt x="66571" y="68459"/>
                    <a:pt x="71557" y="62989"/>
                  </a:cubicBezTo>
                  <a:cubicBezTo>
                    <a:pt x="82951" y="50488"/>
                    <a:pt x="78724" y="28068"/>
                    <a:pt x="62115" y="12924"/>
                  </a:cubicBezTo>
                  <a:cubicBezTo>
                    <a:pt x="52773" y="4406"/>
                    <a:pt x="41504" y="1"/>
                    <a:pt x="31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9"/>
            <p:cNvSpPr/>
            <p:nvPr/>
          </p:nvSpPr>
          <p:spPr>
            <a:xfrm>
              <a:off x="2630675" y="1921175"/>
              <a:ext cx="1893125" cy="1541250"/>
            </a:xfrm>
            <a:custGeom>
              <a:avLst/>
              <a:gdLst/>
              <a:ahLst/>
              <a:cxnLst/>
              <a:rect l="l" t="t" r="r" b="b"/>
              <a:pathLst>
                <a:path w="75725" h="61650" extrusionOk="0">
                  <a:moveTo>
                    <a:pt x="30734" y="1979"/>
                  </a:moveTo>
                  <a:cubicBezTo>
                    <a:pt x="37760" y="1979"/>
                    <a:pt x="45367" y="4228"/>
                    <a:pt x="52245" y="8819"/>
                  </a:cubicBezTo>
                  <a:cubicBezTo>
                    <a:pt x="67616" y="19094"/>
                    <a:pt x="73533" y="37179"/>
                    <a:pt x="65485" y="49228"/>
                  </a:cubicBezTo>
                  <a:cubicBezTo>
                    <a:pt x="61040" y="55882"/>
                    <a:pt x="53261" y="59305"/>
                    <a:pt x="44598" y="59305"/>
                  </a:cubicBezTo>
                  <a:cubicBezTo>
                    <a:pt x="37574" y="59305"/>
                    <a:pt x="29969" y="57055"/>
                    <a:pt x="23087" y="52455"/>
                  </a:cubicBezTo>
                  <a:cubicBezTo>
                    <a:pt x="7728" y="42192"/>
                    <a:pt x="1810" y="24106"/>
                    <a:pt x="9847" y="12057"/>
                  </a:cubicBezTo>
                  <a:cubicBezTo>
                    <a:pt x="14291" y="5397"/>
                    <a:pt x="22071" y="1979"/>
                    <a:pt x="30734" y="1979"/>
                  </a:cubicBezTo>
                  <a:close/>
                  <a:moveTo>
                    <a:pt x="29855" y="0"/>
                  </a:moveTo>
                  <a:cubicBezTo>
                    <a:pt x="21407" y="0"/>
                    <a:pt x="13793" y="3170"/>
                    <a:pt x="9109" y="9473"/>
                  </a:cubicBezTo>
                  <a:cubicBezTo>
                    <a:pt x="0" y="21749"/>
                    <a:pt x="5465" y="41263"/>
                    <a:pt x="21336" y="53050"/>
                  </a:cubicBezTo>
                  <a:cubicBezTo>
                    <a:pt x="29064" y="58795"/>
                    <a:pt x="37833" y="61650"/>
                    <a:pt x="45850" y="61650"/>
                  </a:cubicBezTo>
                  <a:cubicBezTo>
                    <a:pt x="54299" y="61650"/>
                    <a:pt x="61913" y="58479"/>
                    <a:pt x="66592" y="52181"/>
                  </a:cubicBezTo>
                  <a:cubicBezTo>
                    <a:pt x="75724" y="39906"/>
                    <a:pt x="70247" y="20391"/>
                    <a:pt x="54376" y="8604"/>
                  </a:cubicBezTo>
                  <a:cubicBezTo>
                    <a:pt x="46647" y="2858"/>
                    <a:pt x="37875" y="0"/>
                    <a:pt x="2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9"/>
            <p:cNvSpPr/>
            <p:nvPr/>
          </p:nvSpPr>
          <p:spPr>
            <a:xfrm>
              <a:off x="2723250" y="2016700"/>
              <a:ext cx="1689225" cy="1331550"/>
            </a:xfrm>
            <a:custGeom>
              <a:avLst/>
              <a:gdLst/>
              <a:ahLst/>
              <a:cxnLst/>
              <a:rect l="l" t="t" r="r" b="b"/>
              <a:pathLst>
                <a:path w="67569" h="53262" extrusionOk="0">
                  <a:moveTo>
                    <a:pt x="28737" y="1730"/>
                  </a:moveTo>
                  <a:cubicBezTo>
                    <a:pt x="33905" y="1730"/>
                    <a:pt x="39392" y="3048"/>
                    <a:pt x="44577" y="5807"/>
                  </a:cubicBezTo>
                  <a:cubicBezTo>
                    <a:pt x="58686" y="13320"/>
                    <a:pt x="65211" y="28643"/>
                    <a:pt x="59151" y="40038"/>
                  </a:cubicBezTo>
                  <a:cubicBezTo>
                    <a:pt x="55308" y="47247"/>
                    <a:pt x="47352" y="51158"/>
                    <a:pt x="38450" y="51158"/>
                  </a:cubicBezTo>
                  <a:cubicBezTo>
                    <a:pt x="33282" y="51158"/>
                    <a:pt x="27796" y="49841"/>
                    <a:pt x="22610" y="47086"/>
                  </a:cubicBezTo>
                  <a:cubicBezTo>
                    <a:pt x="8501" y="39573"/>
                    <a:pt x="1977" y="24250"/>
                    <a:pt x="8037" y="12856"/>
                  </a:cubicBezTo>
                  <a:cubicBezTo>
                    <a:pt x="11872" y="5646"/>
                    <a:pt x="19831" y="1730"/>
                    <a:pt x="28737" y="1730"/>
                  </a:cubicBezTo>
                  <a:close/>
                  <a:moveTo>
                    <a:pt x="27909" y="1"/>
                  </a:moveTo>
                  <a:cubicBezTo>
                    <a:pt x="19093" y="1"/>
                    <a:pt x="11192" y="3670"/>
                    <a:pt x="7025" y="10629"/>
                  </a:cubicBezTo>
                  <a:cubicBezTo>
                    <a:pt x="0" y="22393"/>
                    <a:pt x="6275" y="39085"/>
                    <a:pt x="21051" y="47919"/>
                  </a:cubicBezTo>
                  <a:cubicBezTo>
                    <a:pt x="27076" y="51522"/>
                    <a:pt x="33582" y="53261"/>
                    <a:pt x="39652" y="53261"/>
                  </a:cubicBezTo>
                  <a:cubicBezTo>
                    <a:pt x="48468" y="53261"/>
                    <a:pt x="56364" y="49592"/>
                    <a:pt x="60532" y="42633"/>
                  </a:cubicBezTo>
                  <a:cubicBezTo>
                    <a:pt x="67568" y="30882"/>
                    <a:pt x="61282" y="14177"/>
                    <a:pt x="46506" y="5343"/>
                  </a:cubicBezTo>
                  <a:cubicBezTo>
                    <a:pt x="40486" y="1740"/>
                    <a:pt x="33980" y="1"/>
                    <a:pt x="27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9"/>
            <p:cNvSpPr/>
            <p:nvPr/>
          </p:nvSpPr>
          <p:spPr>
            <a:xfrm>
              <a:off x="2823250" y="2100325"/>
              <a:ext cx="1470450" cy="1145800"/>
            </a:xfrm>
            <a:custGeom>
              <a:avLst/>
              <a:gdLst/>
              <a:ahLst/>
              <a:cxnLst/>
              <a:rect l="l" t="t" r="r" b="b"/>
              <a:pathLst>
                <a:path w="58818" h="45832" extrusionOk="0">
                  <a:moveTo>
                    <a:pt x="26146" y="1518"/>
                  </a:moveTo>
                  <a:cubicBezTo>
                    <a:pt x="29695" y="1518"/>
                    <a:pt x="33401" y="2220"/>
                    <a:pt x="37017" y="3701"/>
                  </a:cubicBezTo>
                  <a:cubicBezTo>
                    <a:pt x="49638" y="8868"/>
                    <a:pt x="56377" y="21584"/>
                    <a:pt x="52067" y="32097"/>
                  </a:cubicBezTo>
                  <a:cubicBezTo>
                    <a:pt x="48999" y="39591"/>
                    <a:pt x="41129" y="43945"/>
                    <a:pt x="32285" y="43945"/>
                  </a:cubicBezTo>
                  <a:cubicBezTo>
                    <a:pt x="28738" y="43945"/>
                    <a:pt x="25034" y="43244"/>
                    <a:pt x="21420" y="41765"/>
                  </a:cubicBezTo>
                  <a:cubicBezTo>
                    <a:pt x="8800" y="36597"/>
                    <a:pt x="2061" y="23881"/>
                    <a:pt x="6371" y="13368"/>
                  </a:cubicBezTo>
                  <a:cubicBezTo>
                    <a:pt x="9446" y="5868"/>
                    <a:pt x="17309" y="1518"/>
                    <a:pt x="26146" y="1518"/>
                  </a:cubicBezTo>
                  <a:close/>
                  <a:moveTo>
                    <a:pt x="25478" y="1"/>
                  </a:moveTo>
                  <a:cubicBezTo>
                    <a:pt x="16571" y="1"/>
                    <a:pt x="8626" y="4139"/>
                    <a:pt x="5156" y="11535"/>
                  </a:cubicBezTo>
                  <a:cubicBezTo>
                    <a:pt x="1" y="22512"/>
                    <a:pt x="6680" y="36514"/>
                    <a:pt x="20075" y="42800"/>
                  </a:cubicBezTo>
                  <a:cubicBezTo>
                    <a:pt x="24452" y="44855"/>
                    <a:pt x="29004" y="45831"/>
                    <a:pt x="33329" y="45831"/>
                  </a:cubicBezTo>
                  <a:cubicBezTo>
                    <a:pt x="42237" y="45831"/>
                    <a:pt x="50184" y="41689"/>
                    <a:pt x="53662" y="34299"/>
                  </a:cubicBezTo>
                  <a:cubicBezTo>
                    <a:pt x="58818" y="23322"/>
                    <a:pt x="52138" y="9320"/>
                    <a:pt x="38744" y="3034"/>
                  </a:cubicBezTo>
                  <a:cubicBezTo>
                    <a:pt x="34363" y="978"/>
                    <a:pt x="29807" y="1"/>
                    <a:pt x="25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9"/>
            <p:cNvSpPr/>
            <p:nvPr/>
          </p:nvSpPr>
          <p:spPr>
            <a:xfrm>
              <a:off x="2926550" y="2173875"/>
              <a:ext cx="1245125" cy="980000"/>
            </a:xfrm>
            <a:custGeom>
              <a:avLst/>
              <a:gdLst/>
              <a:ahLst/>
              <a:cxnLst/>
              <a:rect l="l" t="t" r="r" b="b"/>
              <a:pathLst>
                <a:path w="49805" h="39200" extrusionOk="0">
                  <a:moveTo>
                    <a:pt x="23042" y="1351"/>
                  </a:moveTo>
                  <a:cubicBezTo>
                    <a:pt x="25249" y="1351"/>
                    <a:pt x="27524" y="1670"/>
                    <a:pt x="29790" y="2342"/>
                  </a:cubicBezTo>
                  <a:cubicBezTo>
                    <a:pt x="40743" y="5604"/>
                    <a:pt x="47363" y="15879"/>
                    <a:pt x="44553" y="25309"/>
                  </a:cubicBezTo>
                  <a:cubicBezTo>
                    <a:pt x="42336" y="32783"/>
                    <a:pt x="34867" y="37475"/>
                    <a:pt x="26410" y="37475"/>
                  </a:cubicBezTo>
                  <a:cubicBezTo>
                    <a:pt x="24198" y="37475"/>
                    <a:pt x="21917" y="37154"/>
                    <a:pt x="19646" y="36477"/>
                  </a:cubicBezTo>
                  <a:cubicBezTo>
                    <a:pt x="8692" y="33215"/>
                    <a:pt x="2072" y="22940"/>
                    <a:pt x="4870" y="13522"/>
                  </a:cubicBezTo>
                  <a:cubicBezTo>
                    <a:pt x="7090" y="6050"/>
                    <a:pt x="14570" y="1351"/>
                    <a:pt x="23042" y="1351"/>
                  </a:cubicBezTo>
                  <a:close/>
                  <a:moveTo>
                    <a:pt x="22588" y="1"/>
                  </a:moveTo>
                  <a:cubicBezTo>
                    <a:pt x="13897" y="1"/>
                    <a:pt x="6181" y="4540"/>
                    <a:pt x="3525" y="12069"/>
                  </a:cubicBezTo>
                  <a:cubicBezTo>
                    <a:pt x="0" y="22059"/>
                    <a:pt x="6727" y="33524"/>
                    <a:pt x="18526" y="37691"/>
                  </a:cubicBezTo>
                  <a:cubicBezTo>
                    <a:pt x="21435" y="38715"/>
                    <a:pt x="24381" y="39199"/>
                    <a:pt x="27221" y="39199"/>
                  </a:cubicBezTo>
                  <a:cubicBezTo>
                    <a:pt x="35914" y="39199"/>
                    <a:pt x="43624" y="34660"/>
                    <a:pt x="46280" y="27131"/>
                  </a:cubicBezTo>
                  <a:cubicBezTo>
                    <a:pt x="49804" y="17141"/>
                    <a:pt x="43077" y="5676"/>
                    <a:pt x="31278" y="1509"/>
                  </a:cubicBezTo>
                  <a:cubicBezTo>
                    <a:pt x="28372" y="485"/>
                    <a:pt x="25428" y="1"/>
                    <a:pt x="22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9"/>
            <p:cNvSpPr/>
            <p:nvPr/>
          </p:nvSpPr>
          <p:spPr>
            <a:xfrm>
              <a:off x="3029525" y="2239800"/>
              <a:ext cx="1020700" cy="829425"/>
            </a:xfrm>
            <a:custGeom>
              <a:avLst/>
              <a:gdLst/>
              <a:ahLst/>
              <a:cxnLst/>
              <a:rect l="l" t="t" r="r" b="b"/>
              <a:pathLst>
                <a:path w="40828" h="33177" extrusionOk="0">
                  <a:moveTo>
                    <a:pt x="19487" y="1236"/>
                  </a:moveTo>
                  <a:cubicBezTo>
                    <a:pt x="20657" y="1236"/>
                    <a:pt x="21850" y="1346"/>
                    <a:pt x="23051" y="1574"/>
                  </a:cubicBezTo>
                  <a:cubicBezTo>
                    <a:pt x="32255" y="3336"/>
                    <a:pt x="38446" y="11397"/>
                    <a:pt x="36886" y="19588"/>
                  </a:cubicBezTo>
                  <a:cubicBezTo>
                    <a:pt x="35531" y="26696"/>
                    <a:pt x="28763" y="31574"/>
                    <a:pt x="20974" y="31574"/>
                  </a:cubicBezTo>
                  <a:cubicBezTo>
                    <a:pt x="19799" y="31574"/>
                    <a:pt x="18602" y="31463"/>
                    <a:pt x="17396" y="31233"/>
                  </a:cubicBezTo>
                  <a:cubicBezTo>
                    <a:pt x="8180" y="29482"/>
                    <a:pt x="1989" y="21410"/>
                    <a:pt x="3561" y="13230"/>
                  </a:cubicBezTo>
                  <a:cubicBezTo>
                    <a:pt x="4917" y="6108"/>
                    <a:pt x="11692" y="1236"/>
                    <a:pt x="19487" y="1236"/>
                  </a:cubicBezTo>
                  <a:close/>
                  <a:moveTo>
                    <a:pt x="19259" y="0"/>
                  </a:moveTo>
                  <a:cubicBezTo>
                    <a:pt x="11095" y="0"/>
                    <a:pt x="3926" y="4809"/>
                    <a:pt x="2144" y="12147"/>
                  </a:cubicBezTo>
                  <a:cubicBezTo>
                    <a:pt x="1" y="20969"/>
                    <a:pt x="6430" y="30113"/>
                    <a:pt x="16527" y="32566"/>
                  </a:cubicBezTo>
                  <a:cubicBezTo>
                    <a:pt x="18226" y="32979"/>
                    <a:pt x="19921" y="33177"/>
                    <a:pt x="21575" y="33177"/>
                  </a:cubicBezTo>
                  <a:cubicBezTo>
                    <a:pt x="29734" y="33177"/>
                    <a:pt x="36890" y="28376"/>
                    <a:pt x="38672" y="21041"/>
                  </a:cubicBezTo>
                  <a:cubicBezTo>
                    <a:pt x="40827" y="12207"/>
                    <a:pt x="34386" y="3063"/>
                    <a:pt x="24301" y="610"/>
                  </a:cubicBezTo>
                  <a:cubicBezTo>
                    <a:pt x="22604" y="197"/>
                    <a:pt x="20911" y="0"/>
                    <a:pt x="19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9"/>
            <p:cNvSpPr/>
            <p:nvPr/>
          </p:nvSpPr>
          <p:spPr>
            <a:xfrm>
              <a:off x="3128050" y="2300400"/>
              <a:ext cx="805200" cy="689750"/>
            </a:xfrm>
            <a:custGeom>
              <a:avLst/>
              <a:gdLst/>
              <a:ahLst/>
              <a:cxnLst/>
              <a:rect l="l" t="t" r="r" b="b"/>
              <a:pathLst>
                <a:path w="32208" h="27590" extrusionOk="0">
                  <a:moveTo>
                    <a:pt x="15714" y="1153"/>
                  </a:moveTo>
                  <a:cubicBezTo>
                    <a:pt x="16143" y="1153"/>
                    <a:pt x="16578" y="1171"/>
                    <a:pt x="17015" y="1210"/>
                  </a:cubicBezTo>
                  <a:cubicBezTo>
                    <a:pt x="24432" y="1877"/>
                    <a:pt x="29957" y="7949"/>
                    <a:pt x="29338" y="14795"/>
                  </a:cubicBezTo>
                  <a:cubicBezTo>
                    <a:pt x="28766" y="21238"/>
                    <a:pt x="22976" y="26056"/>
                    <a:pt x="16113" y="26056"/>
                  </a:cubicBezTo>
                  <a:cubicBezTo>
                    <a:pt x="15683" y="26056"/>
                    <a:pt x="15249" y="26037"/>
                    <a:pt x="14812" y="25999"/>
                  </a:cubicBezTo>
                  <a:cubicBezTo>
                    <a:pt x="7395" y="25332"/>
                    <a:pt x="1870" y="19260"/>
                    <a:pt x="2477" y="12414"/>
                  </a:cubicBezTo>
                  <a:cubicBezTo>
                    <a:pt x="3049" y="5971"/>
                    <a:pt x="8850" y="1153"/>
                    <a:pt x="15714" y="1153"/>
                  </a:cubicBezTo>
                  <a:close/>
                  <a:moveTo>
                    <a:pt x="15677" y="1"/>
                  </a:moveTo>
                  <a:cubicBezTo>
                    <a:pt x="8318" y="1"/>
                    <a:pt x="1998" y="4873"/>
                    <a:pt x="1049" y="11699"/>
                  </a:cubicBezTo>
                  <a:cubicBezTo>
                    <a:pt x="1" y="19224"/>
                    <a:pt x="5882" y="26261"/>
                    <a:pt x="14193" y="27427"/>
                  </a:cubicBezTo>
                  <a:cubicBezTo>
                    <a:pt x="14977" y="27536"/>
                    <a:pt x="15754" y="27589"/>
                    <a:pt x="16519" y="27589"/>
                  </a:cubicBezTo>
                  <a:cubicBezTo>
                    <a:pt x="23876" y="27589"/>
                    <a:pt x="30188" y="22716"/>
                    <a:pt x="31148" y="15890"/>
                  </a:cubicBezTo>
                  <a:cubicBezTo>
                    <a:pt x="32207" y="8354"/>
                    <a:pt x="26314" y="1317"/>
                    <a:pt x="18003" y="162"/>
                  </a:cubicBezTo>
                  <a:cubicBezTo>
                    <a:pt x="17220" y="53"/>
                    <a:pt x="16442" y="1"/>
                    <a:pt x="15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9"/>
            <p:cNvSpPr/>
            <p:nvPr/>
          </p:nvSpPr>
          <p:spPr>
            <a:xfrm>
              <a:off x="3219450" y="2357500"/>
              <a:ext cx="603350" cy="556800"/>
            </a:xfrm>
            <a:custGeom>
              <a:avLst/>
              <a:gdLst/>
              <a:ahLst/>
              <a:cxnLst/>
              <a:rect l="l" t="t" r="r" b="b"/>
              <a:pathLst>
                <a:path w="24134" h="22272" extrusionOk="0">
                  <a:moveTo>
                    <a:pt x="11878" y="1104"/>
                  </a:moveTo>
                  <a:cubicBezTo>
                    <a:pt x="17505" y="1104"/>
                    <a:pt x="22087" y="5440"/>
                    <a:pt x="22146" y="10832"/>
                  </a:cubicBezTo>
                  <a:cubicBezTo>
                    <a:pt x="22205" y="16261"/>
                    <a:pt x="17669" y="20726"/>
                    <a:pt x="11990" y="20786"/>
                  </a:cubicBezTo>
                  <a:cubicBezTo>
                    <a:pt x="11944" y="20786"/>
                    <a:pt x="11898" y="20787"/>
                    <a:pt x="11852" y="20787"/>
                  </a:cubicBezTo>
                  <a:cubicBezTo>
                    <a:pt x="6247" y="20787"/>
                    <a:pt x="1678" y="16456"/>
                    <a:pt x="1619" y="11070"/>
                  </a:cubicBezTo>
                  <a:cubicBezTo>
                    <a:pt x="1560" y="5629"/>
                    <a:pt x="6096" y="1176"/>
                    <a:pt x="11763" y="1105"/>
                  </a:cubicBezTo>
                  <a:cubicBezTo>
                    <a:pt x="11802" y="1104"/>
                    <a:pt x="11840" y="1104"/>
                    <a:pt x="11878" y="1104"/>
                  </a:cubicBezTo>
                  <a:close/>
                  <a:moveTo>
                    <a:pt x="12011" y="0"/>
                  </a:moveTo>
                  <a:cubicBezTo>
                    <a:pt x="5693" y="0"/>
                    <a:pt x="470" y="4688"/>
                    <a:pt x="238" y="10677"/>
                  </a:cubicBezTo>
                  <a:cubicBezTo>
                    <a:pt x="0" y="16821"/>
                    <a:pt x="5108" y="22012"/>
                    <a:pt x="11644" y="22262"/>
                  </a:cubicBezTo>
                  <a:cubicBezTo>
                    <a:pt x="11808" y="22268"/>
                    <a:pt x="11971" y="22272"/>
                    <a:pt x="12134" y="22272"/>
                  </a:cubicBezTo>
                  <a:cubicBezTo>
                    <a:pt x="18442" y="22272"/>
                    <a:pt x="23675" y="17584"/>
                    <a:pt x="23896" y="11594"/>
                  </a:cubicBezTo>
                  <a:cubicBezTo>
                    <a:pt x="24134" y="5451"/>
                    <a:pt x="19026" y="260"/>
                    <a:pt x="12502" y="10"/>
                  </a:cubicBezTo>
                  <a:cubicBezTo>
                    <a:pt x="12337" y="3"/>
                    <a:pt x="12174" y="0"/>
                    <a:pt x="12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9"/>
            <p:cNvSpPr/>
            <p:nvPr/>
          </p:nvSpPr>
          <p:spPr>
            <a:xfrm>
              <a:off x="3286125" y="2412650"/>
              <a:ext cx="451250" cy="428025"/>
            </a:xfrm>
            <a:custGeom>
              <a:avLst/>
              <a:gdLst/>
              <a:ahLst/>
              <a:cxnLst/>
              <a:rect l="l" t="t" r="r" b="b"/>
              <a:pathLst>
                <a:path w="18050" h="17121" extrusionOk="0">
                  <a:moveTo>
                    <a:pt x="8854" y="1079"/>
                  </a:moveTo>
                  <a:cubicBezTo>
                    <a:pt x="12523" y="1079"/>
                    <a:pt x="15676" y="3832"/>
                    <a:pt x="16097" y="7555"/>
                  </a:cubicBezTo>
                  <a:cubicBezTo>
                    <a:pt x="16431" y="10496"/>
                    <a:pt x="14966" y="13341"/>
                    <a:pt x="12383" y="14770"/>
                  </a:cubicBezTo>
                  <a:cubicBezTo>
                    <a:pt x="11276" y="15382"/>
                    <a:pt x="10058" y="15684"/>
                    <a:pt x="8845" y="15684"/>
                  </a:cubicBezTo>
                  <a:cubicBezTo>
                    <a:pt x="7227" y="15684"/>
                    <a:pt x="5619" y="15146"/>
                    <a:pt x="4298" y="14091"/>
                  </a:cubicBezTo>
                  <a:cubicBezTo>
                    <a:pt x="1988" y="12258"/>
                    <a:pt x="1012" y="9198"/>
                    <a:pt x="1834" y="6364"/>
                  </a:cubicBezTo>
                  <a:cubicBezTo>
                    <a:pt x="2643" y="3530"/>
                    <a:pt x="5096" y="1459"/>
                    <a:pt x="8025" y="1125"/>
                  </a:cubicBezTo>
                  <a:cubicBezTo>
                    <a:pt x="8304" y="1094"/>
                    <a:pt x="8580" y="1079"/>
                    <a:pt x="8854" y="1079"/>
                  </a:cubicBezTo>
                  <a:close/>
                  <a:moveTo>
                    <a:pt x="9060" y="1"/>
                  </a:moveTo>
                  <a:cubicBezTo>
                    <a:pt x="8875" y="1"/>
                    <a:pt x="8689" y="7"/>
                    <a:pt x="8501" y="18"/>
                  </a:cubicBezTo>
                  <a:cubicBezTo>
                    <a:pt x="3679" y="316"/>
                    <a:pt x="0" y="4376"/>
                    <a:pt x="298" y="9102"/>
                  </a:cubicBezTo>
                  <a:cubicBezTo>
                    <a:pt x="584" y="13634"/>
                    <a:pt x="4411" y="17121"/>
                    <a:pt x="9000" y="17121"/>
                  </a:cubicBezTo>
                  <a:cubicBezTo>
                    <a:pt x="9186" y="17121"/>
                    <a:pt x="9373" y="17115"/>
                    <a:pt x="9561" y="17103"/>
                  </a:cubicBezTo>
                  <a:cubicBezTo>
                    <a:pt x="14383" y="16806"/>
                    <a:pt x="18050" y="12734"/>
                    <a:pt x="17764" y="8019"/>
                  </a:cubicBezTo>
                  <a:cubicBezTo>
                    <a:pt x="17478" y="3487"/>
                    <a:pt x="13639" y="1"/>
                    <a:pt x="9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9"/>
            <p:cNvSpPr/>
            <p:nvPr/>
          </p:nvSpPr>
          <p:spPr>
            <a:xfrm>
              <a:off x="3343275" y="2466550"/>
              <a:ext cx="318500" cy="301475"/>
            </a:xfrm>
            <a:custGeom>
              <a:avLst/>
              <a:gdLst/>
              <a:ahLst/>
              <a:cxnLst/>
              <a:rect l="l" t="t" r="r" b="b"/>
              <a:pathLst>
                <a:path w="12740" h="12059" extrusionOk="0">
                  <a:moveTo>
                    <a:pt x="6102" y="1060"/>
                  </a:moveTo>
                  <a:cubicBezTo>
                    <a:pt x="8239" y="1060"/>
                    <a:pt x="10191" y="2617"/>
                    <a:pt x="10680" y="4875"/>
                  </a:cubicBezTo>
                  <a:cubicBezTo>
                    <a:pt x="11228" y="7458"/>
                    <a:pt x="9668" y="9994"/>
                    <a:pt x="7191" y="10530"/>
                  </a:cubicBezTo>
                  <a:cubicBezTo>
                    <a:pt x="6875" y="10600"/>
                    <a:pt x="6558" y="10634"/>
                    <a:pt x="6246" y="10634"/>
                  </a:cubicBezTo>
                  <a:cubicBezTo>
                    <a:pt x="4116" y="10634"/>
                    <a:pt x="2177" y="9069"/>
                    <a:pt x="1679" y="6816"/>
                  </a:cubicBezTo>
                  <a:cubicBezTo>
                    <a:pt x="1119" y="4220"/>
                    <a:pt x="2691" y="1696"/>
                    <a:pt x="5167" y="1160"/>
                  </a:cubicBezTo>
                  <a:cubicBezTo>
                    <a:pt x="5480" y="1092"/>
                    <a:pt x="5793" y="1060"/>
                    <a:pt x="6102" y="1060"/>
                  </a:cubicBezTo>
                  <a:close/>
                  <a:moveTo>
                    <a:pt x="6333" y="1"/>
                  </a:moveTo>
                  <a:cubicBezTo>
                    <a:pt x="6023" y="1"/>
                    <a:pt x="5709" y="25"/>
                    <a:pt x="5394" y="77"/>
                  </a:cubicBezTo>
                  <a:cubicBezTo>
                    <a:pt x="2179" y="600"/>
                    <a:pt x="0" y="3696"/>
                    <a:pt x="536" y="6982"/>
                  </a:cubicBezTo>
                  <a:cubicBezTo>
                    <a:pt x="1019" y="9947"/>
                    <a:pt x="3547" y="12059"/>
                    <a:pt x="6407" y="12059"/>
                  </a:cubicBezTo>
                  <a:cubicBezTo>
                    <a:pt x="6717" y="12059"/>
                    <a:pt x="7031" y="12034"/>
                    <a:pt x="7346" y="11983"/>
                  </a:cubicBezTo>
                  <a:cubicBezTo>
                    <a:pt x="10561" y="11459"/>
                    <a:pt x="12740" y="8363"/>
                    <a:pt x="12204" y="5077"/>
                  </a:cubicBezTo>
                  <a:cubicBezTo>
                    <a:pt x="11721" y="2112"/>
                    <a:pt x="9192" y="1"/>
                    <a:pt x="6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9"/>
            <p:cNvSpPr/>
            <p:nvPr/>
          </p:nvSpPr>
          <p:spPr>
            <a:xfrm>
              <a:off x="3399825" y="2519350"/>
              <a:ext cx="186650" cy="177425"/>
            </a:xfrm>
            <a:custGeom>
              <a:avLst/>
              <a:gdLst/>
              <a:ahLst/>
              <a:cxnLst/>
              <a:rect l="l" t="t" r="r" b="b"/>
              <a:pathLst>
                <a:path w="7466" h="7097" extrusionOk="0">
                  <a:moveTo>
                    <a:pt x="3626" y="0"/>
                  </a:moveTo>
                  <a:cubicBezTo>
                    <a:pt x="3356" y="0"/>
                    <a:pt x="3082" y="35"/>
                    <a:pt x="2810" y="108"/>
                  </a:cubicBezTo>
                  <a:cubicBezTo>
                    <a:pt x="1036" y="584"/>
                    <a:pt x="0" y="2513"/>
                    <a:pt x="512" y="4406"/>
                  </a:cubicBezTo>
                  <a:cubicBezTo>
                    <a:pt x="936" y="6021"/>
                    <a:pt x="2336" y="7097"/>
                    <a:pt x="3840" y="7097"/>
                  </a:cubicBezTo>
                  <a:cubicBezTo>
                    <a:pt x="4110" y="7097"/>
                    <a:pt x="4384" y="7062"/>
                    <a:pt x="4656" y="6990"/>
                  </a:cubicBezTo>
                  <a:cubicBezTo>
                    <a:pt x="6441" y="6513"/>
                    <a:pt x="7465" y="4584"/>
                    <a:pt x="6965" y="2679"/>
                  </a:cubicBezTo>
                  <a:cubicBezTo>
                    <a:pt x="6531" y="1075"/>
                    <a:pt x="5131" y="0"/>
                    <a:pt x="3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9"/>
            <p:cNvSpPr/>
            <p:nvPr/>
          </p:nvSpPr>
          <p:spPr>
            <a:xfrm>
              <a:off x="238125" y="844150"/>
              <a:ext cx="729575" cy="356625"/>
            </a:xfrm>
            <a:custGeom>
              <a:avLst/>
              <a:gdLst/>
              <a:ahLst/>
              <a:cxnLst/>
              <a:rect l="l" t="t" r="r" b="b"/>
              <a:pathLst>
                <a:path w="29183" h="14265" extrusionOk="0">
                  <a:moveTo>
                    <a:pt x="13526" y="1"/>
                  </a:moveTo>
                  <a:cubicBezTo>
                    <a:pt x="8882" y="2013"/>
                    <a:pt x="4370" y="4096"/>
                    <a:pt x="0" y="6263"/>
                  </a:cubicBezTo>
                  <a:lnTo>
                    <a:pt x="0" y="14264"/>
                  </a:lnTo>
                  <a:cubicBezTo>
                    <a:pt x="9465" y="8990"/>
                    <a:pt x="19205" y="4239"/>
                    <a:pt x="29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9"/>
            <p:cNvSpPr/>
            <p:nvPr/>
          </p:nvSpPr>
          <p:spPr>
            <a:xfrm>
              <a:off x="238125" y="844150"/>
              <a:ext cx="1360900" cy="760825"/>
            </a:xfrm>
            <a:custGeom>
              <a:avLst/>
              <a:gdLst/>
              <a:ahLst/>
              <a:cxnLst/>
              <a:rect l="l" t="t" r="r" b="b"/>
              <a:pathLst>
                <a:path w="54436" h="30433" extrusionOk="0">
                  <a:moveTo>
                    <a:pt x="42827" y="1"/>
                  </a:moveTo>
                  <a:cubicBezTo>
                    <a:pt x="27218" y="6704"/>
                    <a:pt x="12859" y="14205"/>
                    <a:pt x="0" y="22301"/>
                  </a:cubicBezTo>
                  <a:lnTo>
                    <a:pt x="0" y="30433"/>
                  </a:lnTo>
                  <a:cubicBezTo>
                    <a:pt x="15776" y="19265"/>
                    <a:pt x="34111" y="8954"/>
                    <a:pt x="54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9"/>
            <p:cNvSpPr/>
            <p:nvPr/>
          </p:nvSpPr>
          <p:spPr>
            <a:xfrm>
              <a:off x="238125" y="844150"/>
              <a:ext cx="1806500" cy="1183200"/>
            </a:xfrm>
            <a:custGeom>
              <a:avLst/>
              <a:gdLst/>
              <a:ahLst/>
              <a:cxnLst/>
              <a:rect l="l" t="t" r="r" b="b"/>
              <a:pathLst>
                <a:path w="72260" h="47328" extrusionOk="0">
                  <a:moveTo>
                    <a:pt x="64175" y="1"/>
                  </a:moveTo>
                  <a:cubicBezTo>
                    <a:pt x="39636" y="11240"/>
                    <a:pt x="17931" y="24468"/>
                    <a:pt x="0" y="38743"/>
                  </a:cubicBezTo>
                  <a:lnTo>
                    <a:pt x="0" y="47328"/>
                  </a:lnTo>
                  <a:cubicBezTo>
                    <a:pt x="19395" y="29897"/>
                    <a:pt x="43946" y="13609"/>
                    <a:pt x="7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9"/>
            <p:cNvSpPr/>
            <p:nvPr/>
          </p:nvSpPr>
          <p:spPr>
            <a:xfrm>
              <a:off x="238125" y="844150"/>
              <a:ext cx="2108600" cy="1645450"/>
            </a:xfrm>
            <a:custGeom>
              <a:avLst/>
              <a:gdLst/>
              <a:ahLst/>
              <a:cxnLst/>
              <a:rect l="l" t="t" r="r" b="b"/>
              <a:pathLst>
                <a:path w="84344" h="65818" extrusionOk="0">
                  <a:moveTo>
                    <a:pt x="78903" y="1"/>
                  </a:moveTo>
                  <a:cubicBezTo>
                    <a:pt x="47184" y="16110"/>
                    <a:pt x="20217" y="35660"/>
                    <a:pt x="0" y="56293"/>
                  </a:cubicBezTo>
                  <a:lnTo>
                    <a:pt x="0" y="65818"/>
                  </a:lnTo>
                  <a:cubicBezTo>
                    <a:pt x="20443" y="41910"/>
                    <a:pt x="49411" y="18812"/>
                    <a:pt x="84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9"/>
            <p:cNvSpPr/>
            <p:nvPr/>
          </p:nvSpPr>
          <p:spPr>
            <a:xfrm>
              <a:off x="238125" y="844150"/>
              <a:ext cx="2308925" cy="2195525"/>
            </a:xfrm>
            <a:custGeom>
              <a:avLst/>
              <a:gdLst/>
              <a:ahLst/>
              <a:cxnLst/>
              <a:rect l="l" t="t" r="r" b="b"/>
              <a:pathLst>
                <a:path w="92357" h="87821" extrusionOk="0">
                  <a:moveTo>
                    <a:pt x="88773" y="1"/>
                  </a:moveTo>
                  <a:cubicBezTo>
                    <a:pt x="50697" y="21789"/>
                    <a:pt x="20014" y="48840"/>
                    <a:pt x="0" y="76188"/>
                  </a:cubicBezTo>
                  <a:lnTo>
                    <a:pt x="0" y="87821"/>
                  </a:lnTo>
                  <a:cubicBezTo>
                    <a:pt x="18669" y="57091"/>
                    <a:pt x="50483" y="25706"/>
                    <a:pt x="91369" y="608"/>
                  </a:cubicBezTo>
                  <a:lnTo>
                    <a:pt x="92357" y="13"/>
                  </a:lnTo>
                  <a:lnTo>
                    <a:pt x="887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9"/>
            <p:cNvSpPr/>
            <p:nvPr/>
          </p:nvSpPr>
          <p:spPr>
            <a:xfrm>
              <a:off x="238125" y="844150"/>
              <a:ext cx="2438700" cy="3016450"/>
            </a:xfrm>
            <a:custGeom>
              <a:avLst/>
              <a:gdLst/>
              <a:ahLst/>
              <a:cxnLst/>
              <a:rect l="l" t="t" r="r" b="b"/>
              <a:pathLst>
                <a:path w="97548" h="120658" extrusionOk="0">
                  <a:moveTo>
                    <a:pt x="95238" y="1"/>
                  </a:moveTo>
                  <a:cubicBezTo>
                    <a:pt x="92928" y="1501"/>
                    <a:pt x="90618" y="3037"/>
                    <a:pt x="88321" y="4620"/>
                  </a:cubicBezTo>
                  <a:cubicBezTo>
                    <a:pt x="46589" y="33207"/>
                    <a:pt x="15609" y="68521"/>
                    <a:pt x="0" y="101679"/>
                  </a:cubicBezTo>
                  <a:lnTo>
                    <a:pt x="0" y="120658"/>
                  </a:lnTo>
                  <a:cubicBezTo>
                    <a:pt x="10644" y="84165"/>
                    <a:pt x="41124" y="42518"/>
                    <a:pt x="85558" y="8692"/>
                  </a:cubicBezTo>
                  <a:cubicBezTo>
                    <a:pt x="89523" y="5668"/>
                    <a:pt x="93524" y="2775"/>
                    <a:pt x="97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9"/>
            <p:cNvSpPr/>
            <p:nvPr/>
          </p:nvSpPr>
          <p:spPr>
            <a:xfrm>
              <a:off x="155075" y="844150"/>
              <a:ext cx="2603625" cy="4018375"/>
            </a:xfrm>
            <a:custGeom>
              <a:avLst/>
              <a:gdLst/>
              <a:ahLst/>
              <a:cxnLst/>
              <a:rect l="l" t="t" r="r" b="b"/>
              <a:pathLst>
                <a:path w="104145" h="160735" extrusionOk="0">
                  <a:moveTo>
                    <a:pt x="102703" y="1"/>
                  </a:moveTo>
                  <a:cubicBezTo>
                    <a:pt x="97215" y="4025"/>
                    <a:pt x="91785" y="8299"/>
                    <a:pt x="86404" y="12824"/>
                  </a:cubicBezTo>
                  <a:cubicBezTo>
                    <a:pt x="30516" y="59972"/>
                    <a:pt x="0" y="119812"/>
                    <a:pt x="7251" y="160734"/>
                  </a:cubicBezTo>
                  <a:lnTo>
                    <a:pt x="14121" y="160734"/>
                  </a:lnTo>
                  <a:cubicBezTo>
                    <a:pt x="7465" y="121253"/>
                    <a:pt x="33957" y="63877"/>
                    <a:pt x="84213" y="16991"/>
                  </a:cubicBezTo>
                  <a:cubicBezTo>
                    <a:pt x="90726" y="10907"/>
                    <a:pt x="97393" y="5251"/>
                    <a:pt x="104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9"/>
            <p:cNvSpPr/>
            <p:nvPr/>
          </p:nvSpPr>
          <p:spPr>
            <a:xfrm>
              <a:off x="516425" y="844150"/>
              <a:ext cx="2290775" cy="4018375"/>
            </a:xfrm>
            <a:custGeom>
              <a:avLst/>
              <a:gdLst/>
              <a:ahLst/>
              <a:cxnLst/>
              <a:rect l="l" t="t" r="r" b="b"/>
              <a:pathLst>
                <a:path w="91631" h="160735" extrusionOk="0">
                  <a:moveTo>
                    <a:pt x="90786" y="1"/>
                  </a:moveTo>
                  <a:cubicBezTo>
                    <a:pt x="82749" y="6620"/>
                    <a:pt x="75093" y="13693"/>
                    <a:pt x="67842" y="21170"/>
                  </a:cubicBezTo>
                  <a:cubicBezTo>
                    <a:pt x="22801" y="67628"/>
                    <a:pt x="0" y="122670"/>
                    <a:pt x="6454" y="160734"/>
                  </a:cubicBezTo>
                  <a:lnTo>
                    <a:pt x="13133" y="160734"/>
                  </a:lnTo>
                  <a:cubicBezTo>
                    <a:pt x="6596" y="124099"/>
                    <a:pt x="25956" y="71247"/>
                    <a:pt x="66199" y="25361"/>
                  </a:cubicBezTo>
                  <a:cubicBezTo>
                    <a:pt x="74093" y="16348"/>
                    <a:pt x="82594" y="7871"/>
                    <a:pt x="91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9"/>
            <p:cNvSpPr/>
            <p:nvPr/>
          </p:nvSpPr>
          <p:spPr>
            <a:xfrm>
              <a:off x="837300" y="844150"/>
              <a:ext cx="1995800" cy="4018375"/>
            </a:xfrm>
            <a:custGeom>
              <a:avLst/>
              <a:gdLst/>
              <a:ahLst/>
              <a:cxnLst/>
              <a:rect l="l" t="t" r="r" b="b"/>
              <a:pathLst>
                <a:path w="79832" h="160735" extrusionOk="0">
                  <a:moveTo>
                    <a:pt x="79403" y="1"/>
                  </a:moveTo>
                  <a:cubicBezTo>
                    <a:pt x="69497" y="9109"/>
                    <a:pt x="60341" y="18979"/>
                    <a:pt x="52007" y="29528"/>
                  </a:cubicBezTo>
                  <a:cubicBezTo>
                    <a:pt x="16181" y="74760"/>
                    <a:pt x="0" y="125492"/>
                    <a:pt x="6846" y="160734"/>
                  </a:cubicBezTo>
                  <a:lnTo>
                    <a:pt x="13240" y="160734"/>
                  </a:lnTo>
                  <a:cubicBezTo>
                    <a:pt x="5918" y="126885"/>
                    <a:pt x="19157" y="78153"/>
                    <a:pt x="50900" y="33671"/>
                  </a:cubicBezTo>
                  <a:cubicBezTo>
                    <a:pt x="59877" y="21110"/>
                    <a:pt x="69652" y="9823"/>
                    <a:pt x="79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9"/>
            <p:cNvSpPr/>
            <p:nvPr/>
          </p:nvSpPr>
          <p:spPr>
            <a:xfrm>
              <a:off x="1126925" y="844150"/>
              <a:ext cx="1717500" cy="4018375"/>
            </a:xfrm>
            <a:custGeom>
              <a:avLst/>
              <a:gdLst/>
              <a:ahLst/>
              <a:cxnLst/>
              <a:rect l="l" t="t" r="r" b="b"/>
              <a:pathLst>
                <a:path w="68700" h="160735" extrusionOk="0">
                  <a:moveTo>
                    <a:pt x="68532" y="1"/>
                  </a:moveTo>
                  <a:cubicBezTo>
                    <a:pt x="57793" y="10859"/>
                    <a:pt x="47589" y="23539"/>
                    <a:pt x="38469" y="37779"/>
                  </a:cubicBezTo>
                  <a:cubicBezTo>
                    <a:pt x="10489" y="81451"/>
                    <a:pt x="0" y="128290"/>
                    <a:pt x="7942" y="160734"/>
                  </a:cubicBezTo>
                  <a:lnTo>
                    <a:pt x="14085" y="160734"/>
                  </a:lnTo>
                  <a:cubicBezTo>
                    <a:pt x="5441" y="129683"/>
                    <a:pt x="13371" y="84654"/>
                    <a:pt x="37874" y="41815"/>
                  </a:cubicBezTo>
                  <a:cubicBezTo>
                    <a:pt x="46970" y="25920"/>
                    <a:pt x="57483" y="11847"/>
                    <a:pt x="68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9"/>
            <p:cNvSpPr/>
            <p:nvPr/>
          </p:nvSpPr>
          <p:spPr>
            <a:xfrm>
              <a:off x="1394200" y="845950"/>
              <a:ext cx="1450525" cy="4016575"/>
            </a:xfrm>
            <a:custGeom>
              <a:avLst/>
              <a:gdLst/>
              <a:ahLst/>
              <a:cxnLst/>
              <a:rect l="l" t="t" r="r" b="b"/>
              <a:pathLst>
                <a:path w="58021" h="160663" extrusionOk="0">
                  <a:moveTo>
                    <a:pt x="58020" y="0"/>
                  </a:moveTo>
                  <a:lnTo>
                    <a:pt x="58020" y="0"/>
                  </a:lnTo>
                  <a:cubicBezTo>
                    <a:pt x="46423" y="12763"/>
                    <a:pt x="35732" y="28194"/>
                    <a:pt x="26838" y="45708"/>
                  </a:cubicBezTo>
                  <a:cubicBezTo>
                    <a:pt x="5537" y="87689"/>
                    <a:pt x="1" y="131004"/>
                    <a:pt x="9431" y="160662"/>
                  </a:cubicBezTo>
                  <a:lnTo>
                    <a:pt x="15372" y="160662"/>
                  </a:lnTo>
                  <a:cubicBezTo>
                    <a:pt x="5097" y="132397"/>
                    <a:pt x="8383" y="90713"/>
                    <a:pt x="26730" y="49589"/>
                  </a:cubicBezTo>
                  <a:cubicBezTo>
                    <a:pt x="35172" y="30670"/>
                    <a:pt x="45828" y="14037"/>
                    <a:pt x="57603" y="512"/>
                  </a:cubicBezTo>
                  <a:cubicBezTo>
                    <a:pt x="57746" y="345"/>
                    <a:pt x="57877" y="179"/>
                    <a:pt x="58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9"/>
            <p:cNvSpPr/>
            <p:nvPr/>
          </p:nvSpPr>
          <p:spPr>
            <a:xfrm>
              <a:off x="4463050" y="844150"/>
              <a:ext cx="1284100" cy="4018375"/>
            </a:xfrm>
            <a:custGeom>
              <a:avLst/>
              <a:gdLst/>
              <a:ahLst/>
              <a:cxnLst/>
              <a:rect l="l" t="t" r="r" b="b"/>
              <a:pathLst>
                <a:path w="51364" h="160735" extrusionOk="0">
                  <a:moveTo>
                    <a:pt x="35707" y="1"/>
                  </a:moveTo>
                  <a:cubicBezTo>
                    <a:pt x="46256" y="25408"/>
                    <a:pt x="46482" y="62341"/>
                    <a:pt x="34016" y="100013"/>
                  </a:cubicBezTo>
                  <a:cubicBezTo>
                    <a:pt x="25980" y="124289"/>
                    <a:pt x="13895" y="145173"/>
                    <a:pt x="0" y="160734"/>
                  </a:cubicBezTo>
                  <a:lnTo>
                    <a:pt x="631" y="160734"/>
                  </a:lnTo>
                  <a:cubicBezTo>
                    <a:pt x="14074" y="145839"/>
                    <a:pt x="26039" y="126468"/>
                    <a:pt x="34719" y="104061"/>
                  </a:cubicBezTo>
                  <a:cubicBezTo>
                    <a:pt x="49709" y="65366"/>
                    <a:pt x="51364" y="26790"/>
                    <a:pt x="41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9"/>
            <p:cNvSpPr/>
            <p:nvPr/>
          </p:nvSpPr>
          <p:spPr>
            <a:xfrm>
              <a:off x="1646325" y="863800"/>
              <a:ext cx="1183800" cy="3998725"/>
            </a:xfrm>
            <a:custGeom>
              <a:avLst/>
              <a:gdLst/>
              <a:ahLst/>
              <a:cxnLst/>
              <a:rect l="l" t="t" r="r" b="b"/>
              <a:pathLst>
                <a:path w="47352" h="159949" extrusionOk="0">
                  <a:moveTo>
                    <a:pt x="47352" y="0"/>
                  </a:moveTo>
                  <a:cubicBezTo>
                    <a:pt x="35338" y="14288"/>
                    <a:pt x="24682" y="32207"/>
                    <a:pt x="16764" y="52661"/>
                  </a:cubicBezTo>
                  <a:cubicBezTo>
                    <a:pt x="1155" y="92952"/>
                    <a:pt x="0" y="133100"/>
                    <a:pt x="11169" y="159948"/>
                  </a:cubicBezTo>
                  <a:lnTo>
                    <a:pt x="17003" y="159948"/>
                  </a:lnTo>
                  <a:cubicBezTo>
                    <a:pt x="4894" y="134516"/>
                    <a:pt x="4025" y="95821"/>
                    <a:pt x="17086" y="56340"/>
                  </a:cubicBezTo>
                  <a:cubicBezTo>
                    <a:pt x="24396" y="34278"/>
                    <a:pt x="35041" y="15002"/>
                    <a:pt x="47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9"/>
            <p:cNvSpPr/>
            <p:nvPr/>
          </p:nvSpPr>
          <p:spPr>
            <a:xfrm>
              <a:off x="1819550" y="844150"/>
              <a:ext cx="1028725" cy="4018375"/>
            </a:xfrm>
            <a:custGeom>
              <a:avLst/>
              <a:gdLst/>
              <a:ahLst/>
              <a:cxnLst/>
              <a:rect l="l" t="t" r="r" b="b"/>
              <a:pathLst>
                <a:path w="41149" h="160735" extrusionOk="0">
                  <a:moveTo>
                    <a:pt x="41089" y="1"/>
                  </a:moveTo>
                  <a:lnTo>
                    <a:pt x="40863" y="274"/>
                  </a:lnTo>
                  <a:cubicBezTo>
                    <a:pt x="28064" y="15955"/>
                    <a:pt x="17313" y="36767"/>
                    <a:pt x="10705" y="60698"/>
                  </a:cubicBezTo>
                  <a:cubicBezTo>
                    <a:pt x="1" y="99417"/>
                    <a:pt x="2823" y="136743"/>
                    <a:pt x="15896" y="160734"/>
                  </a:cubicBezTo>
                  <a:lnTo>
                    <a:pt x="21766" y="160734"/>
                  </a:lnTo>
                  <a:cubicBezTo>
                    <a:pt x="7669" y="138231"/>
                    <a:pt x="2942" y="102179"/>
                    <a:pt x="11431" y="64115"/>
                  </a:cubicBezTo>
                  <a:cubicBezTo>
                    <a:pt x="17146" y="38469"/>
                    <a:pt x="27909" y="16205"/>
                    <a:pt x="41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9"/>
            <p:cNvSpPr/>
            <p:nvPr/>
          </p:nvSpPr>
          <p:spPr>
            <a:xfrm>
              <a:off x="4426425" y="844450"/>
              <a:ext cx="1117425" cy="4018350"/>
            </a:xfrm>
            <a:custGeom>
              <a:avLst/>
              <a:gdLst/>
              <a:ahLst/>
              <a:cxnLst/>
              <a:rect l="l" t="t" r="r" b="b"/>
              <a:pathLst>
                <a:path w="44697" h="160734" extrusionOk="0">
                  <a:moveTo>
                    <a:pt x="25647" y="1"/>
                  </a:moveTo>
                  <a:cubicBezTo>
                    <a:pt x="37767" y="22634"/>
                    <a:pt x="41423" y="56567"/>
                    <a:pt x="33469" y="92273"/>
                  </a:cubicBezTo>
                  <a:cubicBezTo>
                    <a:pt x="27219" y="120289"/>
                    <a:pt x="14943" y="144280"/>
                    <a:pt x="1" y="160734"/>
                  </a:cubicBezTo>
                  <a:lnTo>
                    <a:pt x="799" y="160734"/>
                  </a:lnTo>
                  <a:cubicBezTo>
                    <a:pt x="15181" y="144637"/>
                    <a:pt x="27361" y="122217"/>
                    <a:pt x="34577" y="96071"/>
                  </a:cubicBezTo>
                  <a:cubicBezTo>
                    <a:pt x="44697" y="59412"/>
                    <a:pt x="42720" y="24015"/>
                    <a:pt x="3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9"/>
            <p:cNvSpPr/>
            <p:nvPr/>
          </p:nvSpPr>
          <p:spPr>
            <a:xfrm>
              <a:off x="4372550" y="844150"/>
              <a:ext cx="1007000" cy="4018375"/>
            </a:xfrm>
            <a:custGeom>
              <a:avLst/>
              <a:gdLst/>
              <a:ahLst/>
              <a:cxnLst/>
              <a:rect l="l" t="t" r="r" b="b"/>
              <a:pathLst>
                <a:path w="40280" h="160735" extrusionOk="0">
                  <a:moveTo>
                    <a:pt x="16312" y="1"/>
                  </a:moveTo>
                  <a:cubicBezTo>
                    <a:pt x="30100" y="19824"/>
                    <a:pt x="36946" y="51102"/>
                    <a:pt x="32874" y="85106"/>
                  </a:cubicBezTo>
                  <a:cubicBezTo>
                    <a:pt x="29052" y="116991"/>
                    <a:pt x="16455" y="144268"/>
                    <a:pt x="1" y="160734"/>
                  </a:cubicBezTo>
                  <a:lnTo>
                    <a:pt x="1203" y="160734"/>
                  </a:lnTo>
                  <a:cubicBezTo>
                    <a:pt x="16824" y="144149"/>
                    <a:pt x="29207" y="118550"/>
                    <a:pt x="34327" y="88618"/>
                  </a:cubicBezTo>
                  <a:cubicBezTo>
                    <a:pt x="40280" y="53805"/>
                    <a:pt x="35005" y="21253"/>
                    <a:pt x="22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9"/>
            <p:cNvSpPr/>
            <p:nvPr/>
          </p:nvSpPr>
          <p:spPr>
            <a:xfrm>
              <a:off x="1967800" y="844150"/>
              <a:ext cx="892400" cy="4018375"/>
            </a:xfrm>
            <a:custGeom>
              <a:avLst/>
              <a:gdLst/>
              <a:ahLst/>
              <a:cxnLst/>
              <a:rect l="l" t="t" r="r" b="b"/>
              <a:pathLst>
                <a:path w="35696" h="160735" extrusionOk="0">
                  <a:moveTo>
                    <a:pt x="35386" y="1"/>
                  </a:moveTo>
                  <a:cubicBezTo>
                    <a:pt x="21753" y="16538"/>
                    <a:pt x="11073" y="40172"/>
                    <a:pt x="6418" y="67390"/>
                  </a:cubicBezTo>
                  <a:cubicBezTo>
                    <a:pt x="0" y="104894"/>
                    <a:pt x="6620" y="139791"/>
                    <a:pt x="21812" y="160734"/>
                  </a:cubicBezTo>
                  <a:lnTo>
                    <a:pt x="27992" y="160734"/>
                  </a:lnTo>
                  <a:cubicBezTo>
                    <a:pt x="11609" y="141458"/>
                    <a:pt x="3060" y="107621"/>
                    <a:pt x="7501" y="70533"/>
                  </a:cubicBezTo>
                  <a:cubicBezTo>
                    <a:pt x="10954" y="41744"/>
                    <a:pt x="21551" y="16717"/>
                    <a:pt x="35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9"/>
            <p:cNvSpPr/>
            <p:nvPr/>
          </p:nvSpPr>
          <p:spPr>
            <a:xfrm>
              <a:off x="4276425" y="844150"/>
              <a:ext cx="934950" cy="4018375"/>
            </a:xfrm>
            <a:custGeom>
              <a:avLst/>
              <a:gdLst/>
              <a:ahLst/>
              <a:cxnLst/>
              <a:rect l="l" t="t" r="r" b="b"/>
              <a:pathLst>
                <a:path w="37398" h="160735" extrusionOk="0">
                  <a:moveTo>
                    <a:pt x="8251" y="1"/>
                  </a:moveTo>
                  <a:cubicBezTo>
                    <a:pt x="23920" y="16800"/>
                    <a:pt x="33957" y="45804"/>
                    <a:pt x="33326" y="78558"/>
                  </a:cubicBezTo>
                  <a:cubicBezTo>
                    <a:pt x="32635" y="114729"/>
                    <a:pt x="19122" y="145816"/>
                    <a:pt x="0" y="160734"/>
                  </a:cubicBezTo>
                  <a:lnTo>
                    <a:pt x="2238" y="160734"/>
                  </a:lnTo>
                  <a:cubicBezTo>
                    <a:pt x="19812" y="144768"/>
                    <a:pt x="32730" y="115693"/>
                    <a:pt x="35088" y="81748"/>
                  </a:cubicBezTo>
                  <a:cubicBezTo>
                    <a:pt x="37398" y="48435"/>
                    <a:pt x="28980" y="18348"/>
                    <a:pt x="14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9"/>
            <p:cNvSpPr/>
            <p:nvPr/>
          </p:nvSpPr>
          <p:spPr>
            <a:xfrm>
              <a:off x="2122575" y="844150"/>
              <a:ext cx="882875" cy="4018375"/>
            </a:xfrm>
            <a:custGeom>
              <a:avLst/>
              <a:gdLst/>
              <a:ahLst/>
              <a:cxnLst/>
              <a:rect l="l" t="t" r="r" b="b"/>
              <a:pathLst>
                <a:path w="35315" h="160735" extrusionOk="0">
                  <a:moveTo>
                    <a:pt x="30028" y="1"/>
                  </a:moveTo>
                  <a:cubicBezTo>
                    <a:pt x="15240" y="16681"/>
                    <a:pt x="4668" y="43149"/>
                    <a:pt x="2560" y="73521"/>
                  </a:cubicBezTo>
                  <a:cubicBezTo>
                    <a:pt x="0" y="110395"/>
                    <a:pt x="10597" y="143303"/>
                    <a:pt x="28278" y="160734"/>
                  </a:cubicBezTo>
                  <a:lnTo>
                    <a:pt x="35314" y="160734"/>
                  </a:lnTo>
                  <a:cubicBezTo>
                    <a:pt x="16110" y="145470"/>
                    <a:pt x="3251" y="113300"/>
                    <a:pt x="3953" y="76331"/>
                  </a:cubicBezTo>
                  <a:cubicBezTo>
                    <a:pt x="4572" y="44375"/>
                    <a:pt x="15193" y="16383"/>
                    <a:pt x="30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9"/>
            <p:cNvSpPr/>
            <p:nvPr/>
          </p:nvSpPr>
          <p:spPr>
            <a:xfrm>
              <a:off x="2229125" y="844150"/>
              <a:ext cx="1247225" cy="4018375"/>
            </a:xfrm>
            <a:custGeom>
              <a:avLst/>
              <a:gdLst/>
              <a:ahLst/>
              <a:cxnLst/>
              <a:rect l="l" t="t" r="r" b="b"/>
              <a:pathLst>
                <a:path w="49889" h="160735" extrusionOk="0">
                  <a:moveTo>
                    <a:pt x="27850" y="1"/>
                  </a:moveTo>
                  <a:cubicBezTo>
                    <a:pt x="11014" y="15705"/>
                    <a:pt x="191" y="45351"/>
                    <a:pt x="1227" y="78986"/>
                  </a:cubicBezTo>
                  <a:cubicBezTo>
                    <a:pt x="2382" y="116574"/>
                    <a:pt x="18015" y="148280"/>
                    <a:pt x="39125" y="160734"/>
                  </a:cubicBezTo>
                  <a:lnTo>
                    <a:pt x="49888" y="160734"/>
                  </a:lnTo>
                  <a:cubicBezTo>
                    <a:pt x="25897" y="152971"/>
                    <a:pt x="6085" y="121051"/>
                    <a:pt x="2882" y="81463"/>
                  </a:cubicBezTo>
                  <a:cubicBezTo>
                    <a:pt x="1" y="46006"/>
                    <a:pt x="11276" y="14479"/>
                    <a:pt x="29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9"/>
            <p:cNvSpPr/>
            <p:nvPr/>
          </p:nvSpPr>
          <p:spPr>
            <a:xfrm>
              <a:off x="4037400" y="844150"/>
              <a:ext cx="1060275" cy="4018375"/>
            </a:xfrm>
            <a:custGeom>
              <a:avLst/>
              <a:gdLst/>
              <a:ahLst/>
              <a:cxnLst/>
              <a:rect l="l" t="t" r="r" b="b"/>
              <a:pathLst>
                <a:path w="42411" h="160735" extrusionOk="0">
                  <a:moveTo>
                    <a:pt x="4620" y="1"/>
                  </a:moveTo>
                  <a:cubicBezTo>
                    <a:pt x="22634" y="13121"/>
                    <a:pt x="36338" y="40339"/>
                    <a:pt x="38958" y="72688"/>
                  </a:cubicBezTo>
                  <a:cubicBezTo>
                    <a:pt x="42410" y="115324"/>
                    <a:pt x="25420" y="152269"/>
                    <a:pt x="0" y="160734"/>
                  </a:cubicBezTo>
                  <a:lnTo>
                    <a:pt x="6204" y="160734"/>
                  </a:lnTo>
                  <a:cubicBezTo>
                    <a:pt x="27599" y="147840"/>
                    <a:pt x="42184" y="114348"/>
                    <a:pt x="40982" y="75533"/>
                  </a:cubicBezTo>
                  <a:cubicBezTo>
                    <a:pt x="39982" y="43137"/>
                    <a:pt x="28230" y="15098"/>
                    <a:pt x="1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9"/>
            <p:cNvSpPr/>
            <p:nvPr/>
          </p:nvSpPr>
          <p:spPr>
            <a:xfrm>
              <a:off x="2204125" y="844150"/>
              <a:ext cx="2902175" cy="3967075"/>
            </a:xfrm>
            <a:custGeom>
              <a:avLst/>
              <a:gdLst/>
              <a:ahLst/>
              <a:cxnLst/>
              <a:rect l="l" t="t" r="r" b="b"/>
              <a:pathLst>
                <a:path w="116087" h="158683" extrusionOk="0">
                  <a:moveTo>
                    <a:pt x="33886" y="1"/>
                  </a:moveTo>
                  <a:cubicBezTo>
                    <a:pt x="12871" y="12300"/>
                    <a:pt x="691" y="46125"/>
                    <a:pt x="5644" y="83772"/>
                  </a:cubicBezTo>
                  <a:cubicBezTo>
                    <a:pt x="11254" y="126439"/>
                    <a:pt x="36896" y="158683"/>
                    <a:pt x="64137" y="158683"/>
                  </a:cubicBezTo>
                  <a:cubicBezTo>
                    <a:pt x="65630" y="158683"/>
                    <a:pt x="67129" y="158586"/>
                    <a:pt x="68628" y="158389"/>
                  </a:cubicBezTo>
                  <a:cubicBezTo>
                    <a:pt x="97489" y="154579"/>
                    <a:pt x="116087" y="115014"/>
                    <a:pt x="110146" y="70009"/>
                  </a:cubicBezTo>
                  <a:cubicBezTo>
                    <a:pt x="105835" y="37207"/>
                    <a:pt x="89691" y="10573"/>
                    <a:pt x="70081" y="1"/>
                  </a:cubicBezTo>
                  <a:lnTo>
                    <a:pt x="59365" y="1"/>
                  </a:lnTo>
                  <a:cubicBezTo>
                    <a:pt x="81499" y="6228"/>
                    <a:pt x="101597" y="32862"/>
                    <a:pt x="107931" y="67521"/>
                  </a:cubicBezTo>
                  <a:cubicBezTo>
                    <a:pt x="115765" y="110335"/>
                    <a:pt x="99632" y="149161"/>
                    <a:pt x="71891" y="154233"/>
                  </a:cubicBezTo>
                  <a:cubicBezTo>
                    <a:pt x="69871" y="154603"/>
                    <a:pt x="67845" y="154783"/>
                    <a:pt x="65822" y="154783"/>
                  </a:cubicBezTo>
                  <a:cubicBezTo>
                    <a:pt x="40073" y="154783"/>
                    <a:pt x="14765" y="125588"/>
                    <a:pt x="7502" y="85892"/>
                  </a:cubicBezTo>
                  <a:cubicBezTo>
                    <a:pt x="1" y="44887"/>
                    <a:pt x="14467" y="7561"/>
                    <a:pt x="40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9"/>
            <p:cNvSpPr/>
            <p:nvPr/>
          </p:nvSpPr>
          <p:spPr>
            <a:xfrm>
              <a:off x="4494600" y="844150"/>
              <a:ext cx="1518375" cy="4018375"/>
            </a:xfrm>
            <a:custGeom>
              <a:avLst/>
              <a:gdLst/>
              <a:ahLst/>
              <a:cxnLst/>
              <a:rect l="l" t="t" r="r" b="b"/>
              <a:pathLst>
                <a:path w="60735" h="160735" extrusionOk="0">
                  <a:moveTo>
                    <a:pt x="46292" y="1"/>
                  </a:moveTo>
                  <a:cubicBezTo>
                    <a:pt x="55341" y="28171"/>
                    <a:pt x="51685" y="68461"/>
                    <a:pt x="33945" y="108216"/>
                  </a:cubicBezTo>
                  <a:cubicBezTo>
                    <a:pt x="24777" y="128778"/>
                    <a:pt x="12978" y="146625"/>
                    <a:pt x="0" y="160734"/>
                  </a:cubicBezTo>
                  <a:lnTo>
                    <a:pt x="655" y="160734"/>
                  </a:lnTo>
                  <a:cubicBezTo>
                    <a:pt x="13157" y="147506"/>
                    <a:pt x="24718" y="131171"/>
                    <a:pt x="34207" y="112466"/>
                  </a:cubicBezTo>
                  <a:cubicBezTo>
                    <a:pt x="54924" y="71652"/>
                    <a:pt x="60734" y="29576"/>
                    <a:pt x="52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9"/>
            <p:cNvSpPr/>
            <p:nvPr/>
          </p:nvSpPr>
          <p:spPr>
            <a:xfrm>
              <a:off x="4529125" y="844150"/>
              <a:ext cx="1768100" cy="4018375"/>
            </a:xfrm>
            <a:custGeom>
              <a:avLst/>
              <a:gdLst/>
              <a:ahLst/>
              <a:cxnLst/>
              <a:rect l="l" t="t" r="r" b="b"/>
              <a:pathLst>
                <a:path w="70724" h="160735" extrusionOk="0">
                  <a:moveTo>
                    <a:pt x="57198" y="1"/>
                  </a:moveTo>
                  <a:cubicBezTo>
                    <a:pt x="64925" y="30969"/>
                    <a:pt x="56817" y="74938"/>
                    <a:pt x="32850" y="116812"/>
                  </a:cubicBezTo>
                  <a:cubicBezTo>
                    <a:pt x="23206" y="133659"/>
                    <a:pt x="11978" y="148471"/>
                    <a:pt x="1" y="160734"/>
                  </a:cubicBezTo>
                  <a:lnTo>
                    <a:pt x="822" y="160734"/>
                  </a:lnTo>
                  <a:cubicBezTo>
                    <a:pt x="12204" y="149507"/>
                    <a:pt x="23027" y="136219"/>
                    <a:pt x="32636" y="121229"/>
                  </a:cubicBezTo>
                  <a:cubicBezTo>
                    <a:pt x="60115" y="78331"/>
                    <a:pt x="70724" y="32374"/>
                    <a:pt x="63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9"/>
            <p:cNvSpPr/>
            <p:nvPr/>
          </p:nvSpPr>
          <p:spPr>
            <a:xfrm>
              <a:off x="4573775" y="844150"/>
              <a:ext cx="2033900" cy="4018375"/>
            </a:xfrm>
            <a:custGeom>
              <a:avLst/>
              <a:gdLst/>
              <a:ahLst/>
              <a:cxnLst/>
              <a:rect l="l" t="t" r="r" b="b"/>
              <a:pathLst>
                <a:path w="81356" h="160735" extrusionOk="0">
                  <a:moveTo>
                    <a:pt x="68319" y="1"/>
                  </a:moveTo>
                  <a:cubicBezTo>
                    <a:pt x="74998" y="33790"/>
                    <a:pt x="61699" y="81820"/>
                    <a:pt x="30373" y="125694"/>
                  </a:cubicBezTo>
                  <a:cubicBezTo>
                    <a:pt x="20979" y="138862"/>
                    <a:pt x="10704" y="150614"/>
                    <a:pt x="0" y="160734"/>
                  </a:cubicBezTo>
                  <a:lnTo>
                    <a:pt x="1155" y="160734"/>
                  </a:lnTo>
                  <a:cubicBezTo>
                    <a:pt x="11478" y="151364"/>
                    <a:pt x="21003" y="141148"/>
                    <a:pt x="29647" y="130207"/>
                  </a:cubicBezTo>
                  <a:cubicBezTo>
                    <a:pt x="65140" y="85416"/>
                    <a:pt x="81356" y="35207"/>
                    <a:pt x="74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9"/>
            <p:cNvSpPr/>
            <p:nvPr/>
          </p:nvSpPr>
          <p:spPr>
            <a:xfrm>
              <a:off x="4636275" y="844150"/>
              <a:ext cx="2315500" cy="4018375"/>
            </a:xfrm>
            <a:custGeom>
              <a:avLst/>
              <a:gdLst/>
              <a:ahLst/>
              <a:cxnLst/>
              <a:rect l="l" t="t" r="r" b="b"/>
              <a:pathLst>
                <a:path w="92620" h="160735" extrusionOk="0">
                  <a:moveTo>
                    <a:pt x="79332" y="1"/>
                  </a:moveTo>
                  <a:cubicBezTo>
                    <a:pt x="85535" y="36624"/>
                    <a:pt x="66164" y="89130"/>
                    <a:pt x="26159" y="134755"/>
                  </a:cubicBezTo>
                  <a:cubicBezTo>
                    <a:pt x="18051" y="144018"/>
                    <a:pt x="9311" y="152697"/>
                    <a:pt x="1" y="160734"/>
                  </a:cubicBezTo>
                  <a:lnTo>
                    <a:pt x="1632" y="160734"/>
                  </a:lnTo>
                  <a:cubicBezTo>
                    <a:pt x="9776" y="154043"/>
                    <a:pt x="17539" y="146887"/>
                    <a:pt x="24885" y="139315"/>
                  </a:cubicBezTo>
                  <a:cubicBezTo>
                    <a:pt x="69831" y="92964"/>
                    <a:pt x="92619" y="38053"/>
                    <a:pt x="86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9"/>
            <p:cNvSpPr/>
            <p:nvPr/>
          </p:nvSpPr>
          <p:spPr>
            <a:xfrm>
              <a:off x="4725575" y="844150"/>
              <a:ext cx="2614950" cy="4018375"/>
            </a:xfrm>
            <a:custGeom>
              <a:avLst/>
              <a:gdLst/>
              <a:ahLst/>
              <a:cxnLst/>
              <a:rect l="l" t="t" r="r" b="b"/>
              <a:pathLst>
                <a:path w="104598" h="160735" extrusionOk="0">
                  <a:moveTo>
                    <a:pt x="89845" y="1"/>
                  </a:moveTo>
                  <a:cubicBezTo>
                    <a:pt x="96584" y="39493"/>
                    <a:pt x="70069" y="96941"/>
                    <a:pt x="19777" y="143875"/>
                  </a:cubicBezTo>
                  <a:cubicBezTo>
                    <a:pt x="13312" y="149899"/>
                    <a:pt x="6692" y="155531"/>
                    <a:pt x="1" y="160734"/>
                  </a:cubicBezTo>
                  <a:lnTo>
                    <a:pt x="2322" y="160734"/>
                  </a:lnTo>
                  <a:cubicBezTo>
                    <a:pt x="7585" y="156865"/>
                    <a:pt x="12788" y="152757"/>
                    <a:pt x="17955" y="148411"/>
                  </a:cubicBezTo>
                  <a:cubicBezTo>
                    <a:pt x="74069" y="101084"/>
                    <a:pt x="104597" y="40946"/>
                    <a:pt x="97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9"/>
            <p:cNvSpPr/>
            <p:nvPr/>
          </p:nvSpPr>
          <p:spPr>
            <a:xfrm>
              <a:off x="4853275" y="844150"/>
              <a:ext cx="2701550" cy="4018375"/>
            </a:xfrm>
            <a:custGeom>
              <a:avLst/>
              <a:gdLst/>
              <a:ahLst/>
              <a:cxnLst/>
              <a:rect l="l" t="t" r="r" b="b"/>
              <a:pathLst>
                <a:path w="108062" h="160735" extrusionOk="0">
                  <a:moveTo>
                    <a:pt x="99084" y="1"/>
                  </a:moveTo>
                  <a:cubicBezTo>
                    <a:pt x="108062" y="42422"/>
                    <a:pt x="73176" y="105382"/>
                    <a:pt x="10740" y="152912"/>
                  </a:cubicBezTo>
                  <a:cubicBezTo>
                    <a:pt x="7180" y="155626"/>
                    <a:pt x="3596" y="158234"/>
                    <a:pt x="0" y="160734"/>
                  </a:cubicBezTo>
                  <a:lnTo>
                    <a:pt x="3322" y="160734"/>
                  </a:lnTo>
                  <a:cubicBezTo>
                    <a:pt x="5001" y="159639"/>
                    <a:pt x="6680" y="158508"/>
                    <a:pt x="8347" y="157365"/>
                  </a:cubicBezTo>
                  <a:cubicBezTo>
                    <a:pt x="54555" y="125718"/>
                    <a:pt x="87559" y="85832"/>
                    <a:pt x="101144" y="49745"/>
                  </a:cubicBezTo>
                  <a:lnTo>
                    <a:pt x="101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9"/>
            <p:cNvSpPr/>
            <p:nvPr/>
          </p:nvSpPr>
          <p:spPr>
            <a:xfrm>
              <a:off x="5036025" y="2528875"/>
              <a:ext cx="2345850" cy="2333650"/>
            </a:xfrm>
            <a:custGeom>
              <a:avLst/>
              <a:gdLst/>
              <a:ahLst/>
              <a:cxnLst/>
              <a:rect l="l" t="t" r="r" b="b"/>
              <a:pathLst>
                <a:path w="93834" h="93346" extrusionOk="0">
                  <a:moveTo>
                    <a:pt x="93834" y="1"/>
                  </a:moveTo>
                  <a:cubicBezTo>
                    <a:pt x="76177" y="32552"/>
                    <a:pt x="43256" y="66461"/>
                    <a:pt x="1" y="93345"/>
                  </a:cubicBezTo>
                  <a:lnTo>
                    <a:pt x="4763" y="93345"/>
                  </a:lnTo>
                  <a:cubicBezTo>
                    <a:pt x="43661" y="70485"/>
                    <a:pt x="74570" y="42160"/>
                    <a:pt x="93834" y="13871"/>
                  </a:cubicBezTo>
                  <a:lnTo>
                    <a:pt x="938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9"/>
            <p:cNvSpPr/>
            <p:nvPr/>
          </p:nvSpPr>
          <p:spPr>
            <a:xfrm>
              <a:off x="5297075" y="3175375"/>
              <a:ext cx="2084800" cy="1687150"/>
            </a:xfrm>
            <a:custGeom>
              <a:avLst/>
              <a:gdLst/>
              <a:ahLst/>
              <a:cxnLst/>
              <a:rect l="l" t="t" r="r" b="b"/>
              <a:pathLst>
                <a:path w="83392" h="67486" extrusionOk="0">
                  <a:moveTo>
                    <a:pt x="83392" y="1"/>
                  </a:moveTo>
                  <a:cubicBezTo>
                    <a:pt x="63628" y="24349"/>
                    <a:pt x="34934" y="48054"/>
                    <a:pt x="1" y="67485"/>
                  </a:cubicBezTo>
                  <a:lnTo>
                    <a:pt x="6775" y="67485"/>
                  </a:lnTo>
                  <a:cubicBezTo>
                    <a:pt x="37779" y="51102"/>
                    <a:pt x="63961" y="31445"/>
                    <a:pt x="83392" y="10835"/>
                  </a:cubicBezTo>
                  <a:lnTo>
                    <a:pt x="833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9"/>
            <p:cNvSpPr/>
            <p:nvPr/>
          </p:nvSpPr>
          <p:spPr>
            <a:xfrm>
              <a:off x="5667650" y="3697775"/>
              <a:ext cx="1714225" cy="1164750"/>
            </a:xfrm>
            <a:custGeom>
              <a:avLst/>
              <a:gdLst/>
              <a:ahLst/>
              <a:cxnLst/>
              <a:rect l="l" t="t" r="r" b="b"/>
              <a:pathLst>
                <a:path w="68569" h="46590" extrusionOk="0">
                  <a:moveTo>
                    <a:pt x="68569" y="0"/>
                  </a:moveTo>
                  <a:cubicBezTo>
                    <a:pt x="50210" y="17002"/>
                    <a:pt x="26921" y="33004"/>
                    <a:pt x="1" y="46589"/>
                  </a:cubicBezTo>
                  <a:lnTo>
                    <a:pt x="9526" y="46589"/>
                  </a:lnTo>
                  <a:cubicBezTo>
                    <a:pt x="32064" y="35659"/>
                    <a:pt x="52007" y="23051"/>
                    <a:pt x="68569" y="9525"/>
                  </a:cubicBezTo>
                  <a:lnTo>
                    <a:pt x="68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9"/>
            <p:cNvSpPr/>
            <p:nvPr/>
          </p:nvSpPr>
          <p:spPr>
            <a:xfrm>
              <a:off x="6185275" y="4164775"/>
              <a:ext cx="1196600" cy="697750"/>
            </a:xfrm>
            <a:custGeom>
              <a:avLst/>
              <a:gdLst/>
              <a:ahLst/>
              <a:cxnLst/>
              <a:rect l="l" t="t" r="r" b="b"/>
              <a:pathLst>
                <a:path w="47864" h="27910" extrusionOk="0">
                  <a:moveTo>
                    <a:pt x="47864" y="1"/>
                  </a:moveTo>
                  <a:cubicBezTo>
                    <a:pt x="33862" y="10109"/>
                    <a:pt x="17765" y="19527"/>
                    <a:pt x="1" y="27909"/>
                  </a:cubicBezTo>
                  <a:lnTo>
                    <a:pt x="12991" y="27909"/>
                  </a:lnTo>
                  <a:cubicBezTo>
                    <a:pt x="25564" y="22063"/>
                    <a:pt x="37244" y="15681"/>
                    <a:pt x="47864" y="8895"/>
                  </a:cubicBezTo>
                  <a:lnTo>
                    <a:pt x="47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9"/>
            <p:cNvSpPr/>
            <p:nvPr/>
          </p:nvSpPr>
          <p:spPr>
            <a:xfrm>
              <a:off x="6881500" y="4605325"/>
              <a:ext cx="500375" cy="257200"/>
            </a:xfrm>
            <a:custGeom>
              <a:avLst/>
              <a:gdLst/>
              <a:ahLst/>
              <a:cxnLst/>
              <a:rect l="l" t="t" r="r" b="b"/>
              <a:pathLst>
                <a:path w="20015" h="10288" extrusionOk="0">
                  <a:moveTo>
                    <a:pt x="20015" y="0"/>
                  </a:moveTo>
                  <a:cubicBezTo>
                    <a:pt x="13669" y="3584"/>
                    <a:pt x="6990" y="7013"/>
                    <a:pt x="1" y="10287"/>
                  </a:cubicBezTo>
                  <a:lnTo>
                    <a:pt x="16610" y="10287"/>
                  </a:lnTo>
                  <a:cubicBezTo>
                    <a:pt x="17753" y="9739"/>
                    <a:pt x="18896" y="9180"/>
                    <a:pt x="20015" y="8620"/>
                  </a:cubicBezTo>
                  <a:lnTo>
                    <a:pt x="200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" name="Google Shape;1017;p69"/>
          <p:cNvSpPr txBox="1">
            <a:spLocks noGrp="1"/>
          </p:cNvSpPr>
          <p:nvPr>
            <p:ph type="title"/>
          </p:nvPr>
        </p:nvSpPr>
        <p:spPr>
          <a:xfrm>
            <a:off x="1024800" y="540000"/>
            <a:ext cx="739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1018" name="Google Shape;1018;p69"/>
          <p:cNvGrpSpPr/>
          <p:nvPr/>
        </p:nvGrpSpPr>
        <p:grpSpPr>
          <a:xfrm>
            <a:off x="719986" y="1468937"/>
            <a:ext cx="2381112" cy="1262009"/>
            <a:chOff x="238125" y="440975"/>
            <a:chExt cx="7144050" cy="4846425"/>
          </a:xfrm>
        </p:grpSpPr>
        <p:sp>
          <p:nvSpPr>
            <p:cNvPr id="1019" name="Google Shape;1019;p69"/>
            <p:cNvSpPr/>
            <p:nvPr/>
          </p:nvSpPr>
          <p:spPr>
            <a:xfrm>
              <a:off x="238125" y="460025"/>
              <a:ext cx="244400" cy="1249575"/>
            </a:xfrm>
            <a:custGeom>
              <a:avLst/>
              <a:gdLst/>
              <a:ahLst/>
              <a:cxnLst/>
              <a:rect l="l" t="t" r="r" b="b"/>
              <a:pathLst>
                <a:path w="9776" h="49983" extrusionOk="0">
                  <a:moveTo>
                    <a:pt x="1857" y="0"/>
                  </a:moveTo>
                  <a:cubicBezTo>
                    <a:pt x="3762" y="13478"/>
                    <a:pt x="5691" y="26991"/>
                    <a:pt x="1762" y="36469"/>
                  </a:cubicBezTo>
                  <a:cubicBezTo>
                    <a:pt x="1262" y="37647"/>
                    <a:pt x="679" y="38790"/>
                    <a:pt x="0" y="39874"/>
                  </a:cubicBezTo>
                  <a:lnTo>
                    <a:pt x="0" y="49982"/>
                  </a:lnTo>
                  <a:cubicBezTo>
                    <a:pt x="2465" y="47160"/>
                    <a:pt x="4429" y="44279"/>
                    <a:pt x="5596" y="41279"/>
                  </a:cubicBezTo>
                  <a:cubicBezTo>
                    <a:pt x="9775" y="30599"/>
                    <a:pt x="6310" y="14871"/>
                    <a:pt x="4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9"/>
            <p:cNvSpPr/>
            <p:nvPr/>
          </p:nvSpPr>
          <p:spPr>
            <a:xfrm>
              <a:off x="7104150" y="460300"/>
              <a:ext cx="277725" cy="1134700"/>
            </a:xfrm>
            <a:custGeom>
              <a:avLst/>
              <a:gdLst/>
              <a:ahLst/>
              <a:cxnLst/>
              <a:rect l="l" t="t" r="r" b="b"/>
              <a:pathLst>
                <a:path w="11109" h="45388" extrusionOk="0">
                  <a:moveTo>
                    <a:pt x="3263" y="1"/>
                  </a:moveTo>
                  <a:cubicBezTo>
                    <a:pt x="1691" y="13229"/>
                    <a:pt x="0" y="26564"/>
                    <a:pt x="4037" y="35779"/>
                  </a:cubicBezTo>
                  <a:cubicBezTo>
                    <a:pt x="5525" y="39137"/>
                    <a:pt x="8001" y="42316"/>
                    <a:pt x="11109" y="45387"/>
                  </a:cubicBezTo>
                  <a:lnTo>
                    <a:pt x="11109" y="38470"/>
                  </a:lnTo>
                  <a:cubicBezTo>
                    <a:pt x="10752" y="37803"/>
                    <a:pt x="10430" y="37136"/>
                    <a:pt x="10157" y="36458"/>
                  </a:cubicBezTo>
                  <a:cubicBezTo>
                    <a:pt x="6216" y="26980"/>
                    <a:pt x="8144" y="13467"/>
                    <a:pt x="10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9"/>
            <p:cNvSpPr/>
            <p:nvPr/>
          </p:nvSpPr>
          <p:spPr>
            <a:xfrm>
              <a:off x="7154450" y="3988125"/>
              <a:ext cx="227425" cy="1257900"/>
            </a:xfrm>
            <a:custGeom>
              <a:avLst/>
              <a:gdLst/>
              <a:ahLst/>
              <a:cxnLst/>
              <a:rect l="l" t="t" r="r" b="b"/>
              <a:pathLst>
                <a:path w="9097" h="50316" extrusionOk="0">
                  <a:moveTo>
                    <a:pt x="9097" y="0"/>
                  </a:moveTo>
                  <a:cubicBezTo>
                    <a:pt x="7013" y="2512"/>
                    <a:pt x="5347" y="5084"/>
                    <a:pt x="4311" y="7751"/>
                  </a:cubicBezTo>
                  <a:cubicBezTo>
                    <a:pt x="1" y="18741"/>
                    <a:pt x="3799" y="35076"/>
                    <a:pt x="6013" y="50316"/>
                  </a:cubicBezTo>
                  <a:lnTo>
                    <a:pt x="8228" y="50316"/>
                  </a:lnTo>
                  <a:cubicBezTo>
                    <a:pt x="6275" y="36421"/>
                    <a:pt x="4084" y="22336"/>
                    <a:pt x="8145" y="12561"/>
                  </a:cubicBezTo>
                  <a:cubicBezTo>
                    <a:pt x="8418" y="11883"/>
                    <a:pt x="8740" y="11216"/>
                    <a:pt x="9097" y="10549"/>
                  </a:cubicBezTo>
                  <a:lnTo>
                    <a:pt x="90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9"/>
            <p:cNvSpPr/>
            <p:nvPr/>
          </p:nvSpPr>
          <p:spPr>
            <a:xfrm>
              <a:off x="238125" y="4059250"/>
              <a:ext cx="301250" cy="1186775"/>
            </a:xfrm>
            <a:custGeom>
              <a:avLst/>
              <a:gdLst/>
              <a:ahLst/>
              <a:cxnLst/>
              <a:rect l="l" t="t" r="r" b="b"/>
              <a:pathLst>
                <a:path w="12050" h="47471" extrusionOk="0">
                  <a:moveTo>
                    <a:pt x="0" y="1"/>
                  </a:moveTo>
                  <a:lnTo>
                    <a:pt x="0" y="6311"/>
                  </a:lnTo>
                  <a:cubicBezTo>
                    <a:pt x="679" y="7395"/>
                    <a:pt x="1262" y="8538"/>
                    <a:pt x="1762" y="9716"/>
                  </a:cubicBezTo>
                  <a:cubicBezTo>
                    <a:pt x="5822" y="19491"/>
                    <a:pt x="3643" y="33576"/>
                    <a:pt x="1679" y="47471"/>
                  </a:cubicBezTo>
                  <a:lnTo>
                    <a:pt x="8501" y="47471"/>
                  </a:lnTo>
                  <a:cubicBezTo>
                    <a:pt x="10108" y="33826"/>
                    <a:pt x="12049" y="19920"/>
                    <a:pt x="7870" y="10407"/>
                  </a:cubicBezTo>
                  <a:cubicBezTo>
                    <a:pt x="6275" y="6752"/>
                    <a:pt x="3477" y="332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69"/>
            <p:cNvSpPr/>
            <p:nvPr/>
          </p:nvSpPr>
          <p:spPr>
            <a:xfrm>
              <a:off x="238125" y="460025"/>
              <a:ext cx="453650" cy="1694275"/>
            </a:xfrm>
            <a:custGeom>
              <a:avLst/>
              <a:gdLst/>
              <a:ahLst/>
              <a:cxnLst/>
              <a:rect l="l" t="t" r="r" b="b"/>
              <a:pathLst>
                <a:path w="18146" h="67771" extrusionOk="0">
                  <a:moveTo>
                    <a:pt x="6406" y="0"/>
                  </a:moveTo>
                  <a:cubicBezTo>
                    <a:pt x="8513" y="15954"/>
                    <a:pt x="13930" y="34040"/>
                    <a:pt x="9549" y="45946"/>
                  </a:cubicBezTo>
                  <a:cubicBezTo>
                    <a:pt x="7870" y="50494"/>
                    <a:pt x="4370" y="54816"/>
                    <a:pt x="0" y="59067"/>
                  </a:cubicBezTo>
                  <a:lnTo>
                    <a:pt x="0" y="67770"/>
                  </a:lnTo>
                  <a:cubicBezTo>
                    <a:pt x="6227" y="62138"/>
                    <a:pt x="11537" y="56471"/>
                    <a:pt x="13609" y="50470"/>
                  </a:cubicBezTo>
                  <a:cubicBezTo>
                    <a:pt x="18145" y="37278"/>
                    <a:pt x="10311" y="16633"/>
                    <a:pt x="9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69"/>
            <p:cNvSpPr/>
            <p:nvPr/>
          </p:nvSpPr>
          <p:spPr>
            <a:xfrm>
              <a:off x="238125" y="3877100"/>
              <a:ext cx="612300" cy="1368925"/>
            </a:xfrm>
            <a:custGeom>
              <a:avLst/>
              <a:gdLst/>
              <a:ahLst/>
              <a:cxnLst/>
              <a:rect l="l" t="t" r="r" b="b"/>
              <a:pathLst>
                <a:path w="24492" h="54757" extrusionOk="0">
                  <a:moveTo>
                    <a:pt x="0" y="0"/>
                  </a:moveTo>
                  <a:lnTo>
                    <a:pt x="0" y="3227"/>
                  </a:lnTo>
                  <a:cubicBezTo>
                    <a:pt x="6203" y="7930"/>
                    <a:pt x="11466" y="12776"/>
                    <a:pt x="13966" y="18205"/>
                  </a:cubicBezTo>
                  <a:cubicBezTo>
                    <a:pt x="18264" y="27492"/>
                    <a:pt x="16538" y="41315"/>
                    <a:pt x="15276" y="54757"/>
                  </a:cubicBezTo>
                  <a:lnTo>
                    <a:pt x="22027" y="54757"/>
                  </a:lnTo>
                  <a:cubicBezTo>
                    <a:pt x="22920" y="41481"/>
                    <a:pt x="24491" y="27646"/>
                    <a:pt x="20038" y="18526"/>
                  </a:cubicBezTo>
                  <a:cubicBezTo>
                    <a:pt x="16669" y="11633"/>
                    <a:pt x="8632" y="578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69"/>
            <p:cNvSpPr/>
            <p:nvPr/>
          </p:nvSpPr>
          <p:spPr>
            <a:xfrm>
              <a:off x="6793400" y="460025"/>
              <a:ext cx="588475" cy="1323100"/>
            </a:xfrm>
            <a:custGeom>
              <a:avLst/>
              <a:gdLst/>
              <a:ahLst/>
              <a:cxnLst/>
              <a:rect l="l" t="t" r="r" b="b"/>
              <a:pathLst>
                <a:path w="23539" h="52924" extrusionOk="0">
                  <a:moveTo>
                    <a:pt x="2227" y="0"/>
                  </a:moveTo>
                  <a:cubicBezTo>
                    <a:pt x="1322" y="12883"/>
                    <a:pt x="0" y="26122"/>
                    <a:pt x="4310" y="34945"/>
                  </a:cubicBezTo>
                  <a:cubicBezTo>
                    <a:pt x="7573" y="41624"/>
                    <a:pt x="15205" y="47315"/>
                    <a:pt x="23539" y="52923"/>
                  </a:cubicBezTo>
                  <a:lnTo>
                    <a:pt x="23539" y="49625"/>
                  </a:lnTo>
                  <a:cubicBezTo>
                    <a:pt x="17681" y="45125"/>
                    <a:pt x="12776" y="40457"/>
                    <a:pt x="10383" y="35278"/>
                  </a:cubicBezTo>
                  <a:cubicBezTo>
                    <a:pt x="6215" y="26277"/>
                    <a:pt x="7704" y="13037"/>
                    <a:pt x="8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69"/>
            <p:cNvSpPr/>
            <p:nvPr/>
          </p:nvSpPr>
          <p:spPr>
            <a:xfrm>
              <a:off x="6945500" y="3538075"/>
              <a:ext cx="436375" cy="1707950"/>
            </a:xfrm>
            <a:custGeom>
              <a:avLst/>
              <a:gdLst/>
              <a:ahLst/>
              <a:cxnLst/>
              <a:rect l="l" t="t" r="r" b="b"/>
              <a:pathLst>
                <a:path w="17455" h="68318" extrusionOk="0">
                  <a:moveTo>
                    <a:pt x="17455" y="0"/>
                  </a:moveTo>
                  <a:cubicBezTo>
                    <a:pt x="11585" y="5382"/>
                    <a:pt x="6632" y="10823"/>
                    <a:pt x="4656" y="16562"/>
                  </a:cubicBezTo>
                  <a:cubicBezTo>
                    <a:pt x="0" y="30099"/>
                    <a:pt x="8382" y="51482"/>
                    <a:pt x="9335" y="68318"/>
                  </a:cubicBezTo>
                  <a:lnTo>
                    <a:pt x="12026" y="68318"/>
                  </a:lnTo>
                  <a:cubicBezTo>
                    <a:pt x="10049" y="52066"/>
                    <a:pt x="4215" y="33314"/>
                    <a:pt x="8716" y="21086"/>
                  </a:cubicBezTo>
                  <a:cubicBezTo>
                    <a:pt x="10287" y="16824"/>
                    <a:pt x="13466" y="12763"/>
                    <a:pt x="17455" y="8763"/>
                  </a:cubicBezTo>
                  <a:lnTo>
                    <a:pt x="17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69"/>
            <p:cNvSpPr/>
            <p:nvPr/>
          </p:nvSpPr>
          <p:spPr>
            <a:xfrm>
              <a:off x="238125" y="3730050"/>
              <a:ext cx="923050" cy="1515975"/>
            </a:xfrm>
            <a:custGeom>
              <a:avLst/>
              <a:gdLst/>
              <a:ahLst/>
              <a:cxnLst/>
              <a:rect l="l" t="t" r="r" b="b"/>
              <a:pathLst>
                <a:path w="36922" h="60639" extrusionOk="0">
                  <a:moveTo>
                    <a:pt x="0" y="1"/>
                  </a:moveTo>
                  <a:lnTo>
                    <a:pt x="0" y="2989"/>
                  </a:lnTo>
                  <a:cubicBezTo>
                    <a:pt x="10597" y="9811"/>
                    <a:pt x="21836" y="16312"/>
                    <a:pt x="26087" y="24563"/>
                  </a:cubicBezTo>
                  <a:cubicBezTo>
                    <a:pt x="30706" y="33540"/>
                    <a:pt x="29266" y="47482"/>
                    <a:pt x="28754" y="60639"/>
                  </a:cubicBezTo>
                  <a:lnTo>
                    <a:pt x="35481" y="60639"/>
                  </a:lnTo>
                  <a:cubicBezTo>
                    <a:pt x="35576" y="47590"/>
                    <a:pt x="36921" y="33421"/>
                    <a:pt x="32099" y="24539"/>
                  </a:cubicBezTo>
                  <a:cubicBezTo>
                    <a:pt x="26908" y="14955"/>
                    <a:pt x="11763" y="808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9"/>
            <p:cNvSpPr/>
            <p:nvPr/>
          </p:nvSpPr>
          <p:spPr>
            <a:xfrm>
              <a:off x="6482950" y="460025"/>
              <a:ext cx="899225" cy="1470125"/>
            </a:xfrm>
            <a:custGeom>
              <a:avLst/>
              <a:gdLst/>
              <a:ahLst/>
              <a:cxnLst/>
              <a:rect l="l" t="t" r="r" b="b"/>
              <a:pathLst>
                <a:path w="35969" h="58805" extrusionOk="0">
                  <a:moveTo>
                    <a:pt x="1286" y="0"/>
                  </a:moveTo>
                  <a:cubicBezTo>
                    <a:pt x="1119" y="12692"/>
                    <a:pt x="0" y="26217"/>
                    <a:pt x="4667" y="34814"/>
                  </a:cubicBezTo>
                  <a:cubicBezTo>
                    <a:pt x="9751" y="44172"/>
                    <a:pt x="24325" y="50947"/>
                    <a:pt x="35969" y="58805"/>
                  </a:cubicBezTo>
                  <a:lnTo>
                    <a:pt x="35957" y="55852"/>
                  </a:lnTo>
                  <a:cubicBezTo>
                    <a:pt x="25610" y="49208"/>
                    <a:pt x="14823" y="42827"/>
                    <a:pt x="10680" y="34790"/>
                  </a:cubicBezTo>
                  <a:cubicBezTo>
                    <a:pt x="6203" y="26098"/>
                    <a:pt x="7406" y="12763"/>
                    <a:pt x="7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69"/>
            <p:cNvSpPr/>
            <p:nvPr/>
          </p:nvSpPr>
          <p:spPr>
            <a:xfrm>
              <a:off x="6727325" y="3097525"/>
              <a:ext cx="654550" cy="2148800"/>
            </a:xfrm>
            <a:custGeom>
              <a:avLst/>
              <a:gdLst/>
              <a:ahLst/>
              <a:cxnLst/>
              <a:rect l="l" t="t" r="r" b="b"/>
              <a:pathLst>
                <a:path w="26182" h="85952" extrusionOk="0">
                  <a:moveTo>
                    <a:pt x="26182" y="1"/>
                  </a:moveTo>
                  <a:cubicBezTo>
                    <a:pt x="17300" y="8538"/>
                    <a:pt x="7537" y="16836"/>
                    <a:pt x="4941" y="25563"/>
                  </a:cubicBezTo>
                  <a:cubicBezTo>
                    <a:pt x="0" y="42185"/>
                    <a:pt x="16050" y="70271"/>
                    <a:pt x="9692" y="85952"/>
                  </a:cubicBezTo>
                  <a:lnTo>
                    <a:pt x="14645" y="85952"/>
                  </a:lnTo>
                  <a:cubicBezTo>
                    <a:pt x="16062" y="69164"/>
                    <a:pt x="4417" y="44768"/>
                    <a:pt x="9216" y="29802"/>
                  </a:cubicBezTo>
                  <a:cubicBezTo>
                    <a:pt x="11525" y="22611"/>
                    <a:pt x="18598" y="15800"/>
                    <a:pt x="26182" y="8931"/>
                  </a:cubicBezTo>
                  <a:lnTo>
                    <a:pt x="261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9"/>
            <p:cNvSpPr/>
            <p:nvPr/>
          </p:nvSpPr>
          <p:spPr>
            <a:xfrm>
              <a:off x="238125" y="460025"/>
              <a:ext cx="671525" cy="2135975"/>
            </a:xfrm>
            <a:custGeom>
              <a:avLst/>
              <a:gdLst/>
              <a:ahLst/>
              <a:cxnLst/>
              <a:rect l="l" t="t" r="r" b="b"/>
              <a:pathLst>
                <a:path w="26861" h="85439" extrusionOk="0">
                  <a:moveTo>
                    <a:pt x="12263" y="0"/>
                  </a:moveTo>
                  <a:cubicBezTo>
                    <a:pt x="11513" y="16728"/>
                    <a:pt x="22455" y="40279"/>
                    <a:pt x="17776" y="54852"/>
                  </a:cubicBezTo>
                  <a:cubicBezTo>
                    <a:pt x="15383" y="62305"/>
                    <a:pt x="7894" y="69342"/>
                    <a:pt x="0" y="76450"/>
                  </a:cubicBezTo>
                  <a:lnTo>
                    <a:pt x="0" y="85439"/>
                  </a:lnTo>
                  <a:cubicBezTo>
                    <a:pt x="9084" y="76628"/>
                    <a:pt x="19371" y="68080"/>
                    <a:pt x="22050" y="59090"/>
                  </a:cubicBezTo>
                  <a:cubicBezTo>
                    <a:pt x="26861" y="42922"/>
                    <a:pt x="11787" y="15895"/>
                    <a:pt x="16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69"/>
            <p:cNvSpPr/>
            <p:nvPr/>
          </p:nvSpPr>
          <p:spPr>
            <a:xfrm>
              <a:off x="238125" y="440975"/>
              <a:ext cx="1653500" cy="2773550"/>
            </a:xfrm>
            <a:custGeom>
              <a:avLst/>
              <a:gdLst/>
              <a:ahLst/>
              <a:cxnLst/>
              <a:rect l="l" t="t" r="r" b="b"/>
              <a:pathLst>
                <a:path w="66140" h="110942" extrusionOk="0">
                  <a:moveTo>
                    <a:pt x="24598" y="762"/>
                  </a:moveTo>
                  <a:cubicBezTo>
                    <a:pt x="23979" y="1322"/>
                    <a:pt x="23420" y="1929"/>
                    <a:pt x="22920" y="2584"/>
                  </a:cubicBezTo>
                  <a:cubicBezTo>
                    <a:pt x="12013" y="16657"/>
                    <a:pt x="31206" y="46506"/>
                    <a:pt x="26432" y="63948"/>
                  </a:cubicBezTo>
                  <a:cubicBezTo>
                    <a:pt x="23467" y="74783"/>
                    <a:pt x="9180" y="85201"/>
                    <a:pt x="0" y="96166"/>
                  </a:cubicBezTo>
                  <a:lnTo>
                    <a:pt x="0" y="110942"/>
                  </a:lnTo>
                  <a:cubicBezTo>
                    <a:pt x="3989" y="95952"/>
                    <a:pt x="27372" y="82046"/>
                    <a:pt x="30897" y="67889"/>
                  </a:cubicBezTo>
                  <a:cubicBezTo>
                    <a:pt x="35064" y="51137"/>
                    <a:pt x="16323" y="23146"/>
                    <a:pt x="26432" y="9477"/>
                  </a:cubicBezTo>
                  <a:cubicBezTo>
                    <a:pt x="33433" y="0"/>
                    <a:pt x="51054" y="1750"/>
                    <a:pt x="66139" y="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9"/>
            <p:cNvSpPr/>
            <p:nvPr/>
          </p:nvSpPr>
          <p:spPr>
            <a:xfrm>
              <a:off x="6172475" y="460025"/>
              <a:ext cx="1209400" cy="1736525"/>
            </a:xfrm>
            <a:custGeom>
              <a:avLst/>
              <a:gdLst/>
              <a:ahLst/>
              <a:cxnLst/>
              <a:rect l="l" t="t" r="r" b="b"/>
              <a:pathLst>
                <a:path w="48376" h="69461" extrusionOk="0">
                  <a:moveTo>
                    <a:pt x="251" y="0"/>
                  </a:moveTo>
                  <a:cubicBezTo>
                    <a:pt x="1049" y="12537"/>
                    <a:pt x="1" y="26860"/>
                    <a:pt x="5133" y="35385"/>
                  </a:cubicBezTo>
                  <a:cubicBezTo>
                    <a:pt x="13026" y="48506"/>
                    <a:pt x="41720" y="54935"/>
                    <a:pt x="48376" y="69461"/>
                  </a:cubicBezTo>
                  <a:lnTo>
                    <a:pt x="48376" y="62436"/>
                  </a:lnTo>
                  <a:cubicBezTo>
                    <a:pt x="36851" y="52685"/>
                    <a:pt x="17277" y="45839"/>
                    <a:pt x="11086" y="35016"/>
                  </a:cubicBezTo>
                  <a:cubicBezTo>
                    <a:pt x="6204" y="26479"/>
                    <a:pt x="7276" y="12621"/>
                    <a:pt x="6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9"/>
            <p:cNvSpPr/>
            <p:nvPr/>
          </p:nvSpPr>
          <p:spPr>
            <a:xfrm>
              <a:off x="5501875" y="2519500"/>
              <a:ext cx="1880000" cy="2767900"/>
            </a:xfrm>
            <a:custGeom>
              <a:avLst/>
              <a:gdLst/>
              <a:ahLst/>
              <a:cxnLst/>
              <a:rect l="l" t="t" r="r" b="b"/>
              <a:pathLst>
                <a:path w="75200" h="110716" extrusionOk="0">
                  <a:moveTo>
                    <a:pt x="75200" y="0"/>
                  </a:moveTo>
                  <a:cubicBezTo>
                    <a:pt x="69556" y="14085"/>
                    <a:pt x="48447" y="27253"/>
                    <a:pt x="45101" y="40648"/>
                  </a:cubicBezTo>
                  <a:cubicBezTo>
                    <a:pt x="40934" y="57412"/>
                    <a:pt x="59686" y="85391"/>
                    <a:pt x="49566" y="99060"/>
                  </a:cubicBezTo>
                  <a:cubicBezTo>
                    <a:pt x="40958" y="110716"/>
                    <a:pt x="16264" y="105382"/>
                    <a:pt x="0" y="109061"/>
                  </a:cubicBezTo>
                  <a:lnTo>
                    <a:pt x="49768" y="109061"/>
                  </a:lnTo>
                  <a:cubicBezTo>
                    <a:pt x="51030" y="108204"/>
                    <a:pt x="52150" y="107156"/>
                    <a:pt x="53090" y="105953"/>
                  </a:cubicBezTo>
                  <a:cubicBezTo>
                    <a:pt x="63996" y="91880"/>
                    <a:pt x="44803" y="62031"/>
                    <a:pt x="49578" y="44589"/>
                  </a:cubicBezTo>
                  <a:cubicBezTo>
                    <a:pt x="52447" y="34076"/>
                    <a:pt x="66008" y="23931"/>
                    <a:pt x="75200" y="13323"/>
                  </a:cubicBezTo>
                  <a:lnTo>
                    <a:pt x="75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69"/>
            <p:cNvSpPr/>
            <p:nvPr/>
          </p:nvSpPr>
          <p:spPr>
            <a:xfrm>
              <a:off x="238125" y="3422875"/>
              <a:ext cx="1234100" cy="1823150"/>
            </a:xfrm>
            <a:custGeom>
              <a:avLst/>
              <a:gdLst/>
              <a:ahLst/>
              <a:cxnLst/>
              <a:rect l="l" t="t" r="r" b="b"/>
              <a:pathLst>
                <a:path w="49364" h="72926" extrusionOk="0">
                  <a:moveTo>
                    <a:pt x="0" y="0"/>
                  </a:moveTo>
                  <a:lnTo>
                    <a:pt x="0" y="8513"/>
                  </a:lnTo>
                  <a:cubicBezTo>
                    <a:pt x="11394" y="18634"/>
                    <a:pt x="31754" y="25551"/>
                    <a:pt x="38100" y="36624"/>
                  </a:cubicBezTo>
                  <a:cubicBezTo>
                    <a:pt x="43148" y="45458"/>
                    <a:pt x="41839" y="59972"/>
                    <a:pt x="42231" y="72926"/>
                  </a:cubicBezTo>
                  <a:lnTo>
                    <a:pt x="49030" y="72926"/>
                  </a:lnTo>
                  <a:cubicBezTo>
                    <a:pt x="48054" y="60091"/>
                    <a:pt x="49363" y="45077"/>
                    <a:pt x="44053" y="36255"/>
                  </a:cubicBezTo>
                  <a:cubicBezTo>
                    <a:pt x="35766" y="22503"/>
                    <a:pt x="4632" y="1609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69"/>
            <p:cNvSpPr/>
            <p:nvPr/>
          </p:nvSpPr>
          <p:spPr>
            <a:xfrm>
              <a:off x="5085450" y="460025"/>
              <a:ext cx="2214275" cy="4786000"/>
            </a:xfrm>
            <a:custGeom>
              <a:avLst/>
              <a:gdLst/>
              <a:ahLst/>
              <a:cxnLst/>
              <a:rect l="l" t="t" r="r" b="b"/>
              <a:pathLst>
                <a:path w="88571" h="191440" extrusionOk="0">
                  <a:moveTo>
                    <a:pt x="29909" y="0"/>
                  </a:moveTo>
                  <a:cubicBezTo>
                    <a:pt x="32231" y="12156"/>
                    <a:pt x="31052" y="28003"/>
                    <a:pt x="36838" y="36659"/>
                  </a:cubicBezTo>
                  <a:cubicBezTo>
                    <a:pt x="45232" y="49208"/>
                    <a:pt x="75129" y="53721"/>
                    <a:pt x="78248" y="69449"/>
                  </a:cubicBezTo>
                  <a:cubicBezTo>
                    <a:pt x="81380" y="85177"/>
                    <a:pt x="55483" y="100786"/>
                    <a:pt x="52531" y="115597"/>
                  </a:cubicBezTo>
                  <a:cubicBezTo>
                    <a:pt x="49471" y="130944"/>
                    <a:pt x="67187" y="155269"/>
                    <a:pt x="58639" y="168080"/>
                  </a:cubicBezTo>
                  <a:cubicBezTo>
                    <a:pt x="50078" y="180891"/>
                    <a:pt x="20824" y="173831"/>
                    <a:pt x="7811" y="182534"/>
                  </a:cubicBezTo>
                  <a:cubicBezTo>
                    <a:pt x="4846" y="184510"/>
                    <a:pt x="2334" y="187701"/>
                    <a:pt x="0" y="191440"/>
                  </a:cubicBezTo>
                  <a:lnTo>
                    <a:pt x="4870" y="191440"/>
                  </a:lnTo>
                  <a:cubicBezTo>
                    <a:pt x="5965" y="190285"/>
                    <a:pt x="7192" y="189261"/>
                    <a:pt x="8525" y="188392"/>
                  </a:cubicBezTo>
                  <a:cubicBezTo>
                    <a:pt x="22420" y="179581"/>
                    <a:pt x="53197" y="187939"/>
                    <a:pt x="62520" y="174688"/>
                  </a:cubicBezTo>
                  <a:cubicBezTo>
                    <a:pt x="71843" y="161436"/>
                    <a:pt x="53590" y="135290"/>
                    <a:pt x="57198" y="119229"/>
                  </a:cubicBezTo>
                  <a:cubicBezTo>
                    <a:pt x="60675" y="103739"/>
                    <a:pt x="88571" y="87987"/>
                    <a:pt x="85678" y="71366"/>
                  </a:cubicBezTo>
                  <a:cubicBezTo>
                    <a:pt x="82796" y="54745"/>
                    <a:pt x="51209" y="49339"/>
                    <a:pt x="42708" y="35933"/>
                  </a:cubicBezTo>
                  <a:cubicBezTo>
                    <a:pt x="37279" y="27372"/>
                    <a:pt x="38362" y="12406"/>
                    <a:pt x="36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69"/>
            <p:cNvSpPr/>
            <p:nvPr/>
          </p:nvSpPr>
          <p:spPr>
            <a:xfrm>
              <a:off x="340500" y="460025"/>
              <a:ext cx="2193450" cy="4786000"/>
            </a:xfrm>
            <a:custGeom>
              <a:avLst/>
              <a:gdLst/>
              <a:ahLst/>
              <a:cxnLst/>
              <a:rect l="l" t="t" r="r" b="b"/>
              <a:pathLst>
                <a:path w="87738" h="191440" extrusionOk="0">
                  <a:moveTo>
                    <a:pt x="82356" y="0"/>
                  </a:moveTo>
                  <a:cubicBezTo>
                    <a:pt x="81630" y="643"/>
                    <a:pt x="80856" y="1238"/>
                    <a:pt x="80046" y="1762"/>
                  </a:cubicBezTo>
                  <a:cubicBezTo>
                    <a:pt x="66140" y="10573"/>
                    <a:pt x="35362" y="2215"/>
                    <a:pt x="26040" y="15466"/>
                  </a:cubicBezTo>
                  <a:cubicBezTo>
                    <a:pt x="16717" y="28718"/>
                    <a:pt x="34981" y="54864"/>
                    <a:pt x="31374" y="70925"/>
                  </a:cubicBezTo>
                  <a:cubicBezTo>
                    <a:pt x="27897" y="86415"/>
                    <a:pt x="1" y="102167"/>
                    <a:pt x="2882" y="118788"/>
                  </a:cubicBezTo>
                  <a:cubicBezTo>
                    <a:pt x="5775" y="135397"/>
                    <a:pt x="37363" y="140815"/>
                    <a:pt x="45864" y="154221"/>
                  </a:cubicBezTo>
                  <a:cubicBezTo>
                    <a:pt x="51483" y="163079"/>
                    <a:pt x="50126" y="178795"/>
                    <a:pt x="51829" y="191440"/>
                  </a:cubicBezTo>
                  <a:lnTo>
                    <a:pt x="58925" y="191440"/>
                  </a:lnTo>
                  <a:cubicBezTo>
                    <a:pt x="56234" y="179141"/>
                    <a:pt x="57722" y="162460"/>
                    <a:pt x="51733" y="153495"/>
                  </a:cubicBezTo>
                  <a:cubicBezTo>
                    <a:pt x="43340" y="140946"/>
                    <a:pt x="13443" y="136433"/>
                    <a:pt x="10312" y="120705"/>
                  </a:cubicBezTo>
                  <a:cubicBezTo>
                    <a:pt x="7180" y="104965"/>
                    <a:pt x="33076" y="89368"/>
                    <a:pt x="36029" y="74569"/>
                  </a:cubicBezTo>
                  <a:cubicBezTo>
                    <a:pt x="39089" y="59221"/>
                    <a:pt x="21372" y="34885"/>
                    <a:pt x="29933" y="22074"/>
                  </a:cubicBezTo>
                  <a:cubicBezTo>
                    <a:pt x="38482" y="9263"/>
                    <a:pt x="67747" y="16323"/>
                    <a:pt x="80749" y="7632"/>
                  </a:cubicBezTo>
                  <a:cubicBezTo>
                    <a:pt x="83380" y="5870"/>
                    <a:pt x="85654" y="3191"/>
                    <a:pt x="87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9"/>
            <p:cNvSpPr/>
            <p:nvPr/>
          </p:nvSpPr>
          <p:spPr>
            <a:xfrm>
              <a:off x="4917275" y="460025"/>
              <a:ext cx="2021400" cy="4786000"/>
            </a:xfrm>
            <a:custGeom>
              <a:avLst/>
              <a:gdLst/>
              <a:ahLst/>
              <a:cxnLst/>
              <a:rect l="l" t="t" r="r" b="b"/>
              <a:pathLst>
                <a:path w="80856" h="191440" extrusionOk="0">
                  <a:moveTo>
                    <a:pt x="21503" y="0"/>
                  </a:moveTo>
                  <a:cubicBezTo>
                    <a:pt x="26920" y="10597"/>
                    <a:pt x="25182" y="29480"/>
                    <a:pt x="31980" y="38600"/>
                  </a:cubicBezTo>
                  <a:cubicBezTo>
                    <a:pt x="40065" y="49458"/>
                    <a:pt x="66532" y="52375"/>
                    <a:pt x="70057" y="66318"/>
                  </a:cubicBezTo>
                  <a:cubicBezTo>
                    <a:pt x="73569" y="80260"/>
                    <a:pt x="51661" y="95392"/>
                    <a:pt x="49685" y="108775"/>
                  </a:cubicBezTo>
                  <a:cubicBezTo>
                    <a:pt x="47649" y="122658"/>
                    <a:pt x="64104" y="143458"/>
                    <a:pt x="57019" y="155316"/>
                  </a:cubicBezTo>
                  <a:cubicBezTo>
                    <a:pt x="49947" y="167163"/>
                    <a:pt x="23837" y="162555"/>
                    <a:pt x="12585" y="170937"/>
                  </a:cubicBezTo>
                  <a:cubicBezTo>
                    <a:pt x="7215" y="174938"/>
                    <a:pt x="3786" y="183439"/>
                    <a:pt x="0" y="191440"/>
                  </a:cubicBezTo>
                  <a:lnTo>
                    <a:pt x="3155" y="191440"/>
                  </a:lnTo>
                  <a:cubicBezTo>
                    <a:pt x="6203" y="185332"/>
                    <a:pt x="9406" y="179712"/>
                    <a:pt x="13645" y="176712"/>
                  </a:cubicBezTo>
                  <a:cubicBezTo>
                    <a:pt x="25765" y="168151"/>
                    <a:pt x="53471" y="173962"/>
                    <a:pt x="61282" y="161615"/>
                  </a:cubicBezTo>
                  <a:cubicBezTo>
                    <a:pt x="69092" y="149280"/>
                    <a:pt x="51983" y="126730"/>
                    <a:pt x="54519" y="112109"/>
                  </a:cubicBezTo>
                  <a:cubicBezTo>
                    <a:pt x="56960" y="98000"/>
                    <a:pt x="80856" y="82605"/>
                    <a:pt x="77534" y="67770"/>
                  </a:cubicBezTo>
                  <a:cubicBezTo>
                    <a:pt x="74200" y="52935"/>
                    <a:pt x="45994" y="49244"/>
                    <a:pt x="37743" y="37552"/>
                  </a:cubicBezTo>
                  <a:cubicBezTo>
                    <a:pt x="31516" y="28730"/>
                    <a:pt x="32897" y="11656"/>
                    <a:pt x="29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9"/>
            <p:cNvSpPr/>
            <p:nvPr/>
          </p:nvSpPr>
          <p:spPr>
            <a:xfrm>
              <a:off x="701275" y="460025"/>
              <a:ext cx="2006225" cy="4786000"/>
            </a:xfrm>
            <a:custGeom>
              <a:avLst/>
              <a:gdLst/>
              <a:ahLst/>
              <a:cxnLst/>
              <a:rect l="l" t="t" r="r" b="b"/>
              <a:pathLst>
                <a:path w="80249" h="191440" extrusionOk="0">
                  <a:moveTo>
                    <a:pt x="77057" y="0"/>
                  </a:moveTo>
                  <a:cubicBezTo>
                    <a:pt x="74200" y="5608"/>
                    <a:pt x="71164" y="10656"/>
                    <a:pt x="67223" y="13442"/>
                  </a:cubicBezTo>
                  <a:cubicBezTo>
                    <a:pt x="55090" y="22003"/>
                    <a:pt x="27396" y="16192"/>
                    <a:pt x="19586" y="28539"/>
                  </a:cubicBezTo>
                  <a:cubicBezTo>
                    <a:pt x="11775" y="40886"/>
                    <a:pt x="28885" y="63424"/>
                    <a:pt x="26349" y="78045"/>
                  </a:cubicBezTo>
                  <a:cubicBezTo>
                    <a:pt x="23896" y="92154"/>
                    <a:pt x="0" y="107561"/>
                    <a:pt x="3334" y="122396"/>
                  </a:cubicBezTo>
                  <a:cubicBezTo>
                    <a:pt x="6668" y="137219"/>
                    <a:pt x="34874" y="140910"/>
                    <a:pt x="43125" y="152614"/>
                  </a:cubicBezTo>
                  <a:cubicBezTo>
                    <a:pt x="49578" y="161770"/>
                    <a:pt x="47851" y="179796"/>
                    <a:pt x="51935" y="191440"/>
                  </a:cubicBezTo>
                  <a:lnTo>
                    <a:pt x="60079" y="191440"/>
                  </a:lnTo>
                  <a:cubicBezTo>
                    <a:pt x="53781" y="181165"/>
                    <a:pt x="55971" y="161055"/>
                    <a:pt x="48887" y="151554"/>
                  </a:cubicBezTo>
                  <a:cubicBezTo>
                    <a:pt x="40803" y="140696"/>
                    <a:pt x="14323" y="137779"/>
                    <a:pt x="10811" y="123836"/>
                  </a:cubicBezTo>
                  <a:cubicBezTo>
                    <a:pt x="7287" y="109906"/>
                    <a:pt x="29206" y="94761"/>
                    <a:pt x="31171" y="81379"/>
                  </a:cubicBezTo>
                  <a:cubicBezTo>
                    <a:pt x="33207" y="67496"/>
                    <a:pt x="16764" y="46696"/>
                    <a:pt x="23836" y="34838"/>
                  </a:cubicBezTo>
                  <a:cubicBezTo>
                    <a:pt x="30921" y="22991"/>
                    <a:pt x="57031" y="27599"/>
                    <a:pt x="68282" y="19217"/>
                  </a:cubicBezTo>
                  <a:cubicBezTo>
                    <a:pt x="73366" y="15430"/>
                    <a:pt x="76700" y="7608"/>
                    <a:pt x="80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69"/>
            <p:cNvSpPr/>
            <p:nvPr/>
          </p:nvSpPr>
          <p:spPr>
            <a:xfrm>
              <a:off x="3450125" y="460025"/>
              <a:ext cx="3123325" cy="4786000"/>
            </a:xfrm>
            <a:custGeom>
              <a:avLst/>
              <a:gdLst/>
              <a:ahLst/>
              <a:cxnLst/>
              <a:rect l="l" t="t" r="r" b="b"/>
              <a:pathLst>
                <a:path w="124933" h="191440" extrusionOk="0">
                  <a:moveTo>
                    <a:pt x="0" y="0"/>
                  </a:moveTo>
                  <a:cubicBezTo>
                    <a:pt x="7656" y="4453"/>
                    <a:pt x="15395" y="10763"/>
                    <a:pt x="22313" y="11382"/>
                  </a:cubicBezTo>
                  <a:cubicBezTo>
                    <a:pt x="22762" y="11423"/>
                    <a:pt x="23217" y="11442"/>
                    <a:pt x="23679" y="11442"/>
                  </a:cubicBezTo>
                  <a:cubicBezTo>
                    <a:pt x="33896" y="11442"/>
                    <a:pt x="47076" y="1924"/>
                    <a:pt x="57221" y="1924"/>
                  </a:cubicBezTo>
                  <a:cubicBezTo>
                    <a:pt x="59247" y="1924"/>
                    <a:pt x="61153" y="2303"/>
                    <a:pt x="62889" y="3215"/>
                  </a:cubicBezTo>
                  <a:cubicBezTo>
                    <a:pt x="73724" y="8882"/>
                    <a:pt x="71331" y="31694"/>
                    <a:pt x="79296" y="41219"/>
                  </a:cubicBezTo>
                  <a:cubicBezTo>
                    <a:pt x="86976" y="50411"/>
                    <a:pt x="109966" y="51982"/>
                    <a:pt x="113765" y="64127"/>
                  </a:cubicBezTo>
                  <a:cubicBezTo>
                    <a:pt x="117563" y="76271"/>
                    <a:pt x="99560" y="90666"/>
                    <a:pt x="98489" y="102596"/>
                  </a:cubicBezTo>
                  <a:cubicBezTo>
                    <a:pt x="97370" y="114954"/>
                    <a:pt x="112324" y="132337"/>
                    <a:pt x="106657" y="143172"/>
                  </a:cubicBezTo>
                  <a:cubicBezTo>
                    <a:pt x="100989" y="154007"/>
                    <a:pt x="78177" y="151614"/>
                    <a:pt x="68652" y="159579"/>
                  </a:cubicBezTo>
                  <a:cubicBezTo>
                    <a:pt x="60734" y="166187"/>
                    <a:pt x="58472" y="184165"/>
                    <a:pt x="50233" y="191440"/>
                  </a:cubicBezTo>
                  <a:lnTo>
                    <a:pt x="55341" y="191440"/>
                  </a:lnTo>
                  <a:cubicBezTo>
                    <a:pt x="60341" y="182498"/>
                    <a:pt x="63556" y="170342"/>
                    <a:pt x="70045" y="165222"/>
                  </a:cubicBezTo>
                  <a:cubicBezTo>
                    <a:pt x="80427" y="157043"/>
                    <a:pt x="104906" y="160519"/>
                    <a:pt x="111264" y="149149"/>
                  </a:cubicBezTo>
                  <a:cubicBezTo>
                    <a:pt x="117634" y="137790"/>
                    <a:pt x="101906" y="118741"/>
                    <a:pt x="103466" y="105608"/>
                  </a:cubicBezTo>
                  <a:cubicBezTo>
                    <a:pt x="104978" y="92940"/>
                    <a:pt x="124933" y="78140"/>
                    <a:pt x="121254" y="65103"/>
                  </a:cubicBezTo>
                  <a:cubicBezTo>
                    <a:pt x="117586" y="52066"/>
                    <a:pt x="92845" y="49851"/>
                    <a:pt x="84940" y="39826"/>
                  </a:cubicBezTo>
                  <a:cubicBezTo>
                    <a:pt x="77272" y="30099"/>
                    <a:pt x="79844" y="7977"/>
                    <a:pt x="70843" y="0"/>
                  </a:cubicBezTo>
                  <a:lnTo>
                    <a:pt x="49673" y="0"/>
                  </a:lnTo>
                  <a:cubicBezTo>
                    <a:pt x="42010" y="2768"/>
                    <a:pt x="33981" y="6515"/>
                    <a:pt x="27245" y="6515"/>
                  </a:cubicBezTo>
                  <a:cubicBezTo>
                    <a:pt x="26592" y="6515"/>
                    <a:pt x="25952" y="6480"/>
                    <a:pt x="25325" y="6406"/>
                  </a:cubicBezTo>
                  <a:cubicBezTo>
                    <a:pt x="20967" y="5882"/>
                    <a:pt x="16348" y="3167"/>
                    <a:pt x="11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69"/>
            <p:cNvSpPr/>
            <p:nvPr/>
          </p:nvSpPr>
          <p:spPr>
            <a:xfrm>
              <a:off x="1066800" y="460025"/>
              <a:ext cx="3181350" cy="4786000"/>
            </a:xfrm>
            <a:custGeom>
              <a:avLst/>
              <a:gdLst/>
              <a:ahLst/>
              <a:cxnLst/>
              <a:rect l="l" t="t" r="r" b="b"/>
              <a:pathLst>
                <a:path w="127254" h="191440" extrusionOk="0">
                  <a:moveTo>
                    <a:pt x="68878" y="0"/>
                  </a:moveTo>
                  <a:cubicBezTo>
                    <a:pt x="64270" y="8787"/>
                    <a:pt x="61055" y="20062"/>
                    <a:pt x="54888" y="24932"/>
                  </a:cubicBezTo>
                  <a:cubicBezTo>
                    <a:pt x="44506" y="33111"/>
                    <a:pt x="20026" y="29635"/>
                    <a:pt x="13668" y="41005"/>
                  </a:cubicBezTo>
                  <a:cubicBezTo>
                    <a:pt x="7299" y="52363"/>
                    <a:pt x="23027" y="71413"/>
                    <a:pt x="21455" y="84546"/>
                  </a:cubicBezTo>
                  <a:cubicBezTo>
                    <a:pt x="19955" y="97214"/>
                    <a:pt x="0" y="112014"/>
                    <a:pt x="3667" y="125051"/>
                  </a:cubicBezTo>
                  <a:cubicBezTo>
                    <a:pt x="7346" y="138100"/>
                    <a:pt x="32087" y="140303"/>
                    <a:pt x="39981" y="150328"/>
                  </a:cubicBezTo>
                  <a:cubicBezTo>
                    <a:pt x="48125" y="160650"/>
                    <a:pt x="44744" y="184927"/>
                    <a:pt x="55876" y="191440"/>
                  </a:cubicBezTo>
                  <a:lnTo>
                    <a:pt x="71426" y="191440"/>
                  </a:lnTo>
                  <a:cubicBezTo>
                    <a:pt x="80198" y="188747"/>
                    <a:pt x="89812" y="183638"/>
                    <a:pt x="97682" y="183638"/>
                  </a:cubicBezTo>
                  <a:cubicBezTo>
                    <a:pt x="98337" y="183638"/>
                    <a:pt x="98979" y="183673"/>
                    <a:pt x="99608" y="183748"/>
                  </a:cubicBezTo>
                  <a:cubicBezTo>
                    <a:pt x="104549" y="184344"/>
                    <a:pt x="109811" y="187737"/>
                    <a:pt x="115181" y="191440"/>
                  </a:cubicBezTo>
                  <a:lnTo>
                    <a:pt x="127254" y="191440"/>
                  </a:lnTo>
                  <a:cubicBezTo>
                    <a:pt x="118860" y="187035"/>
                    <a:pt x="110240" y="179450"/>
                    <a:pt x="102620" y="178772"/>
                  </a:cubicBezTo>
                  <a:cubicBezTo>
                    <a:pt x="102171" y="178731"/>
                    <a:pt x="101715" y="178712"/>
                    <a:pt x="101253" y="178712"/>
                  </a:cubicBezTo>
                  <a:cubicBezTo>
                    <a:pt x="91034" y="178712"/>
                    <a:pt x="77850" y="188226"/>
                    <a:pt x="67698" y="188226"/>
                  </a:cubicBezTo>
                  <a:cubicBezTo>
                    <a:pt x="65673" y="188226"/>
                    <a:pt x="63768" y="187848"/>
                    <a:pt x="62032" y="186939"/>
                  </a:cubicBezTo>
                  <a:cubicBezTo>
                    <a:pt x="51209" y="181272"/>
                    <a:pt x="53590" y="158460"/>
                    <a:pt x="45637" y="148935"/>
                  </a:cubicBezTo>
                  <a:cubicBezTo>
                    <a:pt x="37957" y="139755"/>
                    <a:pt x="14966" y="138171"/>
                    <a:pt x="11168" y="126027"/>
                  </a:cubicBezTo>
                  <a:cubicBezTo>
                    <a:pt x="7370" y="113883"/>
                    <a:pt x="25360" y="99500"/>
                    <a:pt x="26444" y="87558"/>
                  </a:cubicBezTo>
                  <a:cubicBezTo>
                    <a:pt x="27551" y="75200"/>
                    <a:pt x="12597" y="57817"/>
                    <a:pt x="18264" y="46982"/>
                  </a:cubicBezTo>
                  <a:cubicBezTo>
                    <a:pt x="23932" y="36147"/>
                    <a:pt x="46744" y="38552"/>
                    <a:pt x="56269" y="30575"/>
                  </a:cubicBezTo>
                  <a:cubicBezTo>
                    <a:pt x="63758" y="24324"/>
                    <a:pt x="66187" y="7930"/>
                    <a:pt x="73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69"/>
            <p:cNvSpPr/>
            <p:nvPr/>
          </p:nvSpPr>
          <p:spPr>
            <a:xfrm>
              <a:off x="1435875" y="535000"/>
              <a:ext cx="4768475" cy="4603900"/>
            </a:xfrm>
            <a:custGeom>
              <a:avLst/>
              <a:gdLst/>
              <a:ahLst/>
              <a:cxnLst/>
              <a:rect l="l" t="t" r="r" b="b"/>
              <a:pathLst>
                <a:path w="190739" h="184156" extrusionOk="0">
                  <a:moveTo>
                    <a:pt x="67104" y="7400"/>
                  </a:moveTo>
                  <a:cubicBezTo>
                    <a:pt x="76755" y="7400"/>
                    <a:pt x="88171" y="18311"/>
                    <a:pt x="97322" y="18551"/>
                  </a:cubicBezTo>
                  <a:cubicBezTo>
                    <a:pt x="97443" y="18555"/>
                    <a:pt x="97563" y="18556"/>
                    <a:pt x="97685" y="18556"/>
                  </a:cubicBezTo>
                  <a:cubicBezTo>
                    <a:pt x="106915" y="18556"/>
                    <a:pt x="118473" y="9059"/>
                    <a:pt x="127645" y="9059"/>
                  </a:cubicBezTo>
                  <a:cubicBezTo>
                    <a:pt x="129168" y="9059"/>
                    <a:pt x="130624" y="9321"/>
                    <a:pt x="131993" y="9931"/>
                  </a:cubicBezTo>
                  <a:cubicBezTo>
                    <a:pt x="141709" y="14265"/>
                    <a:pt x="141304" y="33636"/>
                    <a:pt x="148746" y="41483"/>
                  </a:cubicBezTo>
                  <a:cubicBezTo>
                    <a:pt x="155925" y="49055"/>
                    <a:pt x="175380" y="49555"/>
                    <a:pt x="179345" y="59901"/>
                  </a:cubicBezTo>
                  <a:cubicBezTo>
                    <a:pt x="183309" y="70248"/>
                    <a:pt x="169177" y="83607"/>
                    <a:pt x="168891" y="94037"/>
                  </a:cubicBezTo>
                  <a:cubicBezTo>
                    <a:pt x="168593" y="104847"/>
                    <a:pt x="181833" y="118980"/>
                    <a:pt x="177511" y="128696"/>
                  </a:cubicBezTo>
                  <a:cubicBezTo>
                    <a:pt x="173177" y="138423"/>
                    <a:pt x="153818" y="138018"/>
                    <a:pt x="145959" y="145459"/>
                  </a:cubicBezTo>
                  <a:cubicBezTo>
                    <a:pt x="138387" y="152639"/>
                    <a:pt x="137899" y="172094"/>
                    <a:pt x="127552" y="176058"/>
                  </a:cubicBezTo>
                  <a:cubicBezTo>
                    <a:pt x="126282" y="176545"/>
                    <a:pt x="124966" y="176759"/>
                    <a:pt x="123616" y="176759"/>
                  </a:cubicBezTo>
                  <a:cubicBezTo>
                    <a:pt x="113967" y="176759"/>
                    <a:pt x="102555" y="165845"/>
                    <a:pt x="93405" y="165605"/>
                  </a:cubicBezTo>
                  <a:cubicBezTo>
                    <a:pt x="93285" y="165601"/>
                    <a:pt x="93164" y="165600"/>
                    <a:pt x="93043" y="165600"/>
                  </a:cubicBezTo>
                  <a:cubicBezTo>
                    <a:pt x="83810" y="165600"/>
                    <a:pt x="72248" y="175093"/>
                    <a:pt x="63083" y="175093"/>
                  </a:cubicBezTo>
                  <a:cubicBezTo>
                    <a:pt x="61564" y="175093"/>
                    <a:pt x="60112" y="174832"/>
                    <a:pt x="58746" y="174225"/>
                  </a:cubicBezTo>
                  <a:cubicBezTo>
                    <a:pt x="49019" y="169891"/>
                    <a:pt x="49424" y="150520"/>
                    <a:pt x="41982" y="142673"/>
                  </a:cubicBezTo>
                  <a:cubicBezTo>
                    <a:pt x="34803" y="135113"/>
                    <a:pt x="15348" y="134613"/>
                    <a:pt x="11383" y="124266"/>
                  </a:cubicBezTo>
                  <a:cubicBezTo>
                    <a:pt x="7418" y="113920"/>
                    <a:pt x="21551" y="100549"/>
                    <a:pt x="21837" y="90119"/>
                  </a:cubicBezTo>
                  <a:cubicBezTo>
                    <a:pt x="22134" y="79309"/>
                    <a:pt x="8895" y="65188"/>
                    <a:pt x="13217" y="55460"/>
                  </a:cubicBezTo>
                  <a:cubicBezTo>
                    <a:pt x="17551" y="45733"/>
                    <a:pt x="36922" y="46150"/>
                    <a:pt x="44768" y="38697"/>
                  </a:cubicBezTo>
                  <a:cubicBezTo>
                    <a:pt x="52341" y="31517"/>
                    <a:pt x="52829" y="12062"/>
                    <a:pt x="63175" y="8098"/>
                  </a:cubicBezTo>
                  <a:cubicBezTo>
                    <a:pt x="64443" y="7613"/>
                    <a:pt x="65757" y="7400"/>
                    <a:pt x="67104" y="7400"/>
                  </a:cubicBezTo>
                  <a:close/>
                  <a:moveTo>
                    <a:pt x="67402" y="1"/>
                  </a:moveTo>
                  <a:cubicBezTo>
                    <a:pt x="66134" y="1"/>
                    <a:pt x="64889" y="189"/>
                    <a:pt x="63675" y="609"/>
                  </a:cubicBezTo>
                  <a:cubicBezTo>
                    <a:pt x="52436" y="4502"/>
                    <a:pt x="51436" y="25731"/>
                    <a:pt x="43054" y="33172"/>
                  </a:cubicBezTo>
                  <a:cubicBezTo>
                    <a:pt x="34374" y="40887"/>
                    <a:pt x="13276" y="39518"/>
                    <a:pt x="8276" y="49805"/>
                  </a:cubicBezTo>
                  <a:cubicBezTo>
                    <a:pt x="3287" y="60092"/>
                    <a:pt x="17432" y="75832"/>
                    <a:pt x="16729" y="87417"/>
                  </a:cubicBezTo>
                  <a:cubicBezTo>
                    <a:pt x="16062" y="98609"/>
                    <a:pt x="1" y="112527"/>
                    <a:pt x="3894" y="123766"/>
                  </a:cubicBezTo>
                  <a:cubicBezTo>
                    <a:pt x="7799" y="135018"/>
                    <a:pt x="29016" y="136006"/>
                    <a:pt x="36458" y="144388"/>
                  </a:cubicBezTo>
                  <a:cubicBezTo>
                    <a:pt x="44185" y="153067"/>
                    <a:pt x="42804" y="174177"/>
                    <a:pt x="53103" y="179166"/>
                  </a:cubicBezTo>
                  <a:cubicBezTo>
                    <a:pt x="54652" y="179917"/>
                    <a:pt x="56324" y="180235"/>
                    <a:pt x="58087" y="180235"/>
                  </a:cubicBezTo>
                  <a:cubicBezTo>
                    <a:pt x="67748" y="180235"/>
                    <a:pt x="80131" y="170699"/>
                    <a:pt x="89860" y="170699"/>
                  </a:cubicBezTo>
                  <a:cubicBezTo>
                    <a:pt x="90147" y="170699"/>
                    <a:pt x="90432" y="170707"/>
                    <a:pt x="90714" y="170724"/>
                  </a:cubicBezTo>
                  <a:cubicBezTo>
                    <a:pt x="100688" y="171319"/>
                    <a:pt x="112840" y="184155"/>
                    <a:pt x="123326" y="184155"/>
                  </a:cubicBezTo>
                  <a:cubicBezTo>
                    <a:pt x="124595" y="184155"/>
                    <a:pt x="125839" y="183968"/>
                    <a:pt x="127052" y="183547"/>
                  </a:cubicBezTo>
                  <a:cubicBezTo>
                    <a:pt x="138304" y="179654"/>
                    <a:pt x="139304" y="158425"/>
                    <a:pt x="147674" y="150984"/>
                  </a:cubicBezTo>
                  <a:cubicBezTo>
                    <a:pt x="156354" y="143269"/>
                    <a:pt x="177463" y="144638"/>
                    <a:pt x="182452" y="134351"/>
                  </a:cubicBezTo>
                  <a:cubicBezTo>
                    <a:pt x="187441" y="124064"/>
                    <a:pt x="173320" y="108324"/>
                    <a:pt x="174011" y="96739"/>
                  </a:cubicBezTo>
                  <a:cubicBezTo>
                    <a:pt x="174677" y="85547"/>
                    <a:pt x="190739" y="71629"/>
                    <a:pt x="186834" y="60390"/>
                  </a:cubicBezTo>
                  <a:cubicBezTo>
                    <a:pt x="182940" y="49138"/>
                    <a:pt x="161711" y="48150"/>
                    <a:pt x="154270" y="39768"/>
                  </a:cubicBezTo>
                  <a:cubicBezTo>
                    <a:pt x="146555" y="31088"/>
                    <a:pt x="147924" y="9991"/>
                    <a:pt x="137637" y="4990"/>
                  </a:cubicBezTo>
                  <a:cubicBezTo>
                    <a:pt x="136088" y="4239"/>
                    <a:pt x="134416" y="3921"/>
                    <a:pt x="132653" y="3921"/>
                  </a:cubicBezTo>
                  <a:cubicBezTo>
                    <a:pt x="122988" y="3921"/>
                    <a:pt x="110597" y="13468"/>
                    <a:pt x="100865" y="13468"/>
                  </a:cubicBezTo>
                  <a:cubicBezTo>
                    <a:pt x="100583" y="13468"/>
                    <a:pt x="100303" y="13460"/>
                    <a:pt x="100025" y="13443"/>
                  </a:cubicBezTo>
                  <a:cubicBezTo>
                    <a:pt x="90051" y="12849"/>
                    <a:pt x="77897" y="1"/>
                    <a:pt x="67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69"/>
            <p:cNvSpPr/>
            <p:nvPr/>
          </p:nvSpPr>
          <p:spPr>
            <a:xfrm>
              <a:off x="1801700" y="893700"/>
              <a:ext cx="4036550" cy="3886500"/>
            </a:xfrm>
            <a:custGeom>
              <a:avLst/>
              <a:gdLst/>
              <a:ahLst/>
              <a:cxnLst/>
              <a:rect l="l" t="t" r="r" b="b"/>
              <a:pathLst>
                <a:path w="161462" h="155460" extrusionOk="0">
                  <a:moveTo>
                    <a:pt x="103419" y="5433"/>
                  </a:moveTo>
                  <a:cubicBezTo>
                    <a:pt x="104506" y="5433"/>
                    <a:pt x="105564" y="5596"/>
                    <a:pt x="106585" y="5965"/>
                  </a:cubicBezTo>
                  <a:cubicBezTo>
                    <a:pt x="115134" y="9049"/>
                    <a:pt x="116444" y="24813"/>
                    <a:pt x="123254" y="31016"/>
                  </a:cubicBezTo>
                  <a:cubicBezTo>
                    <a:pt x="129838" y="37005"/>
                    <a:pt x="145733" y="36707"/>
                    <a:pt x="149757" y="45268"/>
                  </a:cubicBezTo>
                  <a:cubicBezTo>
                    <a:pt x="153782" y="53816"/>
                    <a:pt x="143423" y="65877"/>
                    <a:pt x="143840" y="74759"/>
                  </a:cubicBezTo>
                  <a:lnTo>
                    <a:pt x="143828" y="74759"/>
                  </a:lnTo>
                  <a:cubicBezTo>
                    <a:pt x="144257" y="83975"/>
                    <a:pt x="155580" y="95036"/>
                    <a:pt x="152496" y="103584"/>
                  </a:cubicBezTo>
                  <a:cubicBezTo>
                    <a:pt x="149424" y="112133"/>
                    <a:pt x="133648" y="113431"/>
                    <a:pt x="127445" y="120253"/>
                  </a:cubicBezTo>
                  <a:cubicBezTo>
                    <a:pt x="121456" y="126837"/>
                    <a:pt x="121754" y="142732"/>
                    <a:pt x="113193" y="146756"/>
                  </a:cubicBezTo>
                  <a:cubicBezTo>
                    <a:pt x="111800" y="147412"/>
                    <a:pt x="110312" y="147686"/>
                    <a:pt x="108761" y="147686"/>
                  </a:cubicBezTo>
                  <a:cubicBezTo>
                    <a:pt x="100984" y="147686"/>
                    <a:pt x="91589" y="140815"/>
                    <a:pt x="84221" y="140815"/>
                  </a:cubicBezTo>
                  <a:cubicBezTo>
                    <a:pt x="84043" y="140815"/>
                    <a:pt x="83865" y="140819"/>
                    <a:pt x="83690" y="140827"/>
                  </a:cubicBezTo>
                  <a:cubicBezTo>
                    <a:pt x="75584" y="141204"/>
                    <a:pt x="66028" y="150023"/>
                    <a:pt x="58032" y="150023"/>
                  </a:cubicBezTo>
                  <a:cubicBezTo>
                    <a:pt x="56949" y="150023"/>
                    <a:pt x="55895" y="149861"/>
                    <a:pt x="54876" y="149495"/>
                  </a:cubicBezTo>
                  <a:cubicBezTo>
                    <a:pt x="46328" y="146411"/>
                    <a:pt x="45030" y="130647"/>
                    <a:pt x="38220" y="124444"/>
                  </a:cubicBezTo>
                  <a:cubicBezTo>
                    <a:pt x="31635" y="118455"/>
                    <a:pt x="15741" y="118753"/>
                    <a:pt x="11716" y="110192"/>
                  </a:cubicBezTo>
                  <a:cubicBezTo>
                    <a:pt x="7692" y="101644"/>
                    <a:pt x="18050" y="89583"/>
                    <a:pt x="17634" y="80701"/>
                  </a:cubicBezTo>
                  <a:cubicBezTo>
                    <a:pt x="17205" y="71485"/>
                    <a:pt x="5894" y="60424"/>
                    <a:pt x="8966" y="51876"/>
                  </a:cubicBezTo>
                  <a:cubicBezTo>
                    <a:pt x="12050" y="43327"/>
                    <a:pt x="27814" y="42029"/>
                    <a:pt x="34017" y="35207"/>
                  </a:cubicBezTo>
                  <a:cubicBezTo>
                    <a:pt x="40006" y="28623"/>
                    <a:pt x="39720" y="12740"/>
                    <a:pt x="48268" y="8716"/>
                  </a:cubicBezTo>
                  <a:cubicBezTo>
                    <a:pt x="49663" y="8061"/>
                    <a:pt x="51151" y="7788"/>
                    <a:pt x="52703" y="7788"/>
                  </a:cubicBezTo>
                  <a:cubicBezTo>
                    <a:pt x="60478" y="7788"/>
                    <a:pt x="69872" y="14633"/>
                    <a:pt x="77239" y="14633"/>
                  </a:cubicBezTo>
                  <a:cubicBezTo>
                    <a:pt x="77418" y="14633"/>
                    <a:pt x="77596" y="14629"/>
                    <a:pt x="77772" y="14621"/>
                  </a:cubicBezTo>
                  <a:cubicBezTo>
                    <a:pt x="85885" y="14244"/>
                    <a:pt x="95427" y="5433"/>
                    <a:pt x="103419" y="5433"/>
                  </a:cubicBezTo>
                  <a:close/>
                  <a:moveTo>
                    <a:pt x="108148" y="1"/>
                  </a:moveTo>
                  <a:cubicBezTo>
                    <a:pt x="99506" y="1"/>
                    <a:pt x="88862" y="9322"/>
                    <a:pt x="80153" y="9394"/>
                  </a:cubicBezTo>
                  <a:cubicBezTo>
                    <a:pt x="80125" y="9395"/>
                    <a:pt x="80097" y="9395"/>
                    <a:pt x="80069" y="9395"/>
                  </a:cubicBezTo>
                  <a:cubicBezTo>
                    <a:pt x="71776" y="9395"/>
                    <a:pt x="61236" y="431"/>
                    <a:pt x="52462" y="431"/>
                  </a:cubicBezTo>
                  <a:cubicBezTo>
                    <a:pt x="51018" y="431"/>
                    <a:pt x="49622" y="673"/>
                    <a:pt x="48292" y="1239"/>
                  </a:cubicBezTo>
                  <a:cubicBezTo>
                    <a:pt x="38839" y="5239"/>
                    <a:pt x="38779" y="22920"/>
                    <a:pt x="32005" y="29813"/>
                  </a:cubicBezTo>
                  <a:cubicBezTo>
                    <a:pt x="24980" y="36957"/>
                    <a:pt x="7394" y="37445"/>
                    <a:pt x="3703" y="46577"/>
                  </a:cubicBezTo>
                  <a:cubicBezTo>
                    <a:pt x="1" y="55721"/>
                    <a:pt x="12324" y="68294"/>
                    <a:pt x="12395" y="78319"/>
                  </a:cubicBezTo>
                  <a:cubicBezTo>
                    <a:pt x="12466" y="87975"/>
                    <a:pt x="227" y="100727"/>
                    <a:pt x="4239" y="110180"/>
                  </a:cubicBezTo>
                  <a:cubicBezTo>
                    <a:pt x="8252" y="119622"/>
                    <a:pt x="25920" y="119693"/>
                    <a:pt x="32814" y="126468"/>
                  </a:cubicBezTo>
                  <a:cubicBezTo>
                    <a:pt x="39958" y="133481"/>
                    <a:pt x="40446" y="151066"/>
                    <a:pt x="49590" y="154769"/>
                  </a:cubicBezTo>
                  <a:cubicBezTo>
                    <a:pt x="50782" y="155250"/>
                    <a:pt x="52031" y="155459"/>
                    <a:pt x="53326" y="155459"/>
                  </a:cubicBezTo>
                  <a:cubicBezTo>
                    <a:pt x="61965" y="155459"/>
                    <a:pt x="72602" y="146140"/>
                    <a:pt x="81320" y="146078"/>
                  </a:cubicBezTo>
                  <a:cubicBezTo>
                    <a:pt x="81353" y="146077"/>
                    <a:pt x="81386" y="146077"/>
                    <a:pt x="81419" y="146077"/>
                  </a:cubicBezTo>
                  <a:cubicBezTo>
                    <a:pt x="89699" y="146077"/>
                    <a:pt x="100231" y="155029"/>
                    <a:pt x="109007" y="155029"/>
                  </a:cubicBezTo>
                  <a:cubicBezTo>
                    <a:pt x="110452" y="155029"/>
                    <a:pt x="111849" y="154787"/>
                    <a:pt x="113181" y="154221"/>
                  </a:cubicBezTo>
                  <a:cubicBezTo>
                    <a:pt x="122635" y="150221"/>
                    <a:pt x="122694" y="132540"/>
                    <a:pt x="129469" y="125646"/>
                  </a:cubicBezTo>
                  <a:cubicBezTo>
                    <a:pt x="136482" y="118503"/>
                    <a:pt x="154067" y="118027"/>
                    <a:pt x="157770" y="108871"/>
                  </a:cubicBezTo>
                  <a:cubicBezTo>
                    <a:pt x="161461" y="99727"/>
                    <a:pt x="149162" y="87166"/>
                    <a:pt x="149079" y="77153"/>
                  </a:cubicBezTo>
                  <a:cubicBezTo>
                    <a:pt x="148995" y="67485"/>
                    <a:pt x="161235" y="54733"/>
                    <a:pt x="157223" y="45280"/>
                  </a:cubicBezTo>
                  <a:cubicBezTo>
                    <a:pt x="153222" y="35838"/>
                    <a:pt x="135553" y="35767"/>
                    <a:pt x="128648" y="28992"/>
                  </a:cubicBezTo>
                  <a:cubicBezTo>
                    <a:pt x="121504" y="21979"/>
                    <a:pt x="121028" y="4394"/>
                    <a:pt x="111884" y="691"/>
                  </a:cubicBezTo>
                  <a:cubicBezTo>
                    <a:pt x="110692" y="210"/>
                    <a:pt x="109442" y="1"/>
                    <a:pt x="108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69"/>
            <p:cNvSpPr/>
            <p:nvPr/>
          </p:nvSpPr>
          <p:spPr>
            <a:xfrm>
              <a:off x="2099350" y="1168650"/>
              <a:ext cx="3441225" cy="3336525"/>
            </a:xfrm>
            <a:custGeom>
              <a:avLst/>
              <a:gdLst/>
              <a:ahLst/>
              <a:cxnLst/>
              <a:rect l="l" t="t" r="r" b="b"/>
              <a:pathLst>
                <a:path w="137649" h="133461" extrusionOk="0">
                  <a:moveTo>
                    <a:pt x="82603" y="5709"/>
                  </a:moveTo>
                  <a:cubicBezTo>
                    <a:pt x="83302" y="5709"/>
                    <a:pt x="83994" y="5790"/>
                    <a:pt x="84678" y="5969"/>
                  </a:cubicBezTo>
                  <a:cubicBezTo>
                    <a:pt x="91965" y="7862"/>
                    <a:pt x="94679" y="19875"/>
                    <a:pt x="100787" y="24495"/>
                  </a:cubicBezTo>
                  <a:cubicBezTo>
                    <a:pt x="106681" y="28948"/>
                    <a:pt x="119028" y="28198"/>
                    <a:pt x="123004" y="34960"/>
                  </a:cubicBezTo>
                  <a:cubicBezTo>
                    <a:pt x="126969" y="41735"/>
                    <a:pt x="120290" y="52141"/>
                    <a:pt x="121302" y="59463"/>
                  </a:cubicBezTo>
                  <a:cubicBezTo>
                    <a:pt x="122349" y="67059"/>
                    <a:pt x="131493" y="75287"/>
                    <a:pt x="129600" y="82573"/>
                  </a:cubicBezTo>
                  <a:cubicBezTo>
                    <a:pt x="127695" y="89872"/>
                    <a:pt x="115682" y="92586"/>
                    <a:pt x="111062" y="98694"/>
                  </a:cubicBezTo>
                  <a:cubicBezTo>
                    <a:pt x="106609" y="104588"/>
                    <a:pt x="107359" y="116934"/>
                    <a:pt x="100597" y="120899"/>
                  </a:cubicBezTo>
                  <a:cubicBezTo>
                    <a:pt x="99017" y="121827"/>
                    <a:pt x="97239" y="122174"/>
                    <a:pt x="95349" y="122174"/>
                  </a:cubicBezTo>
                  <a:cubicBezTo>
                    <a:pt x="89718" y="122174"/>
                    <a:pt x="83089" y="119091"/>
                    <a:pt x="77717" y="119091"/>
                  </a:cubicBezTo>
                  <a:cubicBezTo>
                    <a:pt x="77162" y="119091"/>
                    <a:pt x="76620" y="119124"/>
                    <a:pt x="76094" y="119197"/>
                  </a:cubicBezTo>
                  <a:cubicBezTo>
                    <a:pt x="69220" y="120146"/>
                    <a:pt x="61819" y="127755"/>
                    <a:pt x="55059" y="127755"/>
                  </a:cubicBezTo>
                  <a:cubicBezTo>
                    <a:pt x="54360" y="127755"/>
                    <a:pt x="53668" y="127674"/>
                    <a:pt x="52984" y="127495"/>
                  </a:cubicBezTo>
                  <a:cubicBezTo>
                    <a:pt x="45685" y="125590"/>
                    <a:pt x="42982" y="113589"/>
                    <a:pt x="36863" y="108969"/>
                  </a:cubicBezTo>
                  <a:cubicBezTo>
                    <a:pt x="30969" y="104516"/>
                    <a:pt x="18622" y="105266"/>
                    <a:pt x="14657" y="98492"/>
                  </a:cubicBezTo>
                  <a:cubicBezTo>
                    <a:pt x="10681" y="91729"/>
                    <a:pt x="17384" y="81323"/>
                    <a:pt x="16360" y="74001"/>
                  </a:cubicBezTo>
                  <a:cubicBezTo>
                    <a:pt x="15324" y="66405"/>
                    <a:pt x="6156" y="58177"/>
                    <a:pt x="8061" y="50891"/>
                  </a:cubicBezTo>
                  <a:cubicBezTo>
                    <a:pt x="9966" y="43592"/>
                    <a:pt x="21980" y="40878"/>
                    <a:pt x="26587" y="34770"/>
                  </a:cubicBezTo>
                  <a:cubicBezTo>
                    <a:pt x="31040" y="28876"/>
                    <a:pt x="30290" y="16529"/>
                    <a:pt x="37065" y="12565"/>
                  </a:cubicBezTo>
                  <a:cubicBezTo>
                    <a:pt x="38645" y="11637"/>
                    <a:pt x="40422" y="11290"/>
                    <a:pt x="42312" y="11290"/>
                  </a:cubicBezTo>
                  <a:cubicBezTo>
                    <a:pt x="47943" y="11290"/>
                    <a:pt x="54570" y="14373"/>
                    <a:pt x="59935" y="14373"/>
                  </a:cubicBezTo>
                  <a:cubicBezTo>
                    <a:pt x="60490" y="14373"/>
                    <a:pt x="61031" y="14340"/>
                    <a:pt x="61556" y="14267"/>
                  </a:cubicBezTo>
                  <a:cubicBezTo>
                    <a:pt x="68440" y="13318"/>
                    <a:pt x="75843" y="5709"/>
                    <a:pt x="82603" y="5709"/>
                  </a:cubicBezTo>
                  <a:close/>
                  <a:moveTo>
                    <a:pt x="86978" y="0"/>
                  </a:moveTo>
                  <a:cubicBezTo>
                    <a:pt x="79607" y="0"/>
                    <a:pt x="71144" y="8252"/>
                    <a:pt x="63640" y="8921"/>
                  </a:cubicBezTo>
                  <a:cubicBezTo>
                    <a:pt x="63305" y="8951"/>
                    <a:pt x="62964" y="8966"/>
                    <a:pt x="62619" y="8966"/>
                  </a:cubicBezTo>
                  <a:cubicBezTo>
                    <a:pt x="56213" y="8966"/>
                    <a:pt x="48112" y="4067"/>
                    <a:pt x="41364" y="4067"/>
                  </a:cubicBezTo>
                  <a:cubicBezTo>
                    <a:pt x="39671" y="4067"/>
                    <a:pt x="38063" y="4376"/>
                    <a:pt x="36589" y="5147"/>
                  </a:cubicBezTo>
                  <a:cubicBezTo>
                    <a:pt x="28933" y="9160"/>
                    <a:pt x="29493" y="23268"/>
                    <a:pt x="24278" y="29519"/>
                  </a:cubicBezTo>
                  <a:cubicBezTo>
                    <a:pt x="18872" y="35996"/>
                    <a:pt x="4966" y="38056"/>
                    <a:pt x="2489" y="45985"/>
                  </a:cubicBezTo>
                  <a:cubicBezTo>
                    <a:pt x="1" y="53915"/>
                    <a:pt x="10264" y="63523"/>
                    <a:pt x="11014" y="71929"/>
                  </a:cubicBezTo>
                  <a:cubicBezTo>
                    <a:pt x="11740" y="80037"/>
                    <a:pt x="3239" y="91312"/>
                    <a:pt x="7240" y="98968"/>
                  </a:cubicBezTo>
                  <a:cubicBezTo>
                    <a:pt x="11240" y="106624"/>
                    <a:pt x="25373" y="106064"/>
                    <a:pt x="31624" y="111279"/>
                  </a:cubicBezTo>
                  <a:cubicBezTo>
                    <a:pt x="38101" y="116684"/>
                    <a:pt x="40149" y="130603"/>
                    <a:pt x="48078" y="133079"/>
                  </a:cubicBezTo>
                  <a:cubicBezTo>
                    <a:pt x="48926" y="133343"/>
                    <a:pt x="49793" y="133461"/>
                    <a:pt x="50675" y="133461"/>
                  </a:cubicBezTo>
                  <a:cubicBezTo>
                    <a:pt x="58048" y="133461"/>
                    <a:pt x="66515" y="125212"/>
                    <a:pt x="74022" y="124543"/>
                  </a:cubicBezTo>
                  <a:cubicBezTo>
                    <a:pt x="74357" y="124513"/>
                    <a:pt x="74697" y="124498"/>
                    <a:pt x="75043" y="124498"/>
                  </a:cubicBezTo>
                  <a:cubicBezTo>
                    <a:pt x="81448" y="124498"/>
                    <a:pt x="89549" y="129397"/>
                    <a:pt x="96291" y="129397"/>
                  </a:cubicBezTo>
                  <a:cubicBezTo>
                    <a:pt x="97983" y="129397"/>
                    <a:pt x="99589" y="129088"/>
                    <a:pt x="101061" y="128317"/>
                  </a:cubicBezTo>
                  <a:cubicBezTo>
                    <a:pt x="108729" y="124304"/>
                    <a:pt x="108169" y="110196"/>
                    <a:pt x="113372" y="103945"/>
                  </a:cubicBezTo>
                  <a:cubicBezTo>
                    <a:pt x="118778" y="97468"/>
                    <a:pt x="132684" y="95408"/>
                    <a:pt x="135172" y="87479"/>
                  </a:cubicBezTo>
                  <a:cubicBezTo>
                    <a:pt x="137649" y="79561"/>
                    <a:pt x="127386" y="69941"/>
                    <a:pt x="126636" y="61535"/>
                  </a:cubicBezTo>
                  <a:cubicBezTo>
                    <a:pt x="125909" y="53427"/>
                    <a:pt x="134422" y="42152"/>
                    <a:pt x="130410" y="34496"/>
                  </a:cubicBezTo>
                  <a:cubicBezTo>
                    <a:pt x="126409" y="26840"/>
                    <a:pt x="112289" y="27400"/>
                    <a:pt x="106038" y="22185"/>
                  </a:cubicBezTo>
                  <a:cubicBezTo>
                    <a:pt x="99561" y="16780"/>
                    <a:pt x="97513" y="2873"/>
                    <a:pt x="89583" y="385"/>
                  </a:cubicBezTo>
                  <a:cubicBezTo>
                    <a:pt x="88733" y="119"/>
                    <a:pt x="87863" y="0"/>
                    <a:pt x="86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9"/>
            <p:cNvSpPr/>
            <p:nvPr/>
          </p:nvSpPr>
          <p:spPr>
            <a:xfrm>
              <a:off x="2410400" y="1457225"/>
              <a:ext cx="2819425" cy="2759450"/>
            </a:xfrm>
            <a:custGeom>
              <a:avLst/>
              <a:gdLst/>
              <a:ahLst/>
              <a:cxnLst/>
              <a:rect l="l" t="t" r="r" b="b"/>
              <a:pathLst>
                <a:path w="112777" h="110378" extrusionOk="0">
                  <a:moveTo>
                    <a:pt x="62052" y="5955"/>
                  </a:moveTo>
                  <a:cubicBezTo>
                    <a:pt x="62386" y="5955"/>
                    <a:pt x="62721" y="5977"/>
                    <a:pt x="63056" y="6022"/>
                  </a:cubicBezTo>
                  <a:cubicBezTo>
                    <a:pt x="69033" y="6832"/>
                    <a:pt x="72760" y="14892"/>
                    <a:pt x="78058" y="17976"/>
                  </a:cubicBezTo>
                  <a:cubicBezTo>
                    <a:pt x="83178" y="20953"/>
                    <a:pt x="92048" y="20143"/>
                    <a:pt x="95870" y="25144"/>
                  </a:cubicBezTo>
                  <a:cubicBezTo>
                    <a:pt x="99680" y="30132"/>
                    <a:pt x="96513" y="38479"/>
                    <a:pt x="98025" y="44206"/>
                  </a:cubicBezTo>
                  <a:cubicBezTo>
                    <a:pt x="99597" y="50135"/>
                    <a:pt x="106359" y="55874"/>
                    <a:pt x="105550" y="61850"/>
                  </a:cubicBezTo>
                  <a:cubicBezTo>
                    <a:pt x="104740" y="67839"/>
                    <a:pt x="96680" y="71566"/>
                    <a:pt x="93596" y="76864"/>
                  </a:cubicBezTo>
                  <a:cubicBezTo>
                    <a:pt x="90619" y="81972"/>
                    <a:pt x="91429" y="90854"/>
                    <a:pt x="86428" y="94664"/>
                  </a:cubicBezTo>
                  <a:cubicBezTo>
                    <a:pt x="84314" y="96275"/>
                    <a:pt x="81603" y="96640"/>
                    <a:pt x="78745" y="96640"/>
                  </a:cubicBezTo>
                  <a:cubicBezTo>
                    <a:pt x="76364" y="96640"/>
                    <a:pt x="73882" y="96387"/>
                    <a:pt x="71559" y="96387"/>
                  </a:cubicBezTo>
                  <a:cubicBezTo>
                    <a:pt x="70074" y="96387"/>
                    <a:pt x="68653" y="96490"/>
                    <a:pt x="67366" y="96831"/>
                  </a:cubicBezTo>
                  <a:cubicBezTo>
                    <a:pt x="61769" y="98303"/>
                    <a:pt x="56342" y="104423"/>
                    <a:pt x="50724" y="104423"/>
                  </a:cubicBezTo>
                  <a:cubicBezTo>
                    <a:pt x="50390" y="104423"/>
                    <a:pt x="50056" y="104401"/>
                    <a:pt x="49721" y="104356"/>
                  </a:cubicBezTo>
                  <a:cubicBezTo>
                    <a:pt x="43732" y="103546"/>
                    <a:pt x="40006" y="95486"/>
                    <a:pt x="34708" y="92402"/>
                  </a:cubicBezTo>
                  <a:cubicBezTo>
                    <a:pt x="29588" y="89425"/>
                    <a:pt x="20718" y="90235"/>
                    <a:pt x="16908" y="85246"/>
                  </a:cubicBezTo>
                  <a:cubicBezTo>
                    <a:pt x="13098" y="80246"/>
                    <a:pt x="16253" y="71899"/>
                    <a:pt x="14741" y="66172"/>
                  </a:cubicBezTo>
                  <a:cubicBezTo>
                    <a:pt x="13181" y="60243"/>
                    <a:pt x="6406" y="54504"/>
                    <a:pt x="7216" y="48527"/>
                  </a:cubicBezTo>
                  <a:cubicBezTo>
                    <a:pt x="8026" y="42539"/>
                    <a:pt x="16098" y="38812"/>
                    <a:pt x="19182" y="33514"/>
                  </a:cubicBezTo>
                  <a:cubicBezTo>
                    <a:pt x="22158" y="28406"/>
                    <a:pt x="21337" y="19524"/>
                    <a:pt x="26337" y="15714"/>
                  </a:cubicBezTo>
                  <a:cubicBezTo>
                    <a:pt x="28451" y="14103"/>
                    <a:pt x="31163" y="13737"/>
                    <a:pt x="34021" y="13737"/>
                  </a:cubicBezTo>
                  <a:cubicBezTo>
                    <a:pt x="36402" y="13737"/>
                    <a:pt x="38884" y="13991"/>
                    <a:pt x="41207" y="13991"/>
                  </a:cubicBezTo>
                  <a:cubicBezTo>
                    <a:pt x="42692" y="13991"/>
                    <a:pt x="44112" y="13888"/>
                    <a:pt x="45399" y="13547"/>
                  </a:cubicBezTo>
                  <a:cubicBezTo>
                    <a:pt x="50996" y="12075"/>
                    <a:pt x="56424" y="5955"/>
                    <a:pt x="62052" y="5955"/>
                  </a:cubicBezTo>
                  <a:close/>
                  <a:moveTo>
                    <a:pt x="65990" y="0"/>
                  </a:moveTo>
                  <a:cubicBezTo>
                    <a:pt x="59819" y="0"/>
                    <a:pt x="53426" y="6898"/>
                    <a:pt x="47185" y="8118"/>
                  </a:cubicBezTo>
                  <a:cubicBezTo>
                    <a:pt x="46404" y="8269"/>
                    <a:pt x="45580" y="8332"/>
                    <a:pt x="44725" y="8332"/>
                  </a:cubicBezTo>
                  <a:cubicBezTo>
                    <a:pt x="40571" y="8332"/>
                    <a:pt x="35686" y="6849"/>
                    <a:pt x="31357" y="6849"/>
                  </a:cubicBezTo>
                  <a:cubicBezTo>
                    <a:pt x="29154" y="6849"/>
                    <a:pt x="27095" y="7233"/>
                    <a:pt x="25349" y="8392"/>
                  </a:cubicBezTo>
                  <a:cubicBezTo>
                    <a:pt x="19468" y="12297"/>
                    <a:pt x="20313" y="22893"/>
                    <a:pt x="16598" y="28406"/>
                  </a:cubicBezTo>
                  <a:cubicBezTo>
                    <a:pt x="12752" y="34121"/>
                    <a:pt x="2692" y="37395"/>
                    <a:pt x="1346" y="44039"/>
                  </a:cubicBezTo>
                  <a:cubicBezTo>
                    <a:pt x="1" y="50694"/>
                    <a:pt x="7990" y="57624"/>
                    <a:pt x="9312" y="64387"/>
                  </a:cubicBezTo>
                  <a:cubicBezTo>
                    <a:pt x="10585" y="70911"/>
                    <a:pt x="5692" y="80341"/>
                    <a:pt x="9585" y="86222"/>
                  </a:cubicBezTo>
                  <a:cubicBezTo>
                    <a:pt x="13491" y="92104"/>
                    <a:pt x="24087" y="91271"/>
                    <a:pt x="29600" y="94974"/>
                  </a:cubicBezTo>
                  <a:cubicBezTo>
                    <a:pt x="35315" y="98819"/>
                    <a:pt x="38601" y="108880"/>
                    <a:pt x="45245" y="110225"/>
                  </a:cubicBezTo>
                  <a:cubicBezTo>
                    <a:pt x="45757" y="110329"/>
                    <a:pt x="46272" y="110377"/>
                    <a:pt x="46788" y="110377"/>
                  </a:cubicBezTo>
                  <a:cubicBezTo>
                    <a:pt x="52957" y="110377"/>
                    <a:pt x="59340" y="103480"/>
                    <a:pt x="65580" y="102260"/>
                  </a:cubicBezTo>
                  <a:cubicBezTo>
                    <a:pt x="66363" y="102109"/>
                    <a:pt x="67188" y="102046"/>
                    <a:pt x="68044" y="102046"/>
                  </a:cubicBezTo>
                  <a:cubicBezTo>
                    <a:pt x="72204" y="102046"/>
                    <a:pt x="77091" y="103529"/>
                    <a:pt x="81421" y="103529"/>
                  </a:cubicBezTo>
                  <a:cubicBezTo>
                    <a:pt x="83624" y="103529"/>
                    <a:pt x="85683" y="103145"/>
                    <a:pt x="87428" y="101986"/>
                  </a:cubicBezTo>
                  <a:cubicBezTo>
                    <a:pt x="93310" y="98093"/>
                    <a:pt x="92465" y="87485"/>
                    <a:pt x="96180" y="81972"/>
                  </a:cubicBezTo>
                  <a:cubicBezTo>
                    <a:pt x="100025" y="76257"/>
                    <a:pt x="110074" y="72983"/>
                    <a:pt x="111431" y="66339"/>
                  </a:cubicBezTo>
                  <a:cubicBezTo>
                    <a:pt x="112777" y="59684"/>
                    <a:pt x="104776" y="52754"/>
                    <a:pt x="103466" y="45991"/>
                  </a:cubicBezTo>
                  <a:cubicBezTo>
                    <a:pt x="102192" y="39467"/>
                    <a:pt x="107086" y="30037"/>
                    <a:pt x="103192" y="24155"/>
                  </a:cubicBezTo>
                  <a:cubicBezTo>
                    <a:pt x="99287" y="18274"/>
                    <a:pt x="88690" y="19107"/>
                    <a:pt x="83178" y="15404"/>
                  </a:cubicBezTo>
                  <a:cubicBezTo>
                    <a:pt x="77463" y="11559"/>
                    <a:pt x="74177" y="1498"/>
                    <a:pt x="67533" y="153"/>
                  </a:cubicBezTo>
                  <a:cubicBezTo>
                    <a:pt x="67020" y="49"/>
                    <a:pt x="66506" y="0"/>
                    <a:pt x="65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69"/>
            <p:cNvSpPr/>
            <p:nvPr/>
          </p:nvSpPr>
          <p:spPr>
            <a:xfrm>
              <a:off x="2733950" y="1758100"/>
              <a:ext cx="2172025" cy="2157700"/>
            </a:xfrm>
            <a:custGeom>
              <a:avLst/>
              <a:gdLst/>
              <a:ahLst/>
              <a:cxnLst/>
              <a:rect l="l" t="t" r="r" b="b"/>
              <a:pathLst>
                <a:path w="86881" h="86308" extrusionOk="0">
                  <a:moveTo>
                    <a:pt x="42236" y="6160"/>
                  </a:moveTo>
                  <a:cubicBezTo>
                    <a:pt x="46705" y="6160"/>
                    <a:pt x="50761" y="9887"/>
                    <a:pt x="55044" y="11454"/>
                  </a:cubicBezTo>
                  <a:cubicBezTo>
                    <a:pt x="59282" y="13013"/>
                    <a:pt x="64973" y="12644"/>
                    <a:pt x="68509" y="15895"/>
                  </a:cubicBezTo>
                  <a:cubicBezTo>
                    <a:pt x="72034" y="19157"/>
                    <a:pt x="72153" y="24848"/>
                    <a:pt x="74058" y="28944"/>
                  </a:cubicBezTo>
                  <a:cubicBezTo>
                    <a:pt x="76022" y="33183"/>
                    <a:pt x="80237" y="36993"/>
                    <a:pt x="80440" y="41600"/>
                  </a:cubicBezTo>
                  <a:cubicBezTo>
                    <a:pt x="80630" y="46208"/>
                    <a:pt x="76749" y="50351"/>
                    <a:pt x="75141" y="54757"/>
                  </a:cubicBezTo>
                  <a:cubicBezTo>
                    <a:pt x="73593" y="58995"/>
                    <a:pt x="73951" y="64686"/>
                    <a:pt x="70700" y="68211"/>
                  </a:cubicBezTo>
                  <a:cubicBezTo>
                    <a:pt x="67450" y="71747"/>
                    <a:pt x="61759" y="71866"/>
                    <a:pt x="57663" y="73771"/>
                  </a:cubicBezTo>
                  <a:cubicBezTo>
                    <a:pt x="53412" y="75735"/>
                    <a:pt x="49602" y="79950"/>
                    <a:pt x="44995" y="80141"/>
                  </a:cubicBezTo>
                  <a:cubicBezTo>
                    <a:pt x="44878" y="80146"/>
                    <a:pt x="44763" y="80148"/>
                    <a:pt x="44647" y="80148"/>
                  </a:cubicBezTo>
                  <a:cubicBezTo>
                    <a:pt x="40189" y="80148"/>
                    <a:pt x="36132" y="76421"/>
                    <a:pt x="31850" y="74854"/>
                  </a:cubicBezTo>
                  <a:cubicBezTo>
                    <a:pt x="27600" y="73306"/>
                    <a:pt x="21920" y="73664"/>
                    <a:pt x="18384" y="70413"/>
                  </a:cubicBezTo>
                  <a:cubicBezTo>
                    <a:pt x="14860" y="67163"/>
                    <a:pt x="14729" y="61460"/>
                    <a:pt x="12836" y="57364"/>
                  </a:cubicBezTo>
                  <a:cubicBezTo>
                    <a:pt x="10859" y="53125"/>
                    <a:pt x="6645" y="49315"/>
                    <a:pt x="6454" y="44708"/>
                  </a:cubicBezTo>
                  <a:cubicBezTo>
                    <a:pt x="6264" y="40100"/>
                    <a:pt x="10145" y="35957"/>
                    <a:pt x="11752" y="31551"/>
                  </a:cubicBezTo>
                  <a:cubicBezTo>
                    <a:pt x="13300" y="27313"/>
                    <a:pt x="12943" y="21634"/>
                    <a:pt x="16193" y="18097"/>
                  </a:cubicBezTo>
                  <a:cubicBezTo>
                    <a:pt x="19444" y="14561"/>
                    <a:pt x="25135" y="14442"/>
                    <a:pt x="29231" y="12537"/>
                  </a:cubicBezTo>
                  <a:cubicBezTo>
                    <a:pt x="33481" y="10573"/>
                    <a:pt x="37291" y="6358"/>
                    <a:pt x="41887" y="6167"/>
                  </a:cubicBezTo>
                  <a:cubicBezTo>
                    <a:pt x="42004" y="6162"/>
                    <a:pt x="42120" y="6160"/>
                    <a:pt x="42236" y="6160"/>
                  </a:cubicBezTo>
                  <a:close/>
                  <a:moveTo>
                    <a:pt x="45449" y="0"/>
                  </a:moveTo>
                  <a:cubicBezTo>
                    <a:pt x="40320" y="0"/>
                    <a:pt x="35753" y="5274"/>
                    <a:pt x="30790" y="7013"/>
                  </a:cubicBezTo>
                  <a:cubicBezTo>
                    <a:pt x="25885" y="8727"/>
                    <a:pt x="18765" y="7263"/>
                    <a:pt x="14646" y="10942"/>
                  </a:cubicBezTo>
                  <a:cubicBezTo>
                    <a:pt x="10526" y="14621"/>
                    <a:pt x="11193" y="21848"/>
                    <a:pt x="8931" y="26539"/>
                  </a:cubicBezTo>
                  <a:cubicBezTo>
                    <a:pt x="6597" y="31397"/>
                    <a:pt x="596" y="35433"/>
                    <a:pt x="299" y="40731"/>
                  </a:cubicBezTo>
                  <a:cubicBezTo>
                    <a:pt x="1" y="46029"/>
                    <a:pt x="5514" y="50720"/>
                    <a:pt x="7299" y="55804"/>
                  </a:cubicBezTo>
                  <a:cubicBezTo>
                    <a:pt x="9014" y="60722"/>
                    <a:pt x="7549" y="67830"/>
                    <a:pt x="11229" y="71949"/>
                  </a:cubicBezTo>
                  <a:cubicBezTo>
                    <a:pt x="14908" y="76069"/>
                    <a:pt x="22135" y="75414"/>
                    <a:pt x="26826" y="77664"/>
                  </a:cubicBezTo>
                  <a:cubicBezTo>
                    <a:pt x="31683" y="79998"/>
                    <a:pt x="35720" y="85998"/>
                    <a:pt x="41018" y="86296"/>
                  </a:cubicBezTo>
                  <a:cubicBezTo>
                    <a:pt x="41157" y="86304"/>
                    <a:pt x="41295" y="86308"/>
                    <a:pt x="41433" y="86308"/>
                  </a:cubicBezTo>
                  <a:cubicBezTo>
                    <a:pt x="46562" y="86308"/>
                    <a:pt x="51140" y="81034"/>
                    <a:pt x="56091" y="79295"/>
                  </a:cubicBezTo>
                  <a:cubicBezTo>
                    <a:pt x="61009" y="77581"/>
                    <a:pt x="68117" y="79057"/>
                    <a:pt x="72236" y="75366"/>
                  </a:cubicBezTo>
                  <a:cubicBezTo>
                    <a:pt x="76356" y="71687"/>
                    <a:pt x="75689" y="64460"/>
                    <a:pt x="77951" y="59769"/>
                  </a:cubicBezTo>
                  <a:cubicBezTo>
                    <a:pt x="80285" y="54911"/>
                    <a:pt x="86286" y="50875"/>
                    <a:pt x="86583" y="45577"/>
                  </a:cubicBezTo>
                  <a:cubicBezTo>
                    <a:pt x="86881" y="40267"/>
                    <a:pt x="81368" y="35588"/>
                    <a:pt x="79582" y="30492"/>
                  </a:cubicBezTo>
                  <a:cubicBezTo>
                    <a:pt x="77880" y="25598"/>
                    <a:pt x="79356" y="18478"/>
                    <a:pt x="75665" y="14359"/>
                  </a:cubicBezTo>
                  <a:cubicBezTo>
                    <a:pt x="71986" y="10239"/>
                    <a:pt x="64747" y="10906"/>
                    <a:pt x="60068" y="8644"/>
                  </a:cubicBezTo>
                  <a:cubicBezTo>
                    <a:pt x="55210" y="6310"/>
                    <a:pt x="51174" y="310"/>
                    <a:pt x="45864" y="12"/>
                  </a:cubicBezTo>
                  <a:cubicBezTo>
                    <a:pt x="45725" y="4"/>
                    <a:pt x="45587" y="0"/>
                    <a:pt x="45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69"/>
            <p:cNvSpPr/>
            <p:nvPr/>
          </p:nvSpPr>
          <p:spPr>
            <a:xfrm>
              <a:off x="3035775" y="2065350"/>
              <a:ext cx="1568675" cy="1543375"/>
            </a:xfrm>
            <a:custGeom>
              <a:avLst/>
              <a:gdLst/>
              <a:ahLst/>
              <a:cxnLst/>
              <a:rect l="l" t="t" r="r" b="b"/>
              <a:pathLst>
                <a:path w="62747" h="61735" extrusionOk="0">
                  <a:moveTo>
                    <a:pt x="31383" y="5067"/>
                  </a:moveTo>
                  <a:cubicBezTo>
                    <a:pt x="35185" y="5067"/>
                    <a:pt x="39012" y="5907"/>
                    <a:pt x="42578" y="7629"/>
                  </a:cubicBezTo>
                  <a:cubicBezTo>
                    <a:pt x="55413" y="13820"/>
                    <a:pt x="60794" y="29239"/>
                    <a:pt x="54603" y="42074"/>
                  </a:cubicBezTo>
                  <a:lnTo>
                    <a:pt x="54603" y="42062"/>
                  </a:lnTo>
                  <a:cubicBezTo>
                    <a:pt x="50289" y="51029"/>
                    <a:pt x="41225" y="56664"/>
                    <a:pt x="31361" y="56664"/>
                  </a:cubicBezTo>
                  <a:cubicBezTo>
                    <a:pt x="30879" y="56664"/>
                    <a:pt x="30395" y="56650"/>
                    <a:pt x="29909" y="56623"/>
                  </a:cubicBezTo>
                  <a:cubicBezTo>
                    <a:pt x="19491" y="56028"/>
                    <a:pt x="10466" y="49229"/>
                    <a:pt x="7014" y="39371"/>
                  </a:cubicBezTo>
                  <a:cubicBezTo>
                    <a:pt x="3573" y="29525"/>
                    <a:pt x="6406" y="18571"/>
                    <a:pt x="14193" y="11618"/>
                  </a:cubicBezTo>
                  <a:cubicBezTo>
                    <a:pt x="19024" y="7311"/>
                    <a:pt x="25170" y="5067"/>
                    <a:pt x="31383" y="5067"/>
                  </a:cubicBezTo>
                  <a:close/>
                  <a:moveTo>
                    <a:pt x="27995" y="1"/>
                  </a:moveTo>
                  <a:cubicBezTo>
                    <a:pt x="27377" y="1"/>
                    <a:pt x="26761" y="47"/>
                    <a:pt x="26147" y="152"/>
                  </a:cubicBezTo>
                  <a:cubicBezTo>
                    <a:pt x="22254" y="807"/>
                    <a:pt x="19063" y="3736"/>
                    <a:pt x="15669" y="5867"/>
                  </a:cubicBezTo>
                  <a:cubicBezTo>
                    <a:pt x="12395" y="7927"/>
                    <a:pt x="8347" y="9486"/>
                    <a:pt x="5966" y="12832"/>
                  </a:cubicBezTo>
                  <a:cubicBezTo>
                    <a:pt x="3585" y="16190"/>
                    <a:pt x="3454" y="20523"/>
                    <a:pt x="2585" y="24298"/>
                  </a:cubicBezTo>
                  <a:cubicBezTo>
                    <a:pt x="1692" y="28215"/>
                    <a:pt x="1" y="32180"/>
                    <a:pt x="656" y="36085"/>
                  </a:cubicBezTo>
                  <a:cubicBezTo>
                    <a:pt x="1311" y="39990"/>
                    <a:pt x="4239" y="43169"/>
                    <a:pt x="6371" y="46574"/>
                  </a:cubicBezTo>
                  <a:cubicBezTo>
                    <a:pt x="8430" y="49848"/>
                    <a:pt x="9990" y="53897"/>
                    <a:pt x="13336" y="56278"/>
                  </a:cubicBezTo>
                  <a:cubicBezTo>
                    <a:pt x="16693" y="58659"/>
                    <a:pt x="21027" y="58790"/>
                    <a:pt x="24802" y="59647"/>
                  </a:cubicBezTo>
                  <a:cubicBezTo>
                    <a:pt x="28111" y="60402"/>
                    <a:pt x="31455" y="61734"/>
                    <a:pt x="34769" y="61734"/>
                  </a:cubicBezTo>
                  <a:cubicBezTo>
                    <a:pt x="35376" y="61734"/>
                    <a:pt x="35983" y="61689"/>
                    <a:pt x="36589" y="61588"/>
                  </a:cubicBezTo>
                  <a:cubicBezTo>
                    <a:pt x="40494" y="60921"/>
                    <a:pt x="43673" y="58004"/>
                    <a:pt x="47078" y="55861"/>
                  </a:cubicBezTo>
                  <a:cubicBezTo>
                    <a:pt x="50352" y="53801"/>
                    <a:pt x="54401" y="52253"/>
                    <a:pt x="56782" y="48896"/>
                  </a:cubicBezTo>
                  <a:cubicBezTo>
                    <a:pt x="59163" y="45538"/>
                    <a:pt x="59294" y="41216"/>
                    <a:pt x="60151" y="37442"/>
                  </a:cubicBezTo>
                  <a:cubicBezTo>
                    <a:pt x="61044" y="33525"/>
                    <a:pt x="62747" y="29548"/>
                    <a:pt x="62092" y="25655"/>
                  </a:cubicBezTo>
                  <a:cubicBezTo>
                    <a:pt x="61425" y="21750"/>
                    <a:pt x="58508" y="18559"/>
                    <a:pt x="56365" y="15166"/>
                  </a:cubicBezTo>
                  <a:cubicBezTo>
                    <a:pt x="54305" y="11880"/>
                    <a:pt x="52757" y="7831"/>
                    <a:pt x="49400" y="5450"/>
                  </a:cubicBezTo>
                  <a:cubicBezTo>
                    <a:pt x="46042" y="3069"/>
                    <a:pt x="41720" y="2938"/>
                    <a:pt x="37934" y="2081"/>
                  </a:cubicBezTo>
                  <a:cubicBezTo>
                    <a:pt x="34643" y="1328"/>
                    <a:pt x="31302" y="1"/>
                    <a:pt x="27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9"/>
            <p:cNvSpPr/>
            <p:nvPr/>
          </p:nvSpPr>
          <p:spPr>
            <a:xfrm>
              <a:off x="3017925" y="2122300"/>
              <a:ext cx="1604400" cy="1429300"/>
            </a:xfrm>
            <a:custGeom>
              <a:avLst/>
              <a:gdLst/>
              <a:ahLst/>
              <a:cxnLst/>
              <a:rect l="l" t="t" r="r" b="b"/>
              <a:pathLst>
                <a:path w="64176" h="57172" extrusionOk="0">
                  <a:moveTo>
                    <a:pt x="32479" y="3092"/>
                  </a:moveTo>
                  <a:cubicBezTo>
                    <a:pt x="33496" y="3092"/>
                    <a:pt x="34510" y="3156"/>
                    <a:pt x="35517" y="3291"/>
                  </a:cubicBezTo>
                  <a:cubicBezTo>
                    <a:pt x="38803" y="3732"/>
                    <a:pt x="41958" y="4922"/>
                    <a:pt x="44875" y="6625"/>
                  </a:cubicBezTo>
                  <a:cubicBezTo>
                    <a:pt x="47685" y="8256"/>
                    <a:pt x="50304" y="10375"/>
                    <a:pt x="52388" y="13126"/>
                  </a:cubicBezTo>
                  <a:lnTo>
                    <a:pt x="52400" y="13114"/>
                  </a:lnTo>
                  <a:cubicBezTo>
                    <a:pt x="54483" y="15864"/>
                    <a:pt x="55829" y="18948"/>
                    <a:pt x="56662" y="22091"/>
                  </a:cubicBezTo>
                  <a:cubicBezTo>
                    <a:pt x="57520" y="25353"/>
                    <a:pt x="57829" y="28723"/>
                    <a:pt x="57389" y="32009"/>
                  </a:cubicBezTo>
                  <a:cubicBezTo>
                    <a:pt x="56936" y="35295"/>
                    <a:pt x="55746" y="38450"/>
                    <a:pt x="54055" y="41367"/>
                  </a:cubicBezTo>
                  <a:cubicBezTo>
                    <a:pt x="52412" y="44177"/>
                    <a:pt x="50304" y="46797"/>
                    <a:pt x="47554" y="48892"/>
                  </a:cubicBezTo>
                  <a:cubicBezTo>
                    <a:pt x="44804" y="50976"/>
                    <a:pt x="41720" y="52321"/>
                    <a:pt x="38577" y="53154"/>
                  </a:cubicBezTo>
                  <a:cubicBezTo>
                    <a:pt x="36322" y="53749"/>
                    <a:pt x="34010" y="54080"/>
                    <a:pt x="31708" y="54080"/>
                  </a:cubicBezTo>
                  <a:cubicBezTo>
                    <a:pt x="30692" y="54080"/>
                    <a:pt x="29677" y="54016"/>
                    <a:pt x="28671" y="53881"/>
                  </a:cubicBezTo>
                  <a:cubicBezTo>
                    <a:pt x="25385" y="53428"/>
                    <a:pt x="22218" y="52238"/>
                    <a:pt x="19312" y="50547"/>
                  </a:cubicBezTo>
                  <a:cubicBezTo>
                    <a:pt x="16503" y="48904"/>
                    <a:pt x="13883" y="46797"/>
                    <a:pt x="11788" y="44046"/>
                  </a:cubicBezTo>
                  <a:cubicBezTo>
                    <a:pt x="9692" y="41296"/>
                    <a:pt x="8359" y="38212"/>
                    <a:pt x="7525" y="35069"/>
                  </a:cubicBezTo>
                  <a:cubicBezTo>
                    <a:pt x="6668" y="31819"/>
                    <a:pt x="6358" y="28449"/>
                    <a:pt x="6799" y="25163"/>
                  </a:cubicBezTo>
                  <a:cubicBezTo>
                    <a:pt x="7239" y="21877"/>
                    <a:pt x="8430" y="18710"/>
                    <a:pt x="10133" y="15805"/>
                  </a:cubicBezTo>
                  <a:cubicBezTo>
                    <a:pt x="11764" y="12995"/>
                    <a:pt x="13883" y="10375"/>
                    <a:pt x="16622" y="8280"/>
                  </a:cubicBezTo>
                  <a:cubicBezTo>
                    <a:pt x="19372" y="6184"/>
                    <a:pt x="22456" y="4839"/>
                    <a:pt x="25599" y="4018"/>
                  </a:cubicBezTo>
                  <a:cubicBezTo>
                    <a:pt x="27862" y="3423"/>
                    <a:pt x="30177" y="3092"/>
                    <a:pt x="32479" y="3092"/>
                  </a:cubicBezTo>
                  <a:close/>
                  <a:moveTo>
                    <a:pt x="32063" y="1"/>
                  </a:moveTo>
                  <a:cubicBezTo>
                    <a:pt x="25640" y="1"/>
                    <a:pt x="19179" y="2153"/>
                    <a:pt x="13847" y="6565"/>
                  </a:cubicBezTo>
                  <a:cubicBezTo>
                    <a:pt x="1691" y="16638"/>
                    <a:pt x="0" y="34664"/>
                    <a:pt x="10073" y="46820"/>
                  </a:cubicBezTo>
                  <a:cubicBezTo>
                    <a:pt x="15728" y="53645"/>
                    <a:pt x="23886" y="57171"/>
                    <a:pt x="32105" y="57171"/>
                  </a:cubicBezTo>
                  <a:cubicBezTo>
                    <a:pt x="38526" y="57171"/>
                    <a:pt x="44985" y="55019"/>
                    <a:pt x="50316" y="50606"/>
                  </a:cubicBezTo>
                  <a:cubicBezTo>
                    <a:pt x="62484" y="40534"/>
                    <a:pt x="64175" y="22508"/>
                    <a:pt x="54102" y="10352"/>
                  </a:cubicBezTo>
                  <a:cubicBezTo>
                    <a:pt x="48448" y="3527"/>
                    <a:pt x="40286" y="1"/>
                    <a:pt x="32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9"/>
            <p:cNvSpPr/>
            <p:nvPr/>
          </p:nvSpPr>
          <p:spPr>
            <a:xfrm>
              <a:off x="3254275" y="2277600"/>
              <a:ext cx="1131400" cy="1119125"/>
            </a:xfrm>
            <a:custGeom>
              <a:avLst/>
              <a:gdLst/>
              <a:ahLst/>
              <a:cxnLst/>
              <a:rect l="l" t="t" r="r" b="b"/>
              <a:pathLst>
                <a:path w="45256" h="44765" extrusionOk="0">
                  <a:moveTo>
                    <a:pt x="23936" y="3117"/>
                  </a:moveTo>
                  <a:cubicBezTo>
                    <a:pt x="24842" y="3117"/>
                    <a:pt x="25741" y="3193"/>
                    <a:pt x="26622" y="3378"/>
                  </a:cubicBezTo>
                  <a:cubicBezTo>
                    <a:pt x="29063" y="3902"/>
                    <a:pt x="31290" y="5211"/>
                    <a:pt x="33397" y="6652"/>
                  </a:cubicBezTo>
                  <a:cubicBezTo>
                    <a:pt x="35421" y="8033"/>
                    <a:pt x="37457" y="9581"/>
                    <a:pt x="38886" y="11760"/>
                  </a:cubicBezTo>
                  <a:cubicBezTo>
                    <a:pt x="40315" y="13950"/>
                    <a:pt x="40910" y="16451"/>
                    <a:pt x="41362" y="18856"/>
                  </a:cubicBezTo>
                  <a:cubicBezTo>
                    <a:pt x="41827" y="21356"/>
                    <a:pt x="42148" y="23916"/>
                    <a:pt x="41624" y="26369"/>
                  </a:cubicBezTo>
                  <a:cubicBezTo>
                    <a:pt x="41112" y="28809"/>
                    <a:pt x="39791" y="31036"/>
                    <a:pt x="38362" y="33131"/>
                  </a:cubicBezTo>
                  <a:cubicBezTo>
                    <a:pt x="36969" y="35155"/>
                    <a:pt x="35421" y="37203"/>
                    <a:pt x="33242" y="38620"/>
                  </a:cubicBezTo>
                  <a:cubicBezTo>
                    <a:pt x="31052" y="40049"/>
                    <a:pt x="28563" y="40644"/>
                    <a:pt x="26146" y="41096"/>
                  </a:cubicBezTo>
                  <a:cubicBezTo>
                    <a:pt x="24557" y="41399"/>
                    <a:pt x="22945" y="41634"/>
                    <a:pt x="21354" y="41634"/>
                  </a:cubicBezTo>
                  <a:cubicBezTo>
                    <a:pt x="20441" y="41634"/>
                    <a:pt x="19535" y="41557"/>
                    <a:pt x="18645" y="41370"/>
                  </a:cubicBezTo>
                  <a:cubicBezTo>
                    <a:pt x="16193" y="40846"/>
                    <a:pt x="13978" y="39537"/>
                    <a:pt x="11871" y="38096"/>
                  </a:cubicBezTo>
                  <a:cubicBezTo>
                    <a:pt x="9847" y="36715"/>
                    <a:pt x="7811" y="35167"/>
                    <a:pt x="6382" y="32976"/>
                  </a:cubicBezTo>
                  <a:cubicBezTo>
                    <a:pt x="4953" y="30798"/>
                    <a:pt x="4358" y="28297"/>
                    <a:pt x="3905" y="25892"/>
                  </a:cubicBezTo>
                  <a:cubicBezTo>
                    <a:pt x="3441" y="23392"/>
                    <a:pt x="3119" y="20832"/>
                    <a:pt x="3643" y="18379"/>
                  </a:cubicBezTo>
                  <a:cubicBezTo>
                    <a:pt x="4155" y="15939"/>
                    <a:pt x="5465" y="13724"/>
                    <a:pt x="6906" y="11617"/>
                  </a:cubicBezTo>
                  <a:cubicBezTo>
                    <a:pt x="8287" y="9593"/>
                    <a:pt x="9847" y="7545"/>
                    <a:pt x="12025" y="6128"/>
                  </a:cubicBezTo>
                  <a:cubicBezTo>
                    <a:pt x="14204" y="4699"/>
                    <a:pt x="16705" y="4104"/>
                    <a:pt x="19121" y="3651"/>
                  </a:cubicBezTo>
                  <a:cubicBezTo>
                    <a:pt x="20711" y="3355"/>
                    <a:pt x="22335" y="3117"/>
                    <a:pt x="23936" y="3117"/>
                  </a:cubicBezTo>
                  <a:close/>
                  <a:moveTo>
                    <a:pt x="23410" y="1"/>
                  </a:moveTo>
                  <a:cubicBezTo>
                    <a:pt x="21533" y="1"/>
                    <a:pt x="19642" y="265"/>
                    <a:pt x="17776" y="687"/>
                  </a:cubicBezTo>
                  <a:cubicBezTo>
                    <a:pt x="15002" y="1306"/>
                    <a:pt x="12192" y="2258"/>
                    <a:pt x="9716" y="3997"/>
                  </a:cubicBezTo>
                  <a:cubicBezTo>
                    <a:pt x="7239" y="5735"/>
                    <a:pt x="5394" y="8057"/>
                    <a:pt x="3858" y="10462"/>
                  </a:cubicBezTo>
                  <a:cubicBezTo>
                    <a:pt x="2286" y="12962"/>
                    <a:pt x="1000" y="15641"/>
                    <a:pt x="500" y="18510"/>
                  </a:cubicBezTo>
                  <a:cubicBezTo>
                    <a:pt x="0" y="21380"/>
                    <a:pt x="298" y="24344"/>
                    <a:pt x="941" y="27226"/>
                  </a:cubicBezTo>
                  <a:cubicBezTo>
                    <a:pt x="1560" y="30012"/>
                    <a:pt x="2512" y="32810"/>
                    <a:pt x="4251" y="35286"/>
                  </a:cubicBezTo>
                  <a:cubicBezTo>
                    <a:pt x="5989" y="37775"/>
                    <a:pt x="8311" y="39620"/>
                    <a:pt x="10728" y="41156"/>
                  </a:cubicBezTo>
                  <a:cubicBezTo>
                    <a:pt x="13216" y="42740"/>
                    <a:pt x="15907" y="44014"/>
                    <a:pt x="18776" y="44514"/>
                  </a:cubicBezTo>
                  <a:cubicBezTo>
                    <a:pt x="19770" y="44687"/>
                    <a:pt x="20776" y="44765"/>
                    <a:pt x="21788" y="44765"/>
                  </a:cubicBezTo>
                  <a:cubicBezTo>
                    <a:pt x="23685" y="44765"/>
                    <a:pt x="25600" y="44492"/>
                    <a:pt x="27480" y="44073"/>
                  </a:cubicBezTo>
                  <a:cubicBezTo>
                    <a:pt x="30266" y="43454"/>
                    <a:pt x="33064" y="42501"/>
                    <a:pt x="35552" y="40763"/>
                  </a:cubicBezTo>
                  <a:cubicBezTo>
                    <a:pt x="38029" y="39013"/>
                    <a:pt x="39874" y="36703"/>
                    <a:pt x="41398" y="34286"/>
                  </a:cubicBezTo>
                  <a:cubicBezTo>
                    <a:pt x="42982" y="31798"/>
                    <a:pt x="44256" y="29107"/>
                    <a:pt x="44756" y="26238"/>
                  </a:cubicBezTo>
                  <a:cubicBezTo>
                    <a:pt x="45256" y="23380"/>
                    <a:pt x="44970" y="20415"/>
                    <a:pt x="44327" y="17534"/>
                  </a:cubicBezTo>
                  <a:cubicBezTo>
                    <a:pt x="43708" y="14748"/>
                    <a:pt x="42755" y="11938"/>
                    <a:pt x="41005" y="9462"/>
                  </a:cubicBezTo>
                  <a:cubicBezTo>
                    <a:pt x="39267" y="6985"/>
                    <a:pt x="36945" y="5152"/>
                    <a:pt x="34540" y="3616"/>
                  </a:cubicBezTo>
                  <a:cubicBezTo>
                    <a:pt x="32040" y="2032"/>
                    <a:pt x="29361" y="746"/>
                    <a:pt x="26491" y="258"/>
                  </a:cubicBezTo>
                  <a:cubicBezTo>
                    <a:pt x="25473" y="81"/>
                    <a:pt x="24443" y="1"/>
                    <a:pt x="2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9"/>
            <p:cNvSpPr/>
            <p:nvPr/>
          </p:nvSpPr>
          <p:spPr>
            <a:xfrm>
              <a:off x="3410225" y="2433400"/>
              <a:ext cx="819775" cy="807200"/>
            </a:xfrm>
            <a:custGeom>
              <a:avLst/>
              <a:gdLst/>
              <a:ahLst/>
              <a:cxnLst/>
              <a:rect l="l" t="t" r="r" b="b"/>
              <a:pathLst>
                <a:path w="32791" h="32288" extrusionOk="0">
                  <a:moveTo>
                    <a:pt x="18291" y="3081"/>
                  </a:moveTo>
                  <a:cubicBezTo>
                    <a:pt x="18782" y="3081"/>
                    <a:pt x="19267" y="3130"/>
                    <a:pt x="19741" y="3254"/>
                  </a:cubicBezTo>
                  <a:cubicBezTo>
                    <a:pt x="21385" y="3670"/>
                    <a:pt x="22670" y="4944"/>
                    <a:pt x="24052" y="5980"/>
                  </a:cubicBezTo>
                  <a:cubicBezTo>
                    <a:pt x="25385" y="6980"/>
                    <a:pt x="26980" y="7861"/>
                    <a:pt x="27873" y="9385"/>
                  </a:cubicBezTo>
                  <a:cubicBezTo>
                    <a:pt x="28766" y="10909"/>
                    <a:pt x="28766" y="12731"/>
                    <a:pt x="28993" y="14374"/>
                  </a:cubicBezTo>
                  <a:cubicBezTo>
                    <a:pt x="29231" y="16076"/>
                    <a:pt x="29719" y="17839"/>
                    <a:pt x="29290" y="19482"/>
                  </a:cubicBezTo>
                  <a:cubicBezTo>
                    <a:pt x="28874" y="21125"/>
                    <a:pt x="27588" y="22422"/>
                    <a:pt x="26564" y="23792"/>
                  </a:cubicBezTo>
                  <a:cubicBezTo>
                    <a:pt x="25564" y="25125"/>
                    <a:pt x="24683" y="26721"/>
                    <a:pt x="23159" y="27614"/>
                  </a:cubicBezTo>
                  <a:cubicBezTo>
                    <a:pt x="21635" y="28507"/>
                    <a:pt x="19813" y="28507"/>
                    <a:pt x="18170" y="28733"/>
                  </a:cubicBezTo>
                  <a:cubicBezTo>
                    <a:pt x="16954" y="28903"/>
                    <a:pt x="15707" y="29201"/>
                    <a:pt x="14495" y="29201"/>
                  </a:cubicBezTo>
                  <a:cubicBezTo>
                    <a:pt x="14011" y="29201"/>
                    <a:pt x="13532" y="29153"/>
                    <a:pt x="13062" y="29030"/>
                  </a:cubicBezTo>
                  <a:cubicBezTo>
                    <a:pt x="11419" y="28614"/>
                    <a:pt x="10121" y="27340"/>
                    <a:pt x="8752" y="26304"/>
                  </a:cubicBezTo>
                  <a:cubicBezTo>
                    <a:pt x="7419" y="25292"/>
                    <a:pt x="5823" y="24423"/>
                    <a:pt x="4930" y="22899"/>
                  </a:cubicBezTo>
                  <a:cubicBezTo>
                    <a:pt x="4037" y="21375"/>
                    <a:pt x="4037" y="19553"/>
                    <a:pt x="3811" y="17910"/>
                  </a:cubicBezTo>
                  <a:cubicBezTo>
                    <a:pt x="3573" y="16196"/>
                    <a:pt x="3085" y="14445"/>
                    <a:pt x="3513" y="12802"/>
                  </a:cubicBezTo>
                  <a:cubicBezTo>
                    <a:pt x="3930" y="11159"/>
                    <a:pt x="5204" y="9861"/>
                    <a:pt x="6240" y="8492"/>
                  </a:cubicBezTo>
                  <a:cubicBezTo>
                    <a:pt x="7240" y="7159"/>
                    <a:pt x="8121" y="5563"/>
                    <a:pt x="9645" y="4670"/>
                  </a:cubicBezTo>
                  <a:cubicBezTo>
                    <a:pt x="11169" y="3777"/>
                    <a:pt x="12991" y="3777"/>
                    <a:pt x="14634" y="3551"/>
                  </a:cubicBezTo>
                  <a:cubicBezTo>
                    <a:pt x="15844" y="3373"/>
                    <a:pt x="17085" y="3081"/>
                    <a:pt x="18291" y="3081"/>
                  </a:cubicBezTo>
                  <a:close/>
                  <a:moveTo>
                    <a:pt x="18051" y="0"/>
                  </a:moveTo>
                  <a:cubicBezTo>
                    <a:pt x="16678" y="0"/>
                    <a:pt x="15283" y="238"/>
                    <a:pt x="13907" y="456"/>
                  </a:cubicBezTo>
                  <a:cubicBezTo>
                    <a:pt x="11871" y="777"/>
                    <a:pt x="9705" y="1051"/>
                    <a:pt x="7847" y="2194"/>
                  </a:cubicBezTo>
                  <a:cubicBezTo>
                    <a:pt x="5978" y="3349"/>
                    <a:pt x="4752" y="5147"/>
                    <a:pt x="3549" y="6813"/>
                  </a:cubicBezTo>
                  <a:cubicBezTo>
                    <a:pt x="2299" y="8540"/>
                    <a:pt x="977" y="10290"/>
                    <a:pt x="489" y="12326"/>
                  </a:cubicBezTo>
                  <a:cubicBezTo>
                    <a:pt x="1" y="14374"/>
                    <a:pt x="382" y="16529"/>
                    <a:pt x="715" y="18636"/>
                  </a:cubicBezTo>
                  <a:cubicBezTo>
                    <a:pt x="1037" y="20660"/>
                    <a:pt x="1311" y="22827"/>
                    <a:pt x="2454" y="24697"/>
                  </a:cubicBezTo>
                  <a:cubicBezTo>
                    <a:pt x="3597" y="26554"/>
                    <a:pt x="5406" y="27792"/>
                    <a:pt x="7061" y="28995"/>
                  </a:cubicBezTo>
                  <a:cubicBezTo>
                    <a:pt x="8788" y="30245"/>
                    <a:pt x="10538" y="31566"/>
                    <a:pt x="12586" y="32055"/>
                  </a:cubicBezTo>
                  <a:cubicBezTo>
                    <a:pt x="13284" y="32222"/>
                    <a:pt x="13996" y="32287"/>
                    <a:pt x="14715" y="32287"/>
                  </a:cubicBezTo>
                  <a:cubicBezTo>
                    <a:pt x="16094" y="32287"/>
                    <a:pt x="17499" y="32047"/>
                    <a:pt x="18884" y="31828"/>
                  </a:cubicBezTo>
                  <a:cubicBezTo>
                    <a:pt x="20920" y="31507"/>
                    <a:pt x="23087" y="31233"/>
                    <a:pt x="24945" y="30090"/>
                  </a:cubicBezTo>
                  <a:cubicBezTo>
                    <a:pt x="26814" y="28947"/>
                    <a:pt x="28040" y="27137"/>
                    <a:pt x="29255" y="25470"/>
                  </a:cubicBezTo>
                  <a:cubicBezTo>
                    <a:pt x="30505" y="23744"/>
                    <a:pt x="31814" y="21994"/>
                    <a:pt x="32303" y="19958"/>
                  </a:cubicBezTo>
                  <a:cubicBezTo>
                    <a:pt x="32791" y="17922"/>
                    <a:pt x="32422" y="15755"/>
                    <a:pt x="32088" y="13648"/>
                  </a:cubicBezTo>
                  <a:cubicBezTo>
                    <a:pt x="31767" y="11624"/>
                    <a:pt x="31493" y="9457"/>
                    <a:pt x="30338" y="7587"/>
                  </a:cubicBezTo>
                  <a:cubicBezTo>
                    <a:pt x="29195" y="5730"/>
                    <a:pt x="27397" y="4504"/>
                    <a:pt x="25730" y="3289"/>
                  </a:cubicBezTo>
                  <a:cubicBezTo>
                    <a:pt x="24004" y="2039"/>
                    <a:pt x="22254" y="729"/>
                    <a:pt x="20218" y="241"/>
                  </a:cubicBezTo>
                  <a:cubicBezTo>
                    <a:pt x="19506" y="68"/>
                    <a:pt x="18782" y="0"/>
                    <a:pt x="18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9"/>
            <p:cNvSpPr/>
            <p:nvPr/>
          </p:nvSpPr>
          <p:spPr>
            <a:xfrm>
              <a:off x="3562625" y="2585100"/>
              <a:ext cx="514975" cy="503700"/>
            </a:xfrm>
            <a:custGeom>
              <a:avLst/>
              <a:gdLst/>
              <a:ahLst/>
              <a:cxnLst/>
              <a:rect l="l" t="t" r="r" b="b"/>
              <a:pathLst>
                <a:path w="20599" h="20148" extrusionOk="0">
                  <a:moveTo>
                    <a:pt x="11512" y="2863"/>
                  </a:moveTo>
                  <a:cubicBezTo>
                    <a:pt x="11600" y="2863"/>
                    <a:pt x="11688" y="2871"/>
                    <a:pt x="11776" y="2889"/>
                  </a:cubicBezTo>
                  <a:cubicBezTo>
                    <a:pt x="12657" y="3067"/>
                    <a:pt x="13181" y="4174"/>
                    <a:pt x="13943" y="4686"/>
                  </a:cubicBezTo>
                  <a:cubicBezTo>
                    <a:pt x="14669" y="5186"/>
                    <a:pt x="15908" y="5246"/>
                    <a:pt x="16420" y="6032"/>
                  </a:cubicBezTo>
                  <a:cubicBezTo>
                    <a:pt x="16944" y="6806"/>
                    <a:pt x="16515" y="7973"/>
                    <a:pt x="16682" y="8842"/>
                  </a:cubicBezTo>
                  <a:cubicBezTo>
                    <a:pt x="16848" y="9735"/>
                    <a:pt x="17670" y="10663"/>
                    <a:pt x="17491" y="11544"/>
                  </a:cubicBezTo>
                  <a:cubicBezTo>
                    <a:pt x="17313" y="12425"/>
                    <a:pt x="16193" y="12961"/>
                    <a:pt x="15681" y="13711"/>
                  </a:cubicBezTo>
                  <a:cubicBezTo>
                    <a:pt x="15193" y="14450"/>
                    <a:pt x="15122" y="15676"/>
                    <a:pt x="14348" y="16200"/>
                  </a:cubicBezTo>
                  <a:cubicBezTo>
                    <a:pt x="14027" y="16409"/>
                    <a:pt x="13643" y="16461"/>
                    <a:pt x="13242" y="16461"/>
                  </a:cubicBezTo>
                  <a:cubicBezTo>
                    <a:pt x="12841" y="16461"/>
                    <a:pt x="12424" y="16409"/>
                    <a:pt x="12037" y="16409"/>
                  </a:cubicBezTo>
                  <a:cubicBezTo>
                    <a:pt x="11863" y="16409"/>
                    <a:pt x="11695" y="16419"/>
                    <a:pt x="11538" y="16450"/>
                  </a:cubicBezTo>
                  <a:cubicBezTo>
                    <a:pt x="10733" y="16611"/>
                    <a:pt x="9899" y="17285"/>
                    <a:pt x="9088" y="17285"/>
                  </a:cubicBezTo>
                  <a:cubicBezTo>
                    <a:pt x="8999" y="17285"/>
                    <a:pt x="8911" y="17277"/>
                    <a:pt x="8823" y="17259"/>
                  </a:cubicBezTo>
                  <a:cubicBezTo>
                    <a:pt x="7942" y="17081"/>
                    <a:pt x="7419" y="15973"/>
                    <a:pt x="6657" y="15462"/>
                  </a:cubicBezTo>
                  <a:cubicBezTo>
                    <a:pt x="5930" y="14961"/>
                    <a:pt x="4692" y="14902"/>
                    <a:pt x="4180" y="14116"/>
                  </a:cubicBezTo>
                  <a:cubicBezTo>
                    <a:pt x="3656" y="13342"/>
                    <a:pt x="4085" y="12175"/>
                    <a:pt x="3918" y="11306"/>
                  </a:cubicBezTo>
                  <a:cubicBezTo>
                    <a:pt x="3739" y="10413"/>
                    <a:pt x="2930" y="9485"/>
                    <a:pt x="3108" y="8604"/>
                  </a:cubicBezTo>
                  <a:cubicBezTo>
                    <a:pt x="3299" y="7723"/>
                    <a:pt x="4406" y="7187"/>
                    <a:pt x="4918" y="6437"/>
                  </a:cubicBezTo>
                  <a:cubicBezTo>
                    <a:pt x="5406" y="5698"/>
                    <a:pt x="5478" y="4472"/>
                    <a:pt x="6252" y="3948"/>
                  </a:cubicBezTo>
                  <a:cubicBezTo>
                    <a:pt x="6575" y="3738"/>
                    <a:pt x="6963" y="3686"/>
                    <a:pt x="7367" y="3686"/>
                  </a:cubicBezTo>
                  <a:cubicBezTo>
                    <a:pt x="7753" y="3686"/>
                    <a:pt x="8153" y="3733"/>
                    <a:pt x="8527" y="3733"/>
                  </a:cubicBezTo>
                  <a:cubicBezTo>
                    <a:pt x="8714" y="3733"/>
                    <a:pt x="8894" y="3721"/>
                    <a:pt x="9062" y="3686"/>
                  </a:cubicBezTo>
                  <a:cubicBezTo>
                    <a:pt x="9867" y="3536"/>
                    <a:pt x="10701" y="2863"/>
                    <a:pt x="11512" y="2863"/>
                  </a:cubicBezTo>
                  <a:close/>
                  <a:moveTo>
                    <a:pt x="12103" y="1"/>
                  </a:moveTo>
                  <a:cubicBezTo>
                    <a:pt x="11065" y="1"/>
                    <a:pt x="9984" y="438"/>
                    <a:pt x="8943" y="591"/>
                  </a:cubicBezTo>
                  <a:cubicBezTo>
                    <a:pt x="7680" y="769"/>
                    <a:pt x="6204" y="519"/>
                    <a:pt x="5049" y="1210"/>
                  </a:cubicBezTo>
                  <a:cubicBezTo>
                    <a:pt x="3882" y="1900"/>
                    <a:pt x="3394" y="3305"/>
                    <a:pt x="2632" y="4329"/>
                  </a:cubicBezTo>
                  <a:cubicBezTo>
                    <a:pt x="1846" y="5377"/>
                    <a:pt x="644" y="6258"/>
                    <a:pt x="322" y="7520"/>
                  </a:cubicBezTo>
                  <a:cubicBezTo>
                    <a:pt x="1" y="8782"/>
                    <a:pt x="620" y="10128"/>
                    <a:pt x="811" y="11425"/>
                  </a:cubicBezTo>
                  <a:cubicBezTo>
                    <a:pt x="989" y="12687"/>
                    <a:pt x="751" y="14164"/>
                    <a:pt x="1430" y="15319"/>
                  </a:cubicBezTo>
                  <a:cubicBezTo>
                    <a:pt x="2120" y="16485"/>
                    <a:pt x="3537" y="16986"/>
                    <a:pt x="4549" y="17748"/>
                  </a:cubicBezTo>
                  <a:cubicBezTo>
                    <a:pt x="5597" y="18533"/>
                    <a:pt x="6478" y="19736"/>
                    <a:pt x="7740" y="20057"/>
                  </a:cubicBezTo>
                  <a:cubicBezTo>
                    <a:pt x="7989" y="20121"/>
                    <a:pt x="8242" y="20147"/>
                    <a:pt x="8497" y="20147"/>
                  </a:cubicBezTo>
                  <a:cubicBezTo>
                    <a:pt x="9532" y="20147"/>
                    <a:pt x="10606" y="19712"/>
                    <a:pt x="11657" y="19569"/>
                  </a:cubicBezTo>
                  <a:cubicBezTo>
                    <a:pt x="12907" y="19379"/>
                    <a:pt x="14384" y="19629"/>
                    <a:pt x="15550" y="18938"/>
                  </a:cubicBezTo>
                  <a:cubicBezTo>
                    <a:pt x="16705" y="18259"/>
                    <a:pt x="17205" y="16843"/>
                    <a:pt x="17967" y="15831"/>
                  </a:cubicBezTo>
                  <a:cubicBezTo>
                    <a:pt x="18753" y="14771"/>
                    <a:pt x="19956" y="13890"/>
                    <a:pt x="20277" y="12628"/>
                  </a:cubicBezTo>
                  <a:cubicBezTo>
                    <a:pt x="20599" y="11366"/>
                    <a:pt x="19980" y="10020"/>
                    <a:pt x="19789" y="8723"/>
                  </a:cubicBezTo>
                  <a:cubicBezTo>
                    <a:pt x="19611" y="7461"/>
                    <a:pt x="19849" y="5984"/>
                    <a:pt x="19158" y="4829"/>
                  </a:cubicBezTo>
                  <a:cubicBezTo>
                    <a:pt x="18479" y="3662"/>
                    <a:pt x="17063" y="3162"/>
                    <a:pt x="16051" y="2400"/>
                  </a:cubicBezTo>
                  <a:cubicBezTo>
                    <a:pt x="14991" y="1615"/>
                    <a:pt x="14110" y="412"/>
                    <a:pt x="12860" y="91"/>
                  </a:cubicBezTo>
                  <a:cubicBezTo>
                    <a:pt x="12611" y="27"/>
                    <a:pt x="12358" y="1"/>
                    <a:pt x="12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9"/>
            <p:cNvSpPr/>
            <p:nvPr/>
          </p:nvSpPr>
          <p:spPr>
            <a:xfrm>
              <a:off x="3706700" y="2723375"/>
              <a:ext cx="227125" cy="227150"/>
            </a:xfrm>
            <a:custGeom>
              <a:avLst/>
              <a:gdLst/>
              <a:ahLst/>
              <a:cxnLst/>
              <a:rect l="l" t="t" r="r" b="b"/>
              <a:pathLst>
                <a:path w="9085" h="9086" extrusionOk="0">
                  <a:moveTo>
                    <a:pt x="4584" y="1"/>
                  </a:moveTo>
                  <a:cubicBezTo>
                    <a:pt x="4049" y="1"/>
                    <a:pt x="3691" y="1025"/>
                    <a:pt x="3191" y="1227"/>
                  </a:cubicBezTo>
                  <a:cubicBezTo>
                    <a:pt x="3103" y="1264"/>
                    <a:pt x="3000" y="1277"/>
                    <a:pt x="2888" y="1277"/>
                  </a:cubicBezTo>
                  <a:cubicBezTo>
                    <a:pt x="2556" y="1277"/>
                    <a:pt x="2145" y="1158"/>
                    <a:pt x="1809" y="1158"/>
                  </a:cubicBezTo>
                  <a:cubicBezTo>
                    <a:pt x="1629" y="1158"/>
                    <a:pt x="1470" y="1193"/>
                    <a:pt x="1358" y="1299"/>
                  </a:cubicBezTo>
                  <a:cubicBezTo>
                    <a:pt x="965" y="1680"/>
                    <a:pt x="1441" y="2668"/>
                    <a:pt x="1239" y="3144"/>
                  </a:cubicBezTo>
                  <a:cubicBezTo>
                    <a:pt x="1036" y="3620"/>
                    <a:pt x="1" y="3977"/>
                    <a:pt x="1" y="4501"/>
                  </a:cubicBezTo>
                  <a:cubicBezTo>
                    <a:pt x="1" y="5037"/>
                    <a:pt x="1013" y="5394"/>
                    <a:pt x="1215" y="5882"/>
                  </a:cubicBezTo>
                  <a:cubicBezTo>
                    <a:pt x="1417" y="6382"/>
                    <a:pt x="917" y="7335"/>
                    <a:pt x="1298" y="7728"/>
                  </a:cubicBezTo>
                  <a:cubicBezTo>
                    <a:pt x="1418" y="7851"/>
                    <a:pt x="1597" y="7889"/>
                    <a:pt x="1801" y="7889"/>
                  </a:cubicBezTo>
                  <a:cubicBezTo>
                    <a:pt x="2125" y="7889"/>
                    <a:pt x="2511" y="7794"/>
                    <a:pt x="2824" y="7794"/>
                  </a:cubicBezTo>
                  <a:cubicBezTo>
                    <a:pt x="2944" y="7794"/>
                    <a:pt x="3053" y="7808"/>
                    <a:pt x="3144" y="7847"/>
                  </a:cubicBezTo>
                  <a:cubicBezTo>
                    <a:pt x="3620" y="8037"/>
                    <a:pt x="3977" y="9085"/>
                    <a:pt x="4501" y="9085"/>
                  </a:cubicBezTo>
                  <a:cubicBezTo>
                    <a:pt x="5037" y="9085"/>
                    <a:pt x="5394" y="8061"/>
                    <a:pt x="5882" y="7859"/>
                  </a:cubicBezTo>
                  <a:cubicBezTo>
                    <a:pt x="5973" y="7822"/>
                    <a:pt x="6078" y="7809"/>
                    <a:pt x="6192" y="7809"/>
                  </a:cubicBezTo>
                  <a:cubicBezTo>
                    <a:pt x="6523" y="7809"/>
                    <a:pt x="6929" y="7923"/>
                    <a:pt x="7262" y="7923"/>
                  </a:cubicBezTo>
                  <a:cubicBezTo>
                    <a:pt x="7449" y="7923"/>
                    <a:pt x="7612" y="7887"/>
                    <a:pt x="7728" y="7776"/>
                  </a:cubicBezTo>
                  <a:cubicBezTo>
                    <a:pt x="8121" y="7406"/>
                    <a:pt x="7644" y="6418"/>
                    <a:pt x="7847" y="5942"/>
                  </a:cubicBezTo>
                  <a:cubicBezTo>
                    <a:pt x="8049" y="5466"/>
                    <a:pt x="9085" y="5109"/>
                    <a:pt x="9085" y="4585"/>
                  </a:cubicBezTo>
                  <a:cubicBezTo>
                    <a:pt x="9085" y="4049"/>
                    <a:pt x="8061" y="3692"/>
                    <a:pt x="7871" y="3192"/>
                  </a:cubicBezTo>
                  <a:cubicBezTo>
                    <a:pt x="7668" y="2703"/>
                    <a:pt x="8168" y="1751"/>
                    <a:pt x="7775" y="1358"/>
                  </a:cubicBezTo>
                  <a:cubicBezTo>
                    <a:pt x="7656" y="1235"/>
                    <a:pt x="7478" y="1197"/>
                    <a:pt x="7275" y="1197"/>
                  </a:cubicBezTo>
                  <a:cubicBezTo>
                    <a:pt x="6954" y="1197"/>
                    <a:pt x="6572" y="1291"/>
                    <a:pt x="6261" y="1291"/>
                  </a:cubicBezTo>
                  <a:cubicBezTo>
                    <a:pt x="6141" y="1291"/>
                    <a:pt x="6032" y="1278"/>
                    <a:pt x="5942" y="1239"/>
                  </a:cubicBezTo>
                  <a:cubicBezTo>
                    <a:pt x="5466" y="1037"/>
                    <a:pt x="5096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69"/>
          <p:cNvGrpSpPr/>
          <p:nvPr/>
        </p:nvGrpSpPr>
        <p:grpSpPr>
          <a:xfrm>
            <a:off x="3261599" y="1468937"/>
            <a:ext cx="2557386" cy="1261856"/>
            <a:chOff x="-155675" y="846675"/>
            <a:chExt cx="7689075" cy="4018650"/>
          </a:xfrm>
        </p:grpSpPr>
        <p:sp>
          <p:nvSpPr>
            <p:cNvPr id="1053" name="Google Shape;1053;p69"/>
            <p:cNvSpPr/>
            <p:nvPr/>
          </p:nvSpPr>
          <p:spPr>
            <a:xfrm>
              <a:off x="1891000" y="1013975"/>
              <a:ext cx="3875200" cy="3684125"/>
            </a:xfrm>
            <a:custGeom>
              <a:avLst/>
              <a:gdLst/>
              <a:ahLst/>
              <a:cxnLst/>
              <a:rect l="l" t="t" r="r" b="b"/>
              <a:pathLst>
                <a:path w="155008" h="147365" extrusionOk="0">
                  <a:moveTo>
                    <a:pt x="67843" y="5324"/>
                  </a:moveTo>
                  <a:cubicBezTo>
                    <a:pt x="70323" y="5324"/>
                    <a:pt x="72767" y="6302"/>
                    <a:pt x="74462" y="8084"/>
                  </a:cubicBezTo>
                  <a:cubicBezTo>
                    <a:pt x="76772" y="10239"/>
                    <a:pt x="81344" y="15608"/>
                    <a:pt x="83547" y="16608"/>
                  </a:cubicBezTo>
                  <a:cubicBezTo>
                    <a:pt x="84767" y="17307"/>
                    <a:pt x="86015" y="17594"/>
                    <a:pt x="87278" y="17594"/>
                  </a:cubicBezTo>
                  <a:cubicBezTo>
                    <a:pt x="92322" y="17594"/>
                    <a:pt x="97590" y="13003"/>
                    <a:pt x="102180" y="11679"/>
                  </a:cubicBezTo>
                  <a:cubicBezTo>
                    <a:pt x="102997" y="11575"/>
                    <a:pt x="103755" y="11525"/>
                    <a:pt x="104458" y="11525"/>
                  </a:cubicBezTo>
                  <a:cubicBezTo>
                    <a:pt x="117911" y="11525"/>
                    <a:pt x="111341" y="29741"/>
                    <a:pt x="118039" y="34301"/>
                  </a:cubicBezTo>
                  <a:cubicBezTo>
                    <a:pt x="121444" y="36944"/>
                    <a:pt x="123480" y="36278"/>
                    <a:pt x="129826" y="37575"/>
                  </a:cubicBezTo>
                  <a:cubicBezTo>
                    <a:pt x="132350" y="37968"/>
                    <a:pt x="134386" y="38206"/>
                    <a:pt x="136696" y="40361"/>
                  </a:cubicBezTo>
                  <a:cubicBezTo>
                    <a:pt x="140566" y="44183"/>
                    <a:pt x="139816" y="49148"/>
                    <a:pt x="137946" y="52149"/>
                  </a:cubicBezTo>
                  <a:cubicBezTo>
                    <a:pt x="132196" y="62555"/>
                    <a:pt x="130957" y="65829"/>
                    <a:pt x="137089" y="71758"/>
                  </a:cubicBezTo>
                  <a:cubicBezTo>
                    <a:pt x="145626" y="79200"/>
                    <a:pt x="148412" y="86129"/>
                    <a:pt x="139887" y="91749"/>
                  </a:cubicBezTo>
                  <a:cubicBezTo>
                    <a:pt x="138494" y="92511"/>
                    <a:pt x="130814" y="96106"/>
                    <a:pt x="129814" y="96987"/>
                  </a:cubicBezTo>
                  <a:cubicBezTo>
                    <a:pt x="120242" y="104786"/>
                    <a:pt x="134755" y="118216"/>
                    <a:pt x="122790" y="124574"/>
                  </a:cubicBezTo>
                  <a:cubicBezTo>
                    <a:pt x="121607" y="125232"/>
                    <a:pt x="120215" y="125471"/>
                    <a:pt x="118711" y="125471"/>
                  </a:cubicBezTo>
                  <a:cubicBezTo>
                    <a:pt x="114685" y="125471"/>
                    <a:pt x="109859" y="123755"/>
                    <a:pt x="106104" y="123755"/>
                  </a:cubicBezTo>
                  <a:cubicBezTo>
                    <a:pt x="104966" y="123755"/>
                    <a:pt x="103926" y="123913"/>
                    <a:pt x="103037" y="124324"/>
                  </a:cubicBezTo>
                  <a:cubicBezTo>
                    <a:pt x="97322" y="126170"/>
                    <a:pt x="95953" y="135135"/>
                    <a:pt x="92226" y="139231"/>
                  </a:cubicBezTo>
                  <a:cubicBezTo>
                    <a:pt x="89866" y="141274"/>
                    <a:pt x="87733" y="142159"/>
                    <a:pt x="85701" y="142159"/>
                  </a:cubicBezTo>
                  <a:cubicBezTo>
                    <a:pt x="81930" y="142159"/>
                    <a:pt x="78504" y="139113"/>
                    <a:pt x="74605" y="134766"/>
                  </a:cubicBezTo>
                  <a:cubicBezTo>
                    <a:pt x="71986" y="132194"/>
                    <a:pt x="71366" y="130968"/>
                    <a:pt x="67902" y="130003"/>
                  </a:cubicBezTo>
                  <a:cubicBezTo>
                    <a:pt x="67271" y="129833"/>
                    <a:pt x="66638" y="129756"/>
                    <a:pt x="66005" y="129756"/>
                  </a:cubicBezTo>
                  <a:cubicBezTo>
                    <a:pt x="60321" y="129756"/>
                    <a:pt x="54574" y="135943"/>
                    <a:pt x="49064" y="135943"/>
                  </a:cubicBezTo>
                  <a:cubicBezTo>
                    <a:pt x="48762" y="135943"/>
                    <a:pt x="48461" y="135924"/>
                    <a:pt x="48161" y="135885"/>
                  </a:cubicBezTo>
                  <a:cubicBezTo>
                    <a:pt x="35529" y="133980"/>
                    <a:pt x="42280" y="118776"/>
                    <a:pt x="35743" y="113275"/>
                  </a:cubicBezTo>
                  <a:cubicBezTo>
                    <a:pt x="30945" y="108763"/>
                    <a:pt x="20277" y="111692"/>
                    <a:pt x="16193" y="106298"/>
                  </a:cubicBezTo>
                  <a:cubicBezTo>
                    <a:pt x="13466" y="103167"/>
                    <a:pt x="13609" y="98690"/>
                    <a:pt x="15133" y="96047"/>
                  </a:cubicBezTo>
                  <a:lnTo>
                    <a:pt x="19098" y="88379"/>
                  </a:lnTo>
                  <a:cubicBezTo>
                    <a:pt x="26682" y="74485"/>
                    <a:pt x="715" y="71627"/>
                    <a:pt x="10835" y="57768"/>
                  </a:cubicBezTo>
                  <a:cubicBezTo>
                    <a:pt x="13216" y="55375"/>
                    <a:pt x="13585" y="55756"/>
                    <a:pt x="17348" y="53756"/>
                  </a:cubicBezTo>
                  <a:cubicBezTo>
                    <a:pt x="38160" y="45945"/>
                    <a:pt x="17586" y="32110"/>
                    <a:pt x="29897" y="23264"/>
                  </a:cubicBezTo>
                  <a:cubicBezTo>
                    <a:pt x="31181" y="22260"/>
                    <a:pt x="32924" y="21915"/>
                    <a:pt x="34837" y="21915"/>
                  </a:cubicBezTo>
                  <a:cubicBezTo>
                    <a:pt x="38689" y="21915"/>
                    <a:pt x="43230" y="23315"/>
                    <a:pt x="46101" y="23562"/>
                  </a:cubicBezTo>
                  <a:cubicBezTo>
                    <a:pt x="46553" y="23613"/>
                    <a:pt x="46985" y="23637"/>
                    <a:pt x="47400" y="23637"/>
                  </a:cubicBezTo>
                  <a:cubicBezTo>
                    <a:pt x="55513" y="23637"/>
                    <a:pt x="56800" y="14227"/>
                    <a:pt x="60663" y="8858"/>
                  </a:cubicBezTo>
                  <a:cubicBezTo>
                    <a:pt x="62523" y="6432"/>
                    <a:pt x="65203" y="5324"/>
                    <a:pt x="67843" y="5324"/>
                  </a:cubicBezTo>
                  <a:close/>
                  <a:moveTo>
                    <a:pt x="67384" y="1"/>
                  </a:moveTo>
                  <a:cubicBezTo>
                    <a:pt x="67194" y="1"/>
                    <a:pt x="67006" y="8"/>
                    <a:pt x="66818" y="23"/>
                  </a:cubicBezTo>
                  <a:cubicBezTo>
                    <a:pt x="62556" y="106"/>
                    <a:pt x="59365" y="3202"/>
                    <a:pt x="58282" y="5655"/>
                  </a:cubicBezTo>
                  <a:cubicBezTo>
                    <a:pt x="55543" y="10536"/>
                    <a:pt x="53483" y="16204"/>
                    <a:pt x="50578" y="17978"/>
                  </a:cubicBezTo>
                  <a:cubicBezTo>
                    <a:pt x="48744" y="19248"/>
                    <a:pt x="46722" y="19674"/>
                    <a:pt x="44612" y="19674"/>
                  </a:cubicBezTo>
                  <a:cubicBezTo>
                    <a:pt x="40300" y="19674"/>
                    <a:pt x="35621" y="17892"/>
                    <a:pt x="31436" y="17892"/>
                  </a:cubicBezTo>
                  <a:cubicBezTo>
                    <a:pt x="28551" y="17892"/>
                    <a:pt x="25901" y="18738"/>
                    <a:pt x="23765" y="21597"/>
                  </a:cubicBezTo>
                  <a:cubicBezTo>
                    <a:pt x="19824" y="25848"/>
                    <a:pt x="22825" y="34099"/>
                    <a:pt x="23277" y="39302"/>
                  </a:cubicBezTo>
                  <a:cubicBezTo>
                    <a:pt x="24492" y="49613"/>
                    <a:pt x="13788" y="50720"/>
                    <a:pt x="7311" y="55077"/>
                  </a:cubicBezTo>
                  <a:cubicBezTo>
                    <a:pt x="0" y="61459"/>
                    <a:pt x="3191" y="68008"/>
                    <a:pt x="10311" y="74270"/>
                  </a:cubicBezTo>
                  <a:cubicBezTo>
                    <a:pt x="15086" y="78664"/>
                    <a:pt x="17836" y="82712"/>
                    <a:pt x="15002" y="88784"/>
                  </a:cubicBezTo>
                  <a:cubicBezTo>
                    <a:pt x="14228" y="90570"/>
                    <a:pt x="9466" y="98702"/>
                    <a:pt x="9311" y="100750"/>
                  </a:cubicBezTo>
                  <a:cubicBezTo>
                    <a:pt x="8335" y="108846"/>
                    <a:pt x="14097" y="112227"/>
                    <a:pt x="20884" y="112811"/>
                  </a:cubicBezTo>
                  <a:cubicBezTo>
                    <a:pt x="35945" y="114704"/>
                    <a:pt x="35005" y="117716"/>
                    <a:pt x="37088" y="131492"/>
                  </a:cubicBezTo>
                  <a:cubicBezTo>
                    <a:pt x="38156" y="137568"/>
                    <a:pt x="41565" y="140639"/>
                    <a:pt x="46409" y="140639"/>
                  </a:cubicBezTo>
                  <a:cubicBezTo>
                    <a:pt x="49509" y="140639"/>
                    <a:pt x="53196" y="139382"/>
                    <a:pt x="57234" y="136849"/>
                  </a:cubicBezTo>
                  <a:cubicBezTo>
                    <a:pt x="60662" y="134971"/>
                    <a:pt x="63188" y="134089"/>
                    <a:pt x="65364" y="134089"/>
                  </a:cubicBezTo>
                  <a:cubicBezTo>
                    <a:pt x="69574" y="134089"/>
                    <a:pt x="72469" y="137390"/>
                    <a:pt x="78034" y="143160"/>
                  </a:cubicBezTo>
                  <a:cubicBezTo>
                    <a:pt x="80052" y="145502"/>
                    <a:pt x="82843" y="147364"/>
                    <a:pt x="86238" y="147364"/>
                  </a:cubicBezTo>
                  <a:cubicBezTo>
                    <a:pt x="86589" y="147364"/>
                    <a:pt x="86946" y="147344"/>
                    <a:pt x="87309" y="147303"/>
                  </a:cubicBezTo>
                  <a:cubicBezTo>
                    <a:pt x="91524" y="146946"/>
                    <a:pt x="94357" y="143779"/>
                    <a:pt x="95346" y="141505"/>
                  </a:cubicBezTo>
                  <a:cubicBezTo>
                    <a:pt x="97965" y="136802"/>
                    <a:pt x="99870" y="131861"/>
                    <a:pt x="102097" y="130051"/>
                  </a:cubicBezTo>
                  <a:cubicBezTo>
                    <a:pt x="104157" y="128254"/>
                    <a:pt x="106484" y="127681"/>
                    <a:pt x="108927" y="127681"/>
                  </a:cubicBezTo>
                  <a:cubicBezTo>
                    <a:pt x="113237" y="127681"/>
                    <a:pt x="117904" y="129468"/>
                    <a:pt x="122088" y="129468"/>
                  </a:cubicBezTo>
                  <a:cubicBezTo>
                    <a:pt x="125054" y="129468"/>
                    <a:pt x="127776" y="128570"/>
                    <a:pt x="129957" y="125503"/>
                  </a:cubicBezTo>
                  <a:cubicBezTo>
                    <a:pt x="133827" y="121026"/>
                    <a:pt x="130314" y="112120"/>
                    <a:pt x="130148" y="106941"/>
                  </a:cubicBezTo>
                  <a:cubicBezTo>
                    <a:pt x="129755" y="96606"/>
                    <a:pt x="142125" y="96487"/>
                    <a:pt x="147650" y="91010"/>
                  </a:cubicBezTo>
                  <a:cubicBezTo>
                    <a:pt x="155008" y="81581"/>
                    <a:pt x="145650" y="76032"/>
                    <a:pt x="140232" y="70044"/>
                  </a:cubicBezTo>
                  <a:cubicBezTo>
                    <a:pt x="136410" y="66103"/>
                    <a:pt x="137113" y="60923"/>
                    <a:pt x="138684" y="58233"/>
                  </a:cubicBezTo>
                  <a:cubicBezTo>
                    <a:pt x="141316" y="52601"/>
                    <a:pt x="145090" y="48053"/>
                    <a:pt x="144257" y="43433"/>
                  </a:cubicBezTo>
                  <a:cubicBezTo>
                    <a:pt x="141887" y="30313"/>
                    <a:pt x="125516" y="37504"/>
                    <a:pt x="119896" y="29848"/>
                  </a:cubicBezTo>
                  <a:cubicBezTo>
                    <a:pt x="116253" y="25562"/>
                    <a:pt x="117753" y="15632"/>
                    <a:pt x="114955" y="11286"/>
                  </a:cubicBezTo>
                  <a:cubicBezTo>
                    <a:pt x="112325" y="7783"/>
                    <a:pt x="109654" y="6557"/>
                    <a:pt x="106960" y="6557"/>
                  </a:cubicBezTo>
                  <a:cubicBezTo>
                    <a:pt x="100677" y="6557"/>
                    <a:pt x="94270" y="13231"/>
                    <a:pt x="87968" y="13231"/>
                  </a:cubicBezTo>
                  <a:cubicBezTo>
                    <a:pt x="85700" y="13231"/>
                    <a:pt x="83444" y="12366"/>
                    <a:pt x="81213" y="10012"/>
                  </a:cubicBezTo>
                  <a:lnTo>
                    <a:pt x="74772" y="3488"/>
                  </a:lnTo>
                  <a:cubicBezTo>
                    <a:pt x="73243" y="1624"/>
                    <a:pt x="70218" y="1"/>
                    <a:pt x="67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9"/>
            <p:cNvSpPr/>
            <p:nvPr/>
          </p:nvSpPr>
          <p:spPr>
            <a:xfrm>
              <a:off x="2168125" y="1279050"/>
              <a:ext cx="3324550" cy="3153600"/>
            </a:xfrm>
            <a:custGeom>
              <a:avLst/>
              <a:gdLst/>
              <a:ahLst/>
              <a:cxnLst/>
              <a:rect l="l" t="t" r="r" b="b"/>
              <a:pathLst>
                <a:path w="132982" h="126144" extrusionOk="0">
                  <a:moveTo>
                    <a:pt x="58121" y="5336"/>
                  </a:moveTo>
                  <a:cubicBezTo>
                    <a:pt x="60238" y="5336"/>
                    <a:pt x="62321" y="6179"/>
                    <a:pt x="63746" y="7672"/>
                  </a:cubicBezTo>
                  <a:cubicBezTo>
                    <a:pt x="65854" y="9637"/>
                    <a:pt x="69533" y="14042"/>
                    <a:pt x="71521" y="14911"/>
                  </a:cubicBezTo>
                  <a:cubicBezTo>
                    <a:pt x="72550" y="15476"/>
                    <a:pt x="73585" y="15709"/>
                    <a:pt x="74621" y="15709"/>
                  </a:cubicBezTo>
                  <a:cubicBezTo>
                    <a:pt x="79161" y="15709"/>
                    <a:pt x="83738" y="11237"/>
                    <a:pt x="88071" y="10530"/>
                  </a:cubicBezTo>
                  <a:cubicBezTo>
                    <a:pt x="88179" y="10528"/>
                    <a:pt x="88286" y="10527"/>
                    <a:pt x="88392" y="10527"/>
                  </a:cubicBezTo>
                  <a:cubicBezTo>
                    <a:pt x="102692" y="10527"/>
                    <a:pt x="92302" y="29594"/>
                    <a:pt x="104263" y="31532"/>
                  </a:cubicBezTo>
                  <a:cubicBezTo>
                    <a:pt x="104489" y="31568"/>
                    <a:pt x="108526" y="32247"/>
                    <a:pt x="110764" y="32628"/>
                  </a:cubicBezTo>
                  <a:cubicBezTo>
                    <a:pt x="112633" y="32878"/>
                    <a:pt x="114610" y="33247"/>
                    <a:pt x="116419" y="35057"/>
                  </a:cubicBezTo>
                  <a:cubicBezTo>
                    <a:pt x="119587" y="38271"/>
                    <a:pt x="118896" y="42439"/>
                    <a:pt x="117384" y="44879"/>
                  </a:cubicBezTo>
                  <a:cubicBezTo>
                    <a:pt x="112467" y="53678"/>
                    <a:pt x="111538" y="56524"/>
                    <a:pt x="116598" y="61393"/>
                  </a:cubicBezTo>
                  <a:cubicBezTo>
                    <a:pt x="123873" y="67751"/>
                    <a:pt x="126183" y="73597"/>
                    <a:pt x="119003" y="78336"/>
                  </a:cubicBezTo>
                  <a:cubicBezTo>
                    <a:pt x="119003" y="78336"/>
                    <a:pt x="114026" y="80836"/>
                    <a:pt x="112324" y="81681"/>
                  </a:cubicBezTo>
                  <a:cubicBezTo>
                    <a:pt x="100822" y="87265"/>
                    <a:pt x="115300" y="100612"/>
                    <a:pt x="104442" y="106125"/>
                  </a:cubicBezTo>
                  <a:cubicBezTo>
                    <a:pt x="103450" y="106640"/>
                    <a:pt x="102311" y="106829"/>
                    <a:pt x="101090" y="106829"/>
                  </a:cubicBezTo>
                  <a:cubicBezTo>
                    <a:pt x="97705" y="106829"/>
                    <a:pt x="93693" y="105375"/>
                    <a:pt x="90481" y="105375"/>
                  </a:cubicBezTo>
                  <a:cubicBezTo>
                    <a:pt x="89438" y="105375"/>
                    <a:pt x="88480" y="105528"/>
                    <a:pt x="87654" y="105934"/>
                  </a:cubicBezTo>
                  <a:cubicBezTo>
                    <a:pt x="83082" y="107589"/>
                    <a:pt x="81832" y="114864"/>
                    <a:pt x="78891" y="118281"/>
                  </a:cubicBezTo>
                  <a:cubicBezTo>
                    <a:pt x="76766" y="120191"/>
                    <a:pt x="74875" y="120943"/>
                    <a:pt x="73154" y="120943"/>
                  </a:cubicBezTo>
                  <a:cubicBezTo>
                    <a:pt x="66980" y="120943"/>
                    <a:pt x="62982" y="111261"/>
                    <a:pt x="58103" y="110637"/>
                  </a:cubicBezTo>
                  <a:cubicBezTo>
                    <a:pt x="57606" y="110519"/>
                    <a:pt x="57110" y="110466"/>
                    <a:pt x="56615" y="110466"/>
                  </a:cubicBezTo>
                  <a:cubicBezTo>
                    <a:pt x="51728" y="110466"/>
                    <a:pt x="46885" y="115685"/>
                    <a:pt x="42050" y="115685"/>
                  </a:cubicBezTo>
                  <a:cubicBezTo>
                    <a:pt x="41051" y="115685"/>
                    <a:pt x="40052" y="115462"/>
                    <a:pt x="39053" y="114924"/>
                  </a:cubicBezTo>
                  <a:cubicBezTo>
                    <a:pt x="31730" y="111828"/>
                    <a:pt x="36136" y="100493"/>
                    <a:pt x="30849" y="96362"/>
                  </a:cubicBezTo>
                  <a:cubicBezTo>
                    <a:pt x="26742" y="92790"/>
                    <a:pt x="17931" y="95112"/>
                    <a:pt x="14526" y="90635"/>
                  </a:cubicBezTo>
                  <a:cubicBezTo>
                    <a:pt x="12252" y="88087"/>
                    <a:pt x="12323" y="84229"/>
                    <a:pt x="13609" y="81991"/>
                  </a:cubicBezTo>
                  <a:cubicBezTo>
                    <a:pt x="13954" y="81312"/>
                    <a:pt x="16324" y="76764"/>
                    <a:pt x="17062" y="75324"/>
                  </a:cubicBezTo>
                  <a:cubicBezTo>
                    <a:pt x="23170" y="63715"/>
                    <a:pt x="1381" y="61191"/>
                    <a:pt x="10025" y="49594"/>
                  </a:cubicBezTo>
                  <a:cubicBezTo>
                    <a:pt x="12014" y="47630"/>
                    <a:pt x="12275" y="47951"/>
                    <a:pt x="15288" y="46344"/>
                  </a:cubicBezTo>
                  <a:cubicBezTo>
                    <a:pt x="33326" y="39629"/>
                    <a:pt x="15383" y="27663"/>
                    <a:pt x="26337" y="20329"/>
                  </a:cubicBezTo>
                  <a:cubicBezTo>
                    <a:pt x="27434" y="19593"/>
                    <a:pt x="28792" y="19334"/>
                    <a:pt x="30265" y="19334"/>
                  </a:cubicBezTo>
                  <a:cubicBezTo>
                    <a:pt x="33776" y="19334"/>
                    <a:pt x="37942" y="20806"/>
                    <a:pt x="40803" y="20806"/>
                  </a:cubicBezTo>
                  <a:cubicBezTo>
                    <a:pt x="40843" y="20806"/>
                    <a:pt x="40883" y="20806"/>
                    <a:pt x="40922" y="20805"/>
                  </a:cubicBezTo>
                  <a:cubicBezTo>
                    <a:pt x="40927" y="20805"/>
                    <a:pt x="40932" y="20805"/>
                    <a:pt x="40937" y="20805"/>
                  </a:cubicBezTo>
                  <a:cubicBezTo>
                    <a:pt x="47556" y="20805"/>
                    <a:pt x="48901" y="13003"/>
                    <a:pt x="51852" y="8637"/>
                  </a:cubicBezTo>
                  <a:cubicBezTo>
                    <a:pt x="53434" y="6351"/>
                    <a:pt x="55798" y="5336"/>
                    <a:pt x="58121" y="5336"/>
                  </a:cubicBezTo>
                  <a:close/>
                  <a:moveTo>
                    <a:pt x="57814" y="0"/>
                  </a:moveTo>
                  <a:cubicBezTo>
                    <a:pt x="57642" y="0"/>
                    <a:pt x="57472" y="9"/>
                    <a:pt x="57305" y="29"/>
                  </a:cubicBezTo>
                  <a:cubicBezTo>
                    <a:pt x="57297" y="29"/>
                    <a:pt x="57289" y="29"/>
                    <a:pt x="57281" y="29"/>
                  </a:cubicBezTo>
                  <a:cubicBezTo>
                    <a:pt x="53637" y="29"/>
                    <a:pt x="50755" y="2760"/>
                    <a:pt x="49852" y="4862"/>
                  </a:cubicBezTo>
                  <a:cubicBezTo>
                    <a:pt x="47685" y="8732"/>
                    <a:pt x="45934" y="13316"/>
                    <a:pt x="43863" y="14935"/>
                  </a:cubicBezTo>
                  <a:cubicBezTo>
                    <a:pt x="42140" y="16386"/>
                    <a:pt x="40189" y="16852"/>
                    <a:pt x="38139" y="16852"/>
                  </a:cubicBezTo>
                  <a:cubicBezTo>
                    <a:pt x="34445" y="16852"/>
                    <a:pt x="30429" y="15337"/>
                    <a:pt x="26848" y="15337"/>
                  </a:cubicBezTo>
                  <a:cubicBezTo>
                    <a:pt x="24326" y="15337"/>
                    <a:pt x="22019" y="16089"/>
                    <a:pt x="20193" y="18650"/>
                  </a:cubicBezTo>
                  <a:cubicBezTo>
                    <a:pt x="16978" y="22127"/>
                    <a:pt x="19574" y="29687"/>
                    <a:pt x="19895" y="33664"/>
                  </a:cubicBezTo>
                  <a:cubicBezTo>
                    <a:pt x="20943" y="42427"/>
                    <a:pt x="11752" y="43486"/>
                    <a:pt x="6322" y="47082"/>
                  </a:cubicBezTo>
                  <a:cubicBezTo>
                    <a:pt x="0" y="52404"/>
                    <a:pt x="2655" y="58190"/>
                    <a:pt x="8632" y="63405"/>
                  </a:cubicBezTo>
                  <a:cubicBezTo>
                    <a:pt x="12823" y="67287"/>
                    <a:pt x="15276" y="70680"/>
                    <a:pt x="12823" y="76002"/>
                  </a:cubicBezTo>
                  <a:cubicBezTo>
                    <a:pt x="6977" y="85646"/>
                    <a:pt x="4310" y="94350"/>
                    <a:pt x="17062" y="96421"/>
                  </a:cubicBezTo>
                  <a:cubicBezTo>
                    <a:pt x="30028" y="98160"/>
                    <a:pt x="29932" y="99767"/>
                    <a:pt x="31599" y="111757"/>
                  </a:cubicBezTo>
                  <a:cubicBezTo>
                    <a:pt x="32146" y="117329"/>
                    <a:pt x="35501" y="120422"/>
                    <a:pt x="39942" y="120422"/>
                  </a:cubicBezTo>
                  <a:cubicBezTo>
                    <a:pt x="42171" y="120422"/>
                    <a:pt x="44674" y="119643"/>
                    <a:pt x="47232" y="118007"/>
                  </a:cubicBezTo>
                  <a:cubicBezTo>
                    <a:pt x="51177" y="115841"/>
                    <a:pt x="53807" y="114797"/>
                    <a:pt x="55998" y="114797"/>
                  </a:cubicBezTo>
                  <a:cubicBezTo>
                    <a:pt x="59468" y="114797"/>
                    <a:pt x="61836" y="117415"/>
                    <a:pt x="66580" y="122341"/>
                  </a:cubicBezTo>
                  <a:cubicBezTo>
                    <a:pt x="68223" y="124267"/>
                    <a:pt x="70671" y="126143"/>
                    <a:pt x="73761" y="126143"/>
                  </a:cubicBezTo>
                  <a:cubicBezTo>
                    <a:pt x="74053" y="126143"/>
                    <a:pt x="74350" y="126127"/>
                    <a:pt x="74652" y="126092"/>
                  </a:cubicBezTo>
                  <a:cubicBezTo>
                    <a:pt x="78177" y="125854"/>
                    <a:pt x="80725" y="123115"/>
                    <a:pt x="81546" y="121198"/>
                  </a:cubicBezTo>
                  <a:cubicBezTo>
                    <a:pt x="83880" y="117102"/>
                    <a:pt x="85213" y="113138"/>
                    <a:pt x="87487" y="111209"/>
                  </a:cubicBezTo>
                  <a:cubicBezTo>
                    <a:pt x="89210" y="109764"/>
                    <a:pt x="91158" y="109299"/>
                    <a:pt x="93205" y="109299"/>
                  </a:cubicBezTo>
                  <a:cubicBezTo>
                    <a:pt x="96904" y="109299"/>
                    <a:pt x="100923" y="110818"/>
                    <a:pt x="104506" y="110818"/>
                  </a:cubicBezTo>
                  <a:cubicBezTo>
                    <a:pt x="107027" y="110818"/>
                    <a:pt x="109331" y="110067"/>
                    <a:pt x="111157" y="107506"/>
                  </a:cubicBezTo>
                  <a:cubicBezTo>
                    <a:pt x="114598" y="103577"/>
                    <a:pt x="111455" y="95945"/>
                    <a:pt x="111371" y="91373"/>
                  </a:cubicBezTo>
                  <a:cubicBezTo>
                    <a:pt x="111133" y="82967"/>
                    <a:pt x="121194" y="82503"/>
                    <a:pt x="126028" y="78252"/>
                  </a:cubicBezTo>
                  <a:cubicBezTo>
                    <a:pt x="132981" y="70168"/>
                    <a:pt x="124647" y="65084"/>
                    <a:pt x="120003" y="59964"/>
                  </a:cubicBezTo>
                  <a:cubicBezTo>
                    <a:pt x="116658" y="56512"/>
                    <a:pt x="117384" y="51999"/>
                    <a:pt x="118729" y="49761"/>
                  </a:cubicBezTo>
                  <a:cubicBezTo>
                    <a:pt x="121503" y="43939"/>
                    <a:pt x="125004" y="40081"/>
                    <a:pt x="122896" y="35223"/>
                  </a:cubicBezTo>
                  <a:cubicBezTo>
                    <a:pt x="119682" y="26663"/>
                    <a:pt x="106728" y="31759"/>
                    <a:pt x="102406" y="25317"/>
                  </a:cubicBezTo>
                  <a:cubicBezTo>
                    <a:pt x="99489" y="21531"/>
                    <a:pt x="100787" y="13233"/>
                    <a:pt x="98262" y="9494"/>
                  </a:cubicBezTo>
                  <a:cubicBezTo>
                    <a:pt x="96029" y="6638"/>
                    <a:pt x="93772" y="5632"/>
                    <a:pt x="91504" y="5632"/>
                  </a:cubicBezTo>
                  <a:cubicBezTo>
                    <a:pt x="86101" y="5632"/>
                    <a:pt x="80633" y="11339"/>
                    <a:pt x="75252" y="11339"/>
                  </a:cubicBezTo>
                  <a:cubicBezTo>
                    <a:pt x="73260" y="11339"/>
                    <a:pt x="71279" y="10556"/>
                    <a:pt x="69318" y="8411"/>
                  </a:cubicBezTo>
                  <a:lnTo>
                    <a:pt x="64020" y="3041"/>
                  </a:lnTo>
                  <a:cubicBezTo>
                    <a:pt x="63218" y="1927"/>
                    <a:pt x="60311" y="0"/>
                    <a:pt x="57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9"/>
            <p:cNvSpPr/>
            <p:nvPr/>
          </p:nvSpPr>
          <p:spPr>
            <a:xfrm>
              <a:off x="2444050" y="1544175"/>
              <a:ext cx="2796800" cy="2622900"/>
            </a:xfrm>
            <a:custGeom>
              <a:avLst/>
              <a:gdLst/>
              <a:ahLst/>
              <a:cxnLst/>
              <a:rect l="l" t="t" r="r" b="b"/>
              <a:pathLst>
                <a:path w="111872" h="104916" extrusionOk="0">
                  <a:moveTo>
                    <a:pt x="47961" y="5280"/>
                  </a:moveTo>
                  <a:cubicBezTo>
                    <a:pt x="49137" y="5280"/>
                    <a:pt x="50547" y="5668"/>
                    <a:pt x="52281" y="6580"/>
                  </a:cubicBezTo>
                  <a:cubicBezTo>
                    <a:pt x="54067" y="7950"/>
                    <a:pt x="57257" y="12010"/>
                    <a:pt x="59174" y="13057"/>
                  </a:cubicBezTo>
                  <a:cubicBezTo>
                    <a:pt x="60078" y="13595"/>
                    <a:pt x="60994" y="13815"/>
                    <a:pt x="61914" y="13815"/>
                  </a:cubicBezTo>
                  <a:cubicBezTo>
                    <a:pt x="65391" y="13815"/>
                    <a:pt x="68927" y="10677"/>
                    <a:pt x="72128" y="9736"/>
                  </a:cubicBezTo>
                  <a:cubicBezTo>
                    <a:pt x="72485" y="9715"/>
                    <a:pt x="72825" y="9706"/>
                    <a:pt x="73149" y="9706"/>
                  </a:cubicBezTo>
                  <a:cubicBezTo>
                    <a:pt x="86787" y="9706"/>
                    <a:pt x="72714" y="27142"/>
                    <a:pt x="91345" y="27607"/>
                  </a:cubicBezTo>
                  <a:cubicBezTo>
                    <a:pt x="92964" y="27833"/>
                    <a:pt x="94488" y="28095"/>
                    <a:pt x="96024" y="29583"/>
                  </a:cubicBezTo>
                  <a:cubicBezTo>
                    <a:pt x="98679" y="32250"/>
                    <a:pt x="98036" y="35715"/>
                    <a:pt x="96750" y="37763"/>
                  </a:cubicBezTo>
                  <a:cubicBezTo>
                    <a:pt x="92607" y="45097"/>
                    <a:pt x="92190" y="47335"/>
                    <a:pt x="96429" y="51360"/>
                  </a:cubicBezTo>
                  <a:cubicBezTo>
                    <a:pt x="102299" y="56408"/>
                    <a:pt x="103823" y="61230"/>
                    <a:pt x="98155" y="64921"/>
                  </a:cubicBezTo>
                  <a:cubicBezTo>
                    <a:pt x="78974" y="71958"/>
                    <a:pt x="96989" y="81078"/>
                    <a:pt x="86142" y="87662"/>
                  </a:cubicBezTo>
                  <a:cubicBezTo>
                    <a:pt x="85347" y="88041"/>
                    <a:pt x="84456" y="88182"/>
                    <a:pt x="83509" y="88182"/>
                  </a:cubicBezTo>
                  <a:cubicBezTo>
                    <a:pt x="80767" y="88182"/>
                    <a:pt x="77565" y="86998"/>
                    <a:pt x="74922" y="86998"/>
                  </a:cubicBezTo>
                  <a:cubicBezTo>
                    <a:pt x="74039" y="86998"/>
                    <a:pt x="73218" y="87130"/>
                    <a:pt x="72497" y="87483"/>
                  </a:cubicBezTo>
                  <a:cubicBezTo>
                    <a:pt x="69056" y="88781"/>
                    <a:pt x="67830" y="94282"/>
                    <a:pt x="65830" y="97032"/>
                  </a:cubicBezTo>
                  <a:cubicBezTo>
                    <a:pt x="63999" y="98978"/>
                    <a:pt x="62339" y="99727"/>
                    <a:pt x="60809" y="99727"/>
                  </a:cubicBezTo>
                  <a:cubicBezTo>
                    <a:pt x="55851" y="99727"/>
                    <a:pt x="52266" y="91859"/>
                    <a:pt x="48709" y="91341"/>
                  </a:cubicBezTo>
                  <a:cubicBezTo>
                    <a:pt x="48309" y="91242"/>
                    <a:pt x="47900" y="91198"/>
                    <a:pt x="47484" y="91198"/>
                  </a:cubicBezTo>
                  <a:cubicBezTo>
                    <a:pt x="43437" y="91198"/>
                    <a:pt x="38661" y="95404"/>
                    <a:pt x="34773" y="95404"/>
                  </a:cubicBezTo>
                  <a:cubicBezTo>
                    <a:pt x="32570" y="95404"/>
                    <a:pt x="30651" y="94053"/>
                    <a:pt x="29313" y="89817"/>
                  </a:cubicBezTo>
                  <a:cubicBezTo>
                    <a:pt x="28647" y="86245"/>
                    <a:pt x="28742" y="82745"/>
                    <a:pt x="27170" y="80661"/>
                  </a:cubicBezTo>
                  <a:cubicBezTo>
                    <a:pt x="24158" y="76279"/>
                    <a:pt x="16324" y="78970"/>
                    <a:pt x="13038" y="75125"/>
                  </a:cubicBezTo>
                  <a:cubicBezTo>
                    <a:pt x="11097" y="73124"/>
                    <a:pt x="11049" y="69850"/>
                    <a:pt x="12145" y="67921"/>
                  </a:cubicBezTo>
                  <a:cubicBezTo>
                    <a:pt x="23884" y="50836"/>
                    <a:pt x="1834" y="53515"/>
                    <a:pt x="9097" y="41609"/>
                  </a:cubicBezTo>
                  <a:cubicBezTo>
                    <a:pt x="10692" y="39942"/>
                    <a:pt x="10978" y="40168"/>
                    <a:pt x="13276" y="38942"/>
                  </a:cubicBezTo>
                  <a:cubicBezTo>
                    <a:pt x="28254" y="33369"/>
                    <a:pt x="13811" y="23952"/>
                    <a:pt x="22277" y="17737"/>
                  </a:cubicBezTo>
                  <a:cubicBezTo>
                    <a:pt x="23228" y="17024"/>
                    <a:pt x="24439" y="16778"/>
                    <a:pt x="25753" y="16778"/>
                  </a:cubicBezTo>
                  <a:cubicBezTo>
                    <a:pt x="28522" y="16778"/>
                    <a:pt x="31749" y="17866"/>
                    <a:pt x="33969" y="17963"/>
                  </a:cubicBezTo>
                  <a:cubicBezTo>
                    <a:pt x="34049" y="17965"/>
                    <a:pt x="34128" y="17966"/>
                    <a:pt x="34206" y="17966"/>
                  </a:cubicBezTo>
                  <a:cubicBezTo>
                    <a:pt x="42180" y="17966"/>
                    <a:pt x="41240" y="5280"/>
                    <a:pt x="47961" y="5280"/>
                  </a:cubicBezTo>
                  <a:close/>
                  <a:moveTo>
                    <a:pt x="47983" y="0"/>
                  </a:moveTo>
                  <a:cubicBezTo>
                    <a:pt x="47788" y="0"/>
                    <a:pt x="47596" y="14"/>
                    <a:pt x="47411" y="44"/>
                  </a:cubicBezTo>
                  <a:cubicBezTo>
                    <a:pt x="44411" y="139"/>
                    <a:pt x="42113" y="2520"/>
                    <a:pt x="41434" y="4140"/>
                  </a:cubicBezTo>
                  <a:cubicBezTo>
                    <a:pt x="38205" y="12234"/>
                    <a:pt x="34954" y="14126"/>
                    <a:pt x="31659" y="14126"/>
                  </a:cubicBezTo>
                  <a:cubicBezTo>
                    <a:pt x="28768" y="14126"/>
                    <a:pt x="25842" y="12669"/>
                    <a:pt x="22868" y="12669"/>
                  </a:cubicBezTo>
                  <a:cubicBezTo>
                    <a:pt x="20896" y="12669"/>
                    <a:pt x="18903" y="13309"/>
                    <a:pt x="16883" y="15439"/>
                  </a:cubicBezTo>
                  <a:cubicBezTo>
                    <a:pt x="14109" y="18344"/>
                    <a:pt x="16300" y="24666"/>
                    <a:pt x="16574" y="28012"/>
                  </a:cubicBezTo>
                  <a:cubicBezTo>
                    <a:pt x="17431" y="35251"/>
                    <a:pt x="9871" y="36179"/>
                    <a:pt x="5358" y="39120"/>
                  </a:cubicBezTo>
                  <a:cubicBezTo>
                    <a:pt x="0" y="43442"/>
                    <a:pt x="2191" y="48467"/>
                    <a:pt x="7418" y="52967"/>
                  </a:cubicBezTo>
                  <a:cubicBezTo>
                    <a:pt x="10692" y="55944"/>
                    <a:pt x="12692" y="58944"/>
                    <a:pt x="10680" y="63218"/>
                  </a:cubicBezTo>
                  <a:cubicBezTo>
                    <a:pt x="5680" y="71481"/>
                    <a:pt x="3608" y="78732"/>
                    <a:pt x="14800" y="80304"/>
                  </a:cubicBezTo>
                  <a:cubicBezTo>
                    <a:pt x="25361" y="81625"/>
                    <a:pt x="24944" y="83649"/>
                    <a:pt x="26349" y="93282"/>
                  </a:cubicBezTo>
                  <a:cubicBezTo>
                    <a:pt x="27066" y="97865"/>
                    <a:pt x="29481" y="100102"/>
                    <a:pt x="32986" y="100102"/>
                  </a:cubicBezTo>
                  <a:cubicBezTo>
                    <a:pt x="35299" y="100102"/>
                    <a:pt x="38086" y="99128"/>
                    <a:pt x="41172" y="97211"/>
                  </a:cubicBezTo>
                  <a:cubicBezTo>
                    <a:pt x="43370" y="96013"/>
                    <a:pt x="45049" y="95461"/>
                    <a:pt x="46507" y="95461"/>
                  </a:cubicBezTo>
                  <a:cubicBezTo>
                    <a:pt x="49597" y="95461"/>
                    <a:pt x="51690" y="97940"/>
                    <a:pt x="55614" y="101985"/>
                  </a:cubicBezTo>
                  <a:cubicBezTo>
                    <a:pt x="56770" y="103432"/>
                    <a:pt x="59017" y="104915"/>
                    <a:pt x="61426" y="104915"/>
                  </a:cubicBezTo>
                  <a:cubicBezTo>
                    <a:pt x="61772" y="104915"/>
                    <a:pt x="62122" y="104885"/>
                    <a:pt x="62472" y="104819"/>
                  </a:cubicBezTo>
                  <a:cubicBezTo>
                    <a:pt x="65246" y="104521"/>
                    <a:pt x="67318" y="102116"/>
                    <a:pt x="67902" y="100675"/>
                  </a:cubicBezTo>
                  <a:cubicBezTo>
                    <a:pt x="71062" y="92682"/>
                    <a:pt x="74341" y="90813"/>
                    <a:pt x="77667" y="90813"/>
                  </a:cubicBezTo>
                  <a:cubicBezTo>
                    <a:pt x="80589" y="90813"/>
                    <a:pt x="83549" y="92256"/>
                    <a:pt x="86498" y="92256"/>
                  </a:cubicBezTo>
                  <a:cubicBezTo>
                    <a:pt x="88536" y="92256"/>
                    <a:pt x="90570" y="91567"/>
                    <a:pt x="92583" y="89233"/>
                  </a:cubicBezTo>
                  <a:cubicBezTo>
                    <a:pt x="95298" y="85888"/>
                    <a:pt x="92619" y="79613"/>
                    <a:pt x="92631" y="75791"/>
                  </a:cubicBezTo>
                  <a:cubicBezTo>
                    <a:pt x="92559" y="69267"/>
                    <a:pt x="100382" y="68529"/>
                    <a:pt x="104442" y="65409"/>
                  </a:cubicBezTo>
                  <a:cubicBezTo>
                    <a:pt x="110978" y="58754"/>
                    <a:pt x="103704" y="54122"/>
                    <a:pt x="99810" y="49883"/>
                  </a:cubicBezTo>
                  <a:cubicBezTo>
                    <a:pt x="97060" y="47109"/>
                    <a:pt x="97643" y="43204"/>
                    <a:pt x="98763" y="41382"/>
                  </a:cubicBezTo>
                  <a:cubicBezTo>
                    <a:pt x="111871" y="19642"/>
                    <a:pt x="87809" y="27500"/>
                    <a:pt x="85047" y="20880"/>
                  </a:cubicBezTo>
                  <a:cubicBezTo>
                    <a:pt x="82784" y="17689"/>
                    <a:pt x="83844" y="11176"/>
                    <a:pt x="81737" y="7914"/>
                  </a:cubicBezTo>
                  <a:cubicBezTo>
                    <a:pt x="79540" y="5471"/>
                    <a:pt x="77609" y="4614"/>
                    <a:pt x="75799" y="4614"/>
                  </a:cubicBezTo>
                  <a:cubicBezTo>
                    <a:pt x="71555" y="4614"/>
                    <a:pt x="67979" y="9322"/>
                    <a:pt x="63225" y="9322"/>
                  </a:cubicBezTo>
                  <a:cubicBezTo>
                    <a:pt x="60422" y="9322"/>
                    <a:pt x="57210" y="7686"/>
                    <a:pt x="53209" y="2485"/>
                  </a:cubicBezTo>
                  <a:cubicBezTo>
                    <a:pt x="52546" y="1560"/>
                    <a:pt x="50045" y="0"/>
                    <a:pt x="47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9"/>
            <p:cNvSpPr/>
            <p:nvPr/>
          </p:nvSpPr>
          <p:spPr>
            <a:xfrm>
              <a:off x="2720875" y="1809700"/>
              <a:ext cx="2386925" cy="2091250"/>
            </a:xfrm>
            <a:custGeom>
              <a:avLst/>
              <a:gdLst/>
              <a:ahLst/>
              <a:cxnLst/>
              <a:rect l="l" t="t" r="r" b="b"/>
              <a:pathLst>
                <a:path w="95477" h="83650" extrusionOk="0">
                  <a:moveTo>
                    <a:pt x="38381" y="5270"/>
                  </a:moveTo>
                  <a:cubicBezTo>
                    <a:pt x="39313" y="5270"/>
                    <a:pt x="40439" y="5596"/>
                    <a:pt x="41839" y="6365"/>
                  </a:cubicBezTo>
                  <a:cubicBezTo>
                    <a:pt x="43339" y="7556"/>
                    <a:pt x="45684" y="10687"/>
                    <a:pt x="47399" y="11461"/>
                  </a:cubicBezTo>
                  <a:cubicBezTo>
                    <a:pt x="48034" y="11779"/>
                    <a:pt x="48660" y="11911"/>
                    <a:pt x="49281" y="11911"/>
                  </a:cubicBezTo>
                  <a:cubicBezTo>
                    <a:pt x="52360" y="11911"/>
                    <a:pt x="55290" y="8651"/>
                    <a:pt x="58353" y="8592"/>
                  </a:cubicBezTo>
                  <a:lnTo>
                    <a:pt x="58353" y="8592"/>
                  </a:lnTo>
                  <a:cubicBezTo>
                    <a:pt x="68699" y="10199"/>
                    <a:pt x="57412" y="22010"/>
                    <a:pt x="72295" y="22629"/>
                  </a:cubicBezTo>
                  <a:cubicBezTo>
                    <a:pt x="73259" y="22713"/>
                    <a:pt x="74724" y="23118"/>
                    <a:pt x="75771" y="24249"/>
                  </a:cubicBezTo>
                  <a:cubicBezTo>
                    <a:pt x="77700" y="26296"/>
                    <a:pt x="77141" y="29011"/>
                    <a:pt x="76105" y="30630"/>
                  </a:cubicBezTo>
                  <a:cubicBezTo>
                    <a:pt x="72866" y="36286"/>
                    <a:pt x="72783" y="38024"/>
                    <a:pt x="76105" y="41155"/>
                  </a:cubicBezTo>
                  <a:cubicBezTo>
                    <a:pt x="80558" y="44942"/>
                    <a:pt x="81570" y="48728"/>
                    <a:pt x="77284" y="51502"/>
                  </a:cubicBezTo>
                  <a:cubicBezTo>
                    <a:pt x="62401" y="56872"/>
                    <a:pt x="76486" y="64349"/>
                    <a:pt x="67806" y="69183"/>
                  </a:cubicBezTo>
                  <a:cubicBezTo>
                    <a:pt x="67206" y="69423"/>
                    <a:pt x="66564" y="69514"/>
                    <a:pt x="65896" y="69514"/>
                  </a:cubicBezTo>
                  <a:cubicBezTo>
                    <a:pt x="63794" y="69514"/>
                    <a:pt x="61440" y="68611"/>
                    <a:pt x="59341" y="68611"/>
                  </a:cubicBezTo>
                  <a:cubicBezTo>
                    <a:pt x="58272" y="68611"/>
                    <a:pt x="57269" y="68845"/>
                    <a:pt x="56400" y="69552"/>
                  </a:cubicBezTo>
                  <a:cubicBezTo>
                    <a:pt x="54912" y="70814"/>
                    <a:pt x="55150" y="71076"/>
                    <a:pt x="54054" y="73017"/>
                  </a:cubicBezTo>
                  <a:cubicBezTo>
                    <a:pt x="52173" y="77080"/>
                    <a:pt x="50297" y="78471"/>
                    <a:pt x="48504" y="78471"/>
                  </a:cubicBezTo>
                  <a:cubicBezTo>
                    <a:pt x="44609" y="78471"/>
                    <a:pt x="41110" y="71905"/>
                    <a:pt x="38815" y="71905"/>
                  </a:cubicBezTo>
                  <a:cubicBezTo>
                    <a:pt x="38782" y="71905"/>
                    <a:pt x="38751" y="71907"/>
                    <a:pt x="38719" y="71909"/>
                  </a:cubicBezTo>
                  <a:cubicBezTo>
                    <a:pt x="38321" y="71830"/>
                    <a:pt x="37969" y="71795"/>
                    <a:pt x="37648" y="71795"/>
                  </a:cubicBezTo>
                  <a:cubicBezTo>
                    <a:pt x="36375" y="71795"/>
                    <a:pt x="35590" y="72348"/>
                    <a:pt x="34373" y="72909"/>
                  </a:cubicBezTo>
                  <a:cubicBezTo>
                    <a:pt x="31692" y="74422"/>
                    <a:pt x="29716" y="75041"/>
                    <a:pt x="28241" y="75041"/>
                  </a:cubicBezTo>
                  <a:cubicBezTo>
                    <a:pt x="22081" y="75041"/>
                    <a:pt x="24691" y="64240"/>
                    <a:pt x="21348" y="62741"/>
                  </a:cubicBezTo>
                  <a:cubicBezTo>
                    <a:pt x="18669" y="60658"/>
                    <a:pt x="13335" y="62087"/>
                    <a:pt x="11168" y="59205"/>
                  </a:cubicBezTo>
                  <a:cubicBezTo>
                    <a:pt x="9692" y="57550"/>
                    <a:pt x="9930" y="54955"/>
                    <a:pt x="10680" y="53728"/>
                  </a:cubicBezTo>
                  <a:cubicBezTo>
                    <a:pt x="19717" y="40679"/>
                    <a:pt x="2500" y="42441"/>
                    <a:pt x="8346" y="33357"/>
                  </a:cubicBezTo>
                  <a:cubicBezTo>
                    <a:pt x="9573" y="32131"/>
                    <a:pt x="9739" y="32309"/>
                    <a:pt x="11454" y="31392"/>
                  </a:cubicBezTo>
                  <a:cubicBezTo>
                    <a:pt x="23277" y="27070"/>
                    <a:pt x="11704" y="19367"/>
                    <a:pt x="18740" y="14795"/>
                  </a:cubicBezTo>
                  <a:cubicBezTo>
                    <a:pt x="19464" y="14341"/>
                    <a:pt x="20305" y="14180"/>
                    <a:pt x="21202" y="14180"/>
                  </a:cubicBezTo>
                  <a:cubicBezTo>
                    <a:pt x="23366" y="14180"/>
                    <a:pt x="25859" y="15115"/>
                    <a:pt x="27834" y="15115"/>
                  </a:cubicBezTo>
                  <a:cubicBezTo>
                    <a:pt x="28044" y="15115"/>
                    <a:pt x="28247" y="15104"/>
                    <a:pt x="28444" y="15081"/>
                  </a:cubicBezTo>
                  <a:cubicBezTo>
                    <a:pt x="33950" y="14142"/>
                    <a:pt x="33518" y="5270"/>
                    <a:pt x="38381" y="5270"/>
                  </a:cubicBezTo>
                  <a:close/>
                  <a:moveTo>
                    <a:pt x="38182" y="1"/>
                  </a:moveTo>
                  <a:cubicBezTo>
                    <a:pt x="37985" y="1"/>
                    <a:pt x="37794" y="18"/>
                    <a:pt x="37612" y="55"/>
                  </a:cubicBezTo>
                  <a:cubicBezTo>
                    <a:pt x="35397" y="139"/>
                    <a:pt x="33480" y="2139"/>
                    <a:pt x="33016" y="3329"/>
                  </a:cubicBezTo>
                  <a:cubicBezTo>
                    <a:pt x="30475" y="9755"/>
                    <a:pt x="27847" y="11254"/>
                    <a:pt x="25184" y="11254"/>
                  </a:cubicBezTo>
                  <a:cubicBezTo>
                    <a:pt x="22856" y="11254"/>
                    <a:pt x="20500" y="10109"/>
                    <a:pt x="18150" y="10109"/>
                  </a:cubicBezTo>
                  <a:cubicBezTo>
                    <a:pt x="16539" y="10109"/>
                    <a:pt x="14930" y="10647"/>
                    <a:pt x="13335" y="12461"/>
                  </a:cubicBezTo>
                  <a:cubicBezTo>
                    <a:pt x="11144" y="15093"/>
                    <a:pt x="13192" y="20034"/>
                    <a:pt x="13264" y="23058"/>
                  </a:cubicBezTo>
                  <a:cubicBezTo>
                    <a:pt x="13430" y="28154"/>
                    <a:pt x="7691" y="28987"/>
                    <a:pt x="4370" y="31119"/>
                  </a:cubicBezTo>
                  <a:cubicBezTo>
                    <a:pt x="0" y="34428"/>
                    <a:pt x="1679" y="38619"/>
                    <a:pt x="5751" y="42084"/>
                  </a:cubicBezTo>
                  <a:cubicBezTo>
                    <a:pt x="11787" y="47466"/>
                    <a:pt x="8442" y="50061"/>
                    <a:pt x="5822" y="55586"/>
                  </a:cubicBezTo>
                  <a:cubicBezTo>
                    <a:pt x="2869" y="64004"/>
                    <a:pt x="11597" y="63908"/>
                    <a:pt x="15609" y="64682"/>
                  </a:cubicBezTo>
                  <a:cubicBezTo>
                    <a:pt x="19026" y="65277"/>
                    <a:pt x="20253" y="68183"/>
                    <a:pt x="20419" y="70528"/>
                  </a:cubicBezTo>
                  <a:cubicBezTo>
                    <a:pt x="20792" y="76920"/>
                    <a:pt x="22970" y="79931"/>
                    <a:pt x="26302" y="79931"/>
                  </a:cubicBezTo>
                  <a:cubicBezTo>
                    <a:pt x="27332" y="79931"/>
                    <a:pt x="28474" y="79642"/>
                    <a:pt x="29706" y="79077"/>
                  </a:cubicBezTo>
                  <a:cubicBezTo>
                    <a:pt x="33257" y="77190"/>
                    <a:pt x="35383" y="76164"/>
                    <a:pt x="37155" y="76164"/>
                  </a:cubicBezTo>
                  <a:cubicBezTo>
                    <a:pt x="39162" y="76164"/>
                    <a:pt x="40713" y="77480"/>
                    <a:pt x="43363" y="80351"/>
                  </a:cubicBezTo>
                  <a:cubicBezTo>
                    <a:pt x="45287" y="82404"/>
                    <a:pt x="46549" y="83650"/>
                    <a:pt x="48942" y="83650"/>
                  </a:cubicBezTo>
                  <a:cubicBezTo>
                    <a:pt x="49214" y="83650"/>
                    <a:pt x="49500" y="83634"/>
                    <a:pt x="49804" y="83601"/>
                  </a:cubicBezTo>
                  <a:cubicBezTo>
                    <a:pt x="51887" y="83411"/>
                    <a:pt x="53673" y="81458"/>
                    <a:pt x="54102" y="80363"/>
                  </a:cubicBezTo>
                  <a:cubicBezTo>
                    <a:pt x="56644" y="73931"/>
                    <a:pt x="59271" y="72432"/>
                    <a:pt x="61934" y="72432"/>
                  </a:cubicBezTo>
                  <a:cubicBezTo>
                    <a:pt x="64261" y="72432"/>
                    <a:pt x="66616" y="73577"/>
                    <a:pt x="68965" y="73577"/>
                  </a:cubicBezTo>
                  <a:cubicBezTo>
                    <a:pt x="70577" y="73577"/>
                    <a:pt x="72187" y="73037"/>
                    <a:pt x="73783" y="71219"/>
                  </a:cubicBezTo>
                  <a:cubicBezTo>
                    <a:pt x="76057" y="68445"/>
                    <a:pt x="73771" y="63444"/>
                    <a:pt x="73866" y="60277"/>
                  </a:cubicBezTo>
                  <a:cubicBezTo>
                    <a:pt x="73997" y="51669"/>
                    <a:pt x="95476" y="54419"/>
                    <a:pt x="79593" y="39786"/>
                  </a:cubicBezTo>
                  <a:cubicBezTo>
                    <a:pt x="77391" y="37584"/>
                    <a:pt x="77879" y="34393"/>
                    <a:pt x="78772" y="32988"/>
                  </a:cubicBezTo>
                  <a:cubicBezTo>
                    <a:pt x="89214" y="15605"/>
                    <a:pt x="69961" y="21986"/>
                    <a:pt x="67770" y="16593"/>
                  </a:cubicBezTo>
                  <a:cubicBezTo>
                    <a:pt x="66032" y="14033"/>
                    <a:pt x="66830" y="8985"/>
                    <a:pt x="65222" y="6377"/>
                  </a:cubicBezTo>
                  <a:cubicBezTo>
                    <a:pt x="63452" y="4376"/>
                    <a:pt x="61895" y="3677"/>
                    <a:pt x="60435" y="3677"/>
                  </a:cubicBezTo>
                  <a:cubicBezTo>
                    <a:pt x="57050" y="3677"/>
                    <a:pt x="54183" y="7431"/>
                    <a:pt x="50387" y="7431"/>
                  </a:cubicBezTo>
                  <a:cubicBezTo>
                    <a:pt x="48141" y="7431"/>
                    <a:pt x="45570" y="6118"/>
                    <a:pt x="42374" y="1936"/>
                  </a:cubicBezTo>
                  <a:cubicBezTo>
                    <a:pt x="41854" y="1182"/>
                    <a:pt x="39816" y="1"/>
                    <a:pt x="38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9"/>
            <p:cNvSpPr/>
            <p:nvPr/>
          </p:nvSpPr>
          <p:spPr>
            <a:xfrm>
              <a:off x="2846175" y="2075550"/>
              <a:ext cx="1925850" cy="1560200"/>
            </a:xfrm>
            <a:custGeom>
              <a:avLst/>
              <a:gdLst/>
              <a:ahLst/>
              <a:cxnLst/>
              <a:rect l="l" t="t" r="r" b="b"/>
              <a:pathLst>
                <a:path w="77034" h="62408" extrusionOk="0">
                  <a:moveTo>
                    <a:pt x="34928" y="5276"/>
                  </a:moveTo>
                  <a:cubicBezTo>
                    <a:pt x="35477" y="5276"/>
                    <a:pt x="36123" y="5422"/>
                    <a:pt x="36898" y="5757"/>
                  </a:cubicBezTo>
                  <a:cubicBezTo>
                    <a:pt x="38410" y="6649"/>
                    <a:pt x="39791" y="9043"/>
                    <a:pt x="41422" y="9721"/>
                  </a:cubicBezTo>
                  <a:cubicBezTo>
                    <a:pt x="41836" y="9898"/>
                    <a:pt x="42240" y="9973"/>
                    <a:pt x="42636" y="9973"/>
                  </a:cubicBezTo>
                  <a:cubicBezTo>
                    <a:pt x="44851" y="9973"/>
                    <a:pt x="46836" y="7628"/>
                    <a:pt x="49061" y="7628"/>
                  </a:cubicBezTo>
                  <a:cubicBezTo>
                    <a:pt x="49142" y="7628"/>
                    <a:pt x="49223" y="7631"/>
                    <a:pt x="49304" y="7638"/>
                  </a:cubicBezTo>
                  <a:cubicBezTo>
                    <a:pt x="56258" y="9316"/>
                    <a:pt x="48507" y="17151"/>
                    <a:pt x="58937" y="17579"/>
                  </a:cubicBezTo>
                  <a:cubicBezTo>
                    <a:pt x="59829" y="17663"/>
                    <a:pt x="60675" y="18044"/>
                    <a:pt x="61330" y="18675"/>
                  </a:cubicBezTo>
                  <a:cubicBezTo>
                    <a:pt x="62758" y="20080"/>
                    <a:pt x="62354" y="22104"/>
                    <a:pt x="61604" y="23282"/>
                  </a:cubicBezTo>
                  <a:cubicBezTo>
                    <a:pt x="55400" y="31664"/>
                    <a:pt x="69533" y="32260"/>
                    <a:pt x="62461" y="38058"/>
                  </a:cubicBezTo>
                  <a:cubicBezTo>
                    <a:pt x="52007" y="41820"/>
                    <a:pt x="61746" y="47154"/>
                    <a:pt x="55829" y="50560"/>
                  </a:cubicBezTo>
                  <a:cubicBezTo>
                    <a:pt x="55366" y="50760"/>
                    <a:pt x="54873" y="50834"/>
                    <a:pt x="54364" y="50834"/>
                  </a:cubicBezTo>
                  <a:cubicBezTo>
                    <a:pt x="52870" y="50834"/>
                    <a:pt x="51229" y="50194"/>
                    <a:pt x="49747" y="50194"/>
                  </a:cubicBezTo>
                  <a:cubicBezTo>
                    <a:pt x="48965" y="50194"/>
                    <a:pt x="48227" y="50372"/>
                    <a:pt x="47578" y="50917"/>
                  </a:cubicBezTo>
                  <a:cubicBezTo>
                    <a:pt x="46542" y="51846"/>
                    <a:pt x="46768" y="51965"/>
                    <a:pt x="45935" y="53417"/>
                  </a:cubicBezTo>
                  <a:cubicBezTo>
                    <a:pt x="44592" y="56228"/>
                    <a:pt x="43282" y="57195"/>
                    <a:pt x="42036" y="57195"/>
                  </a:cubicBezTo>
                  <a:cubicBezTo>
                    <a:pt x="39291" y="57195"/>
                    <a:pt x="36857" y="52497"/>
                    <a:pt x="35070" y="52497"/>
                  </a:cubicBezTo>
                  <a:cubicBezTo>
                    <a:pt x="35044" y="52497"/>
                    <a:pt x="35019" y="52498"/>
                    <a:pt x="34993" y="52500"/>
                  </a:cubicBezTo>
                  <a:cubicBezTo>
                    <a:pt x="34754" y="52463"/>
                    <a:pt x="34541" y="52446"/>
                    <a:pt x="34348" y="52446"/>
                  </a:cubicBezTo>
                  <a:cubicBezTo>
                    <a:pt x="33423" y="52446"/>
                    <a:pt x="32937" y="52829"/>
                    <a:pt x="32100" y="53203"/>
                  </a:cubicBezTo>
                  <a:cubicBezTo>
                    <a:pt x="30138" y="54294"/>
                    <a:pt x="28705" y="54740"/>
                    <a:pt x="27647" y="54740"/>
                  </a:cubicBezTo>
                  <a:cubicBezTo>
                    <a:pt x="23207" y="54740"/>
                    <a:pt x="25339" y="46890"/>
                    <a:pt x="22503" y="45833"/>
                  </a:cubicBezTo>
                  <a:cubicBezTo>
                    <a:pt x="20539" y="44642"/>
                    <a:pt x="17038" y="45464"/>
                    <a:pt x="15562" y="43511"/>
                  </a:cubicBezTo>
                  <a:cubicBezTo>
                    <a:pt x="14538" y="42392"/>
                    <a:pt x="14705" y="40523"/>
                    <a:pt x="15217" y="39654"/>
                  </a:cubicBezTo>
                  <a:cubicBezTo>
                    <a:pt x="21634" y="30474"/>
                    <a:pt x="9335" y="31462"/>
                    <a:pt x="13609" y="25140"/>
                  </a:cubicBezTo>
                  <a:cubicBezTo>
                    <a:pt x="14502" y="24283"/>
                    <a:pt x="14562" y="24449"/>
                    <a:pt x="15812" y="23771"/>
                  </a:cubicBezTo>
                  <a:cubicBezTo>
                    <a:pt x="24099" y="20770"/>
                    <a:pt x="15967" y="15103"/>
                    <a:pt x="20979" y="11995"/>
                  </a:cubicBezTo>
                  <a:cubicBezTo>
                    <a:pt x="21507" y="11686"/>
                    <a:pt x="22094" y="11576"/>
                    <a:pt x="22711" y="11576"/>
                  </a:cubicBezTo>
                  <a:cubicBezTo>
                    <a:pt x="24230" y="11576"/>
                    <a:pt x="25929" y="12243"/>
                    <a:pt x="27363" y="12243"/>
                  </a:cubicBezTo>
                  <a:cubicBezTo>
                    <a:pt x="27541" y="12243"/>
                    <a:pt x="27716" y="12233"/>
                    <a:pt x="27885" y="12210"/>
                  </a:cubicBezTo>
                  <a:cubicBezTo>
                    <a:pt x="31883" y="11334"/>
                    <a:pt x="31395" y="5276"/>
                    <a:pt x="34928" y="5276"/>
                  </a:cubicBezTo>
                  <a:close/>
                  <a:moveTo>
                    <a:pt x="34626" y="0"/>
                  </a:moveTo>
                  <a:cubicBezTo>
                    <a:pt x="34533" y="0"/>
                    <a:pt x="34440" y="6"/>
                    <a:pt x="34350" y="18"/>
                  </a:cubicBezTo>
                  <a:cubicBezTo>
                    <a:pt x="34319" y="17"/>
                    <a:pt x="34287" y="16"/>
                    <a:pt x="34256" y="16"/>
                  </a:cubicBezTo>
                  <a:cubicBezTo>
                    <a:pt x="32566" y="16"/>
                    <a:pt x="31033" y="1571"/>
                    <a:pt x="30671" y="2506"/>
                  </a:cubicBezTo>
                  <a:cubicBezTo>
                    <a:pt x="28802" y="7271"/>
                    <a:pt x="26838" y="8379"/>
                    <a:pt x="24839" y="8379"/>
                  </a:cubicBezTo>
                  <a:cubicBezTo>
                    <a:pt x="23102" y="8379"/>
                    <a:pt x="21339" y="7542"/>
                    <a:pt x="19587" y="7542"/>
                  </a:cubicBezTo>
                  <a:cubicBezTo>
                    <a:pt x="18399" y="7542"/>
                    <a:pt x="17215" y="7927"/>
                    <a:pt x="16050" y="9221"/>
                  </a:cubicBezTo>
                  <a:cubicBezTo>
                    <a:pt x="14288" y="11329"/>
                    <a:pt x="15979" y="14960"/>
                    <a:pt x="15943" y="17365"/>
                  </a:cubicBezTo>
                  <a:cubicBezTo>
                    <a:pt x="15836" y="23628"/>
                    <a:pt x="1251" y="22187"/>
                    <a:pt x="10145" y="31200"/>
                  </a:cubicBezTo>
                  <a:cubicBezTo>
                    <a:pt x="19158" y="38046"/>
                    <a:pt x="1" y="45928"/>
                    <a:pt x="17705" y="48262"/>
                  </a:cubicBezTo>
                  <a:cubicBezTo>
                    <a:pt x="20170" y="48643"/>
                    <a:pt x="21241" y="50941"/>
                    <a:pt x="21337" y="52953"/>
                  </a:cubicBezTo>
                  <a:cubicBezTo>
                    <a:pt x="21579" y="57522"/>
                    <a:pt x="23300" y="59620"/>
                    <a:pt x="25717" y="59620"/>
                  </a:cubicBezTo>
                  <a:cubicBezTo>
                    <a:pt x="26625" y="59620"/>
                    <a:pt x="27631" y="59323"/>
                    <a:pt x="28695" y="58751"/>
                  </a:cubicBezTo>
                  <a:cubicBezTo>
                    <a:pt x="31015" y="57475"/>
                    <a:pt x="32509" y="56829"/>
                    <a:pt x="33752" y="56829"/>
                  </a:cubicBezTo>
                  <a:cubicBezTo>
                    <a:pt x="35327" y="56829"/>
                    <a:pt x="36497" y="57868"/>
                    <a:pt x="38434" y="59977"/>
                  </a:cubicBezTo>
                  <a:cubicBezTo>
                    <a:pt x="39934" y="61561"/>
                    <a:pt x="40637" y="62359"/>
                    <a:pt x="42756" y="62406"/>
                  </a:cubicBezTo>
                  <a:cubicBezTo>
                    <a:pt x="42787" y="62407"/>
                    <a:pt x="42819" y="62408"/>
                    <a:pt x="42850" y="62408"/>
                  </a:cubicBezTo>
                  <a:cubicBezTo>
                    <a:pt x="44540" y="62408"/>
                    <a:pt x="46084" y="60853"/>
                    <a:pt x="46435" y="59918"/>
                  </a:cubicBezTo>
                  <a:cubicBezTo>
                    <a:pt x="48309" y="55153"/>
                    <a:pt x="50273" y="54045"/>
                    <a:pt x="52272" y="54045"/>
                  </a:cubicBezTo>
                  <a:cubicBezTo>
                    <a:pt x="54008" y="54045"/>
                    <a:pt x="55770" y="54882"/>
                    <a:pt x="57520" y="54882"/>
                  </a:cubicBezTo>
                  <a:cubicBezTo>
                    <a:pt x="58708" y="54882"/>
                    <a:pt x="59891" y="54497"/>
                    <a:pt x="61056" y="53203"/>
                  </a:cubicBezTo>
                  <a:cubicBezTo>
                    <a:pt x="62913" y="50964"/>
                    <a:pt x="60972" y="47250"/>
                    <a:pt x="61187" y="44702"/>
                  </a:cubicBezTo>
                  <a:cubicBezTo>
                    <a:pt x="61985" y="38391"/>
                    <a:pt x="77034" y="40416"/>
                    <a:pt x="65437" y="29676"/>
                  </a:cubicBezTo>
                  <a:cubicBezTo>
                    <a:pt x="63830" y="28140"/>
                    <a:pt x="64151" y="25568"/>
                    <a:pt x="64842" y="24568"/>
                  </a:cubicBezTo>
                  <a:cubicBezTo>
                    <a:pt x="72688" y="11341"/>
                    <a:pt x="57913" y="16710"/>
                    <a:pt x="56400" y="11995"/>
                  </a:cubicBezTo>
                  <a:cubicBezTo>
                    <a:pt x="55365" y="10007"/>
                    <a:pt x="55877" y="6388"/>
                    <a:pt x="54591" y="4566"/>
                  </a:cubicBezTo>
                  <a:cubicBezTo>
                    <a:pt x="53286" y="3225"/>
                    <a:pt x="52142" y="2750"/>
                    <a:pt x="51078" y="2750"/>
                  </a:cubicBezTo>
                  <a:cubicBezTo>
                    <a:pt x="48500" y="2750"/>
                    <a:pt x="46390" y="5536"/>
                    <a:pt x="43600" y="5536"/>
                  </a:cubicBezTo>
                  <a:cubicBezTo>
                    <a:pt x="41949" y="5536"/>
                    <a:pt x="40061" y="4561"/>
                    <a:pt x="37696" y="1458"/>
                  </a:cubicBezTo>
                  <a:cubicBezTo>
                    <a:pt x="37353" y="971"/>
                    <a:pt x="35867" y="0"/>
                    <a:pt x="34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9"/>
            <p:cNvSpPr/>
            <p:nvPr/>
          </p:nvSpPr>
          <p:spPr>
            <a:xfrm>
              <a:off x="3174500" y="2340950"/>
              <a:ext cx="1257025" cy="1029800"/>
            </a:xfrm>
            <a:custGeom>
              <a:avLst/>
              <a:gdLst/>
              <a:ahLst/>
              <a:cxnLst/>
              <a:rect l="l" t="t" r="r" b="b"/>
              <a:pathLst>
                <a:path w="50281" h="41192" extrusionOk="0">
                  <a:moveTo>
                    <a:pt x="23321" y="5256"/>
                  </a:moveTo>
                  <a:cubicBezTo>
                    <a:pt x="24017" y="5256"/>
                    <a:pt x="24995" y="6022"/>
                    <a:pt x="27015" y="7880"/>
                  </a:cubicBezTo>
                  <a:cubicBezTo>
                    <a:pt x="27306" y="8024"/>
                    <a:pt x="27584" y="8084"/>
                    <a:pt x="27854" y="8084"/>
                  </a:cubicBezTo>
                  <a:cubicBezTo>
                    <a:pt x="29144" y="8084"/>
                    <a:pt x="30249" y="6719"/>
                    <a:pt x="31647" y="6690"/>
                  </a:cubicBezTo>
                  <a:lnTo>
                    <a:pt x="31647" y="6690"/>
                  </a:lnTo>
                  <a:cubicBezTo>
                    <a:pt x="35933" y="7547"/>
                    <a:pt x="31492" y="12416"/>
                    <a:pt x="37267" y="12536"/>
                  </a:cubicBezTo>
                  <a:cubicBezTo>
                    <a:pt x="37945" y="12643"/>
                    <a:pt x="38160" y="12631"/>
                    <a:pt x="38874" y="13214"/>
                  </a:cubicBezTo>
                  <a:cubicBezTo>
                    <a:pt x="39779" y="14202"/>
                    <a:pt x="39469" y="15179"/>
                    <a:pt x="38886" y="16203"/>
                  </a:cubicBezTo>
                  <a:cubicBezTo>
                    <a:pt x="35564" y="20608"/>
                    <a:pt x="43601" y="21465"/>
                    <a:pt x="39529" y="24632"/>
                  </a:cubicBezTo>
                  <a:lnTo>
                    <a:pt x="39529" y="24644"/>
                  </a:lnTo>
                  <a:cubicBezTo>
                    <a:pt x="33504" y="26787"/>
                    <a:pt x="38922" y="29930"/>
                    <a:pt x="35731" y="31966"/>
                  </a:cubicBezTo>
                  <a:cubicBezTo>
                    <a:pt x="35403" y="32133"/>
                    <a:pt x="35062" y="32192"/>
                    <a:pt x="34714" y="32192"/>
                  </a:cubicBezTo>
                  <a:cubicBezTo>
                    <a:pt x="33836" y="32192"/>
                    <a:pt x="32913" y="31814"/>
                    <a:pt x="32048" y="31814"/>
                  </a:cubicBezTo>
                  <a:cubicBezTo>
                    <a:pt x="31560" y="31814"/>
                    <a:pt x="31091" y="31935"/>
                    <a:pt x="30659" y="32312"/>
                  </a:cubicBezTo>
                  <a:cubicBezTo>
                    <a:pt x="29094" y="35084"/>
                    <a:pt x="28084" y="35974"/>
                    <a:pt x="27269" y="35974"/>
                  </a:cubicBezTo>
                  <a:cubicBezTo>
                    <a:pt x="25906" y="35974"/>
                    <a:pt x="25090" y="33488"/>
                    <a:pt x="23146" y="33145"/>
                  </a:cubicBezTo>
                  <a:cubicBezTo>
                    <a:pt x="21059" y="33972"/>
                    <a:pt x="19714" y="34304"/>
                    <a:pt x="18841" y="34304"/>
                  </a:cubicBezTo>
                  <a:cubicBezTo>
                    <a:pt x="15715" y="34304"/>
                    <a:pt x="18641" y="30043"/>
                    <a:pt x="15216" y="28954"/>
                  </a:cubicBezTo>
                  <a:cubicBezTo>
                    <a:pt x="14204" y="28716"/>
                    <a:pt x="12430" y="28752"/>
                    <a:pt x="11775" y="27764"/>
                  </a:cubicBezTo>
                  <a:cubicBezTo>
                    <a:pt x="11204" y="27049"/>
                    <a:pt x="11430" y="25990"/>
                    <a:pt x="11692" y="25513"/>
                  </a:cubicBezTo>
                  <a:cubicBezTo>
                    <a:pt x="15335" y="20346"/>
                    <a:pt x="8430" y="20703"/>
                    <a:pt x="10609" y="17143"/>
                  </a:cubicBezTo>
                  <a:cubicBezTo>
                    <a:pt x="17967" y="13405"/>
                    <a:pt x="11621" y="12107"/>
                    <a:pt x="15109" y="9237"/>
                  </a:cubicBezTo>
                  <a:cubicBezTo>
                    <a:pt x="15434" y="9071"/>
                    <a:pt x="15767" y="9011"/>
                    <a:pt x="16104" y="9011"/>
                  </a:cubicBezTo>
                  <a:cubicBezTo>
                    <a:pt x="16978" y="9011"/>
                    <a:pt x="17884" y="9413"/>
                    <a:pt x="18779" y="9413"/>
                  </a:cubicBezTo>
                  <a:cubicBezTo>
                    <a:pt x="19046" y="9413"/>
                    <a:pt x="19311" y="9378"/>
                    <a:pt x="19574" y="9285"/>
                  </a:cubicBezTo>
                  <a:cubicBezTo>
                    <a:pt x="21877" y="6961"/>
                    <a:pt x="22284" y="5256"/>
                    <a:pt x="23321" y="5256"/>
                  </a:cubicBezTo>
                  <a:close/>
                  <a:moveTo>
                    <a:pt x="22610" y="1"/>
                  </a:moveTo>
                  <a:cubicBezTo>
                    <a:pt x="21532" y="1"/>
                    <a:pt x="20523" y="984"/>
                    <a:pt x="20253" y="1594"/>
                  </a:cubicBezTo>
                  <a:cubicBezTo>
                    <a:pt x="19023" y="4791"/>
                    <a:pt x="17672" y="5523"/>
                    <a:pt x="16302" y="5523"/>
                  </a:cubicBezTo>
                  <a:cubicBezTo>
                    <a:pt x="15143" y="5523"/>
                    <a:pt x="13969" y="4999"/>
                    <a:pt x="12843" y="4999"/>
                  </a:cubicBezTo>
                  <a:cubicBezTo>
                    <a:pt x="12013" y="4999"/>
                    <a:pt x="11208" y="5284"/>
                    <a:pt x="10454" y="6273"/>
                  </a:cubicBezTo>
                  <a:cubicBezTo>
                    <a:pt x="9418" y="7821"/>
                    <a:pt x="10644" y="9999"/>
                    <a:pt x="10490" y="11702"/>
                  </a:cubicBezTo>
                  <a:cubicBezTo>
                    <a:pt x="9597" y="15869"/>
                    <a:pt x="1131" y="14798"/>
                    <a:pt x="6596" y="20501"/>
                  </a:cubicBezTo>
                  <a:cubicBezTo>
                    <a:pt x="12680" y="25239"/>
                    <a:pt x="0" y="30323"/>
                    <a:pt x="11668" y="31847"/>
                  </a:cubicBezTo>
                  <a:cubicBezTo>
                    <a:pt x="13014" y="31966"/>
                    <a:pt x="14026" y="33610"/>
                    <a:pt x="14002" y="34550"/>
                  </a:cubicBezTo>
                  <a:cubicBezTo>
                    <a:pt x="14460" y="38306"/>
                    <a:pt x="15444" y="39360"/>
                    <a:pt x="16702" y="39360"/>
                  </a:cubicBezTo>
                  <a:cubicBezTo>
                    <a:pt x="18314" y="39360"/>
                    <a:pt x="20376" y="37630"/>
                    <a:pt x="22359" y="37630"/>
                  </a:cubicBezTo>
                  <a:cubicBezTo>
                    <a:pt x="23412" y="37630"/>
                    <a:pt x="24443" y="38117"/>
                    <a:pt x="25372" y="39610"/>
                  </a:cubicBezTo>
                  <a:cubicBezTo>
                    <a:pt x="26349" y="40622"/>
                    <a:pt x="26658" y="41039"/>
                    <a:pt x="28051" y="41182"/>
                  </a:cubicBezTo>
                  <a:cubicBezTo>
                    <a:pt x="28112" y="41188"/>
                    <a:pt x="28172" y="41191"/>
                    <a:pt x="28232" y="41191"/>
                  </a:cubicBezTo>
                  <a:cubicBezTo>
                    <a:pt x="29309" y="41191"/>
                    <a:pt x="30317" y="40219"/>
                    <a:pt x="30587" y="39598"/>
                  </a:cubicBezTo>
                  <a:cubicBezTo>
                    <a:pt x="31815" y="36410"/>
                    <a:pt x="33164" y="35678"/>
                    <a:pt x="34533" y="35678"/>
                  </a:cubicBezTo>
                  <a:cubicBezTo>
                    <a:pt x="35694" y="35678"/>
                    <a:pt x="36870" y="36205"/>
                    <a:pt x="37998" y="36205"/>
                  </a:cubicBezTo>
                  <a:cubicBezTo>
                    <a:pt x="38828" y="36205"/>
                    <a:pt x="39632" y="35920"/>
                    <a:pt x="40386" y="34931"/>
                  </a:cubicBezTo>
                  <a:cubicBezTo>
                    <a:pt x="41505" y="33240"/>
                    <a:pt x="40017" y="30966"/>
                    <a:pt x="40410" y="29157"/>
                  </a:cubicBezTo>
                  <a:cubicBezTo>
                    <a:pt x="42351" y="24918"/>
                    <a:pt x="50280" y="26311"/>
                    <a:pt x="43160" y="19584"/>
                  </a:cubicBezTo>
                  <a:cubicBezTo>
                    <a:pt x="42136" y="18691"/>
                    <a:pt x="42291" y="16762"/>
                    <a:pt x="42863" y="16012"/>
                  </a:cubicBezTo>
                  <a:cubicBezTo>
                    <a:pt x="48232" y="6678"/>
                    <a:pt x="36529" y="12178"/>
                    <a:pt x="36779" y="6225"/>
                  </a:cubicBezTo>
                  <a:cubicBezTo>
                    <a:pt x="36409" y="4201"/>
                    <a:pt x="36648" y="3963"/>
                    <a:pt x="35826" y="2808"/>
                  </a:cubicBezTo>
                  <a:cubicBezTo>
                    <a:pt x="34986" y="2113"/>
                    <a:pt x="34255" y="1860"/>
                    <a:pt x="33586" y="1860"/>
                  </a:cubicBezTo>
                  <a:cubicBezTo>
                    <a:pt x="31797" y="1860"/>
                    <a:pt x="30455" y="3669"/>
                    <a:pt x="28679" y="3669"/>
                  </a:cubicBezTo>
                  <a:cubicBezTo>
                    <a:pt x="27628" y="3669"/>
                    <a:pt x="26423" y="3034"/>
                    <a:pt x="24884" y="1010"/>
                  </a:cubicBezTo>
                  <a:cubicBezTo>
                    <a:pt x="24610" y="629"/>
                    <a:pt x="23694" y="10"/>
                    <a:pt x="22789" y="10"/>
                  </a:cubicBezTo>
                  <a:cubicBezTo>
                    <a:pt x="22729" y="4"/>
                    <a:pt x="22669" y="1"/>
                    <a:pt x="22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9"/>
            <p:cNvSpPr/>
            <p:nvPr/>
          </p:nvSpPr>
          <p:spPr>
            <a:xfrm>
              <a:off x="3505475" y="2606775"/>
              <a:ext cx="591775" cy="498575"/>
            </a:xfrm>
            <a:custGeom>
              <a:avLst/>
              <a:gdLst/>
              <a:ahLst/>
              <a:cxnLst/>
              <a:rect l="l" t="t" r="r" b="b"/>
              <a:pathLst>
                <a:path w="23671" h="19943" extrusionOk="0">
                  <a:moveTo>
                    <a:pt x="11452" y="5361"/>
                  </a:moveTo>
                  <a:cubicBezTo>
                    <a:pt x="11702" y="5361"/>
                    <a:pt x="12126" y="5564"/>
                    <a:pt x="12955" y="6141"/>
                  </a:cubicBezTo>
                  <a:cubicBezTo>
                    <a:pt x="13595" y="5918"/>
                    <a:pt x="13981" y="5824"/>
                    <a:pt x="14219" y="5824"/>
                  </a:cubicBezTo>
                  <a:cubicBezTo>
                    <a:pt x="15109" y="5824"/>
                    <a:pt x="13944" y="7135"/>
                    <a:pt x="16396" y="7868"/>
                  </a:cubicBezTo>
                  <a:cubicBezTo>
                    <a:pt x="15646" y="10582"/>
                    <a:pt x="17503" y="10142"/>
                    <a:pt x="16491" y="11201"/>
                  </a:cubicBezTo>
                  <a:cubicBezTo>
                    <a:pt x="14717" y="11737"/>
                    <a:pt x="16336" y="12761"/>
                    <a:pt x="15241" y="13463"/>
                  </a:cubicBezTo>
                  <a:cubicBezTo>
                    <a:pt x="15076" y="13447"/>
                    <a:pt x="14927" y="13440"/>
                    <a:pt x="14791" y="13440"/>
                  </a:cubicBezTo>
                  <a:cubicBezTo>
                    <a:pt x="13120" y="13440"/>
                    <a:pt x="13499" y="14565"/>
                    <a:pt x="12910" y="14565"/>
                  </a:cubicBezTo>
                  <a:cubicBezTo>
                    <a:pt x="12660" y="14565"/>
                    <a:pt x="12236" y="14362"/>
                    <a:pt x="11407" y="13785"/>
                  </a:cubicBezTo>
                  <a:cubicBezTo>
                    <a:pt x="10764" y="14009"/>
                    <a:pt x="10378" y="14104"/>
                    <a:pt x="10140" y="14104"/>
                  </a:cubicBezTo>
                  <a:cubicBezTo>
                    <a:pt x="9256" y="14104"/>
                    <a:pt x="10415" y="12802"/>
                    <a:pt x="7966" y="12070"/>
                  </a:cubicBezTo>
                  <a:cubicBezTo>
                    <a:pt x="8716" y="9344"/>
                    <a:pt x="6859" y="9796"/>
                    <a:pt x="7883" y="8737"/>
                  </a:cubicBezTo>
                  <a:cubicBezTo>
                    <a:pt x="9645" y="8189"/>
                    <a:pt x="8026" y="7165"/>
                    <a:pt x="9121" y="6463"/>
                  </a:cubicBezTo>
                  <a:lnTo>
                    <a:pt x="9121" y="6463"/>
                  </a:lnTo>
                  <a:cubicBezTo>
                    <a:pt x="9286" y="6479"/>
                    <a:pt x="9435" y="6486"/>
                    <a:pt x="9571" y="6486"/>
                  </a:cubicBezTo>
                  <a:cubicBezTo>
                    <a:pt x="11242" y="6486"/>
                    <a:pt x="10863" y="5361"/>
                    <a:pt x="11452" y="5361"/>
                  </a:cubicBezTo>
                  <a:close/>
                  <a:moveTo>
                    <a:pt x="10850" y="1"/>
                  </a:moveTo>
                  <a:cubicBezTo>
                    <a:pt x="10798" y="1"/>
                    <a:pt x="10745" y="4"/>
                    <a:pt x="10693" y="9"/>
                  </a:cubicBezTo>
                  <a:cubicBezTo>
                    <a:pt x="10002" y="152"/>
                    <a:pt x="9835" y="509"/>
                    <a:pt x="9538" y="1033"/>
                  </a:cubicBezTo>
                  <a:cubicBezTo>
                    <a:pt x="9109" y="2343"/>
                    <a:pt x="8410" y="2627"/>
                    <a:pt x="7672" y="2627"/>
                  </a:cubicBezTo>
                  <a:cubicBezTo>
                    <a:pt x="7109" y="2627"/>
                    <a:pt x="6523" y="2462"/>
                    <a:pt x="6014" y="2462"/>
                  </a:cubicBezTo>
                  <a:cubicBezTo>
                    <a:pt x="5432" y="2462"/>
                    <a:pt x="4953" y="2678"/>
                    <a:pt x="4728" y="3605"/>
                  </a:cubicBezTo>
                  <a:cubicBezTo>
                    <a:pt x="5978" y="8403"/>
                    <a:pt x="120" y="6617"/>
                    <a:pt x="3025" y="9880"/>
                  </a:cubicBezTo>
                  <a:cubicBezTo>
                    <a:pt x="5954" y="12261"/>
                    <a:pt x="1" y="14773"/>
                    <a:pt x="5525" y="15404"/>
                  </a:cubicBezTo>
                  <a:cubicBezTo>
                    <a:pt x="5529" y="15404"/>
                    <a:pt x="5532" y="15404"/>
                    <a:pt x="5535" y="15404"/>
                  </a:cubicBezTo>
                  <a:cubicBezTo>
                    <a:pt x="5953" y="15404"/>
                    <a:pt x="6609" y="16146"/>
                    <a:pt x="6633" y="16571"/>
                  </a:cubicBezTo>
                  <a:cubicBezTo>
                    <a:pt x="6824" y="18492"/>
                    <a:pt x="7315" y="19021"/>
                    <a:pt x="7955" y="19021"/>
                  </a:cubicBezTo>
                  <a:cubicBezTo>
                    <a:pt x="8739" y="19021"/>
                    <a:pt x="9746" y="18227"/>
                    <a:pt x="10696" y="18227"/>
                  </a:cubicBezTo>
                  <a:cubicBezTo>
                    <a:pt x="11197" y="18227"/>
                    <a:pt x="11681" y="18447"/>
                    <a:pt x="12110" y="19119"/>
                  </a:cubicBezTo>
                  <a:cubicBezTo>
                    <a:pt x="12705" y="19690"/>
                    <a:pt x="12538" y="19702"/>
                    <a:pt x="13360" y="19929"/>
                  </a:cubicBezTo>
                  <a:cubicBezTo>
                    <a:pt x="13410" y="19938"/>
                    <a:pt x="13460" y="19943"/>
                    <a:pt x="13510" y="19943"/>
                  </a:cubicBezTo>
                  <a:cubicBezTo>
                    <a:pt x="14015" y="19943"/>
                    <a:pt x="14486" y="19481"/>
                    <a:pt x="14681" y="19167"/>
                  </a:cubicBezTo>
                  <a:cubicBezTo>
                    <a:pt x="15265" y="17623"/>
                    <a:pt x="15926" y="17277"/>
                    <a:pt x="16605" y="17277"/>
                  </a:cubicBezTo>
                  <a:cubicBezTo>
                    <a:pt x="17154" y="17277"/>
                    <a:pt x="17715" y="17504"/>
                    <a:pt x="18253" y="17504"/>
                  </a:cubicBezTo>
                  <a:cubicBezTo>
                    <a:pt x="18664" y="17504"/>
                    <a:pt x="19062" y="17372"/>
                    <a:pt x="19432" y="16904"/>
                  </a:cubicBezTo>
                  <a:cubicBezTo>
                    <a:pt x="20039" y="15928"/>
                    <a:pt x="19146" y="15023"/>
                    <a:pt x="19491" y="13952"/>
                  </a:cubicBezTo>
                  <a:cubicBezTo>
                    <a:pt x="21396" y="11856"/>
                    <a:pt x="23671" y="12201"/>
                    <a:pt x="20765" y="9475"/>
                  </a:cubicBezTo>
                  <a:cubicBezTo>
                    <a:pt x="20384" y="9165"/>
                    <a:pt x="20313" y="8129"/>
                    <a:pt x="20623" y="7760"/>
                  </a:cubicBezTo>
                  <a:cubicBezTo>
                    <a:pt x="23075" y="2498"/>
                    <a:pt x="17598" y="7141"/>
                    <a:pt x="17289" y="1426"/>
                  </a:cubicBezTo>
                  <a:cubicBezTo>
                    <a:pt x="16834" y="1033"/>
                    <a:pt x="16441" y="894"/>
                    <a:pt x="16084" y="894"/>
                  </a:cubicBezTo>
                  <a:cubicBezTo>
                    <a:pt x="15201" y="894"/>
                    <a:pt x="14538" y="1749"/>
                    <a:pt x="13696" y="1749"/>
                  </a:cubicBezTo>
                  <a:cubicBezTo>
                    <a:pt x="13187" y="1749"/>
                    <a:pt x="12612" y="1435"/>
                    <a:pt x="11883" y="426"/>
                  </a:cubicBezTo>
                  <a:cubicBezTo>
                    <a:pt x="11600" y="154"/>
                    <a:pt x="11234" y="1"/>
                    <a:pt x="10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9"/>
            <p:cNvSpPr/>
            <p:nvPr/>
          </p:nvSpPr>
          <p:spPr>
            <a:xfrm>
              <a:off x="238125" y="846675"/>
              <a:ext cx="214025" cy="410475"/>
            </a:xfrm>
            <a:custGeom>
              <a:avLst/>
              <a:gdLst/>
              <a:ahLst/>
              <a:cxnLst/>
              <a:rect l="l" t="t" r="r" b="b"/>
              <a:pathLst>
                <a:path w="8561" h="16419" extrusionOk="0">
                  <a:moveTo>
                    <a:pt x="4453" y="0"/>
                  </a:moveTo>
                  <a:cubicBezTo>
                    <a:pt x="3798" y="4155"/>
                    <a:pt x="2238" y="7513"/>
                    <a:pt x="0" y="10358"/>
                  </a:cubicBezTo>
                  <a:lnTo>
                    <a:pt x="0" y="16419"/>
                  </a:lnTo>
                  <a:cubicBezTo>
                    <a:pt x="4763" y="12621"/>
                    <a:pt x="7596" y="7906"/>
                    <a:pt x="8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9"/>
            <p:cNvSpPr/>
            <p:nvPr/>
          </p:nvSpPr>
          <p:spPr>
            <a:xfrm>
              <a:off x="7170525" y="4450675"/>
              <a:ext cx="211350" cy="414375"/>
            </a:xfrm>
            <a:custGeom>
              <a:avLst/>
              <a:gdLst/>
              <a:ahLst/>
              <a:cxnLst/>
              <a:rect l="l" t="t" r="r" b="b"/>
              <a:pathLst>
                <a:path w="8454" h="16575" extrusionOk="0">
                  <a:moveTo>
                    <a:pt x="8454" y="1"/>
                  </a:moveTo>
                  <a:cubicBezTo>
                    <a:pt x="7609" y="644"/>
                    <a:pt x="6978" y="1239"/>
                    <a:pt x="6632" y="1739"/>
                  </a:cubicBezTo>
                  <a:cubicBezTo>
                    <a:pt x="2298" y="6204"/>
                    <a:pt x="477" y="11240"/>
                    <a:pt x="1" y="16574"/>
                  </a:cubicBezTo>
                  <a:lnTo>
                    <a:pt x="4037" y="16574"/>
                  </a:lnTo>
                  <a:cubicBezTo>
                    <a:pt x="4787" y="12383"/>
                    <a:pt x="6370" y="8990"/>
                    <a:pt x="8454" y="6216"/>
                  </a:cubicBezTo>
                  <a:lnTo>
                    <a:pt x="8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9"/>
            <p:cNvSpPr/>
            <p:nvPr/>
          </p:nvSpPr>
          <p:spPr>
            <a:xfrm>
              <a:off x="6968425" y="4236950"/>
              <a:ext cx="413450" cy="628100"/>
            </a:xfrm>
            <a:custGeom>
              <a:avLst/>
              <a:gdLst/>
              <a:ahLst/>
              <a:cxnLst/>
              <a:rect l="l" t="t" r="r" b="b"/>
              <a:pathLst>
                <a:path w="16538" h="25124" extrusionOk="0">
                  <a:moveTo>
                    <a:pt x="16538" y="1"/>
                  </a:moveTo>
                  <a:cubicBezTo>
                    <a:pt x="11942" y="2418"/>
                    <a:pt x="8061" y="4692"/>
                    <a:pt x="7049" y="6109"/>
                  </a:cubicBezTo>
                  <a:cubicBezTo>
                    <a:pt x="1393" y="11681"/>
                    <a:pt x="0" y="18229"/>
                    <a:pt x="286" y="25123"/>
                  </a:cubicBezTo>
                  <a:lnTo>
                    <a:pt x="3965" y="25123"/>
                  </a:lnTo>
                  <a:lnTo>
                    <a:pt x="3965" y="24897"/>
                  </a:lnTo>
                  <a:cubicBezTo>
                    <a:pt x="4334" y="13860"/>
                    <a:pt x="10073" y="7776"/>
                    <a:pt x="16538" y="3954"/>
                  </a:cubicBezTo>
                  <a:lnTo>
                    <a:pt x="16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9"/>
            <p:cNvSpPr/>
            <p:nvPr/>
          </p:nvSpPr>
          <p:spPr>
            <a:xfrm>
              <a:off x="238125" y="846675"/>
              <a:ext cx="426550" cy="630150"/>
            </a:xfrm>
            <a:custGeom>
              <a:avLst/>
              <a:gdLst/>
              <a:ahLst/>
              <a:cxnLst/>
              <a:rect l="l" t="t" r="r" b="b"/>
              <a:pathLst>
                <a:path w="17062" h="25206" extrusionOk="0">
                  <a:moveTo>
                    <a:pt x="12537" y="0"/>
                  </a:moveTo>
                  <a:cubicBezTo>
                    <a:pt x="12633" y="10358"/>
                    <a:pt x="7239" y="16454"/>
                    <a:pt x="0" y="21050"/>
                  </a:cubicBezTo>
                  <a:lnTo>
                    <a:pt x="0" y="25205"/>
                  </a:lnTo>
                  <a:cubicBezTo>
                    <a:pt x="11787" y="18955"/>
                    <a:pt x="17062" y="12621"/>
                    <a:pt x="16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9"/>
            <p:cNvSpPr/>
            <p:nvPr/>
          </p:nvSpPr>
          <p:spPr>
            <a:xfrm>
              <a:off x="7079750" y="1744975"/>
              <a:ext cx="302125" cy="951050"/>
            </a:xfrm>
            <a:custGeom>
              <a:avLst/>
              <a:gdLst/>
              <a:ahLst/>
              <a:cxnLst/>
              <a:rect l="l" t="t" r="r" b="b"/>
              <a:pathLst>
                <a:path w="12085" h="38042" extrusionOk="0">
                  <a:moveTo>
                    <a:pt x="12085" y="1"/>
                  </a:moveTo>
                  <a:cubicBezTo>
                    <a:pt x="2846" y="17456"/>
                    <a:pt x="0" y="25552"/>
                    <a:pt x="12085" y="38041"/>
                  </a:cubicBezTo>
                  <a:lnTo>
                    <a:pt x="12085" y="32338"/>
                  </a:lnTo>
                  <a:cubicBezTo>
                    <a:pt x="11168" y="31064"/>
                    <a:pt x="10549" y="29957"/>
                    <a:pt x="10335" y="29124"/>
                  </a:cubicBezTo>
                  <a:cubicBezTo>
                    <a:pt x="6977" y="21408"/>
                    <a:pt x="8787" y="14277"/>
                    <a:pt x="12085" y="7347"/>
                  </a:cubicBezTo>
                  <a:lnTo>
                    <a:pt x="12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9"/>
            <p:cNvSpPr/>
            <p:nvPr/>
          </p:nvSpPr>
          <p:spPr>
            <a:xfrm>
              <a:off x="238125" y="846675"/>
              <a:ext cx="602475" cy="820650"/>
            </a:xfrm>
            <a:custGeom>
              <a:avLst/>
              <a:gdLst/>
              <a:ahLst/>
              <a:cxnLst/>
              <a:rect l="l" t="t" r="r" b="b"/>
              <a:pathLst>
                <a:path w="24099" h="32826" extrusionOk="0">
                  <a:moveTo>
                    <a:pt x="19824" y="0"/>
                  </a:moveTo>
                  <a:cubicBezTo>
                    <a:pt x="22491" y="16966"/>
                    <a:pt x="11740" y="23491"/>
                    <a:pt x="0" y="29087"/>
                  </a:cubicBezTo>
                  <a:lnTo>
                    <a:pt x="0" y="32825"/>
                  </a:lnTo>
                  <a:cubicBezTo>
                    <a:pt x="381" y="32623"/>
                    <a:pt x="762" y="32421"/>
                    <a:pt x="1167" y="32206"/>
                  </a:cubicBezTo>
                  <a:cubicBezTo>
                    <a:pt x="15228" y="25372"/>
                    <a:pt x="22777" y="22265"/>
                    <a:pt x="24098" y="8013"/>
                  </a:cubicBezTo>
                  <a:cubicBezTo>
                    <a:pt x="23979" y="5239"/>
                    <a:pt x="23705" y="2572"/>
                    <a:pt x="23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9"/>
            <p:cNvSpPr/>
            <p:nvPr/>
          </p:nvSpPr>
          <p:spPr>
            <a:xfrm>
              <a:off x="6766000" y="4044375"/>
              <a:ext cx="615875" cy="820675"/>
            </a:xfrm>
            <a:custGeom>
              <a:avLst/>
              <a:gdLst/>
              <a:ahLst/>
              <a:cxnLst/>
              <a:rect l="l" t="t" r="r" b="b"/>
              <a:pathLst>
                <a:path w="24635" h="32827" extrusionOk="0">
                  <a:moveTo>
                    <a:pt x="24635" y="1"/>
                  </a:moveTo>
                  <a:cubicBezTo>
                    <a:pt x="17551" y="3453"/>
                    <a:pt x="8776" y="7823"/>
                    <a:pt x="7228" y="9883"/>
                  </a:cubicBezTo>
                  <a:cubicBezTo>
                    <a:pt x="406" y="16455"/>
                    <a:pt x="1" y="24492"/>
                    <a:pt x="1120" y="32826"/>
                  </a:cubicBezTo>
                  <a:lnTo>
                    <a:pt x="4823" y="32826"/>
                  </a:lnTo>
                  <a:cubicBezTo>
                    <a:pt x="4549" y="30742"/>
                    <a:pt x="4371" y="29064"/>
                    <a:pt x="4371" y="28016"/>
                  </a:cubicBezTo>
                  <a:cubicBezTo>
                    <a:pt x="4716" y="15086"/>
                    <a:pt x="12919" y="9323"/>
                    <a:pt x="20611" y="5918"/>
                  </a:cubicBezTo>
                  <a:cubicBezTo>
                    <a:pt x="21980" y="5204"/>
                    <a:pt x="23325" y="4513"/>
                    <a:pt x="24635" y="3870"/>
                  </a:cubicBezTo>
                  <a:lnTo>
                    <a:pt x="246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9"/>
            <p:cNvSpPr/>
            <p:nvPr/>
          </p:nvSpPr>
          <p:spPr>
            <a:xfrm>
              <a:off x="238125" y="3012100"/>
              <a:ext cx="286950" cy="948375"/>
            </a:xfrm>
            <a:custGeom>
              <a:avLst/>
              <a:gdLst/>
              <a:ahLst/>
              <a:cxnLst/>
              <a:rect l="l" t="t" r="r" b="b"/>
              <a:pathLst>
                <a:path w="11478" h="37935" extrusionOk="0">
                  <a:moveTo>
                    <a:pt x="0" y="1"/>
                  </a:moveTo>
                  <a:lnTo>
                    <a:pt x="0" y="6168"/>
                  </a:lnTo>
                  <a:cubicBezTo>
                    <a:pt x="4572" y="13252"/>
                    <a:pt x="4965" y="19777"/>
                    <a:pt x="869" y="28766"/>
                  </a:cubicBezTo>
                  <a:cubicBezTo>
                    <a:pt x="583" y="29350"/>
                    <a:pt x="286" y="29933"/>
                    <a:pt x="0" y="30516"/>
                  </a:cubicBezTo>
                  <a:lnTo>
                    <a:pt x="0" y="37934"/>
                  </a:lnTo>
                  <a:lnTo>
                    <a:pt x="4667" y="28921"/>
                  </a:lnTo>
                  <a:cubicBezTo>
                    <a:pt x="11478" y="16443"/>
                    <a:pt x="7001" y="776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9"/>
            <p:cNvSpPr/>
            <p:nvPr/>
          </p:nvSpPr>
          <p:spPr>
            <a:xfrm>
              <a:off x="6824350" y="846675"/>
              <a:ext cx="557525" cy="2094325"/>
            </a:xfrm>
            <a:custGeom>
              <a:avLst/>
              <a:gdLst/>
              <a:ahLst/>
              <a:cxnLst/>
              <a:rect l="l" t="t" r="r" b="b"/>
              <a:pathLst>
                <a:path w="22301" h="83773" extrusionOk="0">
                  <a:moveTo>
                    <a:pt x="1965" y="0"/>
                  </a:moveTo>
                  <a:cubicBezTo>
                    <a:pt x="6037" y="738"/>
                    <a:pt x="9895" y="1881"/>
                    <a:pt x="13871" y="5727"/>
                  </a:cubicBezTo>
                  <a:cubicBezTo>
                    <a:pt x="22075" y="13990"/>
                    <a:pt x="21087" y="24622"/>
                    <a:pt x="16967" y="31468"/>
                  </a:cubicBezTo>
                  <a:cubicBezTo>
                    <a:pt x="5180" y="53530"/>
                    <a:pt x="1" y="61388"/>
                    <a:pt x="13764" y="75128"/>
                  </a:cubicBezTo>
                  <a:cubicBezTo>
                    <a:pt x="16800" y="78307"/>
                    <a:pt x="19753" y="81200"/>
                    <a:pt x="22301" y="83772"/>
                  </a:cubicBezTo>
                  <a:lnTo>
                    <a:pt x="22301" y="79010"/>
                  </a:lnTo>
                  <a:cubicBezTo>
                    <a:pt x="17408" y="74081"/>
                    <a:pt x="12443" y="68747"/>
                    <a:pt x="11776" y="66211"/>
                  </a:cubicBezTo>
                  <a:cubicBezTo>
                    <a:pt x="5716" y="52566"/>
                    <a:pt x="16884" y="40886"/>
                    <a:pt x="22301" y="28777"/>
                  </a:cubicBezTo>
                  <a:lnTo>
                    <a:pt x="22301" y="8156"/>
                  </a:lnTo>
                  <a:cubicBezTo>
                    <a:pt x="21372" y="6560"/>
                    <a:pt x="20277" y="5060"/>
                    <a:pt x="19051" y="3691"/>
                  </a:cubicBezTo>
                  <a:cubicBezTo>
                    <a:pt x="17836" y="2179"/>
                    <a:pt x="16217" y="976"/>
                    <a:pt x="14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9"/>
            <p:cNvSpPr/>
            <p:nvPr/>
          </p:nvSpPr>
          <p:spPr>
            <a:xfrm>
              <a:off x="238125" y="2770400"/>
              <a:ext cx="571500" cy="2094650"/>
            </a:xfrm>
            <a:custGeom>
              <a:avLst/>
              <a:gdLst/>
              <a:ahLst/>
              <a:cxnLst/>
              <a:rect l="l" t="t" r="r" b="b"/>
              <a:pathLst>
                <a:path w="22860" h="83786" extrusionOk="0">
                  <a:moveTo>
                    <a:pt x="0" y="1"/>
                  </a:moveTo>
                  <a:lnTo>
                    <a:pt x="0" y="4752"/>
                  </a:lnTo>
                  <a:cubicBezTo>
                    <a:pt x="11144" y="15681"/>
                    <a:pt x="15692" y="22944"/>
                    <a:pt x="9906" y="35970"/>
                  </a:cubicBezTo>
                  <a:cubicBezTo>
                    <a:pt x="6215" y="43566"/>
                    <a:pt x="2441" y="49614"/>
                    <a:pt x="0" y="55127"/>
                  </a:cubicBezTo>
                  <a:lnTo>
                    <a:pt x="0" y="75570"/>
                  </a:lnTo>
                  <a:cubicBezTo>
                    <a:pt x="560" y="76558"/>
                    <a:pt x="1167" y="77522"/>
                    <a:pt x="1822" y="78451"/>
                  </a:cubicBezTo>
                  <a:cubicBezTo>
                    <a:pt x="3286" y="80725"/>
                    <a:pt x="5489" y="82452"/>
                    <a:pt x="8108" y="83785"/>
                  </a:cubicBezTo>
                  <a:lnTo>
                    <a:pt x="20145" y="83785"/>
                  </a:lnTo>
                  <a:cubicBezTo>
                    <a:pt x="15085" y="82654"/>
                    <a:pt x="10585" y="80820"/>
                    <a:pt x="7560" y="77153"/>
                  </a:cubicBezTo>
                  <a:cubicBezTo>
                    <a:pt x="1238" y="70188"/>
                    <a:pt x="905" y="60485"/>
                    <a:pt x="4620" y="53674"/>
                  </a:cubicBezTo>
                  <a:lnTo>
                    <a:pt x="13514" y="36517"/>
                  </a:lnTo>
                  <a:cubicBezTo>
                    <a:pt x="22860" y="19610"/>
                    <a:pt x="10132" y="1012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9"/>
            <p:cNvSpPr/>
            <p:nvPr/>
          </p:nvSpPr>
          <p:spPr>
            <a:xfrm>
              <a:off x="238125" y="846675"/>
              <a:ext cx="812025" cy="1013525"/>
            </a:xfrm>
            <a:custGeom>
              <a:avLst/>
              <a:gdLst/>
              <a:ahLst/>
              <a:cxnLst/>
              <a:rect l="l" t="t" r="r" b="b"/>
              <a:pathLst>
                <a:path w="32481" h="40541" extrusionOk="0">
                  <a:moveTo>
                    <a:pt x="26789" y="0"/>
                  </a:moveTo>
                  <a:lnTo>
                    <a:pt x="27420" y="4298"/>
                  </a:lnTo>
                  <a:cubicBezTo>
                    <a:pt x="31123" y="25194"/>
                    <a:pt x="13704" y="29575"/>
                    <a:pt x="0" y="36588"/>
                  </a:cubicBezTo>
                  <a:lnTo>
                    <a:pt x="0" y="40541"/>
                  </a:lnTo>
                  <a:cubicBezTo>
                    <a:pt x="2381" y="39076"/>
                    <a:pt x="4917" y="38255"/>
                    <a:pt x="10418" y="35290"/>
                  </a:cubicBezTo>
                  <a:cubicBezTo>
                    <a:pt x="24384" y="28801"/>
                    <a:pt x="32480" y="24265"/>
                    <a:pt x="31683" y="9608"/>
                  </a:cubicBezTo>
                  <a:cubicBezTo>
                    <a:pt x="31278" y="6179"/>
                    <a:pt x="30766" y="2988"/>
                    <a:pt x="30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9"/>
            <p:cNvSpPr/>
            <p:nvPr/>
          </p:nvSpPr>
          <p:spPr>
            <a:xfrm>
              <a:off x="6549025" y="3850900"/>
              <a:ext cx="832850" cy="1014425"/>
            </a:xfrm>
            <a:custGeom>
              <a:avLst/>
              <a:gdLst/>
              <a:ahLst/>
              <a:cxnLst/>
              <a:rect l="l" t="t" r="r" b="b"/>
              <a:pathLst>
                <a:path w="33314" h="40577" extrusionOk="0">
                  <a:moveTo>
                    <a:pt x="33314" y="1"/>
                  </a:moveTo>
                  <a:cubicBezTo>
                    <a:pt x="32885" y="251"/>
                    <a:pt x="32445" y="489"/>
                    <a:pt x="32004" y="715"/>
                  </a:cubicBezTo>
                  <a:cubicBezTo>
                    <a:pt x="27932" y="3013"/>
                    <a:pt x="10002" y="10930"/>
                    <a:pt x="7727" y="13967"/>
                  </a:cubicBezTo>
                  <a:cubicBezTo>
                    <a:pt x="0" y="21467"/>
                    <a:pt x="1155" y="31004"/>
                    <a:pt x="2905" y="40577"/>
                  </a:cubicBezTo>
                  <a:lnTo>
                    <a:pt x="6418" y="40577"/>
                  </a:lnTo>
                  <a:cubicBezTo>
                    <a:pt x="4275" y="24563"/>
                    <a:pt x="5870" y="17372"/>
                    <a:pt x="20598" y="10288"/>
                  </a:cubicBezTo>
                  <a:cubicBezTo>
                    <a:pt x="25349" y="7835"/>
                    <a:pt x="29718" y="5775"/>
                    <a:pt x="33314" y="3965"/>
                  </a:cubicBezTo>
                  <a:lnTo>
                    <a:pt x="33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9"/>
            <p:cNvSpPr/>
            <p:nvPr/>
          </p:nvSpPr>
          <p:spPr>
            <a:xfrm>
              <a:off x="-155675" y="846675"/>
              <a:ext cx="1746075" cy="4018375"/>
            </a:xfrm>
            <a:custGeom>
              <a:avLst/>
              <a:gdLst/>
              <a:ahLst/>
              <a:cxnLst/>
              <a:rect l="l" t="t" r="r" b="b"/>
              <a:pathLst>
                <a:path w="69843" h="160735" extrusionOk="0">
                  <a:moveTo>
                    <a:pt x="49506" y="0"/>
                  </a:moveTo>
                  <a:cubicBezTo>
                    <a:pt x="50030" y="3536"/>
                    <a:pt x="50590" y="7251"/>
                    <a:pt x="50911" y="9430"/>
                  </a:cubicBezTo>
                  <a:cubicBezTo>
                    <a:pt x="55340" y="34385"/>
                    <a:pt x="27218" y="34111"/>
                    <a:pt x="15752" y="46137"/>
                  </a:cubicBezTo>
                  <a:lnTo>
                    <a:pt x="15752" y="71949"/>
                  </a:lnTo>
                  <a:cubicBezTo>
                    <a:pt x="17455" y="73997"/>
                    <a:pt x="19550" y="75616"/>
                    <a:pt x="23551" y="79926"/>
                  </a:cubicBezTo>
                  <a:cubicBezTo>
                    <a:pt x="36505" y="91976"/>
                    <a:pt x="39934" y="99250"/>
                    <a:pt x="34326" y="111216"/>
                  </a:cubicBezTo>
                  <a:cubicBezTo>
                    <a:pt x="26027" y="128171"/>
                    <a:pt x="17502" y="136779"/>
                    <a:pt x="26920" y="150245"/>
                  </a:cubicBezTo>
                  <a:cubicBezTo>
                    <a:pt x="32183" y="158579"/>
                    <a:pt x="47542" y="159031"/>
                    <a:pt x="57483" y="160734"/>
                  </a:cubicBezTo>
                  <a:lnTo>
                    <a:pt x="69842" y="160734"/>
                  </a:lnTo>
                  <a:cubicBezTo>
                    <a:pt x="58900" y="154709"/>
                    <a:pt x="40148" y="158484"/>
                    <a:pt x="32516" y="148804"/>
                  </a:cubicBezTo>
                  <a:cubicBezTo>
                    <a:pt x="26730" y="142256"/>
                    <a:pt x="26563" y="133314"/>
                    <a:pt x="29956" y="127123"/>
                  </a:cubicBezTo>
                  <a:cubicBezTo>
                    <a:pt x="30730" y="125634"/>
                    <a:pt x="36088" y="115300"/>
                    <a:pt x="38195" y="111240"/>
                  </a:cubicBezTo>
                  <a:cubicBezTo>
                    <a:pt x="54412" y="82058"/>
                    <a:pt x="0" y="76569"/>
                    <a:pt x="20967" y="47220"/>
                  </a:cubicBezTo>
                  <a:cubicBezTo>
                    <a:pt x="26015" y="42112"/>
                    <a:pt x="26956" y="42898"/>
                    <a:pt x="35314" y="38421"/>
                  </a:cubicBezTo>
                  <a:cubicBezTo>
                    <a:pt x="46923" y="32599"/>
                    <a:pt x="52519" y="30968"/>
                    <a:pt x="54995" y="19764"/>
                  </a:cubicBezTo>
                  <a:cubicBezTo>
                    <a:pt x="55614" y="13180"/>
                    <a:pt x="53971" y="6429"/>
                    <a:pt x="52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9"/>
            <p:cNvSpPr/>
            <p:nvPr/>
          </p:nvSpPr>
          <p:spPr>
            <a:xfrm>
              <a:off x="6028425" y="846675"/>
              <a:ext cx="1504975" cy="4018375"/>
            </a:xfrm>
            <a:custGeom>
              <a:avLst/>
              <a:gdLst/>
              <a:ahLst/>
              <a:cxnLst/>
              <a:rect l="l" t="t" r="r" b="b"/>
              <a:pathLst>
                <a:path w="60199" h="160735" extrusionOk="0">
                  <a:moveTo>
                    <a:pt x="0" y="0"/>
                  </a:moveTo>
                  <a:cubicBezTo>
                    <a:pt x="5358" y="3238"/>
                    <a:pt x="10906" y="2786"/>
                    <a:pt x="21848" y="5001"/>
                  </a:cubicBezTo>
                  <a:cubicBezTo>
                    <a:pt x="27266" y="5894"/>
                    <a:pt x="31385" y="6203"/>
                    <a:pt x="36291" y="10787"/>
                  </a:cubicBezTo>
                  <a:cubicBezTo>
                    <a:pt x="44065" y="18502"/>
                    <a:pt x="43125" y="28504"/>
                    <a:pt x="39267" y="34909"/>
                  </a:cubicBezTo>
                  <a:cubicBezTo>
                    <a:pt x="28218" y="55495"/>
                    <a:pt x="23587" y="62793"/>
                    <a:pt x="36302" y="75485"/>
                  </a:cubicBezTo>
                  <a:cubicBezTo>
                    <a:pt x="43149" y="82677"/>
                    <a:pt x="49554" y="88297"/>
                    <a:pt x="51269" y="91773"/>
                  </a:cubicBezTo>
                  <a:cubicBezTo>
                    <a:pt x="56460" y="101298"/>
                    <a:pt x="52721" y="113228"/>
                    <a:pt x="43029" y="118086"/>
                  </a:cubicBezTo>
                  <a:cubicBezTo>
                    <a:pt x="39565" y="120027"/>
                    <a:pt x="23051" y="127444"/>
                    <a:pt x="20908" y="129956"/>
                  </a:cubicBezTo>
                  <a:cubicBezTo>
                    <a:pt x="11633" y="138434"/>
                    <a:pt x="15086" y="149852"/>
                    <a:pt x="16967" y="160734"/>
                  </a:cubicBezTo>
                  <a:lnTo>
                    <a:pt x="20277" y="160734"/>
                  </a:lnTo>
                  <a:cubicBezTo>
                    <a:pt x="17252" y="141684"/>
                    <a:pt x="17514" y="134350"/>
                    <a:pt x="32969" y="126980"/>
                  </a:cubicBezTo>
                  <a:cubicBezTo>
                    <a:pt x="42339" y="122122"/>
                    <a:pt x="49637" y="119193"/>
                    <a:pt x="52543" y="116300"/>
                  </a:cubicBezTo>
                  <a:cubicBezTo>
                    <a:pt x="53102" y="115776"/>
                    <a:pt x="53638" y="115228"/>
                    <a:pt x="54138" y="114645"/>
                  </a:cubicBezTo>
                  <a:lnTo>
                    <a:pt x="54138" y="88832"/>
                  </a:lnTo>
                  <a:cubicBezTo>
                    <a:pt x="53840" y="88487"/>
                    <a:pt x="53543" y="88142"/>
                    <a:pt x="53209" y="87820"/>
                  </a:cubicBezTo>
                  <a:cubicBezTo>
                    <a:pt x="49899" y="84070"/>
                    <a:pt x="36029" y="71461"/>
                    <a:pt x="34886" y="67449"/>
                  </a:cubicBezTo>
                  <a:cubicBezTo>
                    <a:pt x="25087" y="46172"/>
                    <a:pt x="60198" y="30063"/>
                    <a:pt x="41553" y="8823"/>
                  </a:cubicBezTo>
                  <a:cubicBezTo>
                    <a:pt x="36112" y="2167"/>
                    <a:pt x="22539" y="1810"/>
                    <a:pt x="12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9"/>
            <p:cNvSpPr/>
            <p:nvPr/>
          </p:nvSpPr>
          <p:spPr>
            <a:xfrm>
              <a:off x="5712900" y="846675"/>
              <a:ext cx="1572850" cy="4018375"/>
            </a:xfrm>
            <a:custGeom>
              <a:avLst/>
              <a:gdLst/>
              <a:ahLst/>
              <a:cxnLst/>
              <a:rect l="l" t="t" r="r" b="b"/>
              <a:pathLst>
                <a:path w="62914" h="160735" extrusionOk="0">
                  <a:moveTo>
                    <a:pt x="1" y="0"/>
                  </a:moveTo>
                  <a:cubicBezTo>
                    <a:pt x="1382" y="2548"/>
                    <a:pt x="3311" y="4643"/>
                    <a:pt x="6109" y="6048"/>
                  </a:cubicBezTo>
                  <a:cubicBezTo>
                    <a:pt x="11788" y="9084"/>
                    <a:pt x="16062" y="8584"/>
                    <a:pt x="26897" y="10716"/>
                  </a:cubicBezTo>
                  <a:cubicBezTo>
                    <a:pt x="31219" y="11382"/>
                    <a:pt x="35529" y="11990"/>
                    <a:pt x="39720" y="16073"/>
                  </a:cubicBezTo>
                  <a:cubicBezTo>
                    <a:pt x="46852" y="23277"/>
                    <a:pt x="45875" y="32468"/>
                    <a:pt x="42315" y="38374"/>
                  </a:cubicBezTo>
                  <a:cubicBezTo>
                    <a:pt x="31969" y="57579"/>
                    <a:pt x="27909" y="64234"/>
                    <a:pt x="39779" y="76009"/>
                  </a:cubicBezTo>
                  <a:cubicBezTo>
                    <a:pt x="46221" y="82784"/>
                    <a:pt x="51817" y="87630"/>
                    <a:pt x="53495" y="90952"/>
                  </a:cubicBezTo>
                  <a:cubicBezTo>
                    <a:pt x="58270" y="99762"/>
                    <a:pt x="54805" y="110787"/>
                    <a:pt x="45840" y="115264"/>
                  </a:cubicBezTo>
                  <a:cubicBezTo>
                    <a:pt x="41637" y="117657"/>
                    <a:pt x="26444" y="124039"/>
                    <a:pt x="24135" y="127504"/>
                  </a:cubicBezTo>
                  <a:cubicBezTo>
                    <a:pt x="15622" y="136933"/>
                    <a:pt x="21789" y="149542"/>
                    <a:pt x="22480" y="160734"/>
                  </a:cubicBezTo>
                  <a:lnTo>
                    <a:pt x="26016" y="160734"/>
                  </a:lnTo>
                  <a:cubicBezTo>
                    <a:pt x="22349" y="138684"/>
                    <a:pt x="21099" y="131159"/>
                    <a:pt x="36767" y="123670"/>
                  </a:cubicBezTo>
                  <a:cubicBezTo>
                    <a:pt x="45518" y="119134"/>
                    <a:pt x="52293" y="116443"/>
                    <a:pt x="55067" y="113693"/>
                  </a:cubicBezTo>
                  <a:cubicBezTo>
                    <a:pt x="62651" y="106608"/>
                    <a:pt x="62913" y="94678"/>
                    <a:pt x="55662" y="87273"/>
                  </a:cubicBezTo>
                  <a:cubicBezTo>
                    <a:pt x="52674" y="83903"/>
                    <a:pt x="39839" y="72164"/>
                    <a:pt x="38744" y="68580"/>
                  </a:cubicBezTo>
                  <a:cubicBezTo>
                    <a:pt x="29302" y="48685"/>
                    <a:pt x="62294" y="33647"/>
                    <a:pt x="44756" y="13883"/>
                  </a:cubicBezTo>
                  <a:cubicBezTo>
                    <a:pt x="37779" y="5453"/>
                    <a:pt x="16741" y="8061"/>
                    <a:pt x="9073" y="2857"/>
                  </a:cubicBezTo>
                  <a:cubicBezTo>
                    <a:pt x="7680" y="2119"/>
                    <a:pt x="6430" y="1155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9"/>
            <p:cNvSpPr/>
            <p:nvPr/>
          </p:nvSpPr>
          <p:spPr>
            <a:xfrm>
              <a:off x="136600" y="846675"/>
              <a:ext cx="1773475" cy="4018375"/>
            </a:xfrm>
            <a:custGeom>
              <a:avLst/>
              <a:gdLst/>
              <a:ahLst/>
              <a:cxnLst/>
              <a:rect l="l" t="t" r="r" b="b"/>
              <a:pathLst>
                <a:path w="70939" h="160735" extrusionOk="0">
                  <a:moveTo>
                    <a:pt x="44792" y="0"/>
                  </a:moveTo>
                  <a:cubicBezTo>
                    <a:pt x="45388" y="4024"/>
                    <a:pt x="46495" y="11466"/>
                    <a:pt x="46971" y="14716"/>
                  </a:cubicBezTo>
                  <a:cubicBezTo>
                    <a:pt x="52329" y="46065"/>
                    <a:pt x="2096" y="34183"/>
                    <a:pt x="11014" y="66925"/>
                  </a:cubicBezTo>
                  <a:cubicBezTo>
                    <a:pt x="13872" y="73378"/>
                    <a:pt x="15110" y="73045"/>
                    <a:pt x="21075" y="79486"/>
                  </a:cubicBezTo>
                  <a:cubicBezTo>
                    <a:pt x="29314" y="88130"/>
                    <a:pt x="32922" y="89892"/>
                    <a:pt x="33827" y="98988"/>
                  </a:cubicBezTo>
                  <a:cubicBezTo>
                    <a:pt x="34208" y="115443"/>
                    <a:pt x="12038" y="128587"/>
                    <a:pt x="24837" y="145435"/>
                  </a:cubicBezTo>
                  <a:cubicBezTo>
                    <a:pt x="30338" y="153959"/>
                    <a:pt x="47900" y="153400"/>
                    <a:pt x="56579" y="155698"/>
                  </a:cubicBezTo>
                  <a:cubicBezTo>
                    <a:pt x="60509" y="156734"/>
                    <a:pt x="63354" y="158484"/>
                    <a:pt x="65438" y="160734"/>
                  </a:cubicBezTo>
                  <a:lnTo>
                    <a:pt x="70938" y="160734"/>
                  </a:lnTo>
                  <a:cubicBezTo>
                    <a:pt x="70415" y="159805"/>
                    <a:pt x="69760" y="158948"/>
                    <a:pt x="69010" y="158210"/>
                  </a:cubicBezTo>
                  <a:cubicBezTo>
                    <a:pt x="60306" y="147732"/>
                    <a:pt x="38530" y="154126"/>
                    <a:pt x="30243" y="143756"/>
                  </a:cubicBezTo>
                  <a:cubicBezTo>
                    <a:pt x="24897" y="137755"/>
                    <a:pt x="24671" y="129433"/>
                    <a:pt x="27826" y="123670"/>
                  </a:cubicBezTo>
                  <a:cubicBezTo>
                    <a:pt x="28516" y="122348"/>
                    <a:pt x="33660" y="112407"/>
                    <a:pt x="35553" y="108775"/>
                  </a:cubicBezTo>
                  <a:cubicBezTo>
                    <a:pt x="50293" y="81903"/>
                    <a:pt x="1" y="76724"/>
                    <a:pt x="19599" y="49601"/>
                  </a:cubicBezTo>
                  <a:cubicBezTo>
                    <a:pt x="24278" y="44934"/>
                    <a:pt x="25123" y="45672"/>
                    <a:pt x="32886" y="41505"/>
                  </a:cubicBezTo>
                  <a:cubicBezTo>
                    <a:pt x="41578" y="36981"/>
                    <a:pt x="44447" y="36612"/>
                    <a:pt x="48245" y="31242"/>
                  </a:cubicBezTo>
                  <a:cubicBezTo>
                    <a:pt x="54413" y="22050"/>
                    <a:pt x="48971" y="10430"/>
                    <a:pt x="48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9"/>
            <p:cNvSpPr/>
            <p:nvPr/>
          </p:nvSpPr>
          <p:spPr>
            <a:xfrm>
              <a:off x="5503350" y="846675"/>
              <a:ext cx="1581475" cy="4018375"/>
            </a:xfrm>
            <a:custGeom>
              <a:avLst/>
              <a:gdLst/>
              <a:ahLst/>
              <a:cxnLst/>
              <a:rect l="l" t="t" r="r" b="b"/>
              <a:pathLst>
                <a:path w="63259" h="160735" extrusionOk="0">
                  <a:moveTo>
                    <a:pt x="1" y="0"/>
                  </a:moveTo>
                  <a:cubicBezTo>
                    <a:pt x="965" y="4489"/>
                    <a:pt x="2513" y="8346"/>
                    <a:pt x="5763" y="10549"/>
                  </a:cubicBezTo>
                  <a:cubicBezTo>
                    <a:pt x="11716" y="15061"/>
                    <a:pt x="15515" y="13990"/>
                    <a:pt x="26706" y="16264"/>
                  </a:cubicBezTo>
                  <a:cubicBezTo>
                    <a:pt x="30993" y="16943"/>
                    <a:pt x="34743" y="17371"/>
                    <a:pt x="38756" y="21217"/>
                  </a:cubicBezTo>
                  <a:cubicBezTo>
                    <a:pt x="45340" y="27801"/>
                    <a:pt x="44459" y="36326"/>
                    <a:pt x="41196" y="41708"/>
                  </a:cubicBezTo>
                  <a:cubicBezTo>
                    <a:pt x="31743" y="59269"/>
                    <a:pt x="27980" y="65496"/>
                    <a:pt x="38625" y="76128"/>
                  </a:cubicBezTo>
                  <a:cubicBezTo>
                    <a:pt x="44530" y="82367"/>
                    <a:pt x="49924" y="87023"/>
                    <a:pt x="51495" y="90190"/>
                  </a:cubicBezTo>
                  <a:cubicBezTo>
                    <a:pt x="55829" y="98286"/>
                    <a:pt x="52626" y="108359"/>
                    <a:pt x="44411" y="112466"/>
                  </a:cubicBezTo>
                  <a:cubicBezTo>
                    <a:pt x="40637" y="114609"/>
                    <a:pt x="26718" y="120503"/>
                    <a:pt x="24575" y="123575"/>
                  </a:cubicBezTo>
                  <a:cubicBezTo>
                    <a:pt x="14836" y="134159"/>
                    <a:pt x="25373" y="149125"/>
                    <a:pt x="22456" y="160734"/>
                  </a:cubicBezTo>
                  <a:lnTo>
                    <a:pt x="26849" y="160734"/>
                  </a:lnTo>
                  <a:cubicBezTo>
                    <a:pt x="27278" y="153281"/>
                    <a:pt x="24528" y="144363"/>
                    <a:pt x="24158" y="138374"/>
                  </a:cubicBezTo>
                  <a:cubicBezTo>
                    <a:pt x="22908" y="116752"/>
                    <a:pt x="51067" y="120479"/>
                    <a:pt x="57305" y="105442"/>
                  </a:cubicBezTo>
                  <a:cubicBezTo>
                    <a:pt x="63259" y="90725"/>
                    <a:pt x="49614" y="83510"/>
                    <a:pt x="41470" y="74116"/>
                  </a:cubicBezTo>
                  <a:cubicBezTo>
                    <a:pt x="34946" y="67330"/>
                    <a:pt x="36017" y="58674"/>
                    <a:pt x="38815" y="53792"/>
                  </a:cubicBezTo>
                  <a:cubicBezTo>
                    <a:pt x="43387" y="44208"/>
                    <a:pt x="49864" y="35790"/>
                    <a:pt x="48423" y="28575"/>
                  </a:cubicBezTo>
                  <a:cubicBezTo>
                    <a:pt x="44363" y="5786"/>
                    <a:pt x="16872" y="18026"/>
                    <a:pt x="6823" y="5382"/>
                  </a:cubicBezTo>
                  <a:cubicBezTo>
                    <a:pt x="5501" y="4000"/>
                    <a:pt x="4549" y="2143"/>
                    <a:pt x="3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9"/>
            <p:cNvSpPr/>
            <p:nvPr/>
          </p:nvSpPr>
          <p:spPr>
            <a:xfrm>
              <a:off x="395275" y="846675"/>
              <a:ext cx="1722850" cy="4018375"/>
            </a:xfrm>
            <a:custGeom>
              <a:avLst/>
              <a:gdLst/>
              <a:ahLst/>
              <a:cxnLst/>
              <a:rect l="l" t="t" r="r" b="b"/>
              <a:pathLst>
                <a:path w="68914" h="160735" extrusionOk="0">
                  <a:moveTo>
                    <a:pt x="41982" y="0"/>
                  </a:moveTo>
                  <a:cubicBezTo>
                    <a:pt x="41577" y="6941"/>
                    <a:pt x="44042" y="15038"/>
                    <a:pt x="44566" y="21217"/>
                  </a:cubicBezTo>
                  <a:cubicBezTo>
                    <a:pt x="46613" y="39255"/>
                    <a:pt x="28064" y="40731"/>
                    <a:pt x="16717" y="48637"/>
                  </a:cubicBezTo>
                  <a:cubicBezTo>
                    <a:pt x="1" y="64258"/>
                    <a:pt x="19098" y="77712"/>
                    <a:pt x="22265" y="81391"/>
                  </a:cubicBezTo>
                  <a:cubicBezTo>
                    <a:pt x="30659" y="89201"/>
                    <a:pt x="35160" y="95786"/>
                    <a:pt x="30338" y="106358"/>
                  </a:cubicBezTo>
                  <a:cubicBezTo>
                    <a:pt x="29076" y="109263"/>
                    <a:pt x="20848" y="123384"/>
                    <a:pt x="20563" y="126777"/>
                  </a:cubicBezTo>
                  <a:cubicBezTo>
                    <a:pt x="18812" y="140577"/>
                    <a:pt x="28456" y="146673"/>
                    <a:pt x="40232" y="147637"/>
                  </a:cubicBezTo>
                  <a:cubicBezTo>
                    <a:pt x="57020" y="149804"/>
                    <a:pt x="62330" y="152507"/>
                    <a:pt x="64973" y="160734"/>
                  </a:cubicBezTo>
                  <a:lnTo>
                    <a:pt x="68914" y="160734"/>
                  </a:lnTo>
                  <a:cubicBezTo>
                    <a:pt x="68152" y="157031"/>
                    <a:pt x="66949" y="153793"/>
                    <a:pt x="64616" y="151614"/>
                  </a:cubicBezTo>
                  <a:cubicBezTo>
                    <a:pt x="56519" y="142446"/>
                    <a:pt x="36696" y="148090"/>
                    <a:pt x="29230" y="138600"/>
                  </a:cubicBezTo>
                  <a:cubicBezTo>
                    <a:pt x="24301" y="133040"/>
                    <a:pt x="24206" y="125361"/>
                    <a:pt x="27075" y="120158"/>
                  </a:cubicBezTo>
                  <a:lnTo>
                    <a:pt x="34255" y="106299"/>
                  </a:lnTo>
                  <a:cubicBezTo>
                    <a:pt x="47447" y="81796"/>
                    <a:pt x="1810" y="77045"/>
                    <a:pt x="19324" y="52256"/>
                  </a:cubicBezTo>
                  <a:cubicBezTo>
                    <a:pt x="23611" y="47863"/>
                    <a:pt x="24396" y="48530"/>
                    <a:pt x="31338" y="44815"/>
                  </a:cubicBezTo>
                  <a:cubicBezTo>
                    <a:pt x="39470" y="40576"/>
                    <a:pt x="42184" y="40184"/>
                    <a:pt x="45637" y="35469"/>
                  </a:cubicBezTo>
                  <a:cubicBezTo>
                    <a:pt x="52960" y="24991"/>
                    <a:pt x="43613" y="11025"/>
                    <a:pt x="46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9"/>
            <p:cNvSpPr/>
            <p:nvPr/>
          </p:nvSpPr>
          <p:spPr>
            <a:xfrm>
              <a:off x="5326850" y="846675"/>
              <a:ext cx="1484725" cy="4018375"/>
            </a:xfrm>
            <a:custGeom>
              <a:avLst/>
              <a:gdLst/>
              <a:ahLst/>
              <a:cxnLst/>
              <a:rect l="l" t="t" r="r" b="b"/>
              <a:pathLst>
                <a:path w="59389" h="160735" extrusionOk="0">
                  <a:moveTo>
                    <a:pt x="0" y="0"/>
                  </a:moveTo>
                  <a:cubicBezTo>
                    <a:pt x="988" y="7572"/>
                    <a:pt x="2060" y="15073"/>
                    <a:pt x="8680" y="18193"/>
                  </a:cubicBezTo>
                  <a:cubicBezTo>
                    <a:pt x="13300" y="20503"/>
                    <a:pt x="16907" y="20181"/>
                    <a:pt x="25801" y="21919"/>
                  </a:cubicBezTo>
                  <a:cubicBezTo>
                    <a:pt x="29421" y="22455"/>
                    <a:pt x="33135" y="23027"/>
                    <a:pt x="36636" y="26503"/>
                  </a:cubicBezTo>
                  <a:cubicBezTo>
                    <a:pt x="42577" y="32575"/>
                    <a:pt x="41648" y="40303"/>
                    <a:pt x="38696" y="45160"/>
                  </a:cubicBezTo>
                  <a:cubicBezTo>
                    <a:pt x="29873" y="61448"/>
                    <a:pt x="26730" y="67008"/>
                    <a:pt x="36672" y="76795"/>
                  </a:cubicBezTo>
                  <a:cubicBezTo>
                    <a:pt x="42220" y="82641"/>
                    <a:pt x="46589" y="86320"/>
                    <a:pt x="48161" y="89368"/>
                  </a:cubicBezTo>
                  <a:cubicBezTo>
                    <a:pt x="52078" y="96750"/>
                    <a:pt x="49149" y="105918"/>
                    <a:pt x="41672" y="109656"/>
                  </a:cubicBezTo>
                  <a:cubicBezTo>
                    <a:pt x="38493" y="111466"/>
                    <a:pt x="25932" y="116883"/>
                    <a:pt x="23956" y="119384"/>
                  </a:cubicBezTo>
                  <a:cubicBezTo>
                    <a:pt x="12133" y="131349"/>
                    <a:pt x="30135" y="149876"/>
                    <a:pt x="17145" y="160734"/>
                  </a:cubicBezTo>
                  <a:lnTo>
                    <a:pt x="24158" y="160734"/>
                  </a:lnTo>
                  <a:cubicBezTo>
                    <a:pt x="28516" y="153543"/>
                    <a:pt x="23956" y="140839"/>
                    <a:pt x="23515" y="133409"/>
                  </a:cubicBezTo>
                  <a:cubicBezTo>
                    <a:pt x="22455" y="113716"/>
                    <a:pt x="48185" y="117086"/>
                    <a:pt x="53888" y="103358"/>
                  </a:cubicBezTo>
                  <a:cubicBezTo>
                    <a:pt x="59389" y="89880"/>
                    <a:pt x="46816" y="83201"/>
                    <a:pt x="39386" y="74628"/>
                  </a:cubicBezTo>
                  <a:cubicBezTo>
                    <a:pt x="33409" y="68437"/>
                    <a:pt x="34397" y="60460"/>
                    <a:pt x="36945" y="56031"/>
                  </a:cubicBezTo>
                  <a:cubicBezTo>
                    <a:pt x="41577" y="46113"/>
                    <a:pt x="48221" y="38671"/>
                    <a:pt x="45137" y="30206"/>
                  </a:cubicBezTo>
                  <a:cubicBezTo>
                    <a:pt x="39565" y="12918"/>
                    <a:pt x="16276" y="22836"/>
                    <a:pt x="7465" y="11466"/>
                  </a:cubicBezTo>
                  <a:cubicBezTo>
                    <a:pt x="5144" y="8906"/>
                    <a:pt x="4084" y="4620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9"/>
            <p:cNvSpPr/>
            <p:nvPr/>
          </p:nvSpPr>
          <p:spPr>
            <a:xfrm>
              <a:off x="731025" y="846675"/>
              <a:ext cx="1561525" cy="4018375"/>
            </a:xfrm>
            <a:custGeom>
              <a:avLst/>
              <a:gdLst/>
              <a:ahLst/>
              <a:cxnLst/>
              <a:rect l="l" t="t" r="r" b="b"/>
              <a:pathLst>
                <a:path w="62461" h="160735" extrusionOk="0">
                  <a:moveTo>
                    <a:pt x="38339" y="0"/>
                  </a:moveTo>
                  <a:cubicBezTo>
                    <a:pt x="34124" y="7060"/>
                    <a:pt x="38101" y="17955"/>
                    <a:pt x="38839" y="26146"/>
                  </a:cubicBezTo>
                  <a:cubicBezTo>
                    <a:pt x="40720" y="42636"/>
                    <a:pt x="23932" y="43994"/>
                    <a:pt x="13371" y="51256"/>
                  </a:cubicBezTo>
                  <a:cubicBezTo>
                    <a:pt x="7192" y="55983"/>
                    <a:pt x="5597" y="64425"/>
                    <a:pt x="9204" y="71092"/>
                  </a:cubicBezTo>
                  <a:cubicBezTo>
                    <a:pt x="11776" y="75235"/>
                    <a:pt x="12871" y="75390"/>
                    <a:pt x="18313" y="81212"/>
                  </a:cubicBezTo>
                  <a:cubicBezTo>
                    <a:pt x="25944" y="88344"/>
                    <a:pt x="30124" y="94190"/>
                    <a:pt x="25980" y="103834"/>
                  </a:cubicBezTo>
                  <a:cubicBezTo>
                    <a:pt x="24635" y="106918"/>
                    <a:pt x="17051" y="119836"/>
                    <a:pt x="16836" y="123003"/>
                  </a:cubicBezTo>
                  <a:cubicBezTo>
                    <a:pt x="15312" y="135612"/>
                    <a:pt x="24159" y="141124"/>
                    <a:pt x="34886" y="142017"/>
                  </a:cubicBezTo>
                  <a:cubicBezTo>
                    <a:pt x="54138" y="144482"/>
                    <a:pt x="56913" y="147756"/>
                    <a:pt x="59032" y="160734"/>
                  </a:cubicBezTo>
                  <a:lnTo>
                    <a:pt x="62461" y="160734"/>
                  </a:lnTo>
                  <a:cubicBezTo>
                    <a:pt x="61711" y="154614"/>
                    <a:pt x="61008" y="148649"/>
                    <a:pt x="57377" y="145280"/>
                  </a:cubicBezTo>
                  <a:cubicBezTo>
                    <a:pt x="49971" y="137076"/>
                    <a:pt x="31993" y="142113"/>
                    <a:pt x="25206" y="133540"/>
                  </a:cubicBezTo>
                  <a:cubicBezTo>
                    <a:pt x="20730" y="128528"/>
                    <a:pt x="20575" y="121479"/>
                    <a:pt x="23206" y="116705"/>
                  </a:cubicBezTo>
                  <a:lnTo>
                    <a:pt x="29743" y="104096"/>
                  </a:lnTo>
                  <a:cubicBezTo>
                    <a:pt x="41875" y="81653"/>
                    <a:pt x="1" y="77271"/>
                    <a:pt x="16217" y="54626"/>
                  </a:cubicBezTo>
                  <a:cubicBezTo>
                    <a:pt x="20122" y="50673"/>
                    <a:pt x="20813" y="51292"/>
                    <a:pt x="27159" y="47899"/>
                  </a:cubicBezTo>
                  <a:cubicBezTo>
                    <a:pt x="33910" y="44386"/>
                    <a:pt x="36172" y="43898"/>
                    <a:pt x="39018" y="40815"/>
                  </a:cubicBezTo>
                  <a:cubicBezTo>
                    <a:pt x="49817" y="28825"/>
                    <a:pt x="32552" y="10787"/>
                    <a:pt x="45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9"/>
            <p:cNvSpPr/>
            <p:nvPr/>
          </p:nvSpPr>
          <p:spPr>
            <a:xfrm>
              <a:off x="1023925" y="846675"/>
              <a:ext cx="1997900" cy="4018375"/>
            </a:xfrm>
            <a:custGeom>
              <a:avLst/>
              <a:gdLst/>
              <a:ahLst/>
              <a:cxnLst/>
              <a:rect l="l" t="t" r="r" b="b"/>
              <a:pathLst>
                <a:path w="79916" h="160735" extrusionOk="0">
                  <a:moveTo>
                    <a:pt x="74724" y="0"/>
                  </a:moveTo>
                  <a:cubicBezTo>
                    <a:pt x="74212" y="405"/>
                    <a:pt x="73676" y="774"/>
                    <a:pt x="73129" y="1107"/>
                  </a:cubicBezTo>
                  <a:cubicBezTo>
                    <a:pt x="70724" y="2531"/>
                    <a:pt x="68129" y="3026"/>
                    <a:pt x="65439" y="3026"/>
                  </a:cubicBezTo>
                  <a:cubicBezTo>
                    <a:pt x="59290" y="3026"/>
                    <a:pt x="52646" y="438"/>
                    <a:pt x="46640" y="438"/>
                  </a:cubicBezTo>
                  <a:cubicBezTo>
                    <a:pt x="42528" y="438"/>
                    <a:pt x="38715" y="1651"/>
                    <a:pt x="35564" y="5739"/>
                  </a:cubicBezTo>
                  <a:cubicBezTo>
                    <a:pt x="29909" y="12049"/>
                    <a:pt x="34088" y="22908"/>
                    <a:pt x="34826" y="31087"/>
                  </a:cubicBezTo>
                  <a:cubicBezTo>
                    <a:pt x="36553" y="46029"/>
                    <a:pt x="21360" y="47315"/>
                    <a:pt x="11764" y="53864"/>
                  </a:cubicBezTo>
                  <a:cubicBezTo>
                    <a:pt x="1608" y="63115"/>
                    <a:pt x="6108" y="72211"/>
                    <a:pt x="16181" y="81117"/>
                  </a:cubicBezTo>
                  <a:cubicBezTo>
                    <a:pt x="23087" y="87558"/>
                    <a:pt x="26909" y="92904"/>
                    <a:pt x="23170" y="101655"/>
                  </a:cubicBezTo>
                  <a:cubicBezTo>
                    <a:pt x="21908" y="104560"/>
                    <a:pt x="15062" y="116121"/>
                    <a:pt x="14836" y="119169"/>
                  </a:cubicBezTo>
                  <a:cubicBezTo>
                    <a:pt x="13514" y="130754"/>
                    <a:pt x="21575" y="135588"/>
                    <a:pt x="31600" y="136433"/>
                  </a:cubicBezTo>
                  <a:cubicBezTo>
                    <a:pt x="52078" y="139017"/>
                    <a:pt x="51709" y="143137"/>
                    <a:pt x="54257" y="160734"/>
                  </a:cubicBezTo>
                  <a:lnTo>
                    <a:pt x="57782" y="160734"/>
                  </a:lnTo>
                  <a:cubicBezTo>
                    <a:pt x="55841" y="152912"/>
                    <a:pt x="56960" y="142410"/>
                    <a:pt x="50840" y="138017"/>
                  </a:cubicBezTo>
                  <a:cubicBezTo>
                    <a:pt x="43839" y="132088"/>
                    <a:pt x="28361" y="135826"/>
                    <a:pt x="22706" y="128254"/>
                  </a:cubicBezTo>
                  <a:cubicBezTo>
                    <a:pt x="18670" y="123575"/>
                    <a:pt x="18824" y="117193"/>
                    <a:pt x="21098" y="113145"/>
                  </a:cubicBezTo>
                  <a:lnTo>
                    <a:pt x="26956" y="101858"/>
                  </a:lnTo>
                  <a:cubicBezTo>
                    <a:pt x="37993" y="81522"/>
                    <a:pt x="1" y="77521"/>
                    <a:pt x="14788" y="57055"/>
                  </a:cubicBezTo>
                  <a:cubicBezTo>
                    <a:pt x="18312" y="53518"/>
                    <a:pt x="18908" y="54078"/>
                    <a:pt x="24587" y="51030"/>
                  </a:cubicBezTo>
                  <a:cubicBezTo>
                    <a:pt x="54829" y="39636"/>
                    <a:pt x="24456" y="19169"/>
                    <a:pt x="42970" y="6310"/>
                  </a:cubicBezTo>
                  <a:cubicBezTo>
                    <a:pt x="44815" y="4956"/>
                    <a:pt x="47264" y="4484"/>
                    <a:pt x="49954" y="4484"/>
                  </a:cubicBezTo>
                  <a:cubicBezTo>
                    <a:pt x="55755" y="4484"/>
                    <a:pt x="62676" y="6680"/>
                    <a:pt x="67068" y="6965"/>
                  </a:cubicBezTo>
                  <a:cubicBezTo>
                    <a:pt x="67507" y="6999"/>
                    <a:pt x="67932" y="7015"/>
                    <a:pt x="68346" y="7015"/>
                  </a:cubicBezTo>
                  <a:cubicBezTo>
                    <a:pt x="73942" y="7015"/>
                    <a:pt x="77321" y="4013"/>
                    <a:pt x="79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9"/>
            <p:cNvSpPr/>
            <p:nvPr/>
          </p:nvSpPr>
          <p:spPr>
            <a:xfrm>
              <a:off x="4597575" y="846675"/>
              <a:ext cx="1940150" cy="4018375"/>
            </a:xfrm>
            <a:custGeom>
              <a:avLst/>
              <a:gdLst/>
              <a:ahLst/>
              <a:cxnLst/>
              <a:rect l="l" t="t" r="r" b="b"/>
              <a:pathLst>
                <a:path w="77606" h="160735" extrusionOk="0">
                  <a:moveTo>
                    <a:pt x="22063" y="0"/>
                  </a:moveTo>
                  <a:cubicBezTo>
                    <a:pt x="24194" y="8430"/>
                    <a:pt x="23135" y="19371"/>
                    <a:pt x="29933" y="23348"/>
                  </a:cubicBezTo>
                  <a:cubicBezTo>
                    <a:pt x="34660" y="26396"/>
                    <a:pt x="37625" y="25706"/>
                    <a:pt x="46435" y="27480"/>
                  </a:cubicBezTo>
                  <a:cubicBezTo>
                    <a:pt x="49971" y="28027"/>
                    <a:pt x="53091" y="28408"/>
                    <a:pt x="56377" y="31563"/>
                  </a:cubicBezTo>
                  <a:cubicBezTo>
                    <a:pt x="61890" y="37100"/>
                    <a:pt x="61009" y="44160"/>
                    <a:pt x="58318" y="48613"/>
                  </a:cubicBezTo>
                  <a:cubicBezTo>
                    <a:pt x="50233" y="63460"/>
                    <a:pt x="47602" y="68425"/>
                    <a:pt x="56675" y="77295"/>
                  </a:cubicBezTo>
                  <a:cubicBezTo>
                    <a:pt x="61699" y="82593"/>
                    <a:pt x="65200" y="85463"/>
                    <a:pt x="66795" y="88308"/>
                  </a:cubicBezTo>
                  <a:cubicBezTo>
                    <a:pt x="70498" y="95012"/>
                    <a:pt x="67878" y="103441"/>
                    <a:pt x="61044" y="106858"/>
                  </a:cubicBezTo>
                  <a:cubicBezTo>
                    <a:pt x="58449" y="108335"/>
                    <a:pt x="47364" y="113216"/>
                    <a:pt x="45483" y="115217"/>
                  </a:cubicBezTo>
                  <a:cubicBezTo>
                    <a:pt x="33112" y="126706"/>
                    <a:pt x="53115" y="145458"/>
                    <a:pt x="36101" y="154912"/>
                  </a:cubicBezTo>
                  <a:cubicBezTo>
                    <a:pt x="34370" y="155925"/>
                    <a:pt x="32293" y="156292"/>
                    <a:pt x="30033" y="156292"/>
                  </a:cubicBezTo>
                  <a:cubicBezTo>
                    <a:pt x="24112" y="156292"/>
                    <a:pt x="16939" y="153775"/>
                    <a:pt x="11462" y="153775"/>
                  </a:cubicBezTo>
                  <a:cubicBezTo>
                    <a:pt x="9841" y="153775"/>
                    <a:pt x="8368" y="153995"/>
                    <a:pt x="7121" y="154567"/>
                  </a:cubicBezTo>
                  <a:cubicBezTo>
                    <a:pt x="4025" y="155543"/>
                    <a:pt x="1823" y="157865"/>
                    <a:pt x="1" y="160734"/>
                  </a:cubicBezTo>
                  <a:lnTo>
                    <a:pt x="5168" y="160734"/>
                  </a:lnTo>
                  <a:cubicBezTo>
                    <a:pt x="5490" y="160472"/>
                    <a:pt x="5835" y="160234"/>
                    <a:pt x="6192" y="160020"/>
                  </a:cubicBezTo>
                  <a:cubicBezTo>
                    <a:pt x="8777" y="158294"/>
                    <a:pt x="11590" y="157709"/>
                    <a:pt x="14511" y="157709"/>
                  </a:cubicBezTo>
                  <a:cubicBezTo>
                    <a:pt x="20658" y="157709"/>
                    <a:pt x="27286" y="160297"/>
                    <a:pt x="33288" y="160297"/>
                  </a:cubicBezTo>
                  <a:cubicBezTo>
                    <a:pt x="37484" y="160297"/>
                    <a:pt x="41374" y="159032"/>
                    <a:pt x="44578" y="154733"/>
                  </a:cubicBezTo>
                  <a:cubicBezTo>
                    <a:pt x="50162" y="148518"/>
                    <a:pt x="45388" y="135755"/>
                    <a:pt x="44971" y="128468"/>
                  </a:cubicBezTo>
                  <a:cubicBezTo>
                    <a:pt x="44102" y="110704"/>
                    <a:pt x="67390" y="113693"/>
                    <a:pt x="72570" y="101286"/>
                  </a:cubicBezTo>
                  <a:cubicBezTo>
                    <a:pt x="77606" y="89047"/>
                    <a:pt x="66104" y="82903"/>
                    <a:pt x="59401" y="75164"/>
                  </a:cubicBezTo>
                  <a:cubicBezTo>
                    <a:pt x="53889" y="69449"/>
                    <a:pt x="54913" y="62139"/>
                    <a:pt x="57234" y="58162"/>
                  </a:cubicBezTo>
                  <a:cubicBezTo>
                    <a:pt x="61782" y="48577"/>
                    <a:pt x="67819" y="41886"/>
                    <a:pt x="64271" y="33814"/>
                  </a:cubicBezTo>
                  <a:cubicBezTo>
                    <a:pt x="58746" y="19431"/>
                    <a:pt x="37827" y="27944"/>
                    <a:pt x="30219" y="17526"/>
                  </a:cubicBezTo>
                  <a:cubicBezTo>
                    <a:pt x="27040" y="13823"/>
                    <a:pt x="26611" y="6382"/>
                    <a:pt x="25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9"/>
            <p:cNvSpPr/>
            <p:nvPr/>
          </p:nvSpPr>
          <p:spPr>
            <a:xfrm>
              <a:off x="3871900" y="846675"/>
              <a:ext cx="711425" cy="171825"/>
            </a:xfrm>
            <a:custGeom>
              <a:avLst/>
              <a:gdLst/>
              <a:ahLst/>
              <a:cxnLst/>
              <a:rect l="l" t="t" r="r" b="b"/>
              <a:pathLst>
                <a:path w="28457" h="6873" extrusionOk="0">
                  <a:moveTo>
                    <a:pt x="1" y="0"/>
                  </a:moveTo>
                  <a:cubicBezTo>
                    <a:pt x="2560" y="2655"/>
                    <a:pt x="4918" y="4965"/>
                    <a:pt x="6656" y="5679"/>
                  </a:cubicBezTo>
                  <a:cubicBezTo>
                    <a:pt x="8204" y="6523"/>
                    <a:pt x="9771" y="6872"/>
                    <a:pt x="11348" y="6872"/>
                  </a:cubicBezTo>
                  <a:cubicBezTo>
                    <a:pt x="17050" y="6872"/>
                    <a:pt x="22888" y="2304"/>
                    <a:pt x="28456" y="0"/>
                  </a:cubicBezTo>
                  <a:lnTo>
                    <a:pt x="20741" y="0"/>
                  </a:lnTo>
                  <a:cubicBezTo>
                    <a:pt x="17834" y="1407"/>
                    <a:pt x="14926" y="2496"/>
                    <a:pt x="12029" y="2496"/>
                  </a:cubicBezTo>
                  <a:cubicBezTo>
                    <a:pt x="9706" y="2496"/>
                    <a:pt x="7389" y="1796"/>
                    <a:pt x="5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9"/>
            <p:cNvSpPr/>
            <p:nvPr/>
          </p:nvSpPr>
          <p:spPr>
            <a:xfrm>
              <a:off x="3037575" y="4693550"/>
              <a:ext cx="710225" cy="171500"/>
            </a:xfrm>
            <a:custGeom>
              <a:avLst/>
              <a:gdLst/>
              <a:ahLst/>
              <a:cxnLst/>
              <a:rect l="l" t="t" r="r" b="b"/>
              <a:pathLst>
                <a:path w="28409" h="6860" extrusionOk="0">
                  <a:moveTo>
                    <a:pt x="16837" y="0"/>
                  </a:moveTo>
                  <a:cubicBezTo>
                    <a:pt x="11238" y="0"/>
                    <a:pt x="5529" y="4577"/>
                    <a:pt x="0" y="6859"/>
                  </a:cubicBezTo>
                  <a:lnTo>
                    <a:pt x="7608" y="6859"/>
                  </a:lnTo>
                  <a:cubicBezTo>
                    <a:pt x="11167" y="5148"/>
                    <a:pt x="13894" y="4314"/>
                    <a:pt x="16289" y="4314"/>
                  </a:cubicBezTo>
                  <a:cubicBezTo>
                    <a:pt x="18725" y="4314"/>
                    <a:pt x="20816" y="5178"/>
                    <a:pt x="23087" y="6859"/>
                  </a:cubicBezTo>
                  <a:lnTo>
                    <a:pt x="28409" y="6859"/>
                  </a:lnTo>
                  <a:cubicBezTo>
                    <a:pt x="28087" y="6549"/>
                    <a:pt x="27789" y="6240"/>
                    <a:pt x="27492" y="5954"/>
                  </a:cubicBezTo>
                  <a:cubicBezTo>
                    <a:pt x="24741" y="3216"/>
                    <a:pt x="23515" y="1430"/>
                    <a:pt x="19312" y="323"/>
                  </a:cubicBezTo>
                  <a:cubicBezTo>
                    <a:pt x="18490" y="100"/>
                    <a:pt x="17665" y="0"/>
                    <a:pt x="16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9"/>
            <p:cNvSpPr/>
            <p:nvPr/>
          </p:nvSpPr>
          <p:spPr>
            <a:xfrm>
              <a:off x="4404700" y="846675"/>
              <a:ext cx="1862475" cy="4018375"/>
            </a:xfrm>
            <a:custGeom>
              <a:avLst/>
              <a:gdLst/>
              <a:ahLst/>
              <a:cxnLst/>
              <a:rect l="l" t="t" r="r" b="b"/>
              <a:pathLst>
                <a:path w="74499" h="160735" extrusionOk="0">
                  <a:moveTo>
                    <a:pt x="17872" y="0"/>
                  </a:moveTo>
                  <a:cubicBezTo>
                    <a:pt x="29445" y="5096"/>
                    <a:pt x="20932" y="25598"/>
                    <a:pt x="33017" y="30480"/>
                  </a:cubicBezTo>
                  <a:cubicBezTo>
                    <a:pt x="36327" y="31861"/>
                    <a:pt x="39494" y="31861"/>
                    <a:pt x="46173" y="33123"/>
                  </a:cubicBezTo>
                  <a:cubicBezTo>
                    <a:pt x="49043" y="33540"/>
                    <a:pt x="52126" y="34064"/>
                    <a:pt x="54900" y="36850"/>
                  </a:cubicBezTo>
                  <a:cubicBezTo>
                    <a:pt x="59711" y="41779"/>
                    <a:pt x="58889" y="48077"/>
                    <a:pt x="56532" y="51947"/>
                  </a:cubicBezTo>
                  <a:cubicBezTo>
                    <a:pt x="49269" y="65234"/>
                    <a:pt x="46971" y="69723"/>
                    <a:pt x="54972" y="77557"/>
                  </a:cubicBezTo>
                  <a:cubicBezTo>
                    <a:pt x="59520" y="82367"/>
                    <a:pt x="62509" y="84725"/>
                    <a:pt x="64116" y="87511"/>
                  </a:cubicBezTo>
                  <a:cubicBezTo>
                    <a:pt x="67402" y="93488"/>
                    <a:pt x="65056" y="101001"/>
                    <a:pt x="58949" y="104049"/>
                  </a:cubicBezTo>
                  <a:cubicBezTo>
                    <a:pt x="56829" y="105251"/>
                    <a:pt x="46840" y="109752"/>
                    <a:pt x="45292" y="111299"/>
                  </a:cubicBezTo>
                  <a:cubicBezTo>
                    <a:pt x="33683" y="121586"/>
                    <a:pt x="52043" y="138648"/>
                    <a:pt x="36565" y="147066"/>
                  </a:cubicBezTo>
                  <a:cubicBezTo>
                    <a:pt x="35052" y="147933"/>
                    <a:pt x="33230" y="148248"/>
                    <a:pt x="31245" y="148248"/>
                  </a:cubicBezTo>
                  <a:cubicBezTo>
                    <a:pt x="25942" y="148248"/>
                    <a:pt x="19476" y="145996"/>
                    <a:pt x="14633" y="145996"/>
                  </a:cubicBezTo>
                  <a:cubicBezTo>
                    <a:pt x="13300" y="145996"/>
                    <a:pt x="12091" y="146166"/>
                    <a:pt x="11062" y="146601"/>
                  </a:cubicBezTo>
                  <a:cubicBezTo>
                    <a:pt x="5299" y="148221"/>
                    <a:pt x="2894" y="155007"/>
                    <a:pt x="1" y="160734"/>
                  </a:cubicBezTo>
                  <a:lnTo>
                    <a:pt x="3775" y="160734"/>
                  </a:lnTo>
                  <a:cubicBezTo>
                    <a:pt x="5668" y="156984"/>
                    <a:pt x="7454" y="153805"/>
                    <a:pt x="9514" y="152435"/>
                  </a:cubicBezTo>
                  <a:cubicBezTo>
                    <a:pt x="12009" y="150546"/>
                    <a:pt x="14759" y="149923"/>
                    <a:pt x="17623" y="149923"/>
                  </a:cubicBezTo>
                  <a:cubicBezTo>
                    <a:pt x="23161" y="149923"/>
                    <a:pt x="29129" y="152250"/>
                    <a:pt x="34521" y="152250"/>
                  </a:cubicBezTo>
                  <a:cubicBezTo>
                    <a:pt x="38346" y="152250"/>
                    <a:pt x="41882" y="151079"/>
                    <a:pt x="44768" y="147078"/>
                  </a:cubicBezTo>
                  <a:cubicBezTo>
                    <a:pt x="49709" y="141339"/>
                    <a:pt x="45197" y="129790"/>
                    <a:pt x="44983" y="123158"/>
                  </a:cubicBezTo>
                  <a:cubicBezTo>
                    <a:pt x="44637" y="107811"/>
                    <a:pt x="64997" y="110168"/>
                    <a:pt x="69736" y="99369"/>
                  </a:cubicBezTo>
                  <a:cubicBezTo>
                    <a:pt x="74498" y="88285"/>
                    <a:pt x="64021" y="82653"/>
                    <a:pt x="57972" y="75688"/>
                  </a:cubicBezTo>
                  <a:cubicBezTo>
                    <a:pt x="53067" y="70604"/>
                    <a:pt x="53924" y="64032"/>
                    <a:pt x="55984" y="60472"/>
                  </a:cubicBezTo>
                  <a:cubicBezTo>
                    <a:pt x="59246" y="53638"/>
                    <a:pt x="64009" y="47232"/>
                    <a:pt x="63247" y="42208"/>
                  </a:cubicBezTo>
                  <a:cubicBezTo>
                    <a:pt x="60830" y="24336"/>
                    <a:pt x="39398" y="33790"/>
                    <a:pt x="31957" y="24134"/>
                  </a:cubicBezTo>
                  <a:cubicBezTo>
                    <a:pt x="27123" y="18836"/>
                    <a:pt x="28933" y="5322"/>
                    <a:pt x="25456" y="71"/>
                  </a:cubicBezTo>
                  <a:lnTo>
                    <a:pt x="25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9"/>
            <p:cNvSpPr/>
            <p:nvPr/>
          </p:nvSpPr>
          <p:spPr>
            <a:xfrm>
              <a:off x="1317125" y="846675"/>
              <a:ext cx="1898775" cy="4018375"/>
            </a:xfrm>
            <a:custGeom>
              <a:avLst/>
              <a:gdLst/>
              <a:ahLst/>
              <a:cxnLst/>
              <a:rect l="l" t="t" r="r" b="b"/>
              <a:pathLst>
                <a:path w="75951" h="160735" extrusionOk="0">
                  <a:moveTo>
                    <a:pt x="72164" y="0"/>
                  </a:moveTo>
                  <a:cubicBezTo>
                    <a:pt x="70164" y="3941"/>
                    <a:pt x="68259" y="7310"/>
                    <a:pt x="65818" y="8727"/>
                  </a:cubicBezTo>
                  <a:cubicBezTo>
                    <a:pt x="63490" y="10282"/>
                    <a:pt x="60951" y="10808"/>
                    <a:pt x="58313" y="10808"/>
                  </a:cubicBezTo>
                  <a:cubicBezTo>
                    <a:pt x="52774" y="10808"/>
                    <a:pt x="46795" y="8488"/>
                    <a:pt x="41399" y="8488"/>
                  </a:cubicBezTo>
                  <a:cubicBezTo>
                    <a:pt x="37654" y="8488"/>
                    <a:pt x="34190" y="9606"/>
                    <a:pt x="31349" y="13395"/>
                  </a:cubicBezTo>
                  <a:cubicBezTo>
                    <a:pt x="26361" y="18907"/>
                    <a:pt x="30337" y="29873"/>
                    <a:pt x="30814" y="36100"/>
                  </a:cubicBezTo>
                  <a:cubicBezTo>
                    <a:pt x="32373" y="49506"/>
                    <a:pt x="18312" y="50828"/>
                    <a:pt x="10097" y="56507"/>
                  </a:cubicBezTo>
                  <a:cubicBezTo>
                    <a:pt x="917" y="64782"/>
                    <a:pt x="4953" y="73033"/>
                    <a:pt x="14026" y="81046"/>
                  </a:cubicBezTo>
                  <a:cubicBezTo>
                    <a:pt x="20360" y="86915"/>
                    <a:pt x="23789" y="91940"/>
                    <a:pt x="20169" y="99834"/>
                  </a:cubicBezTo>
                  <a:cubicBezTo>
                    <a:pt x="19145" y="102167"/>
                    <a:pt x="12978" y="112633"/>
                    <a:pt x="12799" y="115359"/>
                  </a:cubicBezTo>
                  <a:cubicBezTo>
                    <a:pt x="11644" y="125456"/>
                    <a:pt x="18883" y="129992"/>
                    <a:pt x="27099" y="130659"/>
                  </a:cubicBezTo>
                  <a:cubicBezTo>
                    <a:pt x="46673" y="133231"/>
                    <a:pt x="45899" y="136207"/>
                    <a:pt x="48566" y="154543"/>
                  </a:cubicBezTo>
                  <a:cubicBezTo>
                    <a:pt x="48899" y="156948"/>
                    <a:pt x="49590" y="159020"/>
                    <a:pt x="50554" y="160734"/>
                  </a:cubicBezTo>
                  <a:lnTo>
                    <a:pt x="58174" y="160734"/>
                  </a:lnTo>
                  <a:cubicBezTo>
                    <a:pt x="47197" y="155662"/>
                    <a:pt x="53709" y="139053"/>
                    <a:pt x="46065" y="132385"/>
                  </a:cubicBezTo>
                  <a:cubicBezTo>
                    <a:pt x="39886" y="126361"/>
                    <a:pt x="25706" y="130183"/>
                    <a:pt x="20396" y="123194"/>
                  </a:cubicBezTo>
                  <a:cubicBezTo>
                    <a:pt x="16800" y="119050"/>
                    <a:pt x="16895" y="113323"/>
                    <a:pt x="18931" y="109692"/>
                  </a:cubicBezTo>
                  <a:cubicBezTo>
                    <a:pt x="19526" y="108549"/>
                    <a:pt x="23372" y="101131"/>
                    <a:pt x="24372" y="99191"/>
                  </a:cubicBezTo>
                  <a:cubicBezTo>
                    <a:pt x="33576" y="81320"/>
                    <a:pt x="0" y="77605"/>
                    <a:pt x="13383" y="59424"/>
                  </a:cubicBezTo>
                  <a:cubicBezTo>
                    <a:pt x="16526" y="56328"/>
                    <a:pt x="17026" y="56840"/>
                    <a:pt x="22110" y="54114"/>
                  </a:cubicBezTo>
                  <a:cubicBezTo>
                    <a:pt x="49054" y="43970"/>
                    <a:pt x="21967" y="25586"/>
                    <a:pt x="38493" y="14157"/>
                  </a:cubicBezTo>
                  <a:cubicBezTo>
                    <a:pt x="40156" y="12944"/>
                    <a:pt x="42347" y="12521"/>
                    <a:pt x="44750" y="12521"/>
                  </a:cubicBezTo>
                  <a:cubicBezTo>
                    <a:pt x="49968" y="12521"/>
                    <a:pt x="56184" y="14515"/>
                    <a:pt x="60162" y="14752"/>
                  </a:cubicBezTo>
                  <a:cubicBezTo>
                    <a:pt x="60518" y="14777"/>
                    <a:pt x="60863" y="14789"/>
                    <a:pt x="61200" y="14789"/>
                  </a:cubicBezTo>
                  <a:cubicBezTo>
                    <a:pt x="69796" y="14789"/>
                    <a:pt x="72559" y="6783"/>
                    <a:pt x="759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9"/>
            <p:cNvSpPr/>
            <p:nvPr/>
          </p:nvSpPr>
          <p:spPr>
            <a:xfrm>
              <a:off x="1614775" y="846675"/>
              <a:ext cx="4392525" cy="4018650"/>
            </a:xfrm>
            <a:custGeom>
              <a:avLst/>
              <a:gdLst/>
              <a:ahLst/>
              <a:cxnLst/>
              <a:rect l="l" t="t" r="r" b="b"/>
              <a:pathLst>
                <a:path w="175701" h="160746" extrusionOk="0">
                  <a:moveTo>
                    <a:pt x="77495" y="1407"/>
                  </a:moveTo>
                  <a:cubicBezTo>
                    <a:pt x="80396" y="1407"/>
                    <a:pt x="83239" y="2564"/>
                    <a:pt x="85178" y="4608"/>
                  </a:cubicBezTo>
                  <a:cubicBezTo>
                    <a:pt x="87988" y="7239"/>
                    <a:pt x="93107" y="13299"/>
                    <a:pt x="95643" y="14430"/>
                  </a:cubicBezTo>
                  <a:cubicBezTo>
                    <a:pt x="97068" y="15245"/>
                    <a:pt x="98515" y="15580"/>
                    <a:pt x="99974" y="15580"/>
                  </a:cubicBezTo>
                  <a:cubicBezTo>
                    <a:pt x="106001" y="15580"/>
                    <a:pt x="112224" y="9862"/>
                    <a:pt x="117860" y="8596"/>
                  </a:cubicBezTo>
                  <a:cubicBezTo>
                    <a:pt x="118370" y="8562"/>
                    <a:pt x="118859" y="8546"/>
                    <a:pt x="119327" y="8546"/>
                  </a:cubicBezTo>
                  <a:cubicBezTo>
                    <a:pt x="136494" y="8546"/>
                    <a:pt x="126515" y="30740"/>
                    <a:pt x="136946" y="35897"/>
                  </a:cubicBezTo>
                  <a:cubicBezTo>
                    <a:pt x="140387" y="37755"/>
                    <a:pt x="142887" y="37421"/>
                    <a:pt x="149400" y="38707"/>
                  </a:cubicBezTo>
                  <a:cubicBezTo>
                    <a:pt x="152019" y="39088"/>
                    <a:pt x="154675" y="39517"/>
                    <a:pt x="157151" y="41993"/>
                  </a:cubicBezTo>
                  <a:cubicBezTo>
                    <a:pt x="161473" y="46375"/>
                    <a:pt x="160663" y="51983"/>
                    <a:pt x="158556" y="55400"/>
                  </a:cubicBezTo>
                  <a:cubicBezTo>
                    <a:pt x="152008" y="67306"/>
                    <a:pt x="150293" y="71164"/>
                    <a:pt x="157449" y="78093"/>
                  </a:cubicBezTo>
                  <a:cubicBezTo>
                    <a:pt x="161556" y="82463"/>
                    <a:pt x="163747" y="84022"/>
                    <a:pt x="165331" y="86725"/>
                  </a:cubicBezTo>
                  <a:cubicBezTo>
                    <a:pt x="168176" y="91987"/>
                    <a:pt x="166093" y="98572"/>
                    <a:pt x="160747" y="101239"/>
                  </a:cubicBezTo>
                  <a:cubicBezTo>
                    <a:pt x="158854" y="102310"/>
                    <a:pt x="150079" y="106263"/>
                    <a:pt x="148709" y="107632"/>
                  </a:cubicBezTo>
                  <a:cubicBezTo>
                    <a:pt x="138482" y="116705"/>
                    <a:pt x="154579" y="131707"/>
                    <a:pt x="141101" y="139112"/>
                  </a:cubicBezTo>
                  <a:cubicBezTo>
                    <a:pt x="139731" y="139912"/>
                    <a:pt x="138086" y="140201"/>
                    <a:pt x="136300" y="140201"/>
                  </a:cubicBezTo>
                  <a:cubicBezTo>
                    <a:pt x="131621" y="140201"/>
                    <a:pt x="125966" y="138217"/>
                    <a:pt x="121695" y="138217"/>
                  </a:cubicBezTo>
                  <a:cubicBezTo>
                    <a:pt x="120528" y="138217"/>
                    <a:pt x="119463" y="138366"/>
                    <a:pt x="118551" y="138743"/>
                  </a:cubicBezTo>
                  <a:cubicBezTo>
                    <a:pt x="111383" y="140755"/>
                    <a:pt x="110086" y="151757"/>
                    <a:pt x="105264" y="156507"/>
                  </a:cubicBezTo>
                  <a:cubicBezTo>
                    <a:pt x="102553" y="158624"/>
                    <a:pt x="100149" y="159460"/>
                    <a:pt x="97981" y="159460"/>
                  </a:cubicBezTo>
                  <a:cubicBezTo>
                    <a:pt x="92407" y="159460"/>
                    <a:pt x="88404" y="153930"/>
                    <a:pt x="84821" y="150423"/>
                  </a:cubicBezTo>
                  <a:cubicBezTo>
                    <a:pt x="82380" y="147982"/>
                    <a:pt x="81249" y="146375"/>
                    <a:pt x="77510" y="145435"/>
                  </a:cubicBezTo>
                  <a:cubicBezTo>
                    <a:pt x="76808" y="145249"/>
                    <a:pt x="76103" y="145165"/>
                    <a:pt x="75394" y="145165"/>
                  </a:cubicBezTo>
                  <a:cubicBezTo>
                    <a:pt x="68857" y="145165"/>
                    <a:pt x="62096" y="152310"/>
                    <a:pt x="55887" y="152310"/>
                  </a:cubicBezTo>
                  <a:cubicBezTo>
                    <a:pt x="55661" y="152310"/>
                    <a:pt x="55435" y="152300"/>
                    <a:pt x="55210" y="152281"/>
                  </a:cubicBezTo>
                  <a:cubicBezTo>
                    <a:pt x="40148" y="150447"/>
                    <a:pt x="47923" y="132719"/>
                    <a:pt x="40601" y="126289"/>
                  </a:cubicBezTo>
                  <a:cubicBezTo>
                    <a:pt x="35219" y="120920"/>
                    <a:pt x="22777" y="124241"/>
                    <a:pt x="18026" y="118288"/>
                  </a:cubicBezTo>
                  <a:cubicBezTo>
                    <a:pt x="14764" y="114716"/>
                    <a:pt x="14752" y="109502"/>
                    <a:pt x="16586" y="106239"/>
                  </a:cubicBezTo>
                  <a:lnTo>
                    <a:pt x="21074" y="97583"/>
                  </a:lnTo>
                  <a:cubicBezTo>
                    <a:pt x="30207" y="81320"/>
                    <a:pt x="60" y="78200"/>
                    <a:pt x="11549" y="62091"/>
                  </a:cubicBezTo>
                  <a:cubicBezTo>
                    <a:pt x="14324" y="59245"/>
                    <a:pt x="14812" y="59674"/>
                    <a:pt x="19241" y="57305"/>
                  </a:cubicBezTo>
                  <a:cubicBezTo>
                    <a:pt x="43196" y="48292"/>
                    <a:pt x="19420" y="32337"/>
                    <a:pt x="33683" y="22110"/>
                  </a:cubicBezTo>
                  <a:cubicBezTo>
                    <a:pt x="35148" y="20965"/>
                    <a:pt x="37152" y="20570"/>
                    <a:pt x="39354" y="20570"/>
                  </a:cubicBezTo>
                  <a:cubicBezTo>
                    <a:pt x="43793" y="20570"/>
                    <a:pt x="49042" y="22173"/>
                    <a:pt x="52328" y="22467"/>
                  </a:cubicBezTo>
                  <a:cubicBezTo>
                    <a:pt x="52867" y="22529"/>
                    <a:pt x="53383" y="22559"/>
                    <a:pt x="53877" y="22559"/>
                  </a:cubicBezTo>
                  <a:cubicBezTo>
                    <a:pt x="63294" y="22559"/>
                    <a:pt x="64734" y="11639"/>
                    <a:pt x="69259" y="5405"/>
                  </a:cubicBezTo>
                  <a:cubicBezTo>
                    <a:pt x="71443" y="2641"/>
                    <a:pt x="74500" y="1407"/>
                    <a:pt x="77495" y="1407"/>
                  </a:cubicBezTo>
                  <a:close/>
                  <a:moveTo>
                    <a:pt x="68342" y="0"/>
                  </a:moveTo>
                  <a:cubicBezTo>
                    <a:pt x="67640" y="786"/>
                    <a:pt x="67056" y="1679"/>
                    <a:pt x="66616" y="2643"/>
                  </a:cubicBezTo>
                  <a:cubicBezTo>
                    <a:pt x="63508" y="8203"/>
                    <a:pt x="61175" y="14490"/>
                    <a:pt x="58115" y="16442"/>
                  </a:cubicBezTo>
                  <a:cubicBezTo>
                    <a:pt x="55938" y="18052"/>
                    <a:pt x="53534" y="18585"/>
                    <a:pt x="51025" y="18585"/>
                  </a:cubicBezTo>
                  <a:cubicBezTo>
                    <a:pt x="46102" y="18585"/>
                    <a:pt x="40778" y="16533"/>
                    <a:pt x="35989" y="16533"/>
                  </a:cubicBezTo>
                  <a:cubicBezTo>
                    <a:pt x="32657" y="16533"/>
                    <a:pt x="29585" y="17526"/>
                    <a:pt x="27087" y="20895"/>
                  </a:cubicBezTo>
                  <a:cubicBezTo>
                    <a:pt x="22670" y="25729"/>
                    <a:pt x="26194" y="35588"/>
                    <a:pt x="26623" y="41053"/>
                  </a:cubicBezTo>
                  <a:cubicBezTo>
                    <a:pt x="28016" y="53090"/>
                    <a:pt x="15264" y="54150"/>
                    <a:pt x="8025" y="59317"/>
                  </a:cubicBezTo>
                  <a:cubicBezTo>
                    <a:pt x="0" y="66913"/>
                    <a:pt x="3810" y="73938"/>
                    <a:pt x="11954" y="81224"/>
                  </a:cubicBezTo>
                  <a:cubicBezTo>
                    <a:pt x="17384" y="86201"/>
                    <a:pt x="20336" y="90809"/>
                    <a:pt x="17157" y="97655"/>
                  </a:cubicBezTo>
                  <a:cubicBezTo>
                    <a:pt x="16300" y="99619"/>
                    <a:pt x="10835" y="108990"/>
                    <a:pt x="10657" y="111264"/>
                  </a:cubicBezTo>
                  <a:cubicBezTo>
                    <a:pt x="9514" y="120658"/>
                    <a:pt x="16074" y="124480"/>
                    <a:pt x="24230" y="125182"/>
                  </a:cubicBezTo>
                  <a:cubicBezTo>
                    <a:pt x="41303" y="127301"/>
                    <a:pt x="40041" y="131123"/>
                    <a:pt x="42458" y="146744"/>
                  </a:cubicBezTo>
                  <a:cubicBezTo>
                    <a:pt x="42918" y="152202"/>
                    <a:pt x="47475" y="157130"/>
                    <a:pt x="53744" y="157130"/>
                  </a:cubicBezTo>
                  <a:cubicBezTo>
                    <a:pt x="54450" y="157130"/>
                    <a:pt x="55178" y="157067"/>
                    <a:pt x="55924" y="156936"/>
                  </a:cubicBezTo>
                  <a:cubicBezTo>
                    <a:pt x="59270" y="156114"/>
                    <a:pt x="60294" y="155067"/>
                    <a:pt x="65830" y="152459"/>
                  </a:cubicBezTo>
                  <a:cubicBezTo>
                    <a:pt x="69566" y="150427"/>
                    <a:pt x="72355" y="149473"/>
                    <a:pt x="74768" y="149473"/>
                  </a:cubicBezTo>
                  <a:cubicBezTo>
                    <a:pt x="79594" y="149473"/>
                    <a:pt x="82920" y="153285"/>
                    <a:pt x="89309" y="159913"/>
                  </a:cubicBezTo>
                  <a:cubicBezTo>
                    <a:pt x="89571" y="160198"/>
                    <a:pt x="89821" y="160472"/>
                    <a:pt x="90095" y="160746"/>
                  </a:cubicBezTo>
                  <a:lnTo>
                    <a:pt x="107276" y="160746"/>
                  </a:lnTo>
                  <a:cubicBezTo>
                    <a:pt x="108026" y="159889"/>
                    <a:pt x="108645" y="158924"/>
                    <a:pt x="109121" y="157888"/>
                  </a:cubicBezTo>
                  <a:cubicBezTo>
                    <a:pt x="112384" y="152007"/>
                    <a:pt x="114431" y="146316"/>
                    <a:pt x="117503" y="144292"/>
                  </a:cubicBezTo>
                  <a:cubicBezTo>
                    <a:pt x="119678" y="142686"/>
                    <a:pt x="122081" y="142154"/>
                    <a:pt x="124588" y="142154"/>
                  </a:cubicBezTo>
                  <a:cubicBezTo>
                    <a:pt x="129513" y="142154"/>
                    <a:pt x="134840" y="144207"/>
                    <a:pt x="139632" y="144207"/>
                  </a:cubicBezTo>
                  <a:cubicBezTo>
                    <a:pt x="142962" y="144207"/>
                    <a:pt x="146034" y="143215"/>
                    <a:pt x="148531" y="139851"/>
                  </a:cubicBezTo>
                  <a:cubicBezTo>
                    <a:pt x="153127" y="134790"/>
                    <a:pt x="149162" y="124527"/>
                    <a:pt x="148888" y="118586"/>
                  </a:cubicBezTo>
                  <a:cubicBezTo>
                    <a:pt x="148364" y="105180"/>
                    <a:pt x="165497" y="106799"/>
                    <a:pt x="170426" y="98119"/>
                  </a:cubicBezTo>
                  <a:cubicBezTo>
                    <a:pt x="175701" y="87880"/>
                    <a:pt x="166057" y="82641"/>
                    <a:pt x="160425" y="76212"/>
                  </a:cubicBezTo>
                  <a:cubicBezTo>
                    <a:pt x="156008" y="71652"/>
                    <a:pt x="156877" y="65722"/>
                    <a:pt x="158711" y="62615"/>
                  </a:cubicBezTo>
                  <a:cubicBezTo>
                    <a:pt x="162342" y="54959"/>
                    <a:pt x="167105" y="49685"/>
                    <a:pt x="164342" y="43243"/>
                  </a:cubicBezTo>
                  <a:cubicBezTo>
                    <a:pt x="160020" y="31718"/>
                    <a:pt x="143149" y="38445"/>
                    <a:pt x="137137" y="30206"/>
                  </a:cubicBezTo>
                  <a:cubicBezTo>
                    <a:pt x="133029" y="25384"/>
                    <a:pt x="134648" y="13537"/>
                    <a:pt x="131445" y="8894"/>
                  </a:cubicBezTo>
                  <a:cubicBezTo>
                    <a:pt x="128442" y="4959"/>
                    <a:pt x="125408" y="3579"/>
                    <a:pt x="122356" y="3579"/>
                  </a:cubicBezTo>
                  <a:cubicBezTo>
                    <a:pt x="115176" y="3579"/>
                    <a:pt x="107893" y="11215"/>
                    <a:pt x="100672" y="11215"/>
                  </a:cubicBezTo>
                  <a:cubicBezTo>
                    <a:pt x="98096" y="11215"/>
                    <a:pt x="95529" y="10244"/>
                    <a:pt x="92976" y="7608"/>
                  </a:cubicBezTo>
                  <a:lnTo>
                    <a:pt x="85499" y="12"/>
                  </a:lnTo>
                  <a:lnTo>
                    <a:pt x="854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69"/>
          <p:cNvGrpSpPr/>
          <p:nvPr/>
        </p:nvGrpSpPr>
        <p:grpSpPr>
          <a:xfrm>
            <a:off x="6056283" y="1469020"/>
            <a:ext cx="2377384" cy="1261687"/>
            <a:chOff x="230375" y="846675"/>
            <a:chExt cx="7175925" cy="4013000"/>
          </a:xfrm>
        </p:grpSpPr>
        <p:sp>
          <p:nvSpPr>
            <p:cNvPr id="1088" name="Google Shape;1088;p69"/>
            <p:cNvSpPr/>
            <p:nvPr/>
          </p:nvSpPr>
          <p:spPr>
            <a:xfrm>
              <a:off x="1630550" y="846675"/>
              <a:ext cx="305125" cy="4012400"/>
            </a:xfrm>
            <a:custGeom>
              <a:avLst/>
              <a:gdLst/>
              <a:ahLst/>
              <a:cxnLst/>
              <a:rect l="l" t="t" r="r" b="b"/>
              <a:pathLst>
                <a:path w="12205" h="160496" extrusionOk="0">
                  <a:moveTo>
                    <a:pt x="1429" y="0"/>
                  </a:moveTo>
                  <a:cubicBezTo>
                    <a:pt x="1274" y="10775"/>
                    <a:pt x="24" y="21515"/>
                    <a:pt x="12" y="32302"/>
                  </a:cubicBezTo>
                  <a:cubicBezTo>
                    <a:pt x="0" y="42303"/>
                    <a:pt x="953" y="51983"/>
                    <a:pt x="2132" y="61936"/>
                  </a:cubicBezTo>
                  <a:cubicBezTo>
                    <a:pt x="2191" y="62401"/>
                    <a:pt x="2239" y="62865"/>
                    <a:pt x="2286" y="63341"/>
                  </a:cubicBezTo>
                  <a:lnTo>
                    <a:pt x="2286" y="91059"/>
                  </a:lnTo>
                  <a:cubicBezTo>
                    <a:pt x="1703" y="100000"/>
                    <a:pt x="929" y="108942"/>
                    <a:pt x="941" y="117907"/>
                  </a:cubicBezTo>
                  <a:cubicBezTo>
                    <a:pt x="965" y="127849"/>
                    <a:pt x="1763" y="137731"/>
                    <a:pt x="2286" y="147601"/>
                  </a:cubicBezTo>
                  <a:lnTo>
                    <a:pt x="2286" y="160496"/>
                  </a:lnTo>
                  <a:lnTo>
                    <a:pt x="5942" y="160496"/>
                  </a:lnTo>
                  <a:cubicBezTo>
                    <a:pt x="5787" y="156769"/>
                    <a:pt x="5906" y="153031"/>
                    <a:pt x="6287" y="149328"/>
                  </a:cubicBezTo>
                  <a:cubicBezTo>
                    <a:pt x="7323" y="139458"/>
                    <a:pt x="9573" y="129659"/>
                    <a:pt x="9692" y="119741"/>
                  </a:cubicBezTo>
                  <a:cubicBezTo>
                    <a:pt x="9942" y="100643"/>
                    <a:pt x="691" y="82617"/>
                    <a:pt x="6382" y="63496"/>
                  </a:cubicBezTo>
                  <a:cubicBezTo>
                    <a:pt x="9144" y="54257"/>
                    <a:pt x="12204" y="45720"/>
                    <a:pt x="11538" y="36112"/>
                  </a:cubicBezTo>
                  <a:cubicBezTo>
                    <a:pt x="10692" y="23979"/>
                    <a:pt x="7025" y="12109"/>
                    <a:pt x="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9"/>
            <p:cNvSpPr/>
            <p:nvPr/>
          </p:nvSpPr>
          <p:spPr>
            <a:xfrm>
              <a:off x="1582925" y="846675"/>
              <a:ext cx="813825" cy="4012400"/>
            </a:xfrm>
            <a:custGeom>
              <a:avLst/>
              <a:gdLst/>
              <a:ahLst/>
              <a:cxnLst/>
              <a:rect l="l" t="t" r="r" b="b"/>
              <a:pathLst>
                <a:path w="32553" h="160496" extrusionOk="0">
                  <a:moveTo>
                    <a:pt x="12228" y="0"/>
                  </a:moveTo>
                  <a:cubicBezTo>
                    <a:pt x="14633" y="13680"/>
                    <a:pt x="21575" y="26634"/>
                    <a:pt x="23777" y="40350"/>
                  </a:cubicBezTo>
                  <a:cubicBezTo>
                    <a:pt x="25396" y="50363"/>
                    <a:pt x="19134" y="56674"/>
                    <a:pt x="13216" y="64948"/>
                  </a:cubicBezTo>
                  <a:cubicBezTo>
                    <a:pt x="0" y="83463"/>
                    <a:pt x="20503" y="100774"/>
                    <a:pt x="20027" y="119741"/>
                  </a:cubicBezTo>
                  <a:cubicBezTo>
                    <a:pt x="19777" y="129778"/>
                    <a:pt x="15145" y="139505"/>
                    <a:pt x="12990" y="149328"/>
                  </a:cubicBezTo>
                  <a:cubicBezTo>
                    <a:pt x="12181" y="152983"/>
                    <a:pt x="11847" y="156745"/>
                    <a:pt x="11990" y="160496"/>
                  </a:cubicBezTo>
                  <a:lnTo>
                    <a:pt x="17003" y="160496"/>
                  </a:lnTo>
                  <a:cubicBezTo>
                    <a:pt x="16753" y="156734"/>
                    <a:pt x="17122" y="152971"/>
                    <a:pt x="18086" y="149328"/>
                  </a:cubicBezTo>
                  <a:cubicBezTo>
                    <a:pt x="20694" y="139398"/>
                    <a:pt x="26397" y="129766"/>
                    <a:pt x="26647" y="119515"/>
                  </a:cubicBezTo>
                  <a:cubicBezTo>
                    <a:pt x="27123" y="100786"/>
                    <a:pt x="3453" y="83296"/>
                    <a:pt x="18777" y="65282"/>
                  </a:cubicBezTo>
                  <a:cubicBezTo>
                    <a:pt x="25575" y="57269"/>
                    <a:pt x="32552" y="51625"/>
                    <a:pt x="30802" y="41315"/>
                  </a:cubicBezTo>
                  <a:cubicBezTo>
                    <a:pt x="28409" y="27158"/>
                    <a:pt x="19824" y="14109"/>
                    <a:pt x="17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9"/>
            <p:cNvSpPr/>
            <p:nvPr/>
          </p:nvSpPr>
          <p:spPr>
            <a:xfrm>
              <a:off x="1234975" y="846675"/>
              <a:ext cx="508700" cy="4012400"/>
            </a:xfrm>
            <a:custGeom>
              <a:avLst/>
              <a:gdLst/>
              <a:ahLst/>
              <a:cxnLst/>
              <a:rect l="l" t="t" r="r" b="b"/>
              <a:pathLst>
                <a:path w="20348" h="160496" extrusionOk="0">
                  <a:moveTo>
                    <a:pt x="7870" y="0"/>
                  </a:moveTo>
                  <a:cubicBezTo>
                    <a:pt x="6489" y="10966"/>
                    <a:pt x="2096" y="21526"/>
                    <a:pt x="1024" y="32540"/>
                  </a:cubicBezTo>
                  <a:cubicBezTo>
                    <a:pt x="0" y="43196"/>
                    <a:pt x="5989" y="51078"/>
                    <a:pt x="11263" y="60519"/>
                  </a:cubicBezTo>
                  <a:cubicBezTo>
                    <a:pt x="17038" y="70830"/>
                    <a:pt x="16335" y="79915"/>
                    <a:pt x="12561" y="90583"/>
                  </a:cubicBezTo>
                  <a:cubicBezTo>
                    <a:pt x="9263" y="99893"/>
                    <a:pt x="4739" y="109132"/>
                    <a:pt x="5084" y="118931"/>
                  </a:cubicBezTo>
                  <a:cubicBezTo>
                    <a:pt x="5441" y="129290"/>
                    <a:pt x="11609" y="138362"/>
                    <a:pt x="14466" y="148304"/>
                  </a:cubicBezTo>
                  <a:cubicBezTo>
                    <a:pt x="15621" y="152257"/>
                    <a:pt x="16002" y="156388"/>
                    <a:pt x="15597" y="160496"/>
                  </a:cubicBezTo>
                  <a:lnTo>
                    <a:pt x="17062" y="160496"/>
                  </a:lnTo>
                  <a:cubicBezTo>
                    <a:pt x="17276" y="156448"/>
                    <a:pt x="17109" y="152388"/>
                    <a:pt x="16550" y="148387"/>
                  </a:cubicBezTo>
                  <a:cubicBezTo>
                    <a:pt x="15121" y="138124"/>
                    <a:pt x="11799" y="128218"/>
                    <a:pt x="11823" y="117836"/>
                  </a:cubicBezTo>
                  <a:cubicBezTo>
                    <a:pt x="11871" y="98679"/>
                    <a:pt x="20348" y="80569"/>
                    <a:pt x="14883" y="61388"/>
                  </a:cubicBezTo>
                  <a:cubicBezTo>
                    <a:pt x="12073" y="51530"/>
                    <a:pt x="9239" y="42577"/>
                    <a:pt x="9596" y="32385"/>
                  </a:cubicBezTo>
                  <a:cubicBezTo>
                    <a:pt x="9966" y="21538"/>
                    <a:pt x="12525" y="10835"/>
                    <a:pt x="13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9"/>
            <p:cNvSpPr/>
            <p:nvPr/>
          </p:nvSpPr>
          <p:spPr>
            <a:xfrm>
              <a:off x="2522325" y="846950"/>
              <a:ext cx="552475" cy="4012425"/>
            </a:xfrm>
            <a:custGeom>
              <a:avLst/>
              <a:gdLst/>
              <a:ahLst/>
              <a:cxnLst/>
              <a:rect l="l" t="t" r="r" b="b"/>
              <a:pathLst>
                <a:path w="22099" h="160497" extrusionOk="0">
                  <a:moveTo>
                    <a:pt x="2168" y="1"/>
                  </a:moveTo>
                  <a:cubicBezTo>
                    <a:pt x="5216" y="10859"/>
                    <a:pt x="14455" y="20658"/>
                    <a:pt x="14395" y="31874"/>
                  </a:cubicBezTo>
                  <a:cubicBezTo>
                    <a:pt x="14360" y="41923"/>
                    <a:pt x="10966" y="52234"/>
                    <a:pt x="10288" y="62330"/>
                  </a:cubicBezTo>
                  <a:cubicBezTo>
                    <a:pt x="9609" y="72284"/>
                    <a:pt x="9561" y="82166"/>
                    <a:pt x="11597" y="92024"/>
                  </a:cubicBezTo>
                  <a:cubicBezTo>
                    <a:pt x="13193" y="99763"/>
                    <a:pt x="15872" y="107800"/>
                    <a:pt x="15074" y="115682"/>
                  </a:cubicBezTo>
                  <a:cubicBezTo>
                    <a:pt x="13883" y="127445"/>
                    <a:pt x="4287" y="137613"/>
                    <a:pt x="1132" y="149019"/>
                  </a:cubicBezTo>
                  <a:cubicBezTo>
                    <a:pt x="1" y="153127"/>
                    <a:pt x="310" y="156901"/>
                    <a:pt x="1513" y="160497"/>
                  </a:cubicBezTo>
                  <a:lnTo>
                    <a:pt x="5525" y="160497"/>
                  </a:lnTo>
                  <a:cubicBezTo>
                    <a:pt x="3977" y="157056"/>
                    <a:pt x="3180" y="153567"/>
                    <a:pt x="3834" y="150043"/>
                  </a:cubicBezTo>
                  <a:cubicBezTo>
                    <a:pt x="5894" y="138911"/>
                    <a:pt x="16479" y="129719"/>
                    <a:pt x="17777" y="118420"/>
                  </a:cubicBezTo>
                  <a:cubicBezTo>
                    <a:pt x="18753" y="109979"/>
                    <a:pt x="15991" y="101144"/>
                    <a:pt x="14562" y="92822"/>
                  </a:cubicBezTo>
                  <a:cubicBezTo>
                    <a:pt x="12800" y="82559"/>
                    <a:pt x="12669" y="72307"/>
                    <a:pt x="13478" y="61985"/>
                  </a:cubicBezTo>
                  <a:cubicBezTo>
                    <a:pt x="13895" y="56782"/>
                    <a:pt x="14574" y="51567"/>
                    <a:pt x="15764" y="46435"/>
                  </a:cubicBezTo>
                  <a:cubicBezTo>
                    <a:pt x="16896" y="41589"/>
                    <a:pt x="19753" y="36839"/>
                    <a:pt x="20467" y="32005"/>
                  </a:cubicBezTo>
                  <a:cubicBezTo>
                    <a:pt x="22099" y="20873"/>
                    <a:pt x="11264" y="10788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9"/>
            <p:cNvSpPr/>
            <p:nvPr/>
          </p:nvSpPr>
          <p:spPr>
            <a:xfrm>
              <a:off x="2338075" y="846675"/>
              <a:ext cx="515575" cy="4012400"/>
            </a:xfrm>
            <a:custGeom>
              <a:avLst/>
              <a:gdLst/>
              <a:ahLst/>
              <a:cxnLst/>
              <a:rect l="l" t="t" r="r" b="b"/>
              <a:pathLst>
                <a:path w="20623" h="160496" extrusionOk="0">
                  <a:moveTo>
                    <a:pt x="358" y="0"/>
                  </a:moveTo>
                  <a:cubicBezTo>
                    <a:pt x="2715" y="11085"/>
                    <a:pt x="10109" y="21074"/>
                    <a:pt x="11978" y="32290"/>
                  </a:cubicBezTo>
                  <a:cubicBezTo>
                    <a:pt x="13645" y="42327"/>
                    <a:pt x="11145" y="52768"/>
                    <a:pt x="9859" y="62758"/>
                  </a:cubicBezTo>
                  <a:cubicBezTo>
                    <a:pt x="8609" y="72473"/>
                    <a:pt x="8252" y="82105"/>
                    <a:pt x="10716" y="91714"/>
                  </a:cubicBezTo>
                  <a:cubicBezTo>
                    <a:pt x="12657" y="99226"/>
                    <a:pt x="15336" y="106668"/>
                    <a:pt x="14693" y="114407"/>
                  </a:cubicBezTo>
                  <a:cubicBezTo>
                    <a:pt x="13729" y="126242"/>
                    <a:pt x="6001" y="137184"/>
                    <a:pt x="2013" y="148471"/>
                  </a:cubicBezTo>
                  <a:cubicBezTo>
                    <a:pt x="441" y="152947"/>
                    <a:pt x="1" y="156841"/>
                    <a:pt x="560" y="160496"/>
                  </a:cubicBezTo>
                  <a:lnTo>
                    <a:pt x="5716" y="160496"/>
                  </a:lnTo>
                  <a:cubicBezTo>
                    <a:pt x="4835" y="156853"/>
                    <a:pt x="4942" y="152971"/>
                    <a:pt x="6370" y="148590"/>
                  </a:cubicBezTo>
                  <a:cubicBezTo>
                    <a:pt x="10085" y="137148"/>
                    <a:pt x="18884" y="126408"/>
                    <a:pt x="19944" y="114490"/>
                  </a:cubicBezTo>
                  <a:cubicBezTo>
                    <a:pt x="20622" y="106823"/>
                    <a:pt x="18015" y="99203"/>
                    <a:pt x="16324" y="91726"/>
                  </a:cubicBezTo>
                  <a:cubicBezTo>
                    <a:pt x="14133" y="82034"/>
                    <a:pt x="14395" y="72342"/>
                    <a:pt x="15098" y="62555"/>
                  </a:cubicBezTo>
                  <a:cubicBezTo>
                    <a:pt x="15824" y="52483"/>
                    <a:pt x="18527" y="41874"/>
                    <a:pt x="17598" y="31813"/>
                  </a:cubicBezTo>
                  <a:cubicBezTo>
                    <a:pt x="16586" y="20645"/>
                    <a:pt x="8430" y="10906"/>
                    <a:pt x="5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9"/>
            <p:cNvSpPr/>
            <p:nvPr/>
          </p:nvSpPr>
          <p:spPr>
            <a:xfrm>
              <a:off x="2759250" y="846675"/>
              <a:ext cx="877225" cy="4012400"/>
            </a:xfrm>
            <a:custGeom>
              <a:avLst/>
              <a:gdLst/>
              <a:ahLst/>
              <a:cxnLst/>
              <a:rect l="l" t="t" r="r" b="b"/>
              <a:pathLst>
                <a:path w="35089" h="160496" extrusionOk="0">
                  <a:moveTo>
                    <a:pt x="11633" y="0"/>
                  </a:moveTo>
                  <a:cubicBezTo>
                    <a:pt x="13848" y="5965"/>
                    <a:pt x="18218" y="11025"/>
                    <a:pt x="22099" y="16669"/>
                  </a:cubicBezTo>
                  <a:cubicBezTo>
                    <a:pt x="25290" y="21312"/>
                    <a:pt x="28909" y="26980"/>
                    <a:pt x="26147" y="32302"/>
                  </a:cubicBezTo>
                  <a:cubicBezTo>
                    <a:pt x="23659" y="37076"/>
                    <a:pt x="18206" y="40398"/>
                    <a:pt x="15848" y="45434"/>
                  </a:cubicBezTo>
                  <a:cubicBezTo>
                    <a:pt x="13491" y="50482"/>
                    <a:pt x="12479" y="55828"/>
                    <a:pt x="11883" y="61138"/>
                  </a:cubicBezTo>
                  <a:cubicBezTo>
                    <a:pt x="10633" y="72390"/>
                    <a:pt x="11062" y="83665"/>
                    <a:pt x="12312" y="94905"/>
                  </a:cubicBezTo>
                  <a:cubicBezTo>
                    <a:pt x="13407" y="104727"/>
                    <a:pt x="16360" y="115645"/>
                    <a:pt x="14848" y="125504"/>
                  </a:cubicBezTo>
                  <a:cubicBezTo>
                    <a:pt x="13360" y="135159"/>
                    <a:pt x="1" y="142899"/>
                    <a:pt x="1001" y="152721"/>
                  </a:cubicBezTo>
                  <a:cubicBezTo>
                    <a:pt x="1346" y="156114"/>
                    <a:pt x="3740" y="158317"/>
                    <a:pt x="6383" y="160496"/>
                  </a:cubicBezTo>
                  <a:lnTo>
                    <a:pt x="10788" y="160496"/>
                  </a:lnTo>
                  <a:cubicBezTo>
                    <a:pt x="7788" y="158496"/>
                    <a:pt x="5025" y="156412"/>
                    <a:pt x="4454" y="152995"/>
                  </a:cubicBezTo>
                  <a:cubicBezTo>
                    <a:pt x="2847" y="143387"/>
                    <a:pt x="17336" y="135683"/>
                    <a:pt x="19039" y="126313"/>
                  </a:cubicBezTo>
                  <a:cubicBezTo>
                    <a:pt x="20861" y="116324"/>
                    <a:pt x="17706" y="105001"/>
                    <a:pt x="16622" y="95024"/>
                  </a:cubicBezTo>
                  <a:cubicBezTo>
                    <a:pt x="15396" y="83713"/>
                    <a:pt x="14884" y="72259"/>
                    <a:pt x="15955" y="60924"/>
                  </a:cubicBezTo>
                  <a:cubicBezTo>
                    <a:pt x="16467" y="55590"/>
                    <a:pt x="17408" y="50149"/>
                    <a:pt x="19980" y="45148"/>
                  </a:cubicBezTo>
                  <a:cubicBezTo>
                    <a:pt x="22659" y="39898"/>
                    <a:pt x="28635" y="37183"/>
                    <a:pt x="31719" y="32397"/>
                  </a:cubicBezTo>
                  <a:cubicBezTo>
                    <a:pt x="35089" y="27158"/>
                    <a:pt x="31326" y="21419"/>
                    <a:pt x="27993" y="16823"/>
                  </a:cubicBezTo>
                  <a:cubicBezTo>
                    <a:pt x="23873" y="11120"/>
                    <a:pt x="19134" y="6060"/>
                    <a:pt x="16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9"/>
            <p:cNvSpPr/>
            <p:nvPr/>
          </p:nvSpPr>
          <p:spPr>
            <a:xfrm>
              <a:off x="2656875" y="846675"/>
              <a:ext cx="697125" cy="4012400"/>
            </a:xfrm>
            <a:custGeom>
              <a:avLst/>
              <a:gdLst/>
              <a:ahLst/>
              <a:cxnLst/>
              <a:rect l="l" t="t" r="r" b="b"/>
              <a:pathLst>
                <a:path w="27885" h="160496" extrusionOk="0">
                  <a:moveTo>
                    <a:pt x="6394" y="0"/>
                  </a:moveTo>
                  <a:cubicBezTo>
                    <a:pt x="10418" y="10704"/>
                    <a:pt x="22432" y="21169"/>
                    <a:pt x="19622" y="32087"/>
                  </a:cubicBezTo>
                  <a:cubicBezTo>
                    <a:pt x="18395" y="36897"/>
                    <a:pt x="14681" y="41291"/>
                    <a:pt x="13192" y="46137"/>
                  </a:cubicBezTo>
                  <a:cubicBezTo>
                    <a:pt x="11621" y="51244"/>
                    <a:pt x="10811" y="56495"/>
                    <a:pt x="10323" y="61722"/>
                  </a:cubicBezTo>
                  <a:cubicBezTo>
                    <a:pt x="9299" y="72318"/>
                    <a:pt x="9561" y="83010"/>
                    <a:pt x="11109" y="93547"/>
                  </a:cubicBezTo>
                  <a:cubicBezTo>
                    <a:pt x="12418" y="102394"/>
                    <a:pt x="15216" y="111895"/>
                    <a:pt x="14097" y="120824"/>
                  </a:cubicBezTo>
                  <a:cubicBezTo>
                    <a:pt x="12740" y="131635"/>
                    <a:pt x="1262" y="140172"/>
                    <a:pt x="322" y="150971"/>
                  </a:cubicBezTo>
                  <a:cubicBezTo>
                    <a:pt x="0" y="154709"/>
                    <a:pt x="1500" y="157543"/>
                    <a:pt x="3501" y="160496"/>
                  </a:cubicBezTo>
                  <a:lnTo>
                    <a:pt x="7430" y="160496"/>
                  </a:lnTo>
                  <a:cubicBezTo>
                    <a:pt x="5060" y="158031"/>
                    <a:pt x="2989" y="155602"/>
                    <a:pt x="2905" y="152102"/>
                  </a:cubicBezTo>
                  <a:cubicBezTo>
                    <a:pt x="2655" y="141886"/>
                    <a:pt x="15133" y="133933"/>
                    <a:pt x="16550" y="123825"/>
                  </a:cubicBezTo>
                  <a:cubicBezTo>
                    <a:pt x="17883" y="114300"/>
                    <a:pt x="15026" y="103918"/>
                    <a:pt x="13835" y="94440"/>
                  </a:cubicBezTo>
                  <a:cubicBezTo>
                    <a:pt x="12466" y="83427"/>
                    <a:pt x="12168" y="72414"/>
                    <a:pt x="13395" y="61365"/>
                  </a:cubicBezTo>
                  <a:cubicBezTo>
                    <a:pt x="13978" y="56090"/>
                    <a:pt x="14931" y="50792"/>
                    <a:pt x="16979" y="45732"/>
                  </a:cubicBezTo>
                  <a:cubicBezTo>
                    <a:pt x="18979" y="40803"/>
                    <a:pt x="23765" y="36981"/>
                    <a:pt x="25706" y="32206"/>
                  </a:cubicBezTo>
                  <a:cubicBezTo>
                    <a:pt x="27885" y="26837"/>
                    <a:pt x="24444" y="21241"/>
                    <a:pt x="21372" y="16538"/>
                  </a:cubicBezTo>
                  <a:cubicBezTo>
                    <a:pt x="17705" y="10954"/>
                    <a:pt x="13680" y="5870"/>
                    <a:pt x="1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69"/>
            <p:cNvSpPr/>
            <p:nvPr/>
          </p:nvSpPr>
          <p:spPr>
            <a:xfrm>
              <a:off x="810800" y="846675"/>
              <a:ext cx="851325" cy="4012400"/>
            </a:xfrm>
            <a:custGeom>
              <a:avLst/>
              <a:gdLst/>
              <a:ahLst/>
              <a:cxnLst/>
              <a:rect l="l" t="t" r="r" b="b"/>
              <a:pathLst>
                <a:path w="34053" h="160496" extrusionOk="0">
                  <a:moveTo>
                    <a:pt x="15098" y="0"/>
                  </a:moveTo>
                  <a:cubicBezTo>
                    <a:pt x="12336" y="11275"/>
                    <a:pt x="4644" y="21395"/>
                    <a:pt x="2346" y="32802"/>
                  </a:cubicBezTo>
                  <a:cubicBezTo>
                    <a:pt x="1" y="44386"/>
                    <a:pt x="12431" y="51232"/>
                    <a:pt x="21396" y="58983"/>
                  </a:cubicBezTo>
                  <a:cubicBezTo>
                    <a:pt x="26337" y="63258"/>
                    <a:pt x="30897" y="68127"/>
                    <a:pt x="30278" y="74128"/>
                  </a:cubicBezTo>
                  <a:cubicBezTo>
                    <a:pt x="29707" y="79748"/>
                    <a:pt x="26242" y="85368"/>
                    <a:pt x="23325" y="90440"/>
                  </a:cubicBezTo>
                  <a:cubicBezTo>
                    <a:pt x="17753" y="100143"/>
                    <a:pt x="7406" y="111954"/>
                    <a:pt x="8526" y="123015"/>
                  </a:cubicBezTo>
                  <a:cubicBezTo>
                    <a:pt x="9573" y="133278"/>
                    <a:pt x="21396" y="140041"/>
                    <a:pt x="27040" y="148709"/>
                  </a:cubicBezTo>
                  <a:cubicBezTo>
                    <a:pt x="29778" y="152924"/>
                    <a:pt x="30409" y="156793"/>
                    <a:pt x="29623" y="160496"/>
                  </a:cubicBezTo>
                  <a:lnTo>
                    <a:pt x="31540" y="160496"/>
                  </a:lnTo>
                  <a:cubicBezTo>
                    <a:pt x="32112" y="156650"/>
                    <a:pt x="31659" y="152685"/>
                    <a:pt x="29790" y="148411"/>
                  </a:cubicBezTo>
                  <a:cubicBezTo>
                    <a:pt x="25671" y="138946"/>
                    <a:pt x="16979" y="130778"/>
                    <a:pt x="16348" y="120479"/>
                  </a:cubicBezTo>
                  <a:cubicBezTo>
                    <a:pt x="15729" y="110085"/>
                    <a:pt x="22670" y="99917"/>
                    <a:pt x="27087" y="90380"/>
                  </a:cubicBezTo>
                  <a:cubicBezTo>
                    <a:pt x="32290" y="79105"/>
                    <a:pt x="34053" y="70259"/>
                    <a:pt x="25385" y="59793"/>
                  </a:cubicBezTo>
                  <a:cubicBezTo>
                    <a:pt x="18181" y="51102"/>
                    <a:pt x="9395" y="43672"/>
                    <a:pt x="11026" y="32659"/>
                  </a:cubicBezTo>
                  <a:cubicBezTo>
                    <a:pt x="12693" y="21491"/>
                    <a:pt x="18574" y="11097"/>
                    <a:pt x="2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69"/>
            <p:cNvSpPr/>
            <p:nvPr/>
          </p:nvSpPr>
          <p:spPr>
            <a:xfrm>
              <a:off x="238125" y="2177175"/>
              <a:ext cx="303325" cy="2681900"/>
            </a:xfrm>
            <a:custGeom>
              <a:avLst/>
              <a:gdLst/>
              <a:ahLst/>
              <a:cxnLst/>
              <a:rect l="l" t="t" r="r" b="b"/>
              <a:pathLst>
                <a:path w="12133" h="107276" extrusionOk="0">
                  <a:moveTo>
                    <a:pt x="0" y="1"/>
                  </a:moveTo>
                  <a:lnTo>
                    <a:pt x="0" y="15181"/>
                  </a:lnTo>
                  <a:cubicBezTo>
                    <a:pt x="4227" y="31398"/>
                    <a:pt x="2869" y="48793"/>
                    <a:pt x="2238" y="65187"/>
                  </a:cubicBezTo>
                  <a:cubicBezTo>
                    <a:pt x="2036" y="70164"/>
                    <a:pt x="1119" y="75046"/>
                    <a:pt x="0" y="79915"/>
                  </a:cubicBezTo>
                  <a:lnTo>
                    <a:pt x="0" y="107276"/>
                  </a:lnTo>
                  <a:lnTo>
                    <a:pt x="1941" y="107276"/>
                  </a:lnTo>
                  <a:cubicBezTo>
                    <a:pt x="1798" y="102847"/>
                    <a:pt x="1941" y="98406"/>
                    <a:pt x="2596" y="93858"/>
                  </a:cubicBezTo>
                  <a:cubicBezTo>
                    <a:pt x="3881" y="84952"/>
                    <a:pt x="5977" y="75998"/>
                    <a:pt x="6477" y="67021"/>
                  </a:cubicBezTo>
                  <a:cubicBezTo>
                    <a:pt x="7560" y="47173"/>
                    <a:pt x="12132" y="25599"/>
                    <a:pt x="3155" y="6597"/>
                  </a:cubicBezTo>
                  <a:cubicBezTo>
                    <a:pt x="2107" y="4382"/>
                    <a:pt x="1024" y="219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9"/>
            <p:cNvSpPr/>
            <p:nvPr/>
          </p:nvSpPr>
          <p:spPr>
            <a:xfrm>
              <a:off x="7324425" y="4449475"/>
              <a:ext cx="57450" cy="311675"/>
            </a:xfrm>
            <a:custGeom>
              <a:avLst/>
              <a:gdLst/>
              <a:ahLst/>
              <a:cxnLst/>
              <a:rect l="l" t="t" r="r" b="b"/>
              <a:pathLst>
                <a:path w="2298" h="12467" extrusionOk="0">
                  <a:moveTo>
                    <a:pt x="2298" y="1"/>
                  </a:moveTo>
                  <a:cubicBezTo>
                    <a:pt x="845" y="2704"/>
                    <a:pt x="0" y="5478"/>
                    <a:pt x="441" y="8359"/>
                  </a:cubicBezTo>
                  <a:cubicBezTo>
                    <a:pt x="691" y="9943"/>
                    <a:pt x="1369" y="11276"/>
                    <a:pt x="2298" y="12467"/>
                  </a:cubicBez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69"/>
            <p:cNvSpPr/>
            <p:nvPr/>
          </p:nvSpPr>
          <p:spPr>
            <a:xfrm>
              <a:off x="7148500" y="846675"/>
              <a:ext cx="233375" cy="406025"/>
            </a:xfrm>
            <a:custGeom>
              <a:avLst/>
              <a:gdLst/>
              <a:ahLst/>
              <a:cxnLst/>
              <a:rect l="l" t="t" r="r" b="b"/>
              <a:pathLst>
                <a:path w="9335" h="16241" extrusionOk="0">
                  <a:moveTo>
                    <a:pt x="1" y="0"/>
                  </a:moveTo>
                  <a:cubicBezTo>
                    <a:pt x="2048" y="5441"/>
                    <a:pt x="6156" y="10835"/>
                    <a:pt x="9335" y="16240"/>
                  </a:cubicBezTo>
                  <a:lnTo>
                    <a:pt x="9335" y="8120"/>
                  </a:lnTo>
                  <a:cubicBezTo>
                    <a:pt x="7692" y="5501"/>
                    <a:pt x="6239" y="2846"/>
                    <a:pt x="5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7363700" y="2436750"/>
              <a:ext cx="18175" cy="605750"/>
            </a:xfrm>
            <a:custGeom>
              <a:avLst/>
              <a:gdLst/>
              <a:ahLst/>
              <a:cxnLst/>
              <a:rect l="l" t="t" r="r" b="b"/>
              <a:pathLst>
                <a:path w="727" h="24230" extrusionOk="0">
                  <a:moveTo>
                    <a:pt x="727" y="0"/>
                  </a:moveTo>
                  <a:cubicBezTo>
                    <a:pt x="1" y="8072"/>
                    <a:pt x="108" y="16157"/>
                    <a:pt x="727" y="24229"/>
                  </a:cubicBez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238125" y="846675"/>
              <a:ext cx="32750" cy="242900"/>
            </a:xfrm>
            <a:custGeom>
              <a:avLst/>
              <a:gdLst/>
              <a:ahLst/>
              <a:cxnLst/>
              <a:rect l="l" t="t" r="r" b="b"/>
              <a:pathLst>
                <a:path w="1310" h="9716" extrusionOk="0">
                  <a:moveTo>
                    <a:pt x="0" y="0"/>
                  </a:moveTo>
                  <a:lnTo>
                    <a:pt x="0" y="9715"/>
                  </a:lnTo>
                  <a:cubicBezTo>
                    <a:pt x="1060" y="6691"/>
                    <a:pt x="1310" y="3536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230375" y="846675"/>
              <a:ext cx="606650" cy="4012400"/>
            </a:xfrm>
            <a:custGeom>
              <a:avLst/>
              <a:gdLst/>
              <a:ahLst/>
              <a:cxnLst/>
              <a:rect l="l" t="t" r="r" b="b"/>
              <a:pathLst>
                <a:path w="24266" h="160496" extrusionOk="0">
                  <a:moveTo>
                    <a:pt x="13085" y="0"/>
                  </a:moveTo>
                  <a:cubicBezTo>
                    <a:pt x="15133" y="9823"/>
                    <a:pt x="7251" y="16847"/>
                    <a:pt x="1870" y="26277"/>
                  </a:cubicBezTo>
                  <a:cubicBezTo>
                    <a:pt x="1263" y="27349"/>
                    <a:pt x="739" y="28468"/>
                    <a:pt x="310" y="29635"/>
                  </a:cubicBezTo>
                  <a:lnTo>
                    <a:pt x="310" y="42600"/>
                  </a:lnTo>
                  <a:cubicBezTo>
                    <a:pt x="2191" y="48577"/>
                    <a:pt x="6120" y="54400"/>
                    <a:pt x="9466" y="60424"/>
                  </a:cubicBezTo>
                  <a:cubicBezTo>
                    <a:pt x="20265" y="79772"/>
                    <a:pt x="10299" y="100060"/>
                    <a:pt x="9537" y="120205"/>
                  </a:cubicBezTo>
                  <a:cubicBezTo>
                    <a:pt x="9037" y="133647"/>
                    <a:pt x="9144" y="147066"/>
                    <a:pt x="9264" y="160496"/>
                  </a:cubicBezTo>
                  <a:lnTo>
                    <a:pt x="19765" y="160496"/>
                  </a:lnTo>
                  <a:cubicBezTo>
                    <a:pt x="19967" y="155972"/>
                    <a:pt x="19646" y="151459"/>
                    <a:pt x="18455" y="146982"/>
                  </a:cubicBezTo>
                  <a:cubicBezTo>
                    <a:pt x="16241" y="138672"/>
                    <a:pt x="12288" y="130873"/>
                    <a:pt x="12395" y="122265"/>
                  </a:cubicBezTo>
                  <a:cubicBezTo>
                    <a:pt x="12538" y="111633"/>
                    <a:pt x="17526" y="101417"/>
                    <a:pt x="20896" y="91214"/>
                  </a:cubicBezTo>
                  <a:cubicBezTo>
                    <a:pt x="22551" y="86189"/>
                    <a:pt x="24194" y="80974"/>
                    <a:pt x="24230" y="75771"/>
                  </a:cubicBezTo>
                  <a:cubicBezTo>
                    <a:pt x="24265" y="69401"/>
                    <a:pt x="20539" y="63925"/>
                    <a:pt x="16419" y="58579"/>
                  </a:cubicBezTo>
                  <a:cubicBezTo>
                    <a:pt x="9133" y="49077"/>
                    <a:pt x="0" y="40124"/>
                    <a:pt x="5263" y="28670"/>
                  </a:cubicBezTo>
                  <a:cubicBezTo>
                    <a:pt x="9918" y="18490"/>
                    <a:pt x="18646" y="10585"/>
                    <a:pt x="1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69"/>
            <p:cNvSpPr/>
            <p:nvPr/>
          </p:nvSpPr>
          <p:spPr>
            <a:xfrm>
              <a:off x="315500" y="846675"/>
              <a:ext cx="942700" cy="4012400"/>
            </a:xfrm>
            <a:custGeom>
              <a:avLst/>
              <a:gdLst/>
              <a:ahLst/>
              <a:cxnLst/>
              <a:rect l="l" t="t" r="r" b="b"/>
              <a:pathLst>
                <a:path w="37708" h="160496" extrusionOk="0">
                  <a:moveTo>
                    <a:pt x="17896" y="0"/>
                  </a:moveTo>
                  <a:cubicBezTo>
                    <a:pt x="17800" y="10942"/>
                    <a:pt x="8871" y="19431"/>
                    <a:pt x="4644" y="30004"/>
                  </a:cubicBezTo>
                  <a:cubicBezTo>
                    <a:pt x="1" y="41577"/>
                    <a:pt x="10716" y="49673"/>
                    <a:pt x="19003" y="58376"/>
                  </a:cubicBezTo>
                  <a:cubicBezTo>
                    <a:pt x="23599" y="63186"/>
                    <a:pt x="28195" y="68449"/>
                    <a:pt x="28016" y="74652"/>
                  </a:cubicBezTo>
                  <a:cubicBezTo>
                    <a:pt x="27873" y="80153"/>
                    <a:pt x="25349" y="85737"/>
                    <a:pt x="23111" y="90892"/>
                  </a:cubicBezTo>
                  <a:cubicBezTo>
                    <a:pt x="18622" y="101239"/>
                    <a:pt x="10788" y="112609"/>
                    <a:pt x="10978" y="123765"/>
                  </a:cubicBezTo>
                  <a:cubicBezTo>
                    <a:pt x="11133" y="132552"/>
                    <a:pt x="18253" y="139565"/>
                    <a:pt x="22277" y="147423"/>
                  </a:cubicBezTo>
                  <a:cubicBezTo>
                    <a:pt x="24551" y="151876"/>
                    <a:pt x="25135" y="156186"/>
                    <a:pt x="24682" y="160496"/>
                  </a:cubicBezTo>
                  <a:lnTo>
                    <a:pt x="35243" y="160496"/>
                  </a:lnTo>
                  <a:cubicBezTo>
                    <a:pt x="35922" y="156876"/>
                    <a:pt x="35279" y="153162"/>
                    <a:pt x="32445" y="149268"/>
                  </a:cubicBezTo>
                  <a:cubicBezTo>
                    <a:pt x="26861" y="141577"/>
                    <a:pt x="15395" y="135671"/>
                    <a:pt x="14074" y="126361"/>
                  </a:cubicBezTo>
                  <a:cubicBezTo>
                    <a:pt x="12466" y="115002"/>
                    <a:pt x="23944" y="101798"/>
                    <a:pt x="29528" y="91797"/>
                  </a:cubicBezTo>
                  <a:cubicBezTo>
                    <a:pt x="32600" y="86308"/>
                    <a:pt x="36077" y="80379"/>
                    <a:pt x="36874" y="74342"/>
                  </a:cubicBezTo>
                  <a:cubicBezTo>
                    <a:pt x="37708" y="68068"/>
                    <a:pt x="32648" y="63127"/>
                    <a:pt x="27433" y="58745"/>
                  </a:cubicBezTo>
                  <a:cubicBezTo>
                    <a:pt x="18158" y="50971"/>
                    <a:pt x="4716" y="43827"/>
                    <a:pt x="8383" y="31956"/>
                  </a:cubicBezTo>
                  <a:cubicBezTo>
                    <a:pt x="11859" y="20693"/>
                    <a:pt x="21194" y="11442"/>
                    <a:pt x="22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69"/>
            <p:cNvSpPr/>
            <p:nvPr/>
          </p:nvSpPr>
          <p:spPr>
            <a:xfrm>
              <a:off x="520875" y="846675"/>
              <a:ext cx="1005225" cy="4012400"/>
            </a:xfrm>
            <a:custGeom>
              <a:avLst/>
              <a:gdLst/>
              <a:ahLst/>
              <a:cxnLst/>
              <a:rect l="l" t="t" r="r" b="b"/>
              <a:pathLst>
                <a:path w="40209" h="160496" extrusionOk="0">
                  <a:moveTo>
                    <a:pt x="17682" y="0"/>
                  </a:moveTo>
                  <a:cubicBezTo>
                    <a:pt x="15384" y="11525"/>
                    <a:pt x="6049" y="21122"/>
                    <a:pt x="3097" y="32659"/>
                  </a:cubicBezTo>
                  <a:cubicBezTo>
                    <a:pt x="1" y="44767"/>
                    <a:pt x="14217" y="51209"/>
                    <a:pt x="24075" y="58591"/>
                  </a:cubicBezTo>
                  <a:cubicBezTo>
                    <a:pt x="29576" y="62710"/>
                    <a:pt x="34827" y="67461"/>
                    <a:pt x="33934" y="73759"/>
                  </a:cubicBezTo>
                  <a:cubicBezTo>
                    <a:pt x="33065" y="79903"/>
                    <a:pt x="29112" y="85927"/>
                    <a:pt x="25718" y="91428"/>
                  </a:cubicBezTo>
                  <a:cubicBezTo>
                    <a:pt x="19634" y="101322"/>
                    <a:pt x="6585" y="115014"/>
                    <a:pt x="8371" y="126551"/>
                  </a:cubicBezTo>
                  <a:cubicBezTo>
                    <a:pt x="9895" y="136362"/>
                    <a:pt x="23373" y="141708"/>
                    <a:pt x="29826" y="149364"/>
                  </a:cubicBezTo>
                  <a:cubicBezTo>
                    <a:pt x="33112" y="153257"/>
                    <a:pt x="33874" y="156948"/>
                    <a:pt x="33088" y="160496"/>
                  </a:cubicBezTo>
                  <a:lnTo>
                    <a:pt x="38863" y="160496"/>
                  </a:lnTo>
                  <a:cubicBezTo>
                    <a:pt x="39708" y="156865"/>
                    <a:pt x="38958" y="153066"/>
                    <a:pt x="35720" y="149018"/>
                  </a:cubicBezTo>
                  <a:cubicBezTo>
                    <a:pt x="29231" y="140898"/>
                    <a:pt x="15574" y="135255"/>
                    <a:pt x="14229" y="124992"/>
                  </a:cubicBezTo>
                  <a:cubicBezTo>
                    <a:pt x="12729" y="113502"/>
                    <a:pt x="25242" y="100572"/>
                    <a:pt x="31410" y="90761"/>
                  </a:cubicBezTo>
                  <a:cubicBezTo>
                    <a:pt x="34731" y="85475"/>
                    <a:pt x="38780" y="79569"/>
                    <a:pt x="39482" y="73616"/>
                  </a:cubicBezTo>
                  <a:cubicBezTo>
                    <a:pt x="40208" y="67389"/>
                    <a:pt x="35184" y="62686"/>
                    <a:pt x="29695" y="58591"/>
                  </a:cubicBezTo>
                  <a:cubicBezTo>
                    <a:pt x="19872" y="51256"/>
                    <a:pt x="5799" y="44922"/>
                    <a:pt x="8395" y="32861"/>
                  </a:cubicBezTo>
                  <a:cubicBezTo>
                    <a:pt x="10895" y="21312"/>
                    <a:pt x="19658" y="11394"/>
                    <a:pt x="22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69"/>
            <p:cNvSpPr/>
            <p:nvPr/>
          </p:nvSpPr>
          <p:spPr>
            <a:xfrm>
              <a:off x="2967625" y="846675"/>
              <a:ext cx="816500" cy="4012400"/>
            </a:xfrm>
            <a:custGeom>
              <a:avLst/>
              <a:gdLst/>
              <a:ahLst/>
              <a:cxnLst/>
              <a:rect l="l" t="t" r="r" b="b"/>
              <a:pathLst>
                <a:path w="32660" h="160496" extrusionOk="0">
                  <a:moveTo>
                    <a:pt x="12335" y="0"/>
                  </a:moveTo>
                  <a:cubicBezTo>
                    <a:pt x="14550" y="5917"/>
                    <a:pt x="18765" y="11037"/>
                    <a:pt x="22456" y="16693"/>
                  </a:cubicBezTo>
                  <a:cubicBezTo>
                    <a:pt x="25515" y="21395"/>
                    <a:pt x="28861" y="27063"/>
                    <a:pt x="26063" y="32337"/>
                  </a:cubicBezTo>
                  <a:cubicBezTo>
                    <a:pt x="23539" y="37124"/>
                    <a:pt x="18241" y="40326"/>
                    <a:pt x="16050" y="45470"/>
                  </a:cubicBezTo>
                  <a:cubicBezTo>
                    <a:pt x="13895" y="50530"/>
                    <a:pt x="13145" y="55900"/>
                    <a:pt x="12573" y="61186"/>
                  </a:cubicBezTo>
                  <a:cubicBezTo>
                    <a:pt x="11347" y="72390"/>
                    <a:pt x="9918" y="83177"/>
                    <a:pt x="11978" y="94381"/>
                  </a:cubicBezTo>
                  <a:cubicBezTo>
                    <a:pt x="13835" y="104501"/>
                    <a:pt x="17336" y="115514"/>
                    <a:pt x="14752" y="125742"/>
                  </a:cubicBezTo>
                  <a:cubicBezTo>
                    <a:pt x="12466" y="134790"/>
                    <a:pt x="0" y="142982"/>
                    <a:pt x="1453" y="152471"/>
                  </a:cubicBezTo>
                  <a:cubicBezTo>
                    <a:pt x="1989" y="155983"/>
                    <a:pt x="4656" y="158222"/>
                    <a:pt x="7477" y="160496"/>
                  </a:cubicBezTo>
                  <a:lnTo>
                    <a:pt x="15157" y="160496"/>
                  </a:lnTo>
                  <a:cubicBezTo>
                    <a:pt x="12466" y="157531"/>
                    <a:pt x="9621" y="154864"/>
                    <a:pt x="9073" y="150923"/>
                  </a:cubicBezTo>
                  <a:cubicBezTo>
                    <a:pt x="7763" y="141434"/>
                    <a:pt x="17598" y="132790"/>
                    <a:pt x="20455" y="123908"/>
                  </a:cubicBezTo>
                  <a:cubicBezTo>
                    <a:pt x="23872" y="113252"/>
                    <a:pt x="19967" y="103465"/>
                    <a:pt x="16633" y="93154"/>
                  </a:cubicBezTo>
                  <a:cubicBezTo>
                    <a:pt x="13073" y="82141"/>
                    <a:pt x="17074" y="72640"/>
                    <a:pt x="18276" y="61603"/>
                  </a:cubicBezTo>
                  <a:cubicBezTo>
                    <a:pt x="18848" y="56388"/>
                    <a:pt x="19229" y="51102"/>
                    <a:pt x="20729" y="45970"/>
                  </a:cubicBezTo>
                  <a:cubicBezTo>
                    <a:pt x="22229" y="40850"/>
                    <a:pt x="26385" y="37136"/>
                    <a:pt x="28373" y="32313"/>
                  </a:cubicBezTo>
                  <a:cubicBezTo>
                    <a:pt x="32659" y="21860"/>
                    <a:pt x="21563" y="10549"/>
                    <a:pt x="1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69"/>
            <p:cNvSpPr/>
            <p:nvPr/>
          </p:nvSpPr>
          <p:spPr>
            <a:xfrm>
              <a:off x="238125" y="846675"/>
              <a:ext cx="296475" cy="579550"/>
            </a:xfrm>
            <a:custGeom>
              <a:avLst/>
              <a:gdLst/>
              <a:ahLst/>
              <a:cxnLst/>
              <a:rect l="l" t="t" r="r" b="b"/>
              <a:pathLst>
                <a:path w="11859" h="23182" extrusionOk="0">
                  <a:moveTo>
                    <a:pt x="4655" y="0"/>
                  </a:moveTo>
                  <a:cubicBezTo>
                    <a:pt x="7239" y="6691"/>
                    <a:pt x="4322" y="11751"/>
                    <a:pt x="0" y="17431"/>
                  </a:cubicBezTo>
                  <a:lnTo>
                    <a:pt x="0" y="23181"/>
                  </a:lnTo>
                  <a:cubicBezTo>
                    <a:pt x="5644" y="15026"/>
                    <a:pt x="11859" y="8787"/>
                    <a:pt x="9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69"/>
            <p:cNvSpPr/>
            <p:nvPr/>
          </p:nvSpPr>
          <p:spPr>
            <a:xfrm>
              <a:off x="1916300" y="846675"/>
              <a:ext cx="675400" cy="4012400"/>
            </a:xfrm>
            <a:custGeom>
              <a:avLst/>
              <a:gdLst/>
              <a:ahLst/>
              <a:cxnLst/>
              <a:rect l="l" t="t" r="r" b="b"/>
              <a:pathLst>
                <a:path w="27016" h="160496" extrusionOk="0">
                  <a:moveTo>
                    <a:pt x="7882" y="0"/>
                  </a:moveTo>
                  <a:cubicBezTo>
                    <a:pt x="10430" y="13323"/>
                    <a:pt x="18693" y="25575"/>
                    <a:pt x="20967" y="38981"/>
                  </a:cubicBezTo>
                  <a:cubicBezTo>
                    <a:pt x="22634" y="48875"/>
                    <a:pt x="16645" y="56078"/>
                    <a:pt x="11514" y="64651"/>
                  </a:cubicBezTo>
                  <a:cubicBezTo>
                    <a:pt x="0" y="83867"/>
                    <a:pt x="19277" y="99072"/>
                    <a:pt x="18586" y="118193"/>
                  </a:cubicBezTo>
                  <a:cubicBezTo>
                    <a:pt x="18193" y="128849"/>
                    <a:pt x="11942" y="138862"/>
                    <a:pt x="8930" y="149125"/>
                  </a:cubicBezTo>
                  <a:cubicBezTo>
                    <a:pt x="7751" y="153150"/>
                    <a:pt x="7430" y="156876"/>
                    <a:pt x="7811" y="160496"/>
                  </a:cubicBezTo>
                  <a:lnTo>
                    <a:pt x="13395" y="160496"/>
                  </a:lnTo>
                  <a:cubicBezTo>
                    <a:pt x="12883" y="156853"/>
                    <a:pt x="13252" y="153007"/>
                    <a:pt x="14693" y="148685"/>
                  </a:cubicBezTo>
                  <a:cubicBezTo>
                    <a:pt x="18312" y="137767"/>
                    <a:pt x="25468" y="127170"/>
                    <a:pt x="26254" y="115764"/>
                  </a:cubicBezTo>
                  <a:cubicBezTo>
                    <a:pt x="26825" y="107561"/>
                    <a:pt x="23396" y="99881"/>
                    <a:pt x="20884" y="92023"/>
                  </a:cubicBezTo>
                  <a:cubicBezTo>
                    <a:pt x="17788" y="82355"/>
                    <a:pt x="17931" y="73128"/>
                    <a:pt x="20586" y="63413"/>
                  </a:cubicBezTo>
                  <a:cubicBezTo>
                    <a:pt x="23182" y="53923"/>
                    <a:pt x="27016" y="44529"/>
                    <a:pt x="25373" y="34707"/>
                  </a:cubicBezTo>
                  <a:cubicBezTo>
                    <a:pt x="23372" y="22705"/>
                    <a:pt x="15633" y="11894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69"/>
            <p:cNvSpPr/>
            <p:nvPr/>
          </p:nvSpPr>
          <p:spPr>
            <a:xfrm>
              <a:off x="5962350" y="846675"/>
              <a:ext cx="304825" cy="4012400"/>
            </a:xfrm>
            <a:custGeom>
              <a:avLst/>
              <a:gdLst/>
              <a:ahLst/>
              <a:cxnLst/>
              <a:rect l="l" t="t" r="r" b="b"/>
              <a:pathLst>
                <a:path w="12193" h="160496" extrusionOk="0">
                  <a:moveTo>
                    <a:pt x="1417" y="0"/>
                  </a:moveTo>
                  <a:cubicBezTo>
                    <a:pt x="1274" y="10775"/>
                    <a:pt x="12" y="21515"/>
                    <a:pt x="0" y="32290"/>
                  </a:cubicBezTo>
                  <a:cubicBezTo>
                    <a:pt x="0" y="42303"/>
                    <a:pt x="941" y="51983"/>
                    <a:pt x="2131" y="61936"/>
                  </a:cubicBezTo>
                  <a:cubicBezTo>
                    <a:pt x="2179" y="62401"/>
                    <a:pt x="2227" y="62865"/>
                    <a:pt x="2274" y="63341"/>
                  </a:cubicBezTo>
                  <a:lnTo>
                    <a:pt x="2274" y="91059"/>
                  </a:lnTo>
                  <a:cubicBezTo>
                    <a:pt x="1703" y="100000"/>
                    <a:pt x="917" y="108942"/>
                    <a:pt x="941" y="117907"/>
                  </a:cubicBezTo>
                  <a:cubicBezTo>
                    <a:pt x="965" y="127849"/>
                    <a:pt x="1762" y="137731"/>
                    <a:pt x="2274" y="147613"/>
                  </a:cubicBezTo>
                  <a:lnTo>
                    <a:pt x="2274" y="160496"/>
                  </a:lnTo>
                  <a:lnTo>
                    <a:pt x="5941" y="160496"/>
                  </a:lnTo>
                  <a:cubicBezTo>
                    <a:pt x="5787" y="156769"/>
                    <a:pt x="5894" y="153031"/>
                    <a:pt x="6275" y="149328"/>
                  </a:cubicBezTo>
                  <a:cubicBezTo>
                    <a:pt x="7322" y="139458"/>
                    <a:pt x="9561" y="129659"/>
                    <a:pt x="9692" y="119741"/>
                  </a:cubicBezTo>
                  <a:cubicBezTo>
                    <a:pt x="9930" y="100643"/>
                    <a:pt x="679" y="82617"/>
                    <a:pt x="6382" y="63496"/>
                  </a:cubicBezTo>
                  <a:cubicBezTo>
                    <a:pt x="9132" y="54257"/>
                    <a:pt x="12192" y="45720"/>
                    <a:pt x="11525" y="36112"/>
                  </a:cubicBezTo>
                  <a:cubicBezTo>
                    <a:pt x="10680" y="23979"/>
                    <a:pt x="7025" y="12109"/>
                    <a:pt x="5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69"/>
            <p:cNvSpPr/>
            <p:nvPr/>
          </p:nvSpPr>
          <p:spPr>
            <a:xfrm>
              <a:off x="5914425" y="846675"/>
              <a:ext cx="813800" cy="4012400"/>
            </a:xfrm>
            <a:custGeom>
              <a:avLst/>
              <a:gdLst/>
              <a:ahLst/>
              <a:cxnLst/>
              <a:rect l="l" t="t" r="r" b="b"/>
              <a:pathLst>
                <a:path w="32552" h="160496" extrusionOk="0">
                  <a:moveTo>
                    <a:pt x="12228" y="0"/>
                  </a:moveTo>
                  <a:cubicBezTo>
                    <a:pt x="14633" y="13680"/>
                    <a:pt x="21574" y="26634"/>
                    <a:pt x="23789" y="40350"/>
                  </a:cubicBezTo>
                  <a:cubicBezTo>
                    <a:pt x="25396" y="50363"/>
                    <a:pt x="19134" y="56674"/>
                    <a:pt x="13216" y="64948"/>
                  </a:cubicBezTo>
                  <a:cubicBezTo>
                    <a:pt x="0" y="83463"/>
                    <a:pt x="20491" y="100774"/>
                    <a:pt x="20015" y="119741"/>
                  </a:cubicBezTo>
                  <a:cubicBezTo>
                    <a:pt x="19765" y="129778"/>
                    <a:pt x="15133" y="139505"/>
                    <a:pt x="12978" y="149328"/>
                  </a:cubicBezTo>
                  <a:cubicBezTo>
                    <a:pt x="12168" y="152983"/>
                    <a:pt x="11835" y="156745"/>
                    <a:pt x="11978" y="160496"/>
                  </a:cubicBezTo>
                  <a:lnTo>
                    <a:pt x="16990" y="160496"/>
                  </a:lnTo>
                  <a:cubicBezTo>
                    <a:pt x="16740" y="156734"/>
                    <a:pt x="17109" y="152971"/>
                    <a:pt x="18086" y="149328"/>
                  </a:cubicBezTo>
                  <a:cubicBezTo>
                    <a:pt x="20693" y="139398"/>
                    <a:pt x="26408" y="129766"/>
                    <a:pt x="26658" y="119515"/>
                  </a:cubicBezTo>
                  <a:cubicBezTo>
                    <a:pt x="27123" y="100786"/>
                    <a:pt x="3453" y="83296"/>
                    <a:pt x="18776" y="65282"/>
                  </a:cubicBezTo>
                  <a:cubicBezTo>
                    <a:pt x="25587" y="57269"/>
                    <a:pt x="32552" y="51625"/>
                    <a:pt x="30802" y="41315"/>
                  </a:cubicBezTo>
                  <a:cubicBezTo>
                    <a:pt x="28409" y="27158"/>
                    <a:pt x="19824" y="14109"/>
                    <a:pt x="17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69"/>
            <p:cNvSpPr/>
            <p:nvPr/>
          </p:nvSpPr>
          <p:spPr>
            <a:xfrm>
              <a:off x="6247800" y="846675"/>
              <a:ext cx="675400" cy="4012400"/>
            </a:xfrm>
            <a:custGeom>
              <a:avLst/>
              <a:gdLst/>
              <a:ahLst/>
              <a:cxnLst/>
              <a:rect l="l" t="t" r="r" b="b"/>
              <a:pathLst>
                <a:path w="27016" h="160496" extrusionOk="0">
                  <a:moveTo>
                    <a:pt x="7882" y="0"/>
                  </a:moveTo>
                  <a:cubicBezTo>
                    <a:pt x="10418" y="13323"/>
                    <a:pt x="18693" y="25575"/>
                    <a:pt x="20967" y="38981"/>
                  </a:cubicBezTo>
                  <a:cubicBezTo>
                    <a:pt x="22634" y="48875"/>
                    <a:pt x="16645" y="56078"/>
                    <a:pt x="11514" y="64651"/>
                  </a:cubicBezTo>
                  <a:cubicBezTo>
                    <a:pt x="0" y="83867"/>
                    <a:pt x="19276" y="99072"/>
                    <a:pt x="18586" y="118193"/>
                  </a:cubicBezTo>
                  <a:cubicBezTo>
                    <a:pt x="18193" y="128849"/>
                    <a:pt x="11942" y="138862"/>
                    <a:pt x="8942" y="149125"/>
                  </a:cubicBezTo>
                  <a:cubicBezTo>
                    <a:pt x="7751" y="153150"/>
                    <a:pt x="7430" y="156876"/>
                    <a:pt x="7811" y="160496"/>
                  </a:cubicBezTo>
                  <a:lnTo>
                    <a:pt x="13383" y="160496"/>
                  </a:lnTo>
                  <a:cubicBezTo>
                    <a:pt x="12871" y="156853"/>
                    <a:pt x="13252" y="153007"/>
                    <a:pt x="14681" y="148685"/>
                  </a:cubicBezTo>
                  <a:cubicBezTo>
                    <a:pt x="18324" y="137767"/>
                    <a:pt x="25480" y="127170"/>
                    <a:pt x="26253" y="115764"/>
                  </a:cubicBezTo>
                  <a:cubicBezTo>
                    <a:pt x="26825" y="107561"/>
                    <a:pt x="23396" y="99881"/>
                    <a:pt x="20884" y="92023"/>
                  </a:cubicBezTo>
                  <a:cubicBezTo>
                    <a:pt x="17800" y="82355"/>
                    <a:pt x="17931" y="73128"/>
                    <a:pt x="20586" y="63413"/>
                  </a:cubicBezTo>
                  <a:cubicBezTo>
                    <a:pt x="23194" y="53923"/>
                    <a:pt x="27015" y="44529"/>
                    <a:pt x="25372" y="34707"/>
                  </a:cubicBezTo>
                  <a:cubicBezTo>
                    <a:pt x="23372" y="22705"/>
                    <a:pt x="15633" y="11894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69"/>
            <p:cNvSpPr/>
            <p:nvPr/>
          </p:nvSpPr>
          <p:spPr>
            <a:xfrm>
              <a:off x="3312300" y="846675"/>
              <a:ext cx="545925" cy="4012400"/>
            </a:xfrm>
            <a:custGeom>
              <a:avLst/>
              <a:gdLst/>
              <a:ahLst/>
              <a:cxnLst/>
              <a:rect l="l" t="t" r="r" b="b"/>
              <a:pathLst>
                <a:path w="21837" h="160496" extrusionOk="0">
                  <a:moveTo>
                    <a:pt x="7526" y="0"/>
                  </a:moveTo>
                  <a:cubicBezTo>
                    <a:pt x="10562" y="10644"/>
                    <a:pt x="19360" y="21729"/>
                    <a:pt x="15765" y="32313"/>
                  </a:cubicBezTo>
                  <a:cubicBezTo>
                    <a:pt x="14110" y="37195"/>
                    <a:pt x="10907" y="41231"/>
                    <a:pt x="9954" y="46363"/>
                  </a:cubicBezTo>
                  <a:cubicBezTo>
                    <a:pt x="8990" y="51530"/>
                    <a:pt x="8907" y="56757"/>
                    <a:pt x="8383" y="61936"/>
                  </a:cubicBezTo>
                  <a:cubicBezTo>
                    <a:pt x="7764" y="68044"/>
                    <a:pt x="5073" y="73390"/>
                    <a:pt x="3787" y="79284"/>
                  </a:cubicBezTo>
                  <a:cubicBezTo>
                    <a:pt x="2823" y="83760"/>
                    <a:pt x="4335" y="87892"/>
                    <a:pt x="6252" y="92083"/>
                  </a:cubicBezTo>
                  <a:cubicBezTo>
                    <a:pt x="10955" y="102394"/>
                    <a:pt x="15276" y="111097"/>
                    <a:pt x="11074" y="122075"/>
                  </a:cubicBezTo>
                  <a:cubicBezTo>
                    <a:pt x="7704" y="130873"/>
                    <a:pt x="1" y="139934"/>
                    <a:pt x="1227" y="149411"/>
                  </a:cubicBezTo>
                  <a:cubicBezTo>
                    <a:pt x="1775" y="153686"/>
                    <a:pt x="4632" y="156865"/>
                    <a:pt x="7061" y="160496"/>
                  </a:cubicBezTo>
                  <a:lnTo>
                    <a:pt x="12717" y="160496"/>
                  </a:lnTo>
                  <a:cubicBezTo>
                    <a:pt x="10895" y="156162"/>
                    <a:pt x="9192" y="151840"/>
                    <a:pt x="8680" y="147447"/>
                  </a:cubicBezTo>
                  <a:cubicBezTo>
                    <a:pt x="7573" y="137910"/>
                    <a:pt x="12633" y="128504"/>
                    <a:pt x="16622" y="119681"/>
                  </a:cubicBezTo>
                  <a:cubicBezTo>
                    <a:pt x="21837" y="108168"/>
                    <a:pt x="17051" y="100965"/>
                    <a:pt x="10478" y="90714"/>
                  </a:cubicBezTo>
                  <a:cubicBezTo>
                    <a:pt x="8061" y="86951"/>
                    <a:pt x="6073" y="83558"/>
                    <a:pt x="7311" y="79295"/>
                  </a:cubicBezTo>
                  <a:cubicBezTo>
                    <a:pt x="8097" y="76605"/>
                    <a:pt x="10454" y="74057"/>
                    <a:pt x="11407" y="71330"/>
                  </a:cubicBezTo>
                  <a:cubicBezTo>
                    <a:pt x="12431" y="68401"/>
                    <a:pt x="12907" y="65389"/>
                    <a:pt x="13181" y="62365"/>
                  </a:cubicBezTo>
                  <a:cubicBezTo>
                    <a:pt x="13645" y="57209"/>
                    <a:pt x="13324" y="52030"/>
                    <a:pt x="13610" y="46863"/>
                  </a:cubicBezTo>
                  <a:cubicBezTo>
                    <a:pt x="13883" y="41708"/>
                    <a:pt x="15872" y="37314"/>
                    <a:pt x="17146" y="32325"/>
                  </a:cubicBezTo>
                  <a:cubicBezTo>
                    <a:pt x="19860" y="21646"/>
                    <a:pt x="14003" y="10728"/>
                    <a:pt x="12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5142600" y="846675"/>
              <a:ext cx="851325" cy="4012400"/>
            </a:xfrm>
            <a:custGeom>
              <a:avLst/>
              <a:gdLst/>
              <a:ahLst/>
              <a:cxnLst/>
              <a:rect l="l" t="t" r="r" b="b"/>
              <a:pathLst>
                <a:path w="34053" h="160496" extrusionOk="0">
                  <a:moveTo>
                    <a:pt x="15097" y="0"/>
                  </a:moveTo>
                  <a:cubicBezTo>
                    <a:pt x="12335" y="11275"/>
                    <a:pt x="4644" y="21395"/>
                    <a:pt x="2346" y="32802"/>
                  </a:cubicBezTo>
                  <a:cubicBezTo>
                    <a:pt x="0" y="44386"/>
                    <a:pt x="12430" y="51221"/>
                    <a:pt x="21396" y="58983"/>
                  </a:cubicBezTo>
                  <a:cubicBezTo>
                    <a:pt x="26337" y="63258"/>
                    <a:pt x="30897" y="68127"/>
                    <a:pt x="30278" y="74128"/>
                  </a:cubicBezTo>
                  <a:cubicBezTo>
                    <a:pt x="29694" y="79748"/>
                    <a:pt x="26242" y="85368"/>
                    <a:pt x="23325" y="90440"/>
                  </a:cubicBezTo>
                  <a:cubicBezTo>
                    <a:pt x="17753" y="100143"/>
                    <a:pt x="7394" y="111954"/>
                    <a:pt x="8525" y="123015"/>
                  </a:cubicBezTo>
                  <a:cubicBezTo>
                    <a:pt x="9561" y="133278"/>
                    <a:pt x="21396" y="140041"/>
                    <a:pt x="27027" y="148709"/>
                  </a:cubicBezTo>
                  <a:cubicBezTo>
                    <a:pt x="29766" y="152924"/>
                    <a:pt x="30409" y="156793"/>
                    <a:pt x="29623" y="160496"/>
                  </a:cubicBezTo>
                  <a:lnTo>
                    <a:pt x="31528" y="160496"/>
                  </a:lnTo>
                  <a:cubicBezTo>
                    <a:pt x="32100" y="156650"/>
                    <a:pt x="31647" y="152685"/>
                    <a:pt x="29790" y="148411"/>
                  </a:cubicBezTo>
                  <a:cubicBezTo>
                    <a:pt x="25658" y="138946"/>
                    <a:pt x="16967" y="130778"/>
                    <a:pt x="16348" y="120479"/>
                  </a:cubicBezTo>
                  <a:cubicBezTo>
                    <a:pt x="15728" y="110085"/>
                    <a:pt x="22682" y="99917"/>
                    <a:pt x="27087" y="90380"/>
                  </a:cubicBezTo>
                  <a:cubicBezTo>
                    <a:pt x="32290" y="79105"/>
                    <a:pt x="34052" y="70259"/>
                    <a:pt x="25384" y="59793"/>
                  </a:cubicBezTo>
                  <a:cubicBezTo>
                    <a:pt x="18181" y="51102"/>
                    <a:pt x="9394" y="43672"/>
                    <a:pt x="11037" y="32659"/>
                  </a:cubicBezTo>
                  <a:cubicBezTo>
                    <a:pt x="12692" y="21491"/>
                    <a:pt x="18574" y="11085"/>
                    <a:pt x="2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6988650" y="1859000"/>
              <a:ext cx="393525" cy="2999775"/>
            </a:xfrm>
            <a:custGeom>
              <a:avLst/>
              <a:gdLst/>
              <a:ahLst/>
              <a:cxnLst/>
              <a:rect l="l" t="t" r="r" b="b"/>
              <a:pathLst>
                <a:path w="15741" h="119991" extrusionOk="0">
                  <a:moveTo>
                    <a:pt x="15741" y="0"/>
                  </a:moveTo>
                  <a:cubicBezTo>
                    <a:pt x="14729" y="1846"/>
                    <a:pt x="13776" y="3715"/>
                    <a:pt x="13193" y="5644"/>
                  </a:cubicBezTo>
                  <a:cubicBezTo>
                    <a:pt x="11621" y="10751"/>
                    <a:pt x="10812" y="16002"/>
                    <a:pt x="10324" y="21229"/>
                  </a:cubicBezTo>
                  <a:cubicBezTo>
                    <a:pt x="9300" y="31825"/>
                    <a:pt x="9562" y="42517"/>
                    <a:pt x="11109" y="53054"/>
                  </a:cubicBezTo>
                  <a:cubicBezTo>
                    <a:pt x="12419" y="61901"/>
                    <a:pt x="15217" y="71402"/>
                    <a:pt x="14098" y="80331"/>
                  </a:cubicBezTo>
                  <a:cubicBezTo>
                    <a:pt x="12741" y="91142"/>
                    <a:pt x="1263" y="99679"/>
                    <a:pt x="322" y="110466"/>
                  </a:cubicBezTo>
                  <a:cubicBezTo>
                    <a:pt x="1" y="114216"/>
                    <a:pt x="1501" y="117050"/>
                    <a:pt x="3501" y="119991"/>
                  </a:cubicBezTo>
                  <a:lnTo>
                    <a:pt x="7430" y="119991"/>
                  </a:lnTo>
                  <a:cubicBezTo>
                    <a:pt x="5073" y="117538"/>
                    <a:pt x="2989" y="115109"/>
                    <a:pt x="2906" y="111609"/>
                  </a:cubicBezTo>
                  <a:cubicBezTo>
                    <a:pt x="2668" y="102489"/>
                    <a:pt x="12610" y="95167"/>
                    <a:pt x="15729" y="86511"/>
                  </a:cubicBezTo>
                  <a:lnTo>
                    <a:pt x="15729" y="65949"/>
                  </a:lnTo>
                  <a:cubicBezTo>
                    <a:pt x="15086" y="61877"/>
                    <a:pt x="14312" y="57841"/>
                    <a:pt x="13836" y="53947"/>
                  </a:cubicBezTo>
                  <a:cubicBezTo>
                    <a:pt x="12455" y="42934"/>
                    <a:pt x="12157" y="31921"/>
                    <a:pt x="13383" y="20872"/>
                  </a:cubicBezTo>
                  <a:cubicBezTo>
                    <a:pt x="13836" y="16800"/>
                    <a:pt x="14515" y="12716"/>
                    <a:pt x="15741" y="8727"/>
                  </a:cubicBezTo>
                  <a:lnTo>
                    <a:pt x="157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69"/>
            <p:cNvSpPr/>
            <p:nvPr/>
          </p:nvSpPr>
          <p:spPr>
            <a:xfrm>
              <a:off x="6669875" y="846675"/>
              <a:ext cx="515250" cy="4012400"/>
            </a:xfrm>
            <a:custGeom>
              <a:avLst/>
              <a:gdLst/>
              <a:ahLst/>
              <a:cxnLst/>
              <a:rect l="l" t="t" r="r" b="b"/>
              <a:pathLst>
                <a:path w="20610" h="160496" extrusionOk="0">
                  <a:moveTo>
                    <a:pt x="357" y="0"/>
                  </a:moveTo>
                  <a:cubicBezTo>
                    <a:pt x="2715" y="11085"/>
                    <a:pt x="10109" y="21074"/>
                    <a:pt x="11978" y="32290"/>
                  </a:cubicBezTo>
                  <a:cubicBezTo>
                    <a:pt x="13645" y="42327"/>
                    <a:pt x="11145" y="52768"/>
                    <a:pt x="9859" y="62758"/>
                  </a:cubicBezTo>
                  <a:cubicBezTo>
                    <a:pt x="8608" y="72473"/>
                    <a:pt x="8251" y="82105"/>
                    <a:pt x="10716" y="91714"/>
                  </a:cubicBezTo>
                  <a:cubicBezTo>
                    <a:pt x="12645" y="99226"/>
                    <a:pt x="15324" y="106668"/>
                    <a:pt x="14693" y="114407"/>
                  </a:cubicBezTo>
                  <a:cubicBezTo>
                    <a:pt x="13728" y="126242"/>
                    <a:pt x="6001" y="137184"/>
                    <a:pt x="2012" y="148471"/>
                  </a:cubicBezTo>
                  <a:cubicBezTo>
                    <a:pt x="441" y="152947"/>
                    <a:pt x="0" y="156841"/>
                    <a:pt x="560" y="160496"/>
                  </a:cubicBezTo>
                  <a:lnTo>
                    <a:pt x="5715" y="160496"/>
                  </a:lnTo>
                  <a:cubicBezTo>
                    <a:pt x="4834" y="156853"/>
                    <a:pt x="4941" y="152971"/>
                    <a:pt x="6358" y="148590"/>
                  </a:cubicBezTo>
                  <a:cubicBezTo>
                    <a:pt x="10073" y="137148"/>
                    <a:pt x="18872" y="126408"/>
                    <a:pt x="19931" y="114490"/>
                  </a:cubicBezTo>
                  <a:cubicBezTo>
                    <a:pt x="20610" y="106823"/>
                    <a:pt x="18003" y="99203"/>
                    <a:pt x="16312" y="91726"/>
                  </a:cubicBezTo>
                  <a:cubicBezTo>
                    <a:pt x="14121" y="82034"/>
                    <a:pt x="14383" y="72342"/>
                    <a:pt x="15097" y="62555"/>
                  </a:cubicBezTo>
                  <a:cubicBezTo>
                    <a:pt x="15824" y="52483"/>
                    <a:pt x="18514" y="41874"/>
                    <a:pt x="17598" y="31813"/>
                  </a:cubicBezTo>
                  <a:cubicBezTo>
                    <a:pt x="16574" y="20645"/>
                    <a:pt x="8430" y="10906"/>
                    <a:pt x="5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9"/>
            <p:cNvSpPr/>
            <p:nvPr/>
          </p:nvSpPr>
          <p:spPr>
            <a:xfrm>
              <a:off x="7097300" y="4167900"/>
              <a:ext cx="284575" cy="691175"/>
            </a:xfrm>
            <a:custGeom>
              <a:avLst/>
              <a:gdLst/>
              <a:ahLst/>
              <a:cxnLst/>
              <a:rect l="l" t="t" r="r" b="b"/>
              <a:pathLst>
                <a:path w="11383" h="27647" extrusionOk="0">
                  <a:moveTo>
                    <a:pt x="11383" y="1"/>
                  </a:moveTo>
                  <a:cubicBezTo>
                    <a:pt x="7013" y="6561"/>
                    <a:pt x="1" y="12657"/>
                    <a:pt x="739" y="19872"/>
                  </a:cubicBezTo>
                  <a:cubicBezTo>
                    <a:pt x="1084" y="23265"/>
                    <a:pt x="3477" y="25468"/>
                    <a:pt x="6120" y="27647"/>
                  </a:cubicBezTo>
                  <a:lnTo>
                    <a:pt x="10538" y="27647"/>
                  </a:lnTo>
                  <a:cubicBezTo>
                    <a:pt x="7525" y="25647"/>
                    <a:pt x="4775" y="23563"/>
                    <a:pt x="4204" y="20146"/>
                  </a:cubicBezTo>
                  <a:cubicBezTo>
                    <a:pt x="3311" y="14848"/>
                    <a:pt x="7323" y="10121"/>
                    <a:pt x="11383" y="5382"/>
                  </a:cubicBezTo>
                  <a:lnTo>
                    <a:pt x="1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9"/>
            <p:cNvSpPr/>
            <p:nvPr/>
          </p:nvSpPr>
          <p:spPr>
            <a:xfrm>
              <a:off x="6854125" y="846950"/>
              <a:ext cx="552175" cy="4012725"/>
            </a:xfrm>
            <a:custGeom>
              <a:avLst/>
              <a:gdLst/>
              <a:ahLst/>
              <a:cxnLst/>
              <a:rect l="l" t="t" r="r" b="b"/>
              <a:pathLst>
                <a:path w="22087" h="160509" extrusionOk="0">
                  <a:moveTo>
                    <a:pt x="2167" y="1"/>
                  </a:moveTo>
                  <a:cubicBezTo>
                    <a:pt x="5215" y="10871"/>
                    <a:pt x="14443" y="20670"/>
                    <a:pt x="14395" y="31886"/>
                  </a:cubicBezTo>
                  <a:cubicBezTo>
                    <a:pt x="14359" y="41935"/>
                    <a:pt x="10966" y="52245"/>
                    <a:pt x="10287" y="62342"/>
                  </a:cubicBezTo>
                  <a:cubicBezTo>
                    <a:pt x="9609" y="72296"/>
                    <a:pt x="9561" y="82178"/>
                    <a:pt x="11585" y="92036"/>
                  </a:cubicBezTo>
                  <a:cubicBezTo>
                    <a:pt x="13192" y="99775"/>
                    <a:pt x="15871" y="107812"/>
                    <a:pt x="15074" y="115706"/>
                  </a:cubicBezTo>
                  <a:cubicBezTo>
                    <a:pt x="13883" y="127457"/>
                    <a:pt x="4298" y="137637"/>
                    <a:pt x="1143" y="149043"/>
                  </a:cubicBezTo>
                  <a:cubicBezTo>
                    <a:pt x="0" y="153139"/>
                    <a:pt x="310" y="156913"/>
                    <a:pt x="1512" y="160509"/>
                  </a:cubicBezTo>
                  <a:lnTo>
                    <a:pt x="5513" y="160509"/>
                  </a:lnTo>
                  <a:cubicBezTo>
                    <a:pt x="3965" y="157056"/>
                    <a:pt x="3167" y="153567"/>
                    <a:pt x="3822" y="150043"/>
                  </a:cubicBezTo>
                  <a:cubicBezTo>
                    <a:pt x="5882" y="138911"/>
                    <a:pt x="16467" y="129719"/>
                    <a:pt x="17764" y="118420"/>
                  </a:cubicBezTo>
                  <a:cubicBezTo>
                    <a:pt x="18741" y="109979"/>
                    <a:pt x="15978" y="101144"/>
                    <a:pt x="14550" y="92822"/>
                  </a:cubicBezTo>
                  <a:cubicBezTo>
                    <a:pt x="12788" y="82559"/>
                    <a:pt x="12657" y="72307"/>
                    <a:pt x="13478" y="61985"/>
                  </a:cubicBezTo>
                  <a:cubicBezTo>
                    <a:pt x="13883" y="56782"/>
                    <a:pt x="14562" y="51567"/>
                    <a:pt x="15752" y="46435"/>
                  </a:cubicBezTo>
                  <a:cubicBezTo>
                    <a:pt x="16883" y="41589"/>
                    <a:pt x="19741" y="36851"/>
                    <a:pt x="20455" y="32005"/>
                  </a:cubicBezTo>
                  <a:cubicBezTo>
                    <a:pt x="22086" y="20873"/>
                    <a:pt x="11252" y="10788"/>
                    <a:pt x="7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5566450" y="846675"/>
              <a:ext cx="509025" cy="4012400"/>
            </a:xfrm>
            <a:custGeom>
              <a:avLst/>
              <a:gdLst/>
              <a:ahLst/>
              <a:cxnLst/>
              <a:rect l="l" t="t" r="r" b="b"/>
              <a:pathLst>
                <a:path w="20361" h="160496" extrusionOk="0">
                  <a:moveTo>
                    <a:pt x="7883" y="0"/>
                  </a:moveTo>
                  <a:cubicBezTo>
                    <a:pt x="6490" y="10966"/>
                    <a:pt x="2096" y="21526"/>
                    <a:pt x="1037" y="32540"/>
                  </a:cubicBezTo>
                  <a:cubicBezTo>
                    <a:pt x="1" y="43196"/>
                    <a:pt x="5990" y="51078"/>
                    <a:pt x="11276" y="60519"/>
                  </a:cubicBezTo>
                  <a:cubicBezTo>
                    <a:pt x="17039" y="70830"/>
                    <a:pt x="16348" y="79915"/>
                    <a:pt x="12562" y="90583"/>
                  </a:cubicBezTo>
                  <a:cubicBezTo>
                    <a:pt x="9264" y="99893"/>
                    <a:pt x="4751" y="109132"/>
                    <a:pt x="5085" y="118931"/>
                  </a:cubicBezTo>
                  <a:cubicBezTo>
                    <a:pt x="5442" y="129290"/>
                    <a:pt x="11609" y="138362"/>
                    <a:pt x="14479" y="148304"/>
                  </a:cubicBezTo>
                  <a:cubicBezTo>
                    <a:pt x="15634" y="152257"/>
                    <a:pt x="16015" y="156388"/>
                    <a:pt x="15598" y="160496"/>
                  </a:cubicBezTo>
                  <a:lnTo>
                    <a:pt x="17062" y="160496"/>
                  </a:lnTo>
                  <a:cubicBezTo>
                    <a:pt x="17277" y="156448"/>
                    <a:pt x="17110" y="152388"/>
                    <a:pt x="16550" y="148375"/>
                  </a:cubicBezTo>
                  <a:cubicBezTo>
                    <a:pt x="15122" y="138124"/>
                    <a:pt x="11800" y="128218"/>
                    <a:pt x="11824" y="117836"/>
                  </a:cubicBezTo>
                  <a:cubicBezTo>
                    <a:pt x="11871" y="98679"/>
                    <a:pt x="20360" y="80569"/>
                    <a:pt x="14884" y="61388"/>
                  </a:cubicBezTo>
                  <a:cubicBezTo>
                    <a:pt x="12074" y="51530"/>
                    <a:pt x="9252" y="42577"/>
                    <a:pt x="9597" y="32385"/>
                  </a:cubicBezTo>
                  <a:cubicBezTo>
                    <a:pt x="9966" y="21538"/>
                    <a:pt x="12526" y="10835"/>
                    <a:pt x="13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69"/>
            <p:cNvSpPr/>
            <p:nvPr/>
          </p:nvSpPr>
          <p:spPr>
            <a:xfrm>
              <a:off x="4033225" y="846675"/>
              <a:ext cx="413475" cy="4012400"/>
            </a:xfrm>
            <a:custGeom>
              <a:avLst/>
              <a:gdLst/>
              <a:ahLst/>
              <a:cxnLst/>
              <a:rect l="l" t="t" r="r" b="b"/>
              <a:pathLst>
                <a:path w="16539" h="160496" extrusionOk="0">
                  <a:moveTo>
                    <a:pt x="6335" y="0"/>
                  </a:moveTo>
                  <a:cubicBezTo>
                    <a:pt x="7835" y="10132"/>
                    <a:pt x="5049" y="19574"/>
                    <a:pt x="2775" y="29789"/>
                  </a:cubicBezTo>
                  <a:cubicBezTo>
                    <a:pt x="334" y="40779"/>
                    <a:pt x="4037" y="50494"/>
                    <a:pt x="5311" y="61365"/>
                  </a:cubicBezTo>
                  <a:cubicBezTo>
                    <a:pt x="5668" y="64401"/>
                    <a:pt x="5775" y="67473"/>
                    <a:pt x="5144" y="70485"/>
                  </a:cubicBezTo>
                  <a:cubicBezTo>
                    <a:pt x="4525" y="73509"/>
                    <a:pt x="2430" y="75759"/>
                    <a:pt x="1429" y="78581"/>
                  </a:cubicBezTo>
                  <a:cubicBezTo>
                    <a:pt x="1" y="82617"/>
                    <a:pt x="1013" y="85511"/>
                    <a:pt x="3323" y="89237"/>
                  </a:cubicBezTo>
                  <a:cubicBezTo>
                    <a:pt x="9371" y="99024"/>
                    <a:pt x="14252" y="105239"/>
                    <a:pt x="9740" y="116348"/>
                  </a:cubicBezTo>
                  <a:cubicBezTo>
                    <a:pt x="4085" y="130278"/>
                    <a:pt x="2751" y="145661"/>
                    <a:pt x="4085" y="160496"/>
                  </a:cubicBezTo>
                  <a:lnTo>
                    <a:pt x="6740" y="160496"/>
                  </a:lnTo>
                  <a:cubicBezTo>
                    <a:pt x="6109" y="145923"/>
                    <a:pt x="8490" y="131338"/>
                    <a:pt x="13169" y="117086"/>
                  </a:cubicBezTo>
                  <a:cubicBezTo>
                    <a:pt x="16538" y="106811"/>
                    <a:pt x="12836" y="99691"/>
                    <a:pt x="8942" y="89999"/>
                  </a:cubicBezTo>
                  <a:cubicBezTo>
                    <a:pt x="7323" y="85987"/>
                    <a:pt x="6799" y="82629"/>
                    <a:pt x="7799" y="78486"/>
                  </a:cubicBezTo>
                  <a:cubicBezTo>
                    <a:pt x="9347" y="72092"/>
                    <a:pt x="10300" y="67163"/>
                    <a:pt x="8799" y="60579"/>
                  </a:cubicBezTo>
                  <a:cubicBezTo>
                    <a:pt x="6287" y="49566"/>
                    <a:pt x="1537" y="39433"/>
                    <a:pt x="5585" y="28277"/>
                  </a:cubicBezTo>
                  <a:cubicBezTo>
                    <a:pt x="9192" y="18336"/>
                    <a:pt x="13526" y="9894"/>
                    <a:pt x="1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69"/>
            <p:cNvSpPr/>
            <p:nvPr/>
          </p:nvSpPr>
          <p:spPr>
            <a:xfrm>
              <a:off x="4088000" y="846675"/>
              <a:ext cx="559325" cy="4012400"/>
            </a:xfrm>
            <a:custGeom>
              <a:avLst/>
              <a:gdLst/>
              <a:ahLst/>
              <a:cxnLst/>
              <a:rect l="l" t="t" r="r" b="b"/>
              <a:pathLst>
                <a:path w="22373" h="160496" extrusionOk="0">
                  <a:moveTo>
                    <a:pt x="13740" y="0"/>
                  </a:moveTo>
                  <a:cubicBezTo>
                    <a:pt x="15955" y="9632"/>
                    <a:pt x="10561" y="17193"/>
                    <a:pt x="5906" y="26753"/>
                  </a:cubicBezTo>
                  <a:cubicBezTo>
                    <a:pt x="0" y="38886"/>
                    <a:pt x="6870" y="50482"/>
                    <a:pt x="10145" y="62472"/>
                  </a:cubicBezTo>
                  <a:cubicBezTo>
                    <a:pt x="12907" y="72557"/>
                    <a:pt x="8894" y="82034"/>
                    <a:pt x="11657" y="92083"/>
                  </a:cubicBezTo>
                  <a:cubicBezTo>
                    <a:pt x="14252" y="101548"/>
                    <a:pt x="15943" y="109347"/>
                    <a:pt x="13443" y="119003"/>
                  </a:cubicBezTo>
                  <a:cubicBezTo>
                    <a:pt x="10847" y="129028"/>
                    <a:pt x="8513" y="139196"/>
                    <a:pt x="7144" y="149376"/>
                  </a:cubicBezTo>
                  <a:cubicBezTo>
                    <a:pt x="6656" y="153055"/>
                    <a:pt x="6466" y="156781"/>
                    <a:pt x="6597" y="160496"/>
                  </a:cubicBezTo>
                  <a:lnTo>
                    <a:pt x="10633" y="160496"/>
                  </a:lnTo>
                  <a:cubicBezTo>
                    <a:pt x="10537" y="156293"/>
                    <a:pt x="10883" y="152090"/>
                    <a:pt x="11669" y="147971"/>
                  </a:cubicBezTo>
                  <a:cubicBezTo>
                    <a:pt x="13550" y="138017"/>
                    <a:pt x="16514" y="128242"/>
                    <a:pt x="17872" y="118241"/>
                  </a:cubicBezTo>
                  <a:cubicBezTo>
                    <a:pt x="19074" y="109359"/>
                    <a:pt x="18038" y="100822"/>
                    <a:pt x="17193" y="91964"/>
                  </a:cubicBezTo>
                  <a:cubicBezTo>
                    <a:pt x="16181" y="81260"/>
                    <a:pt x="17800" y="71556"/>
                    <a:pt x="13859" y="61043"/>
                  </a:cubicBezTo>
                  <a:cubicBezTo>
                    <a:pt x="9406" y="49197"/>
                    <a:pt x="2263" y="37147"/>
                    <a:pt x="9883" y="25241"/>
                  </a:cubicBezTo>
                  <a:cubicBezTo>
                    <a:pt x="15764" y="16061"/>
                    <a:pt x="22372" y="9430"/>
                    <a:pt x="19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3731700" y="846675"/>
              <a:ext cx="574800" cy="4012400"/>
            </a:xfrm>
            <a:custGeom>
              <a:avLst/>
              <a:gdLst/>
              <a:ahLst/>
              <a:cxnLst/>
              <a:rect l="l" t="t" r="r" b="b"/>
              <a:pathLst>
                <a:path w="22992" h="160496" extrusionOk="0">
                  <a:moveTo>
                    <a:pt x="8359" y="0"/>
                  </a:moveTo>
                  <a:cubicBezTo>
                    <a:pt x="8764" y="10716"/>
                    <a:pt x="8371" y="21407"/>
                    <a:pt x="8097" y="32135"/>
                  </a:cubicBezTo>
                  <a:cubicBezTo>
                    <a:pt x="7835" y="42517"/>
                    <a:pt x="11502" y="52828"/>
                    <a:pt x="10657" y="63151"/>
                  </a:cubicBezTo>
                  <a:cubicBezTo>
                    <a:pt x="10407" y="66103"/>
                    <a:pt x="9680" y="69032"/>
                    <a:pt x="8168" y="71771"/>
                  </a:cubicBezTo>
                  <a:cubicBezTo>
                    <a:pt x="6680" y="74450"/>
                    <a:pt x="3049" y="76700"/>
                    <a:pt x="1846" y="79319"/>
                  </a:cubicBezTo>
                  <a:cubicBezTo>
                    <a:pt x="1" y="83320"/>
                    <a:pt x="2644" y="85641"/>
                    <a:pt x="5906" y="88642"/>
                  </a:cubicBezTo>
                  <a:cubicBezTo>
                    <a:pt x="9847" y="92261"/>
                    <a:pt x="14491" y="95333"/>
                    <a:pt x="16753" y="99881"/>
                  </a:cubicBezTo>
                  <a:cubicBezTo>
                    <a:pt x="19753" y="105930"/>
                    <a:pt x="16884" y="111026"/>
                    <a:pt x="13717" y="116574"/>
                  </a:cubicBezTo>
                  <a:cubicBezTo>
                    <a:pt x="8561" y="125611"/>
                    <a:pt x="9085" y="135255"/>
                    <a:pt x="9669" y="144899"/>
                  </a:cubicBezTo>
                  <a:cubicBezTo>
                    <a:pt x="9978" y="150114"/>
                    <a:pt x="10157" y="155317"/>
                    <a:pt x="10526" y="160496"/>
                  </a:cubicBezTo>
                  <a:lnTo>
                    <a:pt x="13967" y="160496"/>
                  </a:lnTo>
                  <a:cubicBezTo>
                    <a:pt x="12181" y="145911"/>
                    <a:pt x="12038" y="130171"/>
                    <a:pt x="18289" y="117050"/>
                  </a:cubicBezTo>
                  <a:cubicBezTo>
                    <a:pt x="20872" y="111621"/>
                    <a:pt x="22992" y="106787"/>
                    <a:pt x="20587" y="101024"/>
                  </a:cubicBezTo>
                  <a:cubicBezTo>
                    <a:pt x="18741" y="96607"/>
                    <a:pt x="14824" y="93226"/>
                    <a:pt x="11621" y="89416"/>
                  </a:cubicBezTo>
                  <a:cubicBezTo>
                    <a:pt x="8835" y="86118"/>
                    <a:pt x="6668" y="83344"/>
                    <a:pt x="8133" y="79331"/>
                  </a:cubicBezTo>
                  <a:cubicBezTo>
                    <a:pt x="9097" y="76652"/>
                    <a:pt x="12038" y="74342"/>
                    <a:pt x="13121" y="71580"/>
                  </a:cubicBezTo>
                  <a:cubicBezTo>
                    <a:pt x="14264" y="68699"/>
                    <a:pt x="14610" y="65687"/>
                    <a:pt x="14574" y="62698"/>
                  </a:cubicBezTo>
                  <a:cubicBezTo>
                    <a:pt x="14467" y="52018"/>
                    <a:pt x="10954" y="42017"/>
                    <a:pt x="12276" y="31254"/>
                  </a:cubicBezTo>
                  <a:cubicBezTo>
                    <a:pt x="13574" y="20705"/>
                    <a:pt x="15288" y="10489"/>
                    <a:pt x="1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3532275" y="846675"/>
              <a:ext cx="595050" cy="4012400"/>
            </a:xfrm>
            <a:custGeom>
              <a:avLst/>
              <a:gdLst/>
              <a:ahLst/>
              <a:cxnLst/>
              <a:rect l="l" t="t" r="r" b="b"/>
              <a:pathLst>
                <a:path w="23802" h="160496" extrusionOk="0">
                  <a:moveTo>
                    <a:pt x="7061" y="0"/>
                  </a:moveTo>
                  <a:cubicBezTo>
                    <a:pt x="8073" y="10751"/>
                    <a:pt x="11681" y="21598"/>
                    <a:pt x="9740" y="32313"/>
                  </a:cubicBezTo>
                  <a:cubicBezTo>
                    <a:pt x="7882" y="42600"/>
                    <a:pt x="9299" y="52411"/>
                    <a:pt x="8430" y="62698"/>
                  </a:cubicBezTo>
                  <a:cubicBezTo>
                    <a:pt x="8180" y="65687"/>
                    <a:pt x="7609" y="68675"/>
                    <a:pt x="6394" y="71521"/>
                  </a:cubicBezTo>
                  <a:cubicBezTo>
                    <a:pt x="5263" y="74223"/>
                    <a:pt x="2394" y="76664"/>
                    <a:pt x="1453" y="79307"/>
                  </a:cubicBezTo>
                  <a:cubicBezTo>
                    <a:pt x="0" y="83427"/>
                    <a:pt x="2298" y="86296"/>
                    <a:pt x="5108" y="89701"/>
                  </a:cubicBezTo>
                  <a:cubicBezTo>
                    <a:pt x="13419" y="99727"/>
                    <a:pt x="18229" y="106108"/>
                    <a:pt x="12181" y="118026"/>
                  </a:cubicBezTo>
                  <a:cubicBezTo>
                    <a:pt x="7692" y="126897"/>
                    <a:pt x="4727" y="136481"/>
                    <a:pt x="5739" y="146066"/>
                  </a:cubicBezTo>
                  <a:cubicBezTo>
                    <a:pt x="6239" y="150899"/>
                    <a:pt x="7597" y="155698"/>
                    <a:pt x="8954" y="160496"/>
                  </a:cubicBezTo>
                  <a:lnTo>
                    <a:pt x="14407" y="160496"/>
                  </a:lnTo>
                  <a:cubicBezTo>
                    <a:pt x="12073" y="145804"/>
                    <a:pt x="10097" y="129849"/>
                    <a:pt x="17753" y="116669"/>
                  </a:cubicBezTo>
                  <a:cubicBezTo>
                    <a:pt x="20955" y="111133"/>
                    <a:pt x="23801" y="106025"/>
                    <a:pt x="20789" y="99977"/>
                  </a:cubicBezTo>
                  <a:cubicBezTo>
                    <a:pt x="18515" y="95416"/>
                    <a:pt x="13847" y="92297"/>
                    <a:pt x="9895" y="88654"/>
                  </a:cubicBezTo>
                  <a:cubicBezTo>
                    <a:pt x="6620" y="85630"/>
                    <a:pt x="3977" y="83320"/>
                    <a:pt x="5823" y="79307"/>
                  </a:cubicBezTo>
                  <a:cubicBezTo>
                    <a:pt x="7013" y="76700"/>
                    <a:pt x="10573" y="74414"/>
                    <a:pt x="12026" y="71723"/>
                  </a:cubicBezTo>
                  <a:cubicBezTo>
                    <a:pt x="13514" y="68985"/>
                    <a:pt x="14252" y="66044"/>
                    <a:pt x="14526" y="63091"/>
                  </a:cubicBezTo>
                  <a:cubicBezTo>
                    <a:pt x="15491" y="52816"/>
                    <a:pt x="12026" y="42600"/>
                    <a:pt x="12609" y="32266"/>
                  </a:cubicBezTo>
                  <a:cubicBezTo>
                    <a:pt x="13228" y="21515"/>
                    <a:pt x="12347" y="10751"/>
                    <a:pt x="12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9"/>
            <p:cNvSpPr/>
            <p:nvPr/>
          </p:nvSpPr>
          <p:spPr>
            <a:xfrm>
              <a:off x="4647300" y="846675"/>
              <a:ext cx="942400" cy="4012400"/>
            </a:xfrm>
            <a:custGeom>
              <a:avLst/>
              <a:gdLst/>
              <a:ahLst/>
              <a:cxnLst/>
              <a:rect l="l" t="t" r="r" b="b"/>
              <a:pathLst>
                <a:path w="37696" h="160496" extrusionOk="0">
                  <a:moveTo>
                    <a:pt x="17883" y="0"/>
                  </a:moveTo>
                  <a:cubicBezTo>
                    <a:pt x="17788" y="10942"/>
                    <a:pt x="8859" y="19431"/>
                    <a:pt x="4632" y="30004"/>
                  </a:cubicBezTo>
                  <a:cubicBezTo>
                    <a:pt x="0" y="41577"/>
                    <a:pt x="10716" y="49673"/>
                    <a:pt x="19003" y="58376"/>
                  </a:cubicBezTo>
                  <a:cubicBezTo>
                    <a:pt x="23587" y="63186"/>
                    <a:pt x="28182" y="68449"/>
                    <a:pt x="28016" y="74652"/>
                  </a:cubicBezTo>
                  <a:cubicBezTo>
                    <a:pt x="27861" y="80153"/>
                    <a:pt x="25349" y="85737"/>
                    <a:pt x="23098" y="90892"/>
                  </a:cubicBezTo>
                  <a:cubicBezTo>
                    <a:pt x="18598" y="101239"/>
                    <a:pt x="10764" y="112609"/>
                    <a:pt x="10966" y="123765"/>
                  </a:cubicBezTo>
                  <a:cubicBezTo>
                    <a:pt x="11109" y="132552"/>
                    <a:pt x="18241" y="139565"/>
                    <a:pt x="22265" y="147423"/>
                  </a:cubicBezTo>
                  <a:cubicBezTo>
                    <a:pt x="24539" y="151876"/>
                    <a:pt x="25122" y="156186"/>
                    <a:pt x="24670" y="160496"/>
                  </a:cubicBezTo>
                  <a:lnTo>
                    <a:pt x="35231" y="160496"/>
                  </a:lnTo>
                  <a:cubicBezTo>
                    <a:pt x="35921" y="156876"/>
                    <a:pt x="35267" y="153162"/>
                    <a:pt x="32433" y="149268"/>
                  </a:cubicBezTo>
                  <a:cubicBezTo>
                    <a:pt x="26849" y="141577"/>
                    <a:pt x="15383" y="135671"/>
                    <a:pt x="14062" y="126361"/>
                  </a:cubicBezTo>
                  <a:cubicBezTo>
                    <a:pt x="12454" y="115002"/>
                    <a:pt x="23932" y="101798"/>
                    <a:pt x="29516" y="91797"/>
                  </a:cubicBezTo>
                  <a:cubicBezTo>
                    <a:pt x="32588" y="86308"/>
                    <a:pt x="36064" y="80379"/>
                    <a:pt x="36862" y="74342"/>
                  </a:cubicBezTo>
                  <a:cubicBezTo>
                    <a:pt x="37695" y="68068"/>
                    <a:pt x="32647" y="63127"/>
                    <a:pt x="27420" y="58745"/>
                  </a:cubicBezTo>
                  <a:cubicBezTo>
                    <a:pt x="18157" y="50971"/>
                    <a:pt x="4703" y="43827"/>
                    <a:pt x="8370" y="31956"/>
                  </a:cubicBezTo>
                  <a:cubicBezTo>
                    <a:pt x="11859" y="20693"/>
                    <a:pt x="21182" y="11442"/>
                    <a:pt x="2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69"/>
            <p:cNvSpPr/>
            <p:nvPr/>
          </p:nvSpPr>
          <p:spPr>
            <a:xfrm>
              <a:off x="4223425" y="846675"/>
              <a:ext cx="649225" cy="4012400"/>
            </a:xfrm>
            <a:custGeom>
              <a:avLst/>
              <a:gdLst/>
              <a:ahLst/>
              <a:cxnLst/>
              <a:rect l="l" t="t" r="r" b="b"/>
              <a:pathLst>
                <a:path w="25969" h="160496" extrusionOk="0">
                  <a:moveTo>
                    <a:pt x="18503" y="0"/>
                  </a:moveTo>
                  <a:cubicBezTo>
                    <a:pt x="22063" y="9192"/>
                    <a:pt x="15217" y="15300"/>
                    <a:pt x="8621" y="24205"/>
                  </a:cubicBezTo>
                  <a:cubicBezTo>
                    <a:pt x="1" y="35850"/>
                    <a:pt x="5704" y="47244"/>
                    <a:pt x="10728" y="59114"/>
                  </a:cubicBezTo>
                  <a:cubicBezTo>
                    <a:pt x="18634" y="77843"/>
                    <a:pt x="16848" y="98834"/>
                    <a:pt x="16086" y="118407"/>
                  </a:cubicBezTo>
                  <a:cubicBezTo>
                    <a:pt x="15717" y="127956"/>
                    <a:pt x="12693" y="137112"/>
                    <a:pt x="10657" y="146482"/>
                  </a:cubicBezTo>
                  <a:cubicBezTo>
                    <a:pt x="9609" y="151269"/>
                    <a:pt x="9288" y="155888"/>
                    <a:pt x="9407" y="160496"/>
                  </a:cubicBezTo>
                  <a:lnTo>
                    <a:pt x="15788" y="160496"/>
                  </a:lnTo>
                  <a:cubicBezTo>
                    <a:pt x="15646" y="156067"/>
                    <a:pt x="15788" y="151614"/>
                    <a:pt x="16443" y="147078"/>
                  </a:cubicBezTo>
                  <a:cubicBezTo>
                    <a:pt x="17741" y="138160"/>
                    <a:pt x="19825" y="129218"/>
                    <a:pt x="20313" y="120241"/>
                  </a:cubicBezTo>
                  <a:cubicBezTo>
                    <a:pt x="21396" y="100381"/>
                    <a:pt x="25968" y="78819"/>
                    <a:pt x="16991" y="59817"/>
                  </a:cubicBezTo>
                  <a:cubicBezTo>
                    <a:pt x="11478" y="48113"/>
                    <a:pt x="4799" y="37016"/>
                    <a:pt x="12621" y="25003"/>
                  </a:cubicBezTo>
                  <a:cubicBezTo>
                    <a:pt x="18539" y="15931"/>
                    <a:pt x="25909" y="9418"/>
                    <a:pt x="23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9"/>
            <p:cNvSpPr/>
            <p:nvPr/>
          </p:nvSpPr>
          <p:spPr>
            <a:xfrm>
              <a:off x="4852675" y="846675"/>
              <a:ext cx="1004925" cy="4012400"/>
            </a:xfrm>
            <a:custGeom>
              <a:avLst/>
              <a:gdLst/>
              <a:ahLst/>
              <a:cxnLst/>
              <a:rect l="l" t="t" r="r" b="b"/>
              <a:pathLst>
                <a:path w="40197" h="160496" extrusionOk="0">
                  <a:moveTo>
                    <a:pt x="17681" y="0"/>
                  </a:moveTo>
                  <a:cubicBezTo>
                    <a:pt x="15383" y="11525"/>
                    <a:pt x="6037" y="21122"/>
                    <a:pt x="3096" y="32659"/>
                  </a:cubicBezTo>
                  <a:cubicBezTo>
                    <a:pt x="1" y="44767"/>
                    <a:pt x="14205" y="51209"/>
                    <a:pt x="24063" y="58591"/>
                  </a:cubicBezTo>
                  <a:cubicBezTo>
                    <a:pt x="29564" y="62710"/>
                    <a:pt x="34826" y="67461"/>
                    <a:pt x="33933" y="73759"/>
                  </a:cubicBezTo>
                  <a:cubicBezTo>
                    <a:pt x="33052" y="79903"/>
                    <a:pt x="29099" y="85927"/>
                    <a:pt x="25718" y="91428"/>
                  </a:cubicBezTo>
                  <a:cubicBezTo>
                    <a:pt x="19622" y="101310"/>
                    <a:pt x="6573" y="115002"/>
                    <a:pt x="8359" y="126551"/>
                  </a:cubicBezTo>
                  <a:cubicBezTo>
                    <a:pt x="9883" y="136362"/>
                    <a:pt x="23361" y="141708"/>
                    <a:pt x="29814" y="149364"/>
                  </a:cubicBezTo>
                  <a:cubicBezTo>
                    <a:pt x="33100" y="153269"/>
                    <a:pt x="33874" y="156960"/>
                    <a:pt x="33088" y="160496"/>
                  </a:cubicBezTo>
                  <a:lnTo>
                    <a:pt x="38863" y="160496"/>
                  </a:lnTo>
                  <a:cubicBezTo>
                    <a:pt x="39708" y="156876"/>
                    <a:pt x="38958" y="153078"/>
                    <a:pt x="35719" y="149018"/>
                  </a:cubicBezTo>
                  <a:cubicBezTo>
                    <a:pt x="29219" y="140898"/>
                    <a:pt x="15562" y="135255"/>
                    <a:pt x="14229" y="124992"/>
                  </a:cubicBezTo>
                  <a:cubicBezTo>
                    <a:pt x="12728" y="113502"/>
                    <a:pt x="25242" y="100572"/>
                    <a:pt x="31397" y="90761"/>
                  </a:cubicBezTo>
                  <a:cubicBezTo>
                    <a:pt x="34719" y="85475"/>
                    <a:pt x="38767" y="79569"/>
                    <a:pt x="39470" y="73616"/>
                  </a:cubicBezTo>
                  <a:cubicBezTo>
                    <a:pt x="40196" y="67389"/>
                    <a:pt x="35172" y="62686"/>
                    <a:pt x="29695" y="58591"/>
                  </a:cubicBezTo>
                  <a:cubicBezTo>
                    <a:pt x="19872" y="51256"/>
                    <a:pt x="5787" y="44922"/>
                    <a:pt x="8383" y="32861"/>
                  </a:cubicBezTo>
                  <a:cubicBezTo>
                    <a:pt x="10883" y="21312"/>
                    <a:pt x="19658" y="11394"/>
                    <a:pt x="22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4433575" y="846675"/>
              <a:ext cx="734950" cy="4012400"/>
            </a:xfrm>
            <a:custGeom>
              <a:avLst/>
              <a:gdLst/>
              <a:ahLst/>
              <a:cxnLst/>
              <a:rect l="l" t="t" r="r" b="b"/>
              <a:pathLst>
                <a:path w="29398" h="160496" extrusionOk="0">
                  <a:moveTo>
                    <a:pt x="18217" y="0"/>
                  </a:moveTo>
                  <a:cubicBezTo>
                    <a:pt x="20265" y="9823"/>
                    <a:pt x="12383" y="16847"/>
                    <a:pt x="7001" y="26277"/>
                  </a:cubicBezTo>
                  <a:cubicBezTo>
                    <a:pt x="1" y="38552"/>
                    <a:pt x="8299" y="49125"/>
                    <a:pt x="14598" y="60412"/>
                  </a:cubicBezTo>
                  <a:cubicBezTo>
                    <a:pt x="25397" y="79784"/>
                    <a:pt x="15431" y="100060"/>
                    <a:pt x="14669" y="120205"/>
                  </a:cubicBezTo>
                  <a:cubicBezTo>
                    <a:pt x="14157" y="133647"/>
                    <a:pt x="14276" y="147066"/>
                    <a:pt x="14395" y="160496"/>
                  </a:cubicBezTo>
                  <a:lnTo>
                    <a:pt x="24897" y="160496"/>
                  </a:lnTo>
                  <a:cubicBezTo>
                    <a:pt x="25099" y="155983"/>
                    <a:pt x="24778" y="151459"/>
                    <a:pt x="23587" y="146982"/>
                  </a:cubicBezTo>
                  <a:cubicBezTo>
                    <a:pt x="21384" y="138672"/>
                    <a:pt x="17419" y="130873"/>
                    <a:pt x="17539" y="122265"/>
                  </a:cubicBezTo>
                  <a:cubicBezTo>
                    <a:pt x="17669" y="111633"/>
                    <a:pt x="22658" y="101417"/>
                    <a:pt x="26028" y="91214"/>
                  </a:cubicBezTo>
                  <a:cubicBezTo>
                    <a:pt x="27683" y="86189"/>
                    <a:pt x="29338" y="80974"/>
                    <a:pt x="29361" y="75771"/>
                  </a:cubicBezTo>
                  <a:cubicBezTo>
                    <a:pt x="29397" y="69401"/>
                    <a:pt x="25670" y="63925"/>
                    <a:pt x="21551" y="58579"/>
                  </a:cubicBezTo>
                  <a:cubicBezTo>
                    <a:pt x="14264" y="49077"/>
                    <a:pt x="5132" y="40124"/>
                    <a:pt x="10395" y="28670"/>
                  </a:cubicBezTo>
                  <a:cubicBezTo>
                    <a:pt x="15062" y="18490"/>
                    <a:pt x="23777" y="10585"/>
                    <a:pt x="22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69"/>
          <p:cNvGrpSpPr/>
          <p:nvPr/>
        </p:nvGrpSpPr>
        <p:grpSpPr>
          <a:xfrm>
            <a:off x="696019" y="3342561"/>
            <a:ext cx="2405080" cy="1261835"/>
            <a:chOff x="187500" y="839800"/>
            <a:chExt cx="7194375" cy="4022425"/>
          </a:xfrm>
        </p:grpSpPr>
        <p:sp>
          <p:nvSpPr>
            <p:cNvPr id="1126" name="Google Shape;1126;p69"/>
            <p:cNvSpPr/>
            <p:nvPr/>
          </p:nvSpPr>
          <p:spPr>
            <a:xfrm>
              <a:off x="2739025" y="1319800"/>
              <a:ext cx="3454325" cy="2711700"/>
            </a:xfrm>
            <a:custGeom>
              <a:avLst/>
              <a:gdLst/>
              <a:ahLst/>
              <a:cxnLst/>
              <a:rect l="l" t="t" r="r" b="b"/>
              <a:pathLst>
                <a:path w="138173" h="108468" extrusionOk="0">
                  <a:moveTo>
                    <a:pt x="57475" y="9744"/>
                  </a:moveTo>
                  <a:cubicBezTo>
                    <a:pt x="58536" y="9744"/>
                    <a:pt x="59713" y="9782"/>
                    <a:pt x="61044" y="9847"/>
                  </a:cubicBezTo>
                  <a:cubicBezTo>
                    <a:pt x="69283" y="10264"/>
                    <a:pt x="104109" y="24670"/>
                    <a:pt x="114134" y="28742"/>
                  </a:cubicBezTo>
                  <a:cubicBezTo>
                    <a:pt x="126647" y="33826"/>
                    <a:pt x="128445" y="41899"/>
                    <a:pt x="126302" y="49078"/>
                  </a:cubicBezTo>
                  <a:cubicBezTo>
                    <a:pt x="124171" y="56257"/>
                    <a:pt x="116170" y="70128"/>
                    <a:pt x="111788" y="77343"/>
                  </a:cubicBezTo>
                  <a:cubicBezTo>
                    <a:pt x="107407" y="84558"/>
                    <a:pt x="100668" y="92500"/>
                    <a:pt x="97072" y="94726"/>
                  </a:cubicBezTo>
                  <a:cubicBezTo>
                    <a:pt x="92657" y="97459"/>
                    <a:pt x="88110" y="98671"/>
                    <a:pt x="83474" y="98671"/>
                  </a:cubicBezTo>
                  <a:cubicBezTo>
                    <a:pt x="79283" y="98671"/>
                    <a:pt x="75019" y="97681"/>
                    <a:pt x="70712" y="95929"/>
                  </a:cubicBezTo>
                  <a:cubicBezTo>
                    <a:pt x="61627" y="92238"/>
                    <a:pt x="29147" y="76843"/>
                    <a:pt x="22229" y="72355"/>
                  </a:cubicBezTo>
                  <a:cubicBezTo>
                    <a:pt x="13109" y="66437"/>
                    <a:pt x="15145" y="57638"/>
                    <a:pt x="17229" y="53709"/>
                  </a:cubicBezTo>
                  <a:cubicBezTo>
                    <a:pt x="18586" y="51150"/>
                    <a:pt x="19789" y="48161"/>
                    <a:pt x="27182" y="36612"/>
                  </a:cubicBezTo>
                  <a:cubicBezTo>
                    <a:pt x="34576" y="25051"/>
                    <a:pt x="39660" y="17777"/>
                    <a:pt x="45077" y="13955"/>
                  </a:cubicBezTo>
                  <a:cubicBezTo>
                    <a:pt x="49608" y="10741"/>
                    <a:pt x="51981" y="9744"/>
                    <a:pt x="57475" y="9744"/>
                  </a:cubicBezTo>
                  <a:close/>
                  <a:moveTo>
                    <a:pt x="55247" y="0"/>
                  </a:moveTo>
                  <a:cubicBezTo>
                    <a:pt x="55214" y="0"/>
                    <a:pt x="55182" y="0"/>
                    <a:pt x="55150" y="1"/>
                  </a:cubicBezTo>
                  <a:cubicBezTo>
                    <a:pt x="46173" y="60"/>
                    <a:pt x="38946" y="6156"/>
                    <a:pt x="34933" y="10633"/>
                  </a:cubicBezTo>
                  <a:cubicBezTo>
                    <a:pt x="30921" y="15122"/>
                    <a:pt x="19431" y="31909"/>
                    <a:pt x="12478" y="41672"/>
                  </a:cubicBezTo>
                  <a:cubicBezTo>
                    <a:pt x="5203" y="51900"/>
                    <a:pt x="0" y="58222"/>
                    <a:pt x="1965" y="65378"/>
                  </a:cubicBezTo>
                  <a:cubicBezTo>
                    <a:pt x="3525" y="71104"/>
                    <a:pt x="9799" y="74081"/>
                    <a:pt x="19122" y="79939"/>
                  </a:cubicBezTo>
                  <a:cubicBezTo>
                    <a:pt x="28444" y="85797"/>
                    <a:pt x="66080" y="104942"/>
                    <a:pt x="79308" y="107644"/>
                  </a:cubicBezTo>
                  <a:cubicBezTo>
                    <a:pt x="82066" y="108209"/>
                    <a:pt x="84378" y="108467"/>
                    <a:pt x="86361" y="108467"/>
                  </a:cubicBezTo>
                  <a:cubicBezTo>
                    <a:pt x="93879" y="108467"/>
                    <a:pt x="96661" y="104750"/>
                    <a:pt x="101061" y="99870"/>
                  </a:cubicBezTo>
                  <a:cubicBezTo>
                    <a:pt x="106930" y="93357"/>
                    <a:pt x="113776" y="83749"/>
                    <a:pt x="125456" y="67866"/>
                  </a:cubicBezTo>
                  <a:cubicBezTo>
                    <a:pt x="137137" y="51971"/>
                    <a:pt x="138172" y="46173"/>
                    <a:pt x="136922" y="40994"/>
                  </a:cubicBezTo>
                  <a:cubicBezTo>
                    <a:pt x="135672" y="35803"/>
                    <a:pt x="128838" y="31493"/>
                    <a:pt x="122337" y="27766"/>
                  </a:cubicBezTo>
                  <a:cubicBezTo>
                    <a:pt x="116098" y="24194"/>
                    <a:pt x="95941" y="14871"/>
                    <a:pt x="88095" y="11550"/>
                  </a:cubicBezTo>
                  <a:cubicBezTo>
                    <a:pt x="80265" y="8240"/>
                    <a:pt x="64231" y="0"/>
                    <a:pt x="55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69"/>
            <p:cNvSpPr/>
            <p:nvPr/>
          </p:nvSpPr>
          <p:spPr>
            <a:xfrm>
              <a:off x="3544775" y="1779900"/>
              <a:ext cx="2201800" cy="1688000"/>
            </a:xfrm>
            <a:custGeom>
              <a:avLst/>
              <a:gdLst/>
              <a:ahLst/>
              <a:cxnLst/>
              <a:rect l="l" t="t" r="r" b="b"/>
              <a:pathLst>
                <a:path w="88072" h="67520" extrusionOk="0">
                  <a:moveTo>
                    <a:pt x="36717" y="5864"/>
                  </a:moveTo>
                  <a:cubicBezTo>
                    <a:pt x="37674" y="5864"/>
                    <a:pt x="38670" y="5921"/>
                    <a:pt x="39708" y="6040"/>
                  </a:cubicBezTo>
                  <a:cubicBezTo>
                    <a:pt x="50709" y="7302"/>
                    <a:pt x="70497" y="14101"/>
                    <a:pt x="75224" y="18161"/>
                  </a:cubicBezTo>
                  <a:cubicBezTo>
                    <a:pt x="80094" y="22352"/>
                    <a:pt x="83190" y="27043"/>
                    <a:pt x="80713" y="33448"/>
                  </a:cubicBezTo>
                  <a:cubicBezTo>
                    <a:pt x="78415" y="39377"/>
                    <a:pt x="75200" y="45271"/>
                    <a:pt x="72986" y="48831"/>
                  </a:cubicBezTo>
                  <a:cubicBezTo>
                    <a:pt x="70759" y="52391"/>
                    <a:pt x="64866" y="59285"/>
                    <a:pt x="56269" y="60558"/>
                  </a:cubicBezTo>
                  <a:cubicBezTo>
                    <a:pt x="54927" y="60756"/>
                    <a:pt x="53641" y="60843"/>
                    <a:pt x="52397" y="60843"/>
                  </a:cubicBezTo>
                  <a:cubicBezTo>
                    <a:pt x="45671" y="60843"/>
                    <a:pt x="40163" y="58283"/>
                    <a:pt x="33612" y="56606"/>
                  </a:cubicBezTo>
                  <a:cubicBezTo>
                    <a:pt x="25837" y="54605"/>
                    <a:pt x="15193" y="50605"/>
                    <a:pt x="11990" y="45450"/>
                  </a:cubicBezTo>
                  <a:cubicBezTo>
                    <a:pt x="8787" y="40294"/>
                    <a:pt x="9966" y="34365"/>
                    <a:pt x="9966" y="34365"/>
                  </a:cubicBezTo>
                  <a:cubicBezTo>
                    <a:pt x="9966" y="34365"/>
                    <a:pt x="10073" y="31674"/>
                    <a:pt x="13848" y="24387"/>
                  </a:cubicBezTo>
                  <a:cubicBezTo>
                    <a:pt x="17365" y="17587"/>
                    <a:pt x="22984" y="5864"/>
                    <a:pt x="36717" y="5864"/>
                  </a:cubicBezTo>
                  <a:close/>
                  <a:moveTo>
                    <a:pt x="33262" y="1"/>
                  </a:moveTo>
                  <a:cubicBezTo>
                    <a:pt x="16952" y="1"/>
                    <a:pt x="10241" y="14466"/>
                    <a:pt x="6037" y="22863"/>
                  </a:cubicBezTo>
                  <a:cubicBezTo>
                    <a:pt x="1548" y="31829"/>
                    <a:pt x="1405" y="35139"/>
                    <a:pt x="1405" y="35139"/>
                  </a:cubicBezTo>
                  <a:cubicBezTo>
                    <a:pt x="1405" y="35139"/>
                    <a:pt x="1" y="42449"/>
                    <a:pt x="3763" y="48759"/>
                  </a:cubicBezTo>
                  <a:cubicBezTo>
                    <a:pt x="7525" y="55082"/>
                    <a:pt x="20122" y="59963"/>
                    <a:pt x="29302" y="62380"/>
                  </a:cubicBezTo>
                  <a:cubicBezTo>
                    <a:pt x="37007" y="64411"/>
                    <a:pt x="43492" y="67519"/>
                    <a:pt x="51409" y="67519"/>
                  </a:cubicBezTo>
                  <a:cubicBezTo>
                    <a:pt x="52912" y="67519"/>
                    <a:pt x="54467" y="67407"/>
                    <a:pt x="56091" y="67154"/>
                  </a:cubicBezTo>
                  <a:cubicBezTo>
                    <a:pt x="66259" y="65559"/>
                    <a:pt x="73260" y="57070"/>
                    <a:pt x="75903" y="52677"/>
                  </a:cubicBezTo>
                  <a:cubicBezTo>
                    <a:pt x="78534" y="48295"/>
                    <a:pt x="82368" y="41032"/>
                    <a:pt x="85095" y="33746"/>
                  </a:cubicBezTo>
                  <a:cubicBezTo>
                    <a:pt x="88071" y="25864"/>
                    <a:pt x="85333" y="19542"/>
                    <a:pt x="78677" y="14970"/>
                  </a:cubicBezTo>
                  <a:cubicBezTo>
                    <a:pt x="72510" y="10743"/>
                    <a:pt x="49709" y="1730"/>
                    <a:pt x="36708" y="206"/>
                  </a:cubicBezTo>
                  <a:cubicBezTo>
                    <a:pt x="35514" y="67"/>
                    <a:pt x="34366" y="1"/>
                    <a:pt x="33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2058875" y="839800"/>
              <a:ext cx="4657150" cy="3720075"/>
            </a:xfrm>
            <a:custGeom>
              <a:avLst/>
              <a:gdLst/>
              <a:ahLst/>
              <a:cxnLst/>
              <a:rect l="l" t="t" r="r" b="b"/>
              <a:pathLst>
                <a:path w="186286" h="148803" extrusionOk="0">
                  <a:moveTo>
                    <a:pt x="81070" y="9245"/>
                  </a:moveTo>
                  <a:cubicBezTo>
                    <a:pt x="83004" y="9245"/>
                    <a:pt x="85093" y="9564"/>
                    <a:pt x="87345" y="10331"/>
                  </a:cubicBezTo>
                  <a:cubicBezTo>
                    <a:pt x="95917" y="13248"/>
                    <a:pt x="149091" y="41930"/>
                    <a:pt x="155687" y="45859"/>
                  </a:cubicBezTo>
                  <a:cubicBezTo>
                    <a:pt x="181892" y="61503"/>
                    <a:pt x="178261" y="71362"/>
                    <a:pt x="163509" y="88018"/>
                  </a:cubicBezTo>
                  <a:cubicBezTo>
                    <a:pt x="154448" y="98258"/>
                    <a:pt x="126052" y="133500"/>
                    <a:pt x="116003" y="137310"/>
                  </a:cubicBezTo>
                  <a:cubicBezTo>
                    <a:pt x="112602" y="138602"/>
                    <a:pt x="109866" y="139157"/>
                    <a:pt x="107393" y="139157"/>
                  </a:cubicBezTo>
                  <a:cubicBezTo>
                    <a:pt x="101047" y="139157"/>
                    <a:pt x="96444" y="135496"/>
                    <a:pt x="86821" y="131238"/>
                  </a:cubicBezTo>
                  <a:cubicBezTo>
                    <a:pt x="73438" y="125309"/>
                    <a:pt x="20384" y="92126"/>
                    <a:pt x="16479" y="87506"/>
                  </a:cubicBezTo>
                  <a:cubicBezTo>
                    <a:pt x="11478" y="81601"/>
                    <a:pt x="12574" y="76969"/>
                    <a:pt x="17229" y="71159"/>
                  </a:cubicBezTo>
                  <a:cubicBezTo>
                    <a:pt x="22539" y="64539"/>
                    <a:pt x="61175" y="18963"/>
                    <a:pt x="68295" y="13974"/>
                  </a:cubicBezTo>
                  <a:cubicBezTo>
                    <a:pt x="71438" y="11762"/>
                    <a:pt x="75642" y="9245"/>
                    <a:pt x="81070" y="9245"/>
                  </a:cubicBezTo>
                  <a:close/>
                  <a:moveTo>
                    <a:pt x="82311" y="0"/>
                  </a:moveTo>
                  <a:cubicBezTo>
                    <a:pt x="75932" y="0"/>
                    <a:pt x="70384" y="3113"/>
                    <a:pt x="66747" y="6282"/>
                  </a:cubicBezTo>
                  <a:cubicBezTo>
                    <a:pt x="62675" y="9819"/>
                    <a:pt x="45935" y="25821"/>
                    <a:pt x="34457" y="37715"/>
                  </a:cubicBezTo>
                  <a:cubicBezTo>
                    <a:pt x="22968" y="49597"/>
                    <a:pt x="8061" y="60313"/>
                    <a:pt x="2406" y="71302"/>
                  </a:cubicBezTo>
                  <a:cubicBezTo>
                    <a:pt x="1" y="75957"/>
                    <a:pt x="167" y="81815"/>
                    <a:pt x="3549" y="86244"/>
                  </a:cubicBezTo>
                  <a:cubicBezTo>
                    <a:pt x="6930" y="90662"/>
                    <a:pt x="10859" y="94472"/>
                    <a:pt x="19836" y="100258"/>
                  </a:cubicBezTo>
                  <a:cubicBezTo>
                    <a:pt x="28814" y="106032"/>
                    <a:pt x="73248" y="135322"/>
                    <a:pt x="86440" y="143442"/>
                  </a:cubicBezTo>
                  <a:cubicBezTo>
                    <a:pt x="93286" y="147646"/>
                    <a:pt x="98343" y="148802"/>
                    <a:pt x="102049" y="148802"/>
                  </a:cubicBezTo>
                  <a:cubicBezTo>
                    <a:pt x="105490" y="148802"/>
                    <a:pt x="107767" y="147805"/>
                    <a:pt x="109228" y="147323"/>
                  </a:cubicBezTo>
                  <a:cubicBezTo>
                    <a:pt x="118730" y="144216"/>
                    <a:pt x="132958" y="127225"/>
                    <a:pt x="142661" y="118082"/>
                  </a:cubicBezTo>
                  <a:cubicBezTo>
                    <a:pt x="152365" y="108938"/>
                    <a:pt x="179071" y="83601"/>
                    <a:pt x="182821" y="78232"/>
                  </a:cubicBezTo>
                  <a:cubicBezTo>
                    <a:pt x="186250" y="73314"/>
                    <a:pt x="186286" y="68790"/>
                    <a:pt x="183523" y="63944"/>
                  </a:cubicBezTo>
                  <a:cubicBezTo>
                    <a:pt x="180773" y="59098"/>
                    <a:pt x="170593" y="50978"/>
                    <a:pt x="162259" y="45871"/>
                  </a:cubicBezTo>
                  <a:cubicBezTo>
                    <a:pt x="152448" y="39870"/>
                    <a:pt x="131517" y="25201"/>
                    <a:pt x="121849" y="19986"/>
                  </a:cubicBezTo>
                  <a:cubicBezTo>
                    <a:pt x="112193" y="14783"/>
                    <a:pt x="91976" y="1008"/>
                    <a:pt x="84630" y="139"/>
                  </a:cubicBezTo>
                  <a:cubicBezTo>
                    <a:pt x="83846" y="45"/>
                    <a:pt x="83073" y="0"/>
                    <a:pt x="8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3986500" y="2088050"/>
              <a:ext cx="1431750" cy="1015675"/>
            </a:xfrm>
            <a:custGeom>
              <a:avLst/>
              <a:gdLst/>
              <a:ahLst/>
              <a:cxnLst/>
              <a:rect l="l" t="t" r="r" b="b"/>
              <a:pathLst>
                <a:path w="57270" h="40627" extrusionOk="0">
                  <a:moveTo>
                    <a:pt x="30042" y="3777"/>
                  </a:moveTo>
                  <a:cubicBezTo>
                    <a:pt x="30791" y="3777"/>
                    <a:pt x="31549" y="3807"/>
                    <a:pt x="32314" y="3870"/>
                  </a:cubicBezTo>
                  <a:cubicBezTo>
                    <a:pt x="43375" y="4787"/>
                    <a:pt x="51805" y="12061"/>
                    <a:pt x="51138" y="20110"/>
                  </a:cubicBezTo>
                  <a:cubicBezTo>
                    <a:pt x="50518" y="27606"/>
                    <a:pt x="42257" y="33136"/>
                    <a:pt x="32206" y="33136"/>
                  </a:cubicBezTo>
                  <a:cubicBezTo>
                    <a:pt x="31450" y="33136"/>
                    <a:pt x="30683" y="33104"/>
                    <a:pt x="29909" y="33040"/>
                  </a:cubicBezTo>
                  <a:lnTo>
                    <a:pt x="29897" y="33040"/>
                  </a:lnTo>
                  <a:cubicBezTo>
                    <a:pt x="18836" y="32135"/>
                    <a:pt x="10406" y="24861"/>
                    <a:pt x="11073" y="16800"/>
                  </a:cubicBezTo>
                  <a:cubicBezTo>
                    <a:pt x="11694" y="9309"/>
                    <a:pt x="19979" y="3777"/>
                    <a:pt x="30042" y="3777"/>
                  </a:cubicBezTo>
                  <a:close/>
                  <a:moveTo>
                    <a:pt x="27138" y="1"/>
                  </a:moveTo>
                  <a:cubicBezTo>
                    <a:pt x="13217" y="1"/>
                    <a:pt x="1770" y="7658"/>
                    <a:pt x="917" y="18026"/>
                  </a:cubicBezTo>
                  <a:cubicBezTo>
                    <a:pt x="0" y="29171"/>
                    <a:pt x="11657" y="39231"/>
                    <a:pt x="26956" y="40493"/>
                  </a:cubicBezTo>
                  <a:cubicBezTo>
                    <a:pt x="28031" y="40583"/>
                    <a:pt x="29096" y="40627"/>
                    <a:pt x="30146" y="40627"/>
                  </a:cubicBezTo>
                  <a:cubicBezTo>
                    <a:pt x="44055" y="40627"/>
                    <a:pt x="55488" y="32972"/>
                    <a:pt x="56341" y="22610"/>
                  </a:cubicBezTo>
                  <a:cubicBezTo>
                    <a:pt x="57269" y="11454"/>
                    <a:pt x="45613" y="1394"/>
                    <a:pt x="30302" y="131"/>
                  </a:cubicBezTo>
                  <a:cubicBezTo>
                    <a:pt x="29235" y="44"/>
                    <a:pt x="28180" y="1"/>
                    <a:pt x="27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9"/>
            <p:cNvSpPr/>
            <p:nvPr/>
          </p:nvSpPr>
          <p:spPr>
            <a:xfrm>
              <a:off x="4481800" y="2298275"/>
              <a:ext cx="624500" cy="443075"/>
            </a:xfrm>
            <a:custGeom>
              <a:avLst/>
              <a:gdLst/>
              <a:ahLst/>
              <a:cxnLst/>
              <a:rect l="l" t="t" r="r" b="b"/>
              <a:pathLst>
                <a:path w="24980" h="17723" extrusionOk="0">
                  <a:moveTo>
                    <a:pt x="13109" y="1648"/>
                  </a:moveTo>
                  <a:cubicBezTo>
                    <a:pt x="13434" y="1648"/>
                    <a:pt x="13764" y="1661"/>
                    <a:pt x="14097" y="1688"/>
                  </a:cubicBezTo>
                  <a:cubicBezTo>
                    <a:pt x="18919" y="2081"/>
                    <a:pt x="22598" y="5260"/>
                    <a:pt x="22301" y="8772"/>
                  </a:cubicBezTo>
                  <a:cubicBezTo>
                    <a:pt x="22035" y="12042"/>
                    <a:pt x="18424" y="14456"/>
                    <a:pt x="14026" y="14456"/>
                  </a:cubicBezTo>
                  <a:cubicBezTo>
                    <a:pt x="13701" y="14456"/>
                    <a:pt x="13371" y="14443"/>
                    <a:pt x="13038" y="14416"/>
                  </a:cubicBezTo>
                  <a:cubicBezTo>
                    <a:pt x="8216" y="14011"/>
                    <a:pt x="4549" y="10844"/>
                    <a:pt x="4834" y="7331"/>
                  </a:cubicBezTo>
                  <a:cubicBezTo>
                    <a:pt x="5100" y="4061"/>
                    <a:pt x="8711" y="1648"/>
                    <a:pt x="13109" y="1648"/>
                  </a:cubicBezTo>
                  <a:close/>
                  <a:moveTo>
                    <a:pt x="11840" y="0"/>
                  </a:moveTo>
                  <a:cubicBezTo>
                    <a:pt x="5766" y="0"/>
                    <a:pt x="771" y="3336"/>
                    <a:pt x="405" y="7867"/>
                  </a:cubicBezTo>
                  <a:cubicBezTo>
                    <a:pt x="0" y="12725"/>
                    <a:pt x="5084" y="17106"/>
                    <a:pt x="11764" y="17666"/>
                  </a:cubicBezTo>
                  <a:cubicBezTo>
                    <a:pt x="12225" y="17704"/>
                    <a:pt x="12683" y="17722"/>
                    <a:pt x="13134" y="17722"/>
                  </a:cubicBezTo>
                  <a:cubicBezTo>
                    <a:pt x="19200" y="17722"/>
                    <a:pt x="24198" y="14377"/>
                    <a:pt x="24575" y="9856"/>
                  </a:cubicBezTo>
                  <a:cubicBezTo>
                    <a:pt x="24980" y="4998"/>
                    <a:pt x="19896" y="605"/>
                    <a:pt x="13216" y="57"/>
                  </a:cubicBezTo>
                  <a:cubicBezTo>
                    <a:pt x="12753" y="19"/>
                    <a:pt x="12293" y="0"/>
                    <a:pt x="11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9"/>
            <p:cNvSpPr/>
            <p:nvPr/>
          </p:nvSpPr>
          <p:spPr>
            <a:xfrm>
              <a:off x="7220525" y="843850"/>
              <a:ext cx="161350" cy="367625"/>
            </a:xfrm>
            <a:custGeom>
              <a:avLst/>
              <a:gdLst/>
              <a:ahLst/>
              <a:cxnLst/>
              <a:rect l="l" t="t" r="r" b="b"/>
              <a:pathLst>
                <a:path w="6454" h="14705" extrusionOk="0">
                  <a:moveTo>
                    <a:pt x="1" y="1"/>
                  </a:moveTo>
                  <a:lnTo>
                    <a:pt x="6454" y="14705"/>
                  </a:lnTo>
                  <a:lnTo>
                    <a:pt x="6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69"/>
            <p:cNvSpPr/>
            <p:nvPr/>
          </p:nvSpPr>
          <p:spPr>
            <a:xfrm>
              <a:off x="6563300" y="843850"/>
              <a:ext cx="818575" cy="1358225"/>
            </a:xfrm>
            <a:custGeom>
              <a:avLst/>
              <a:gdLst/>
              <a:ahLst/>
              <a:cxnLst/>
              <a:rect l="l" t="t" r="r" b="b"/>
              <a:pathLst>
                <a:path w="32743" h="54329" extrusionOk="0">
                  <a:moveTo>
                    <a:pt x="1" y="1"/>
                  </a:moveTo>
                  <a:lnTo>
                    <a:pt x="32743" y="54329"/>
                  </a:lnTo>
                  <a:lnTo>
                    <a:pt x="32743" y="41541"/>
                  </a:lnTo>
                  <a:lnTo>
                    <a:pt x="118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69"/>
            <p:cNvSpPr/>
            <p:nvPr/>
          </p:nvSpPr>
          <p:spPr>
            <a:xfrm>
              <a:off x="5899225" y="843850"/>
              <a:ext cx="1482650" cy="1780000"/>
            </a:xfrm>
            <a:custGeom>
              <a:avLst/>
              <a:gdLst/>
              <a:ahLst/>
              <a:cxnLst/>
              <a:rect l="l" t="t" r="r" b="b"/>
              <a:pathLst>
                <a:path w="59306" h="71200" extrusionOk="0">
                  <a:moveTo>
                    <a:pt x="1" y="1"/>
                  </a:moveTo>
                  <a:cubicBezTo>
                    <a:pt x="23813" y="29528"/>
                    <a:pt x="58342" y="71200"/>
                    <a:pt x="58342" y="71200"/>
                  </a:cubicBezTo>
                  <a:lnTo>
                    <a:pt x="59306" y="69842"/>
                  </a:lnTo>
                  <a:lnTo>
                    <a:pt x="59306" y="67187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69"/>
            <p:cNvSpPr/>
            <p:nvPr/>
          </p:nvSpPr>
          <p:spPr>
            <a:xfrm>
              <a:off x="4809225" y="3240575"/>
              <a:ext cx="2572650" cy="1621650"/>
            </a:xfrm>
            <a:custGeom>
              <a:avLst/>
              <a:gdLst/>
              <a:ahLst/>
              <a:cxnLst/>
              <a:rect l="l" t="t" r="r" b="b"/>
              <a:pathLst>
                <a:path w="102906" h="64866" extrusionOk="0">
                  <a:moveTo>
                    <a:pt x="102906" y="0"/>
                  </a:moveTo>
                  <a:cubicBezTo>
                    <a:pt x="102275" y="465"/>
                    <a:pt x="101573" y="965"/>
                    <a:pt x="100822" y="1524"/>
                  </a:cubicBezTo>
                  <a:cubicBezTo>
                    <a:pt x="95679" y="5310"/>
                    <a:pt x="20801" y="51280"/>
                    <a:pt x="20801" y="51280"/>
                  </a:cubicBezTo>
                  <a:cubicBezTo>
                    <a:pt x="20801" y="51280"/>
                    <a:pt x="11204" y="57829"/>
                    <a:pt x="0" y="64865"/>
                  </a:cubicBezTo>
                  <a:lnTo>
                    <a:pt x="6275" y="64865"/>
                  </a:lnTo>
                  <a:cubicBezTo>
                    <a:pt x="27123" y="53530"/>
                    <a:pt x="50447" y="41124"/>
                    <a:pt x="54602" y="39624"/>
                  </a:cubicBezTo>
                  <a:cubicBezTo>
                    <a:pt x="61818" y="37005"/>
                    <a:pt x="88357" y="22753"/>
                    <a:pt x="93036" y="19360"/>
                  </a:cubicBezTo>
                  <a:cubicBezTo>
                    <a:pt x="95286" y="17717"/>
                    <a:pt x="99108" y="16109"/>
                    <a:pt x="102906" y="13680"/>
                  </a:cubicBezTo>
                  <a:lnTo>
                    <a:pt x="102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69"/>
            <p:cNvSpPr/>
            <p:nvPr/>
          </p:nvSpPr>
          <p:spPr>
            <a:xfrm>
              <a:off x="587275" y="843850"/>
              <a:ext cx="2679225" cy="4018375"/>
            </a:xfrm>
            <a:custGeom>
              <a:avLst/>
              <a:gdLst/>
              <a:ahLst/>
              <a:cxnLst/>
              <a:rect l="l" t="t" r="r" b="b"/>
              <a:pathLst>
                <a:path w="107169" h="160735" extrusionOk="0">
                  <a:moveTo>
                    <a:pt x="94679" y="1"/>
                  </a:moveTo>
                  <a:cubicBezTo>
                    <a:pt x="59448" y="18443"/>
                    <a:pt x="19562" y="39279"/>
                    <a:pt x="16728" y="40577"/>
                  </a:cubicBezTo>
                  <a:cubicBezTo>
                    <a:pt x="11787" y="42851"/>
                    <a:pt x="5751" y="46173"/>
                    <a:pt x="4048" y="48352"/>
                  </a:cubicBezTo>
                  <a:cubicBezTo>
                    <a:pt x="179" y="53257"/>
                    <a:pt x="0" y="56984"/>
                    <a:pt x="10394" y="69747"/>
                  </a:cubicBezTo>
                  <a:cubicBezTo>
                    <a:pt x="16371" y="77081"/>
                    <a:pt x="77438" y="146685"/>
                    <a:pt x="85892" y="156210"/>
                  </a:cubicBezTo>
                  <a:cubicBezTo>
                    <a:pt x="87059" y="157519"/>
                    <a:pt x="88344" y="159055"/>
                    <a:pt x="89726" y="160734"/>
                  </a:cubicBezTo>
                  <a:lnTo>
                    <a:pt x="106561" y="160734"/>
                  </a:lnTo>
                  <a:cubicBezTo>
                    <a:pt x="89928" y="143637"/>
                    <a:pt x="61603" y="114288"/>
                    <a:pt x="57436" y="110740"/>
                  </a:cubicBezTo>
                  <a:cubicBezTo>
                    <a:pt x="51935" y="106073"/>
                    <a:pt x="28051" y="83106"/>
                    <a:pt x="19538" y="72069"/>
                  </a:cubicBezTo>
                  <a:cubicBezTo>
                    <a:pt x="8811" y="58162"/>
                    <a:pt x="14883" y="54805"/>
                    <a:pt x="25539" y="48435"/>
                  </a:cubicBezTo>
                  <a:cubicBezTo>
                    <a:pt x="33254" y="43839"/>
                    <a:pt x="66437" y="24623"/>
                    <a:pt x="74831" y="19705"/>
                  </a:cubicBezTo>
                  <a:cubicBezTo>
                    <a:pt x="79748" y="16824"/>
                    <a:pt x="94631" y="7692"/>
                    <a:pt x="107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5365250" y="843850"/>
              <a:ext cx="2016625" cy="2005025"/>
            </a:xfrm>
            <a:custGeom>
              <a:avLst/>
              <a:gdLst/>
              <a:ahLst/>
              <a:cxnLst/>
              <a:rect l="l" t="t" r="r" b="b"/>
              <a:pathLst>
                <a:path w="80665" h="80201" extrusionOk="0">
                  <a:moveTo>
                    <a:pt x="0" y="1"/>
                  </a:moveTo>
                  <a:cubicBezTo>
                    <a:pt x="17586" y="17074"/>
                    <a:pt x="37410" y="36791"/>
                    <a:pt x="39541" y="38803"/>
                  </a:cubicBezTo>
                  <a:cubicBezTo>
                    <a:pt x="43244" y="42315"/>
                    <a:pt x="73081" y="72402"/>
                    <a:pt x="76141" y="75641"/>
                  </a:cubicBezTo>
                  <a:cubicBezTo>
                    <a:pt x="77343" y="76927"/>
                    <a:pt x="79034" y="78534"/>
                    <a:pt x="80665" y="80201"/>
                  </a:cubicBezTo>
                  <a:lnTo>
                    <a:pt x="80665" y="74700"/>
                  </a:lnTo>
                  <a:cubicBezTo>
                    <a:pt x="63389" y="55876"/>
                    <a:pt x="18610" y="9109"/>
                    <a:pt x="9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1288250" y="843850"/>
              <a:ext cx="5916825" cy="4018375"/>
            </a:xfrm>
            <a:custGeom>
              <a:avLst/>
              <a:gdLst/>
              <a:ahLst/>
              <a:cxnLst/>
              <a:rect l="l" t="t" r="r" b="b"/>
              <a:pathLst>
                <a:path w="236673" h="160735" extrusionOk="0">
                  <a:moveTo>
                    <a:pt x="86428" y="1"/>
                  </a:moveTo>
                  <a:cubicBezTo>
                    <a:pt x="70938" y="11954"/>
                    <a:pt x="43553" y="32386"/>
                    <a:pt x="31647" y="40077"/>
                  </a:cubicBezTo>
                  <a:cubicBezTo>
                    <a:pt x="16764" y="49673"/>
                    <a:pt x="8216" y="55614"/>
                    <a:pt x="5049" y="59341"/>
                  </a:cubicBezTo>
                  <a:cubicBezTo>
                    <a:pt x="774" y="64377"/>
                    <a:pt x="0" y="72164"/>
                    <a:pt x="7573" y="79605"/>
                  </a:cubicBezTo>
                  <a:cubicBezTo>
                    <a:pt x="15157" y="87059"/>
                    <a:pt x="59615" y="126230"/>
                    <a:pt x="67271" y="132683"/>
                  </a:cubicBezTo>
                  <a:cubicBezTo>
                    <a:pt x="73593" y="138005"/>
                    <a:pt x="90643" y="153781"/>
                    <a:pt x="99465" y="160734"/>
                  </a:cubicBezTo>
                  <a:lnTo>
                    <a:pt x="132517" y="160734"/>
                  </a:lnTo>
                  <a:cubicBezTo>
                    <a:pt x="145947" y="152697"/>
                    <a:pt x="163711" y="140779"/>
                    <a:pt x="168867" y="136469"/>
                  </a:cubicBezTo>
                  <a:cubicBezTo>
                    <a:pt x="175189" y="131171"/>
                    <a:pt x="216075" y="101608"/>
                    <a:pt x="222981" y="96965"/>
                  </a:cubicBezTo>
                  <a:cubicBezTo>
                    <a:pt x="236673" y="87761"/>
                    <a:pt x="236327" y="81618"/>
                    <a:pt x="234006" y="76617"/>
                  </a:cubicBezTo>
                  <a:cubicBezTo>
                    <a:pt x="231684" y="71604"/>
                    <a:pt x="219694" y="60425"/>
                    <a:pt x="213670" y="54519"/>
                  </a:cubicBezTo>
                  <a:cubicBezTo>
                    <a:pt x="207681" y="48637"/>
                    <a:pt x="159687" y="6632"/>
                    <a:pt x="152138" y="1"/>
                  </a:cubicBezTo>
                  <a:lnTo>
                    <a:pt x="137005" y="1"/>
                  </a:lnTo>
                  <a:cubicBezTo>
                    <a:pt x="150269" y="9692"/>
                    <a:pt x="168247" y="23813"/>
                    <a:pt x="171629" y="25968"/>
                  </a:cubicBezTo>
                  <a:cubicBezTo>
                    <a:pt x="176677" y="29195"/>
                    <a:pt x="204966" y="49661"/>
                    <a:pt x="215872" y="59960"/>
                  </a:cubicBezTo>
                  <a:cubicBezTo>
                    <a:pt x="216742" y="60782"/>
                    <a:pt x="221290" y="65020"/>
                    <a:pt x="222981" y="67163"/>
                  </a:cubicBezTo>
                  <a:cubicBezTo>
                    <a:pt x="226850" y="72069"/>
                    <a:pt x="226267" y="78200"/>
                    <a:pt x="219933" y="85320"/>
                  </a:cubicBezTo>
                  <a:cubicBezTo>
                    <a:pt x="214634" y="91273"/>
                    <a:pt x="186095" y="117229"/>
                    <a:pt x="180213" y="121753"/>
                  </a:cubicBezTo>
                  <a:cubicBezTo>
                    <a:pt x="174332" y="126290"/>
                    <a:pt x="150340" y="146518"/>
                    <a:pt x="140065" y="151971"/>
                  </a:cubicBezTo>
                  <a:cubicBezTo>
                    <a:pt x="134277" y="155045"/>
                    <a:pt x="129097" y="158615"/>
                    <a:pt x="123234" y="158615"/>
                  </a:cubicBezTo>
                  <a:cubicBezTo>
                    <a:pt x="120377" y="158615"/>
                    <a:pt x="117358" y="157767"/>
                    <a:pt x="114026" y="155603"/>
                  </a:cubicBezTo>
                  <a:cubicBezTo>
                    <a:pt x="107252" y="151209"/>
                    <a:pt x="41172" y="100239"/>
                    <a:pt x="41172" y="100239"/>
                  </a:cubicBezTo>
                  <a:cubicBezTo>
                    <a:pt x="41172" y="100239"/>
                    <a:pt x="20158" y="82701"/>
                    <a:pt x="16669" y="78962"/>
                  </a:cubicBezTo>
                  <a:cubicBezTo>
                    <a:pt x="10954" y="72831"/>
                    <a:pt x="12371" y="67378"/>
                    <a:pt x="22313" y="58972"/>
                  </a:cubicBezTo>
                  <a:cubicBezTo>
                    <a:pt x="32254" y="50566"/>
                    <a:pt x="47280" y="38958"/>
                    <a:pt x="59877" y="28968"/>
                  </a:cubicBezTo>
                  <a:cubicBezTo>
                    <a:pt x="68949" y="21765"/>
                    <a:pt x="84558" y="8216"/>
                    <a:pt x="95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187500" y="843850"/>
              <a:ext cx="2226500" cy="4018375"/>
            </a:xfrm>
            <a:custGeom>
              <a:avLst/>
              <a:gdLst/>
              <a:ahLst/>
              <a:cxnLst/>
              <a:rect l="l" t="t" r="r" b="b"/>
              <a:pathLst>
                <a:path w="89060" h="160735" extrusionOk="0">
                  <a:moveTo>
                    <a:pt x="72784" y="1"/>
                  </a:moveTo>
                  <a:cubicBezTo>
                    <a:pt x="47054" y="8668"/>
                    <a:pt x="16348" y="18884"/>
                    <a:pt x="9335" y="21801"/>
                  </a:cubicBezTo>
                  <a:cubicBezTo>
                    <a:pt x="6502" y="22968"/>
                    <a:pt x="4073" y="24135"/>
                    <a:pt x="2025" y="25194"/>
                  </a:cubicBezTo>
                  <a:lnTo>
                    <a:pt x="2025" y="47197"/>
                  </a:lnTo>
                  <a:lnTo>
                    <a:pt x="71522" y="160734"/>
                  </a:lnTo>
                  <a:lnTo>
                    <a:pt x="89060" y="160734"/>
                  </a:lnTo>
                  <a:cubicBezTo>
                    <a:pt x="73320" y="137803"/>
                    <a:pt x="9074" y="52412"/>
                    <a:pt x="6966" y="47875"/>
                  </a:cubicBezTo>
                  <a:cubicBezTo>
                    <a:pt x="1" y="32897"/>
                    <a:pt x="15467" y="26944"/>
                    <a:pt x="86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9"/>
            <p:cNvSpPr/>
            <p:nvPr/>
          </p:nvSpPr>
          <p:spPr>
            <a:xfrm>
              <a:off x="238125" y="843850"/>
              <a:ext cx="1304050" cy="400375"/>
            </a:xfrm>
            <a:custGeom>
              <a:avLst/>
              <a:gdLst/>
              <a:ahLst/>
              <a:cxnLst/>
              <a:rect l="l" t="t" r="r" b="b"/>
              <a:pathLst>
                <a:path w="52162" h="16015" extrusionOk="0">
                  <a:moveTo>
                    <a:pt x="12454" y="1"/>
                  </a:moveTo>
                  <a:lnTo>
                    <a:pt x="0" y="3132"/>
                  </a:lnTo>
                  <a:lnTo>
                    <a:pt x="0" y="16015"/>
                  </a:lnTo>
                  <a:lnTo>
                    <a:pt x="52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69"/>
            <p:cNvSpPr/>
            <p:nvPr/>
          </p:nvSpPr>
          <p:spPr>
            <a:xfrm>
              <a:off x="238125" y="2213375"/>
              <a:ext cx="1374875" cy="2648850"/>
            </a:xfrm>
            <a:custGeom>
              <a:avLst/>
              <a:gdLst/>
              <a:ahLst/>
              <a:cxnLst/>
              <a:rect l="l" t="t" r="r" b="b"/>
              <a:pathLst>
                <a:path w="54995" h="105954" extrusionOk="0">
                  <a:moveTo>
                    <a:pt x="0" y="0"/>
                  </a:moveTo>
                  <a:lnTo>
                    <a:pt x="0" y="16931"/>
                  </a:lnTo>
                  <a:lnTo>
                    <a:pt x="36826" y="105953"/>
                  </a:lnTo>
                  <a:lnTo>
                    <a:pt x="54995" y="105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69"/>
            <p:cNvSpPr/>
            <p:nvPr/>
          </p:nvSpPr>
          <p:spPr>
            <a:xfrm>
              <a:off x="238125" y="3055425"/>
              <a:ext cx="645925" cy="1806800"/>
            </a:xfrm>
            <a:custGeom>
              <a:avLst/>
              <a:gdLst/>
              <a:ahLst/>
              <a:cxnLst/>
              <a:rect l="l" t="t" r="r" b="b"/>
              <a:pathLst>
                <a:path w="25837" h="72272" extrusionOk="0">
                  <a:moveTo>
                    <a:pt x="0" y="1"/>
                  </a:moveTo>
                  <a:lnTo>
                    <a:pt x="0" y="24646"/>
                  </a:lnTo>
                  <a:lnTo>
                    <a:pt x="12502" y="72271"/>
                  </a:lnTo>
                  <a:lnTo>
                    <a:pt x="25837" y="722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69"/>
            <p:cNvSpPr/>
            <p:nvPr/>
          </p:nvSpPr>
          <p:spPr>
            <a:xfrm>
              <a:off x="5238750" y="3929650"/>
              <a:ext cx="2143125" cy="932575"/>
            </a:xfrm>
            <a:custGeom>
              <a:avLst/>
              <a:gdLst/>
              <a:ahLst/>
              <a:cxnLst/>
              <a:rect l="l" t="t" r="r" b="b"/>
              <a:pathLst>
                <a:path w="85725" h="37303" extrusionOk="0">
                  <a:moveTo>
                    <a:pt x="85725" y="0"/>
                  </a:moveTo>
                  <a:lnTo>
                    <a:pt x="0" y="37302"/>
                  </a:lnTo>
                  <a:lnTo>
                    <a:pt x="18764" y="37302"/>
                  </a:lnTo>
                  <a:lnTo>
                    <a:pt x="85725" y="12299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6358825" y="4530600"/>
              <a:ext cx="1023050" cy="331625"/>
            </a:xfrm>
            <a:custGeom>
              <a:avLst/>
              <a:gdLst/>
              <a:ahLst/>
              <a:cxnLst/>
              <a:rect l="l" t="t" r="r" b="b"/>
              <a:pathLst>
                <a:path w="40922" h="13265" extrusionOk="0">
                  <a:moveTo>
                    <a:pt x="40922" y="1"/>
                  </a:moveTo>
                  <a:lnTo>
                    <a:pt x="0" y="13264"/>
                  </a:lnTo>
                  <a:lnTo>
                    <a:pt x="40922" y="13264"/>
                  </a:lnTo>
                  <a:lnTo>
                    <a:pt x="40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6" name="Google Shape;1526;p75"/>
          <p:cNvGrpSpPr/>
          <p:nvPr/>
        </p:nvGrpSpPr>
        <p:grpSpPr>
          <a:xfrm>
            <a:off x="745571" y="1168666"/>
            <a:ext cx="2492868" cy="1379876"/>
            <a:chOff x="2654821" y="2311071"/>
            <a:chExt cx="2279715" cy="1262120"/>
          </a:xfrm>
        </p:grpSpPr>
        <p:grpSp>
          <p:nvGrpSpPr>
            <p:cNvPr id="1527" name="Google Shape;1527;p75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1528" name="Google Shape;1528;p75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29" name="Google Shape;1529;p75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0" name="Google Shape;1530;p75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1531" name="Google Shape;1531;p75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grpSp>
            <p:nvGrpSpPr>
              <p:cNvPr id="1532" name="Google Shape;1532;p75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1533" name="Google Shape;1533;p75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1534" name="Google Shape;1534;p75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5" name="Google Shape;1535;p75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6" name="Google Shape;1536;p75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7" name="Google Shape;1537;p75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1538" name="Google Shape;1538;p75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39" name="Google Shape;1539;p75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1540" name="Google Shape;1540;p75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41" name="Google Shape;1541;p75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75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1543" name="Google Shape;1543;p75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44" name="Google Shape;1544;p75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75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75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75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75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9" name="Google Shape;1549;p75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1550" name="Google Shape;1550;p75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75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552" name="Google Shape;1552;p75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1553" name="Google Shape;1553;p75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75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55" name="Google Shape;1555;p75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556" name="Google Shape;1556;p75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1557" name="Google Shape;1557;p75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75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559" name="Google Shape;1559;p75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1560" name="Google Shape;1560;p75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61" name="Google Shape;1561;p75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2" name="Google Shape;1562;p75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1563" name="Google Shape;1563;p75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grpSp>
            <p:nvGrpSpPr>
              <p:cNvPr id="1564" name="Google Shape;1564;p75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1565" name="Google Shape;1565;p75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6" name="Google Shape;1566;p75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67" name="Google Shape;1567;p75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1568" name="Google Shape;1568;p75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69" name="Google Shape;1569;p75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570" name="Google Shape;1570;p75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1571" name="Google Shape;1571;p75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72" name="Google Shape;1572;p75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75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1574" name="Google Shape;1574;p75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75" name="Google Shape;1575;p75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6" name="Google Shape;1576;p75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75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75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1579" name="Google Shape;1579;p75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1580" name="Google Shape;1580;p75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75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75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75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75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75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75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75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75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75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75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75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75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75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75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75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1596" name="Google Shape;1596;p75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75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5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5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5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5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5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5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5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5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75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75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75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75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75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75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75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75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75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75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616" name="Google Shape;1616;p75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617" name="Google Shape;1617;p75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75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1619" name="Google Shape;1619;p75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75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1" name="Google Shape;1621;p75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2" name="Google Shape;1622;p75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1623" name="Google Shape;1623;p75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75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75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75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7" name="Google Shape;1627;p75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75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75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75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75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75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75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4" name="Google Shape;1634;p75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1635" name="Google Shape;1635;p75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75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75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75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9" name="Google Shape;1639;p75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75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75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75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75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75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75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75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75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5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5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5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5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75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75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5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5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5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5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5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5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5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5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5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5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5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5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5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5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8" name="Google Shape;1668;p75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669" name="Google Shape;1669;p75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75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71" name="Google Shape;1671;p75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2" name="Google Shape;1672;p75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673" name="Google Shape;1673;p75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1674" name="Google Shape;1674;p75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5" name="Google Shape;1675;p75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676" name="Google Shape;1676;p75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75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78" name="Google Shape;1678;p75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75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75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75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75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75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75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75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6" name="Google Shape;1686;p75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687" name="Google Shape;1687;p75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75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75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75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1" name="Google Shape;1691;p75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75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75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75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75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75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75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75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9" name="Google Shape;1699;p75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700" name="Google Shape;1700;p75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75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75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75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4" name="Google Shape;1704;p75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75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75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75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75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75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75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75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75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75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75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75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75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75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75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75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75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721" name="Google Shape;1721;p75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75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75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75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75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75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75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75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75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75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75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75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733" name="Google Shape;1733;p75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75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75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75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75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75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75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75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75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75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75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75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75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6" name="Google Shape;1746;p75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747" name="Google Shape;1747;p75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75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49" name="Google Shape;1749;p75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5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75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75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75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75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75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75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75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758" name="Google Shape;1758;p75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75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75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75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75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75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75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75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75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75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768" name="Google Shape;1768;p75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75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75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75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75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75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774" name="Google Shape;1774;p75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75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75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7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7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75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75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5F7D95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75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75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75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4" name="Google Shape;1784;p75"/>
          <p:cNvGrpSpPr/>
          <p:nvPr/>
        </p:nvGrpSpPr>
        <p:grpSpPr>
          <a:xfrm>
            <a:off x="3554131" y="1233340"/>
            <a:ext cx="2078182" cy="1366558"/>
            <a:chOff x="235800" y="830650"/>
            <a:chExt cx="6978450" cy="4588844"/>
          </a:xfrm>
        </p:grpSpPr>
        <p:sp>
          <p:nvSpPr>
            <p:cNvPr id="1785" name="Google Shape;1785;p75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75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75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75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75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75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75"/>
          <p:cNvGrpSpPr/>
          <p:nvPr/>
        </p:nvGrpSpPr>
        <p:grpSpPr>
          <a:xfrm>
            <a:off x="742628" y="3064442"/>
            <a:ext cx="2622876" cy="1333540"/>
            <a:chOff x="238125" y="1038125"/>
            <a:chExt cx="7146800" cy="3633625"/>
          </a:xfrm>
        </p:grpSpPr>
        <p:sp>
          <p:nvSpPr>
            <p:cNvPr id="1792" name="Google Shape;1792;p75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75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75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75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75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75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75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75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75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75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75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75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75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75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75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75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75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75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75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75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75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75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75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75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75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75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75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75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75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75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75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75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75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75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75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75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75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75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75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75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75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75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75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75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75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75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75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75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75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75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75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75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75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75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75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75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75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75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75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75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75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75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75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75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75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75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75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75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75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75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75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75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75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75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75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75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75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75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75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75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75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75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75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75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75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75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75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75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75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75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75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75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75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75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75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75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75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75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75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75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75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75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75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75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75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75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75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75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75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75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75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75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75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75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75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75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75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75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75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75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75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75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75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75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75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75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75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75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75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75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75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75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75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75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75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75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75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75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75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75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75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75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75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75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75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75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75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75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75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75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75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75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75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75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75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75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75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75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75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75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75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75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75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75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75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75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75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75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75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75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75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75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75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75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75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75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75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75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75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75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75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75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75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75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75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75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75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75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75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75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75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75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5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5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5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75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75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5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75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75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75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75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75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75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75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75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75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75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75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5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5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75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75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5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5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75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75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75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75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75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75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75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75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75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75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5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75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75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5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75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75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75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75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75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75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75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75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75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75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75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75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75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75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75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75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75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75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75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75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75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75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75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75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75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75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75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75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75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75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75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75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75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75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75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75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75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75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75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75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75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75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75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75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75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75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75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75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75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75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75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75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75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75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75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75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75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75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75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75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75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75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75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75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75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75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75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75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75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75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75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75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75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75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75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75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75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75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75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75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75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75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75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75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75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75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75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75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75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75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75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75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75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75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75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75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75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75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75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75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75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75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75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75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75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75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75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75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75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75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75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75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75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75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75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75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75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75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75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75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75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75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75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75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75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75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75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75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75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75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75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75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75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75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75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75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75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75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75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75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75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75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75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75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75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75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75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75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75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75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75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75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75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75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75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75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75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75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75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75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75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75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75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75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75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75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75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75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75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75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75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75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75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75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75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75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75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75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75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75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75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75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75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75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75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75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75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75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75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75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75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75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75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75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75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75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75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75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75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75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75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75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75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75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75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75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75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75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75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75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75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75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75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75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75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75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75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75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75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75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75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75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75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75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75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75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75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75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75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75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75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75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75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75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75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75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75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75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75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75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75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75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75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75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75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75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75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75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75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75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75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75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75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75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75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75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75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5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5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5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5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5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5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5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5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5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5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5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5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75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75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75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75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75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75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75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75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75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75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75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75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75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75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75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75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75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75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75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75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75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75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75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75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75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75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75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75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75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75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75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75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75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75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75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75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75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75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75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75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75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75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75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75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75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75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75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75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75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75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75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75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75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75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75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75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75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75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75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75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75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75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75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75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75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75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75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75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75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75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75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75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75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75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75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75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75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75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75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75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75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75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75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75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75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75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75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75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75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75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75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75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75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75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75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75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75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75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75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75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75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75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75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75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75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75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75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75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75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75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75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75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75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75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75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75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75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75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75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75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75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75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75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75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75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75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75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75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75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75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75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75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75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75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75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75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75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75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75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75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75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75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75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75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75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75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75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75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75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75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75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75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75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75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75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75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75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75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75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75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75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75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75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75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75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75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75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75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75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75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75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75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75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75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75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75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75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75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75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75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75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75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75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75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75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75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75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75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75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75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75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75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75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75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75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75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75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75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75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75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75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75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75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75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75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75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75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75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75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75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75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75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75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75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75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75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75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75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75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75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75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75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75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75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75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75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75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75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75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75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75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75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75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75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75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75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75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75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75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75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75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75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75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75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75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75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75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75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75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75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75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75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75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75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75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75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75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75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75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75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75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75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75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75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75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75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75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75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75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75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75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75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75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75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75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75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75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75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75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75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75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75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75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75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75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75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75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75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75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75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75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75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75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75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75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75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75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75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75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75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75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75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75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75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75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75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75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75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75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75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75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75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75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75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75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75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75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75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75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75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75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5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75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75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5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5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5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5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5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5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5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5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5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5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5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5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5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5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5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5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5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5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5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5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5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5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5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5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5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5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5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5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5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5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5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5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5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75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75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75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5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5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5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5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5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5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5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75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75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5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5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5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5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5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5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5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5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75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75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75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75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75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75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75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75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75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75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75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75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75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75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75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75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75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75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75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75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75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75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75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75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75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75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75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75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75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75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75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75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75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75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75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75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75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75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75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75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75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75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75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75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75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75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75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75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75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75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75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75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75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75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75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75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75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75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5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75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75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75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5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5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5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75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75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75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75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75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75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75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75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75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75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75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75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75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75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75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75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75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75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75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75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75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75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75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75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75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75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75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75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75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75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75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5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5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75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75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75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75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75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75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75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75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75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75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75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75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75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75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75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75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75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75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75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75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75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75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75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75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75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75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75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75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75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75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75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75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75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75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75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75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75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75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75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75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75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75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75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75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75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75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75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75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75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75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75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75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75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75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75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75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75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75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75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75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75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75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75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75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75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75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75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75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75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75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75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75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75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75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75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75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75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75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75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75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75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75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75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75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75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75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75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75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75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75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75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75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75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75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75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75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75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75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75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75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75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75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75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75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5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75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75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75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5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5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5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5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5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5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5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75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75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75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75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75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75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75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75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75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75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75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75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75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75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75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75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75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75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75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75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75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75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5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5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5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5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5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75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5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5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5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5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5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5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5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5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5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5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75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75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5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5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5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5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5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5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5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5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5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5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5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5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5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5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5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5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5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5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5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5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5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5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5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5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5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5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5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5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5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5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5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5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5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5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5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5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5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5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5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5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5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5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5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5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5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5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5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5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5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5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5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5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5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5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5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5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5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5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5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5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5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5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5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5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5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5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5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5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5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5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5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5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5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5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5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5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5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5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5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5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5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5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5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5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5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5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5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5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75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75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75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75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75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75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75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75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75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75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5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5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5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75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75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75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75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75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75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75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75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75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75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75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75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75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75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5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75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75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5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75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75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75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75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75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75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75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75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75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75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75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75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75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75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75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75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75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5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5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5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5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5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5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75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75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75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75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75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75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75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75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75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75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75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75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75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75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75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5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5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5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5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5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5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5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5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5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5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5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5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5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5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5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5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5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5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5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5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5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5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75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75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5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5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5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5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5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5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5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5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5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5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5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5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5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5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5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5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5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5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5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5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5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5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5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75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75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5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5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75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75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75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75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75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75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75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75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75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75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75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75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75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75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75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75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75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75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75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75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75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75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75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75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75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75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75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75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75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75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75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75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75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75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75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75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75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75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75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75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75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75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75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75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75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75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75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75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75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75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75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75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75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75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75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75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75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75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75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75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75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75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75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75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75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75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75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75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75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75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75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75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75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75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75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75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75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75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75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75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75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75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75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75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75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75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75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75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75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75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75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75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75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75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75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75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75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75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75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75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75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75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75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75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75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75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75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75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75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75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75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75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75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75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75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75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75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75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75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75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75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75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75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75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75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75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75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75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75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75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75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75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75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75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75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75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75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75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75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75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75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75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75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75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75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75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75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75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75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75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75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75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75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75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75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75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75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75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75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75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75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75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75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75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75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75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75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75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75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75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75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75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75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75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75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75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75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75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75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75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75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75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75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75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75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75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75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75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75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75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4" name="Google Shape;3364;p75"/>
          <p:cNvGrpSpPr/>
          <p:nvPr/>
        </p:nvGrpSpPr>
        <p:grpSpPr>
          <a:xfrm>
            <a:off x="5857556" y="1206552"/>
            <a:ext cx="2590840" cy="1380235"/>
            <a:chOff x="233350" y="949250"/>
            <a:chExt cx="7137300" cy="3802300"/>
          </a:xfrm>
        </p:grpSpPr>
        <p:sp>
          <p:nvSpPr>
            <p:cNvPr id="3365" name="Google Shape;3365;p7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7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7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7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7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7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7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7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7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7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7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7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7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7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7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7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7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7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7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7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7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7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7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7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7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7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7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7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7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7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7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7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7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7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7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7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7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7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7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7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7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7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7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7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7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7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7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7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7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7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7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6" name="Google Shape;3416;p75"/>
          <p:cNvGrpSpPr/>
          <p:nvPr/>
        </p:nvGrpSpPr>
        <p:grpSpPr>
          <a:xfrm>
            <a:off x="7671985" y="3251325"/>
            <a:ext cx="104231" cy="320340"/>
            <a:chOff x="7564426" y="3224343"/>
            <a:chExt cx="119985" cy="368801"/>
          </a:xfrm>
        </p:grpSpPr>
        <p:sp>
          <p:nvSpPr>
            <p:cNvPr id="3417" name="Google Shape;3417;p75"/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75"/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9" name="Google Shape;3419;p75"/>
          <p:cNvGrpSpPr/>
          <p:nvPr/>
        </p:nvGrpSpPr>
        <p:grpSpPr>
          <a:xfrm>
            <a:off x="7371473" y="3245427"/>
            <a:ext cx="189489" cy="332132"/>
            <a:chOff x="8370831" y="3202002"/>
            <a:chExt cx="218129" cy="382376"/>
          </a:xfrm>
        </p:grpSpPr>
        <p:sp>
          <p:nvSpPr>
            <p:cNvPr id="3420" name="Google Shape;3420;p75"/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solidFill>
              <a:srgbClr val="92A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75"/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2" name="Google Shape;3422;p75"/>
          <p:cNvGrpSpPr/>
          <p:nvPr/>
        </p:nvGrpSpPr>
        <p:grpSpPr>
          <a:xfrm>
            <a:off x="8094863" y="3656559"/>
            <a:ext cx="309429" cy="267000"/>
            <a:chOff x="6742064" y="3750480"/>
            <a:chExt cx="399315" cy="344560"/>
          </a:xfrm>
        </p:grpSpPr>
        <p:sp>
          <p:nvSpPr>
            <p:cNvPr id="3423" name="Google Shape;3423;p75"/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75"/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5" name="Google Shape;3425;p75"/>
          <p:cNvGrpSpPr/>
          <p:nvPr/>
        </p:nvGrpSpPr>
        <p:grpSpPr>
          <a:xfrm>
            <a:off x="7633882" y="4007606"/>
            <a:ext cx="180437" cy="281608"/>
            <a:chOff x="7248525" y="3739696"/>
            <a:chExt cx="230531" cy="359790"/>
          </a:xfrm>
        </p:grpSpPr>
        <p:sp>
          <p:nvSpPr>
            <p:cNvPr id="3426" name="Google Shape;3426;p75"/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75"/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8" name="Google Shape;3428;p75"/>
          <p:cNvGrpSpPr/>
          <p:nvPr/>
        </p:nvGrpSpPr>
        <p:grpSpPr>
          <a:xfrm>
            <a:off x="7879801" y="3650830"/>
            <a:ext cx="162896" cy="278710"/>
            <a:chOff x="7601242" y="3729267"/>
            <a:chExt cx="222566" cy="380803"/>
          </a:xfrm>
        </p:grpSpPr>
        <p:sp>
          <p:nvSpPr>
            <p:cNvPr id="3429" name="Google Shape;3429;p75"/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75"/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1" name="Google Shape;3431;p75"/>
          <p:cNvSpPr/>
          <p:nvPr/>
        </p:nvSpPr>
        <p:spPr>
          <a:xfrm>
            <a:off x="7845827" y="3263187"/>
            <a:ext cx="230844" cy="296575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solidFill>
            <a:srgbClr val="A5B7C6">
              <a:alpha val="723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32" name="Google Shape;3432;p75"/>
          <p:cNvGrpSpPr/>
          <p:nvPr/>
        </p:nvGrpSpPr>
        <p:grpSpPr>
          <a:xfrm>
            <a:off x="7369446" y="3651971"/>
            <a:ext cx="193543" cy="275990"/>
            <a:chOff x="8304647" y="3738687"/>
            <a:chExt cx="225076" cy="320956"/>
          </a:xfrm>
        </p:grpSpPr>
        <p:sp>
          <p:nvSpPr>
            <p:cNvPr id="3433" name="Google Shape;3433;p75"/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75"/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75"/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6" name="Google Shape;3436;p75"/>
          <p:cNvGrpSpPr/>
          <p:nvPr/>
        </p:nvGrpSpPr>
        <p:grpSpPr>
          <a:xfrm>
            <a:off x="7641939" y="3651971"/>
            <a:ext cx="178492" cy="275990"/>
            <a:chOff x="8615101" y="3738687"/>
            <a:chExt cx="207573" cy="320956"/>
          </a:xfrm>
        </p:grpSpPr>
        <p:sp>
          <p:nvSpPr>
            <p:cNvPr id="3437" name="Google Shape;3437;p75"/>
            <p:cNvSpPr/>
            <p:nvPr/>
          </p:nvSpPr>
          <p:spPr>
            <a:xfrm>
              <a:off x="8646134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75"/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75"/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0" name="Google Shape;3440;p75"/>
          <p:cNvSpPr/>
          <p:nvPr/>
        </p:nvSpPr>
        <p:spPr>
          <a:xfrm>
            <a:off x="8138379" y="3241854"/>
            <a:ext cx="222397" cy="288694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solidFill>
            <a:srgbClr val="E3E9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1" name="Google Shape;3441;p75"/>
          <p:cNvGrpSpPr/>
          <p:nvPr/>
        </p:nvGrpSpPr>
        <p:grpSpPr>
          <a:xfrm>
            <a:off x="6036644" y="3773459"/>
            <a:ext cx="557670" cy="511283"/>
            <a:chOff x="6015419" y="3716859"/>
            <a:chExt cx="557671" cy="511283"/>
          </a:xfrm>
        </p:grpSpPr>
        <p:sp>
          <p:nvSpPr>
            <p:cNvPr id="3442" name="Google Shape;3442;p75"/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43" name="Google Shape;3443;p75"/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3444" name="Google Shape;3444;p75"/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75"/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75"/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75"/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75"/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75"/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75"/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75"/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75"/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75"/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54" name="Google Shape;3454;p75"/>
          <p:cNvGrpSpPr/>
          <p:nvPr/>
        </p:nvGrpSpPr>
        <p:grpSpPr>
          <a:xfrm>
            <a:off x="6665529" y="3130228"/>
            <a:ext cx="576302" cy="511871"/>
            <a:chOff x="6644304" y="3073628"/>
            <a:chExt cx="576302" cy="511871"/>
          </a:xfrm>
        </p:grpSpPr>
        <p:sp>
          <p:nvSpPr>
            <p:cNvPr id="3455" name="Google Shape;3455;p75"/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6" name="Google Shape;3456;p75"/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3457" name="Google Shape;3457;p75"/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75"/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75"/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75"/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75"/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62" name="Google Shape;3462;p75"/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75"/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75"/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65" name="Google Shape;3465;p75"/>
          <p:cNvSpPr/>
          <p:nvPr/>
        </p:nvSpPr>
        <p:spPr>
          <a:xfrm>
            <a:off x="7009563" y="3146856"/>
            <a:ext cx="24269" cy="11004"/>
          </a:xfrm>
          <a:custGeom>
            <a:avLst/>
            <a:gdLst/>
            <a:ahLst/>
            <a:cxnLst/>
            <a:rect l="l" t="t" r="r" b="b"/>
            <a:pathLst>
              <a:path w="4206" h="1908" extrusionOk="0">
                <a:moveTo>
                  <a:pt x="2533" y="1"/>
                </a:moveTo>
                <a:cubicBezTo>
                  <a:pt x="1985" y="1"/>
                  <a:pt x="1354" y="226"/>
                  <a:pt x="0" y="709"/>
                </a:cubicBezTo>
                <a:cubicBezTo>
                  <a:pt x="1204" y="1500"/>
                  <a:pt x="1825" y="1908"/>
                  <a:pt x="2340" y="1908"/>
                </a:cubicBezTo>
                <a:cubicBezTo>
                  <a:pt x="2889" y="1908"/>
                  <a:pt x="3319" y="1447"/>
                  <a:pt x="4206" y="496"/>
                </a:cubicBezTo>
                <a:cubicBezTo>
                  <a:pt x="3427" y="173"/>
                  <a:pt x="3012" y="1"/>
                  <a:pt x="2533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6" name="Google Shape;3466;p75"/>
          <p:cNvGrpSpPr/>
          <p:nvPr/>
        </p:nvGrpSpPr>
        <p:grpSpPr>
          <a:xfrm>
            <a:off x="6673379" y="3773223"/>
            <a:ext cx="560631" cy="511352"/>
            <a:chOff x="6652154" y="3716623"/>
            <a:chExt cx="560631" cy="511352"/>
          </a:xfrm>
        </p:grpSpPr>
        <p:sp>
          <p:nvSpPr>
            <p:cNvPr id="3467" name="Google Shape;3467;p75"/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8" name="Google Shape;3468;p75"/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3469" name="Google Shape;3469;p75"/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75"/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75"/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75"/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75"/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75"/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75"/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75"/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75"/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75"/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75"/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75"/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75"/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82" name="Google Shape;3482;p75"/>
          <p:cNvGrpSpPr/>
          <p:nvPr/>
        </p:nvGrpSpPr>
        <p:grpSpPr>
          <a:xfrm>
            <a:off x="7867470" y="4054631"/>
            <a:ext cx="187557" cy="187557"/>
            <a:chOff x="8565775" y="671075"/>
            <a:chExt cx="441000" cy="441000"/>
          </a:xfrm>
        </p:grpSpPr>
        <p:sp>
          <p:nvSpPr>
            <p:cNvPr id="3483" name="Google Shape;3483;p75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gradFill>
              <a:gsLst>
                <a:gs pos="0">
                  <a:srgbClr val="869FB1">
                    <a:alpha val="65920"/>
                  </a:srgbClr>
                </a:gs>
                <a:gs pos="100000">
                  <a:srgbClr val="FFFFFF">
                    <a:alpha val="0"/>
                    <a:alpha val="659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75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5" name="Google Shape;3485;p75"/>
          <p:cNvSpPr/>
          <p:nvPr/>
        </p:nvSpPr>
        <p:spPr>
          <a:xfrm>
            <a:off x="8168685" y="4050552"/>
            <a:ext cx="193683" cy="195716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solidFill>
            <a:srgbClr val="7994A9">
              <a:alpha val="647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6" name="Google Shape;3486;p75"/>
          <p:cNvSpPr/>
          <p:nvPr/>
        </p:nvSpPr>
        <p:spPr>
          <a:xfrm flipH="1">
            <a:off x="7376923" y="401700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C9D4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7" name="Google Shape;3487;p75"/>
          <p:cNvGrpSpPr/>
          <p:nvPr/>
        </p:nvGrpSpPr>
        <p:grpSpPr>
          <a:xfrm>
            <a:off x="6021325" y="3132850"/>
            <a:ext cx="587871" cy="512373"/>
            <a:chOff x="6000100" y="3076250"/>
            <a:chExt cx="587871" cy="512373"/>
          </a:xfrm>
        </p:grpSpPr>
        <p:sp>
          <p:nvSpPr>
            <p:cNvPr id="3488" name="Google Shape;3488;p75"/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9" name="Google Shape;3489;p75"/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3490" name="Google Shape;3490;p75"/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75"/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75"/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75"/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75"/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75"/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75"/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97" name="Google Shape;3497;p75"/>
          <p:cNvGrpSpPr/>
          <p:nvPr/>
        </p:nvGrpSpPr>
        <p:grpSpPr>
          <a:xfrm>
            <a:off x="3597785" y="3065882"/>
            <a:ext cx="2241344" cy="1330656"/>
            <a:chOff x="3597785" y="3065882"/>
            <a:chExt cx="2241344" cy="1330656"/>
          </a:xfrm>
        </p:grpSpPr>
        <p:grpSp>
          <p:nvGrpSpPr>
            <p:cNvPr id="3498" name="Google Shape;3498;p75"/>
            <p:cNvGrpSpPr/>
            <p:nvPr/>
          </p:nvGrpSpPr>
          <p:grpSpPr>
            <a:xfrm>
              <a:off x="5296908" y="3937355"/>
              <a:ext cx="143198" cy="32380"/>
              <a:chOff x="5296908" y="3937355"/>
              <a:chExt cx="143198" cy="32380"/>
            </a:xfrm>
          </p:grpSpPr>
          <p:sp>
            <p:nvSpPr>
              <p:cNvPr id="3499" name="Google Shape;3499;p75"/>
              <p:cNvSpPr/>
              <p:nvPr/>
            </p:nvSpPr>
            <p:spPr>
              <a:xfrm>
                <a:off x="5319457" y="3952794"/>
                <a:ext cx="111895" cy="8"/>
              </a:xfrm>
              <a:custGeom>
                <a:avLst/>
                <a:gdLst/>
                <a:ahLst/>
                <a:cxnLst/>
                <a:rect l="l" t="t" r="r" b="b"/>
                <a:pathLst>
                  <a:path w="14227" h="1" fill="none" extrusionOk="0">
                    <a:moveTo>
                      <a:pt x="1" y="0"/>
                    </a:moveTo>
                    <a:lnTo>
                      <a:pt x="14227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00" name="Google Shape;3500;p75"/>
              <p:cNvGrpSpPr/>
              <p:nvPr/>
            </p:nvGrpSpPr>
            <p:grpSpPr>
              <a:xfrm>
                <a:off x="5402331" y="3937355"/>
                <a:ext cx="37776" cy="32380"/>
                <a:chOff x="5402331" y="3937355"/>
                <a:chExt cx="37776" cy="32380"/>
              </a:xfrm>
            </p:grpSpPr>
            <p:sp>
              <p:nvSpPr>
                <p:cNvPr id="3501" name="Google Shape;3501;p75"/>
                <p:cNvSpPr/>
                <p:nvPr/>
              </p:nvSpPr>
              <p:spPr>
                <a:xfrm>
                  <a:off x="5402331" y="3937355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4" y="609"/>
                      </a:cubicBezTo>
                      <a:cubicBezTo>
                        <a:pt x="0" y="1903"/>
                        <a:pt x="919" y="4117"/>
                        <a:pt x="2746" y="4117"/>
                      </a:cubicBezTo>
                      <a:cubicBezTo>
                        <a:pt x="3883" y="4117"/>
                        <a:pt x="4802" y="3185"/>
                        <a:pt x="4802" y="2060"/>
                      </a:cubicBezTo>
                      <a:cubicBezTo>
                        <a:pt x="4802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2" name="Google Shape;3502;p75"/>
                <p:cNvSpPr/>
                <p:nvPr/>
              </p:nvSpPr>
              <p:spPr>
                <a:xfrm>
                  <a:off x="5415174" y="3946990"/>
                  <a:ext cx="15321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32" y="1416"/>
                      </a:cubicBezTo>
                      <a:cubicBezTo>
                        <a:pt x="701" y="1585"/>
                        <a:pt x="910" y="1661"/>
                        <a:pt x="1114" y="1661"/>
                      </a:cubicBezTo>
                      <a:cubicBezTo>
                        <a:pt x="1540" y="1661"/>
                        <a:pt x="1948" y="1333"/>
                        <a:pt x="1948" y="835"/>
                      </a:cubicBezTo>
                      <a:cubicBezTo>
                        <a:pt x="1948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03" name="Google Shape;3503;p75"/>
              <p:cNvGrpSpPr/>
              <p:nvPr/>
            </p:nvGrpSpPr>
            <p:grpSpPr>
              <a:xfrm>
                <a:off x="5296908" y="3937355"/>
                <a:ext cx="37783" cy="32380"/>
                <a:chOff x="5296908" y="3937355"/>
                <a:chExt cx="37783" cy="32380"/>
              </a:xfrm>
            </p:grpSpPr>
            <p:sp>
              <p:nvSpPr>
                <p:cNvPr id="3504" name="Google Shape;3504;p75"/>
                <p:cNvSpPr/>
                <p:nvPr/>
              </p:nvSpPr>
              <p:spPr>
                <a:xfrm>
                  <a:off x="5296908" y="3937355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47" y="4117"/>
                      </a:cubicBezTo>
                      <a:cubicBezTo>
                        <a:pt x="3884" y="4117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5" name="Google Shape;3505;p75"/>
                <p:cNvSpPr/>
                <p:nvPr/>
              </p:nvSpPr>
              <p:spPr>
                <a:xfrm>
                  <a:off x="5309846" y="3946990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02" y="1"/>
                      </a:moveTo>
                      <a:cubicBezTo>
                        <a:pt x="364" y="1"/>
                        <a:pt x="1" y="896"/>
                        <a:pt x="521" y="1416"/>
                      </a:cubicBezTo>
                      <a:cubicBezTo>
                        <a:pt x="690" y="1585"/>
                        <a:pt x="899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61" y="1"/>
                        <a:pt x="11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6" name="Google Shape;3506;p75"/>
            <p:cNvGrpSpPr/>
            <p:nvPr/>
          </p:nvGrpSpPr>
          <p:grpSpPr>
            <a:xfrm>
              <a:off x="4724163" y="3119631"/>
              <a:ext cx="120838" cy="84218"/>
              <a:chOff x="4724163" y="3119631"/>
              <a:chExt cx="120838" cy="84218"/>
            </a:xfrm>
          </p:grpSpPr>
          <p:grpSp>
            <p:nvGrpSpPr>
              <p:cNvPr id="3507" name="Google Shape;3507;p75"/>
              <p:cNvGrpSpPr/>
              <p:nvPr/>
            </p:nvGrpSpPr>
            <p:grpSpPr>
              <a:xfrm>
                <a:off x="4746712" y="3132773"/>
                <a:ext cx="86869" cy="56424"/>
                <a:chOff x="4746712" y="3132773"/>
                <a:chExt cx="86869" cy="56424"/>
              </a:xfrm>
            </p:grpSpPr>
            <p:sp>
              <p:nvSpPr>
                <p:cNvPr id="3508" name="Google Shape;3508;p75"/>
                <p:cNvSpPr/>
                <p:nvPr/>
              </p:nvSpPr>
              <p:spPr>
                <a:xfrm>
                  <a:off x="4746712" y="3132773"/>
                  <a:ext cx="86869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5" h="7174" fill="none" extrusionOk="0">
                      <a:moveTo>
                        <a:pt x="0" y="1597"/>
                      </a:moveTo>
                      <a:cubicBezTo>
                        <a:pt x="242" y="1743"/>
                        <a:pt x="3532" y="7174"/>
                        <a:pt x="3532" y="7174"/>
                      </a:cubicBezTo>
                      <a:lnTo>
                        <a:pt x="6290" y="3315"/>
                      </a:lnTo>
                      <a:lnTo>
                        <a:pt x="11044" y="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9" name="Google Shape;3509;p75"/>
                <p:cNvSpPr/>
                <p:nvPr/>
              </p:nvSpPr>
              <p:spPr>
                <a:xfrm>
                  <a:off x="4746712" y="3145334"/>
                  <a:ext cx="49479" cy="1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1" h="1719" fill="none" extrusionOk="0">
                      <a:moveTo>
                        <a:pt x="0" y="0"/>
                      </a:moveTo>
                      <a:lnTo>
                        <a:pt x="6290" y="171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0" name="Google Shape;3510;p75"/>
              <p:cNvGrpSpPr/>
              <p:nvPr/>
            </p:nvGrpSpPr>
            <p:grpSpPr>
              <a:xfrm>
                <a:off x="4773634" y="3143336"/>
                <a:ext cx="37776" cy="32451"/>
                <a:chOff x="4773634" y="3143336"/>
                <a:chExt cx="37776" cy="32451"/>
              </a:xfrm>
            </p:grpSpPr>
            <p:sp>
              <p:nvSpPr>
                <p:cNvPr id="3511" name="Google Shape;3511;p75"/>
                <p:cNvSpPr/>
                <p:nvPr/>
              </p:nvSpPr>
              <p:spPr>
                <a:xfrm>
                  <a:off x="4773634" y="3143336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900"/>
                        <a:pt x="920" y="4125"/>
                        <a:pt x="2746" y="4125"/>
                      </a:cubicBezTo>
                      <a:cubicBezTo>
                        <a:pt x="3884" y="4125"/>
                        <a:pt x="4803" y="3206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2" name="Google Shape;3512;p75"/>
                <p:cNvSpPr/>
                <p:nvPr/>
              </p:nvSpPr>
              <p:spPr>
                <a:xfrm>
                  <a:off x="4788664" y="315304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7"/>
                        <a:pt x="835" y="1657"/>
                      </a:cubicBezTo>
                      <a:cubicBezTo>
                        <a:pt x="1295" y="1657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3" name="Google Shape;3513;p75"/>
              <p:cNvGrpSpPr/>
              <p:nvPr/>
            </p:nvGrpSpPr>
            <p:grpSpPr>
              <a:xfrm>
                <a:off x="4724163" y="3131248"/>
                <a:ext cx="37776" cy="32459"/>
                <a:chOff x="4724163" y="3131248"/>
                <a:chExt cx="37776" cy="32459"/>
              </a:xfrm>
            </p:grpSpPr>
            <p:sp>
              <p:nvSpPr>
                <p:cNvPr id="3514" name="Google Shape;3514;p75"/>
                <p:cNvSpPr/>
                <p:nvPr/>
              </p:nvSpPr>
              <p:spPr>
                <a:xfrm>
                  <a:off x="4724163" y="3131248"/>
                  <a:ext cx="37776" cy="3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7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00"/>
                        <a:pt x="920" y="4114"/>
                        <a:pt x="2746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5" name="Google Shape;3515;p75"/>
                <p:cNvSpPr/>
                <p:nvPr/>
              </p:nvSpPr>
              <p:spPr>
                <a:xfrm>
                  <a:off x="4739288" y="314095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6" name="Google Shape;3516;p75"/>
              <p:cNvGrpSpPr/>
              <p:nvPr/>
            </p:nvGrpSpPr>
            <p:grpSpPr>
              <a:xfrm>
                <a:off x="4755081" y="3176054"/>
                <a:ext cx="32357" cy="27795"/>
                <a:chOff x="4755081" y="3176054"/>
                <a:chExt cx="32357" cy="27795"/>
              </a:xfrm>
            </p:grpSpPr>
            <p:sp>
              <p:nvSpPr>
                <p:cNvPr id="3517" name="Google Shape;3517;p75"/>
                <p:cNvSpPr/>
                <p:nvPr/>
              </p:nvSpPr>
              <p:spPr>
                <a:xfrm>
                  <a:off x="4755081" y="3176054"/>
                  <a:ext cx="32357" cy="27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3534" extrusionOk="0">
                      <a:moveTo>
                        <a:pt x="2338" y="0"/>
                      </a:moveTo>
                      <a:cubicBezTo>
                        <a:pt x="1904" y="0"/>
                        <a:pt x="1462" y="162"/>
                        <a:pt x="1101" y="522"/>
                      </a:cubicBezTo>
                      <a:cubicBezTo>
                        <a:pt x="1" y="1635"/>
                        <a:pt x="787" y="3534"/>
                        <a:pt x="2360" y="3534"/>
                      </a:cubicBezTo>
                      <a:cubicBezTo>
                        <a:pt x="3327" y="3534"/>
                        <a:pt x="4114" y="2735"/>
                        <a:pt x="4114" y="1768"/>
                      </a:cubicBezTo>
                      <a:cubicBezTo>
                        <a:pt x="4114" y="704"/>
                        <a:pt x="3245" y="0"/>
                        <a:pt x="23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8" name="Google Shape;3518;p75"/>
                <p:cNvSpPr/>
                <p:nvPr/>
              </p:nvSpPr>
              <p:spPr>
                <a:xfrm>
                  <a:off x="4767924" y="3185768"/>
                  <a:ext cx="9902" cy="8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067" extrusionOk="0">
                      <a:moveTo>
                        <a:pt x="714" y="0"/>
                      </a:moveTo>
                      <a:cubicBezTo>
                        <a:pt x="243" y="0"/>
                        <a:pt x="1" y="569"/>
                        <a:pt x="339" y="908"/>
                      </a:cubicBezTo>
                      <a:cubicBezTo>
                        <a:pt x="449" y="1017"/>
                        <a:pt x="584" y="1066"/>
                        <a:pt x="716" y="1066"/>
                      </a:cubicBezTo>
                      <a:cubicBezTo>
                        <a:pt x="993" y="1066"/>
                        <a:pt x="1259" y="852"/>
                        <a:pt x="1259" y="533"/>
                      </a:cubicBezTo>
                      <a:cubicBezTo>
                        <a:pt x="1259" y="230"/>
                        <a:pt x="101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9" name="Google Shape;3519;p75"/>
              <p:cNvGrpSpPr/>
              <p:nvPr/>
            </p:nvGrpSpPr>
            <p:grpSpPr>
              <a:xfrm>
                <a:off x="4812550" y="3119631"/>
                <a:ext cx="32451" cy="27803"/>
                <a:chOff x="4812550" y="3119631"/>
                <a:chExt cx="32451" cy="27803"/>
              </a:xfrm>
            </p:grpSpPr>
            <p:sp>
              <p:nvSpPr>
                <p:cNvPr id="3520" name="Google Shape;3520;p75"/>
                <p:cNvSpPr/>
                <p:nvPr/>
              </p:nvSpPr>
              <p:spPr>
                <a:xfrm>
                  <a:off x="4812550" y="3119631"/>
                  <a:ext cx="32451" cy="2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6" h="3535" extrusionOk="0">
                      <a:moveTo>
                        <a:pt x="2350" y="1"/>
                      </a:moveTo>
                      <a:cubicBezTo>
                        <a:pt x="1916" y="1"/>
                        <a:pt x="1473" y="162"/>
                        <a:pt x="1113" y="522"/>
                      </a:cubicBezTo>
                      <a:cubicBezTo>
                        <a:pt x="0" y="1635"/>
                        <a:pt x="798" y="3534"/>
                        <a:pt x="2371" y="3534"/>
                      </a:cubicBezTo>
                      <a:cubicBezTo>
                        <a:pt x="3339" y="3534"/>
                        <a:pt x="4125" y="2748"/>
                        <a:pt x="4125" y="1768"/>
                      </a:cubicBezTo>
                      <a:cubicBezTo>
                        <a:pt x="4125" y="705"/>
                        <a:pt x="3256" y="1"/>
                        <a:pt x="235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1" name="Google Shape;3521;p75"/>
                <p:cNvSpPr/>
                <p:nvPr/>
              </p:nvSpPr>
              <p:spPr>
                <a:xfrm>
                  <a:off x="4826912" y="3129352"/>
                  <a:ext cx="8478" cy="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" h="1065" extrusionOk="0">
                      <a:moveTo>
                        <a:pt x="533" y="0"/>
                      </a:moveTo>
                      <a:cubicBezTo>
                        <a:pt x="243" y="0"/>
                        <a:pt x="1" y="242"/>
                        <a:pt x="1" y="532"/>
                      </a:cubicBezTo>
                      <a:cubicBezTo>
                        <a:pt x="1" y="835"/>
                        <a:pt x="243" y="1065"/>
                        <a:pt x="533" y="1065"/>
                      </a:cubicBezTo>
                      <a:cubicBezTo>
                        <a:pt x="835" y="1065"/>
                        <a:pt x="1077" y="835"/>
                        <a:pt x="1077" y="532"/>
                      </a:cubicBezTo>
                      <a:cubicBezTo>
                        <a:pt x="1077" y="242"/>
                        <a:pt x="835" y="0"/>
                        <a:pt x="53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22" name="Google Shape;3522;p75"/>
            <p:cNvGrpSpPr/>
            <p:nvPr/>
          </p:nvGrpSpPr>
          <p:grpSpPr>
            <a:xfrm>
              <a:off x="5382826" y="4027197"/>
              <a:ext cx="268967" cy="250422"/>
              <a:chOff x="5382826" y="4027197"/>
              <a:chExt cx="268967" cy="250422"/>
            </a:xfrm>
          </p:grpSpPr>
          <p:grpSp>
            <p:nvGrpSpPr>
              <p:cNvPr id="3523" name="Google Shape;3523;p75"/>
              <p:cNvGrpSpPr/>
              <p:nvPr/>
            </p:nvGrpSpPr>
            <p:grpSpPr>
              <a:xfrm>
                <a:off x="5405280" y="4042510"/>
                <a:ext cx="237570" cy="218647"/>
                <a:chOff x="5405280" y="4042510"/>
                <a:chExt cx="237570" cy="218647"/>
              </a:xfrm>
            </p:grpSpPr>
            <p:sp>
              <p:nvSpPr>
                <p:cNvPr id="3524" name="Google Shape;3524;p75"/>
                <p:cNvSpPr/>
                <p:nvPr/>
              </p:nvSpPr>
              <p:spPr>
                <a:xfrm>
                  <a:off x="5405280" y="4042510"/>
                  <a:ext cx="144999" cy="17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6" h="22102" fill="none" extrusionOk="0">
                      <a:moveTo>
                        <a:pt x="0" y="12037"/>
                      </a:moveTo>
                      <a:cubicBezTo>
                        <a:pt x="702" y="12073"/>
                        <a:pt x="12302" y="22101"/>
                        <a:pt x="12302" y="22101"/>
                      </a:cubicBezTo>
                      <a:lnTo>
                        <a:pt x="11819" y="13005"/>
                      </a:lnTo>
                      <a:lnTo>
                        <a:pt x="18435" y="1"/>
                      </a:lnTo>
                      <a:lnTo>
                        <a:pt x="0" y="125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5" name="Google Shape;3525;p75"/>
                <p:cNvSpPr/>
                <p:nvPr/>
              </p:nvSpPr>
              <p:spPr>
                <a:xfrm>
                  <a:off x="5502036" y="4125093"/>
                  <a:ext cx="134350" cy="135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2" h="17239" fill="none" extrusionOk="0">
                      <a:moveTo>
                        <a:pt x="13513" y="17239"/>
                      </a:moveTo>
                      <a:lnTo>
                        <a:pt x="12690" y="8614"/>
                      </a:lnTo>
                      <a:lnTo>
                        <a:pt x="17081" y="1"/>
                      </a:lnTo>
                      <a:lnTo>
                        <a:pt x="0" y="202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6" name="Google Shape;3526;p75"/>
                <p:cNvSpPr/>
                <p:nvPr/>
              </p:nvSpPr>
              <p:spPr>
                <a:xfrm>
                  <a:off x="5543704" y="4042990"/>
                  <a:ext cx="99146" cy="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6" h="10380" fill="none" extrusionOk="0">
                      <a:moveTo>
                        <a:pt x="1" y="0"/>
                      </a:moveTo>
                      <a:lnTo>
                        <a:pt x="12606" y="1037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7" name="Google Shape;3527;p75"/>
                <p:cNvSpPr/>
                <p:nvPr/>
              </p:nvSpPr>
              <p:spPr>
                <a:xfrm>
                  <a:off x="5501941" y="4140980"/>
                  <a:ext cx="103708" cy="5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6" h="6594" fill="none" extrusionOk="0">
                      <a:moveTo>
                        <a:pt x="13186" y="659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8" name="Google Shape;3528;p75"/>
                <p:cNvSpPr/>
                <p:nvPr/>
              </p:nvSpPr>
              <p:spPr>
                <a:xfrm>
                  <a:off x="5495854" y="4211010"/>
                  <a:ext cx="105989" cy="50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6" h="6376" fill="none" extrusionOk="0">
                      <a:moveTo>
                        <a:pt x="0" y="0"/>
                      </a:moveTo>
                      <a:lnTo>
                        <a:pt x="13476" y="637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9" name="Google Shape;3529;p75"/>
                <p:cNvSpPr/>
                <p:nvPr/>
              </p:nvSpPr>
              <p:spPr>
                <a:xfrm>
                  <a:off x="5405280" y="4134420"/>
                  <a:ext cx="96669" cy="6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1" h="835" fill="none" extrusionOk="0">
                      <a:moveTo>
                        <a:pt x="12290" y="83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30" name="Google Shape;3530;p75"/>
              <p:cNvGrpSpPr/>
              <p:nvPr/>
            </p:nvGrpSpPr>
            <p:grpSpPr>
              <a:xfrm>
                <a:off x="5382826" y="4125549"/>
                <a:ext cx="37776" cy="32380"/>
                <a:chOff x="5382826" y="4125549"/>
                <a:chExt cx="37776" cy="32380"/>
              </a:xfrm>
            </p:grpSpPr>
            <p:sp>
              <p:nvSpPr>
                <p:cNvPr id="3531" name="Google Shape;3531;p75"/>
                <p:cNvSpPr/>
                <p:nvPr/>
              </p:nvSpPr>
              <p:spPr>
                <a:xfrm>
                  <a:off x="5382826" y="4125549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4" y="0"/>
                      </a:moveTo>
                      <a:cubicBezTo>
                        <a:pt x="2229" y="0"/>
                        <a:pt x="1714" y="188"/>
                        <a:pt x="1295" y="608"/>
                      </a:cubicBezTo>
                      <a:cubicBezTo>
                        <a:pt x="0" y="1902"/>
                        <a:pt x="907" y="4116"/>
                        <a:pt x="2746" y="4116"/>
                      </a:cubicBezTo>
                      <a:cubicBezTo>
                        <a:pt x="3871" y="4116"/>
                        <a:pt x="4790" y="3197"/>
                        <a:pt x="4803" y="2060"/>
                      </a:cubicBezTo>
                      <a:cubicBezTo>
                        <a:pt x="4794" y="817"/>
                        <a:pt x="3787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2" name="Google Shape;3532;p75"/>
                <p:cNvSpPr/>
                <p:nvPr/>
              </p:nvSpPr>
              <p:spPr>
                <a:xfrm>
                  <a:off x="5395669" y="4135176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33" name="Google Shape;3533;p75"/>
              <p:cNvGrpSpPr/>
              <p:nvPr/>
            </p:nvGrpSpPr>
            <p:grpSpPr>
              <a:xfrm>
                <a:off x="5475680" y="4195587"/>
                <a:ext cx="37783" cy="32364"/>
                <a:chOff x="5475680" y="4195587"/>
                <a:chExt cx="37783" cy="32364"/>
              </a:xfrm>
            </p:grpSpPr>
            <p:sp>
              <p:nvSpPr>
                <p:cNvPr id="3534" name="Google Shape;3534;p75"/>
                <p:cNvSpPr/>
                <p:nvPr/>
              </p:nvSpPr>
              <p:spPr>
                <a:xfrm>
                  <a:off x="5475680" y="4195587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1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5" name="Google Shape;3535;p75"/>
                <p:cNvSpPr/>
                <p:nvPr/>
              </p:nvSpPr>
              <p:spPr>
                <a:xfrm>
                  <a:off x="5488523" y="4205300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16"/>
                      </a:cubicBezTo>
                      <a:cubicBezTo>
                        <a:pt x="700" y="1583"/>
                        <a:pt x="905" y="1657"/>
                        <a:pt x="1106" y="1657"/>
                      </a:cubicBezTo>
                      <a:cubicBezTo>
                        <a:pt x="1531" y="1657"/>
                        <a:pt x="1940" y="1324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36" name="Google Shape;3536;p75"/>
              <p:cNvGrpSpPr/>
              <p:nvPr/>
            </p:nvGrpSpPr>
            <p:grpSpPr>
              <a:xfrm>
                <a:off x="5532575" y="4027197"/>
                <a:ext cx="33308" cy="32262"/>
                <a:chOff x="5532575" y="4027197"/>
                <a:chExt cx="33308" cy="32262"/>
              </a:xfrm>
            </p:grpSpPr>
            <p:sp>
              <p:nvSpPr>
                <p:cNvPr id="3537" name="Google Shape;3537;p75"/>
                <p:cNvSpPr/>
                <p:nvPr/>
              </p:nvSpPr>
              <p:spPr>
                <a:xfrm>
                  <a:off x="5532575" y="4027197"/>
                  <a:ext cx="33308" cy="32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5" h="4102" extrusionOk="0">
                      <a:moveTo>
                        <a:pt x="1984" y="0"/>
                      </a:moveTo>
                      <a:cubicBezTo>
                        <a:pt x="871" y="49"/>
                        <a:pt x="0" y="1004"/>
                        <a:pt x="37" y="2117"/>
                      </a:cubicBezTo>
                      <a:cubicBezTo>
                        <a:pt x="73" y="3227"/>
                        <a:pt x="980" y="4101"/>
                        <a:pt x="2084" y="4101"/>
                      </a:cubicBezTo>
                      <a:cubicBezTo>
                        <a:pt x="2099" y="4101"/>
                        <a:pt x="2114" y="4101"/>
                        <a:pt x="2130" y="4101"/>
                      </a:cubicBezTo>
                      <a:lnTo>
                        <a:pt x="2275" y="4101"/>
                      </a:lnTo>
                      <a:cubicBezTo>
                        <a:pt x="3375" y="4028"/>
                        <a:pt x="4234" y="3085"/>
                        <a:pt x="4186" y="1984"/>
                      </a:cubicBezTo>
                      <a:cubicBezTo>
                        <a:pt x="4150" y="871"/>
                        <a:pt x="3242" y="0"/>
                        <a:pt x="21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8" name="Google Shape;3538;p75"/>
                <p:cNvSpPr/>
                <p:nvPr/>
              </p:nvSpPr>
              <p:spPr>
                <a:xfrm>
                  <a:off x="5540661" y="4036792"/>
                  <a:ext cx="15502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1" h="1661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50"/>
                        <a:pt x="1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8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39" name="Google Shape;3539;p75"/>
              <p:cNvGrpSpPr/>
              <p:nvPr/>
            </p:nvGrpSpPr>
            <p:grpSpPr>
              <a:xfrm>
                <a:off x="5590706" y="4245348"/>
                <a:ext cx="33497" cy="32270"/>
                <a:chOff x="5590706" y="4245348"/>
                <a:chExt cx="33497" cy="32270"/>
              </a:xfrm>
            </p:grpSpPr>
            <p:sp>
              <p:nvSpPr>
                <p:cNvPr id="3540" name="Google Shape;3540;p75"/>
                <p:cNvSpPr/>
                <p:nvPr/>
              </p:nvSpPr>
              <p:spPr>
                <a:xfrm>
                  <a:off x="5590706" y="4245348"/>
                  <a:ext cx="33497" cy="3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4103" extrusionOk="0">
                      <a:moveTo>
                        <a:pt x="2175" y="0"/>
                      </a:moveTo>
                      <a:cubicBezTo>
                        <a:pt x="2160" y="0"/>
                        <a:pt x="2145" y="1"/>
                        <a:pt x="2130" y="1"/>
                      </a:cubicBezTo>
                      <a:lnTo>
                        <a:pt x="1984" y="1"/>
                      </a:lnTo>
                      <a:cubicBezTo>
                        <a:pt x="872" y="49"/>
                        <a:pt x="1" y="993"/>
                        <a:pt x="37" y="2118"/>
                      </a:cubicBezTo>
                      <a:cubicBezTo>
                        <a:pt x="73" y="3228"/>
                        <a:pt x="980" y="4102"/>
                        <a:pt x="2085" y="4102"/>
                      </a:cubicBezTo>
                      <a:cubicBezTo>
                        <a:pt x="2100" y="4102"/>
                        <a:pt x="2115" y="4102"/>
                        <a:pt x="2130" y="4102"/>
                      </a:cubicBezTo>
                      <a:lnTo>
                        <a:pt x="2275" y="4102"/>
                      </a:lnTo>
                      <a:cubicBezTo>
                        <a:pt x="3388" y="4041"/>
                        <a:pt x="4259" y="3098"/>
                        <a:pt x="4222" y="1985"/>
                      </a:cubicBezTo>
                      <a:cubicBezTo>
                        <a:pt x="4175" y="875"/>
                        <a:pt x="3279" y="0"/>
                        <a:pt x="21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1" name="Google Shape;3541;p75"/>
                <p:cNvSpPr/>
                <p:nvPr/>
              </p:nvSpPr>
              <p:spPr>
                <a:xfrm>
                  <a:off x="5598791" y="4254944"/>
                  <a:ext cx="1540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" h="1659" extrusionOk="0">
                      <a:moveTo>
                        <a:pt x="1106" y="0"/>
                      </a:moveTo>
                      <a:cubicBezTo>
                        <a:pt x="1085" y="0"/>
                        <a:pt x="1063" y="1"/>
                        <a:pt x="1041" y="3"/>
                      </a:cubicBezTo>
                      <a:cubicBezTo>
                        <a:pt x="303" y="51"/>
                        <a:pt x="1" y="970"/>
                        <a:pt x="557" y="1454"/>
                      </a:cubicBezTo>
                      <a:cubicBezTo>
                        <a:pt x="720" y="1596"/>
                        <a:pt x="909" y="1659"/>
                        <a:pt x="1093" y="1659"/>
                      </a:cubicBezTo>
                      <a:cubicBezTo>
                        <a:pt x="1538" y="1659"/>
                        <a:pt x="1958" y="1290"/>
                        <a:pt x="1924" y="777"/>
                      </a:cubicBezTo>
                      <a:cubicBezTo>
                        <a:pt x="1901" y="339"/>
                        <a:pt x="1538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42" name="Google Shape;3542;p75"/>
              <p:cNvGrpSpPr/>
              <p:nvPr/>
            </p:nvGrpSpPr>
            <p:grpSpPr>
              <a:xfrm>
                <a:off x="5618681" y="4109677"/>
                <a:ext cx="33112" cy="32357"/>
                <a:chOff x="5618681" y="4109677"/>
                <a:chExt cx="33112" cy="32357"/>
              </a:xfrm>
            </p:grpSpPr>
            <p:sp>
              <p:nvSpPr>
                <p:cNvPr id="3543" name="Google Shape;3543;p75"/>
                <p:cNvSpPr/>
                <p:nvPr/>
              </p:nvSpPr>
              <p:spPr>
                <a:xfrm>
                  <a:off x="5618681" y="4109677"/>
                  <a:ext cx="33112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" h="4114" extrusionOk="0">
                      <a:moveTo>
                        <a:pt x="1984" y="1"/>
                      </a:moveTo>
                      <a:cubicBezTo>
                        <a:pt x="871" y="61"/>
                        <a:pt x="0" y="1005"/>
                        <a:pt x="36" y="2130"/>
                      </a:cubicBezTo>
                      <a:cubicBezTo>
                        <a:pt x="84" y="3235"/>
                        <a:pt x="992" y="4114"/>
                        <a:pt x="2106" y="4114"/>
                      </a:cubicBezTo>
                      <a:cubicBezTo>
                        <a:pt x="2114" y="4114"/>
                        <a:pt x="2121" y="4114"/>
                        <a:pt x="2129" y="4114"/>
                      </a:cubicBezTo>
                      <a:lnTo>
                        <a:pt x="2274" y="4114"/>
                      </a:lnTo>
                      <a:cubicBezTo>
                        <a:pt x="3375" y="4029"/>
                        <a:pt x="4210" y="3086"/>
                        <a:pt x="4173" y="1985"/>
                      </a:cubicBezTo>
                      <a:cubicBezTo>
                        <a:pt x="4137" y="884"/>
                        <a:pt x="3230" y="13"/>
                        <a:pt x="21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4" name="Google Shape;3544;p75"/>
                <p:cNvSpPr/>
                <p:nvPr/>
              </p:nvSpPr>
              <p:spPr>
                <a:xfrm>
                  <a:off x="5626767" y="4119280"/>
                  <a:ext cx="15494" cy="1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660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62"/>
                        <a:pt x="0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7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45" name="Google Shape;3545;p75"/>
              <p:cNvGrpSpPr/>
              <p:nvPr/>
            </p:nvGrpSpPr>
            <p:grpSpPr>
              <a:xfrm>
                <a:off x="5479298" y="4128262"/>
                <a:ext cx="31405" cy="26906"/>
                <a:chOff x="5479298" y="4128262"/>
                <a:chExt cx="31405" cy="26906"/>
              </a:xfrm>
            </p:grpSpPr>
            <p:sp>
              <p:nvSpPr>
                <p:cNvPr id="3546" name="Google Shape;3546;p75"/>
                <p:cNvSpPr/>
                <p:nvPr/>
              </p:nvSpPr>
              <p:spPr>
                <a:xfrm>
                  <a:off x="5479298" y="4128262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7" name="Google Shape;3547;p75"/>
                <p:cNvSpPr/>
                <p:nvPr/>
              </p:nvSpPr>
              <p:spPr>
                <a:xfrm>
                  <a:off x="5493471" y="413793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8" y="1"/>
                        <a:pt x="1" y="218"/>
                        <a:pt x="1" y="485"/>
                      </a:cubicBezTo>
                      <a:cubicBezTo>
                        <a:pt x="1" y="751"/>
                        <a:pt x="218" y="968"/>
                        <a:pt x="485" y="968"/>
                      </a:cubicBezTo>
                      <a:cubicBezTo>
                        <a:pt x="751" y="968"/>
                        <a:pt x="968" y="751"/>
                        <a:pt x="968" y="485"/>
                      </a:cubicBezTo>
                      <a:cubicBezTo>
                        <a:pt x="968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48" name="Google Shape;3548;p75"/>
              <p:cNvGrpSpPr/>
              <p:nvPr/>
            </p:nvGrpSpPr>
            <p:grpSpPr>
              <a:xfrm>
                <a:off x="5582903" y="4180116"/>
                <a:ext cx="31499" cy="26898"/>
                <a:chOff x="5582903" y="4180116"/>
                <a:chExt cx="31499" cy="26898"/>
              </a:xfrm>
            </p:grpSpPr>
            <p:sp>
              <p:nvSpPr>
                <p:cNvPr id="3549" name="Google Shape;3549;p75"/>
                <p:cNvSpPr/>
                <p:nvPr/>
              </p:nvSpPr>
              <p:spPr>
                <a:xfrm>
                  <a:off x="5582903" y="4180116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1"/>
                      </a:moveTo>
                      <a:cubicBezTo>
                        <a:pt x="1855" y="1"/>
                        <a:pt x="1425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0" name="Google Shape;3550;p75"/>
                <p:cNvSpPr/>
                <p:nvPr/>
              </p:nvSpPr>
              <p:spPr>
                <a:xfrm>
                  <a:off x="5597084" y="4189790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51" name="Google Shape;3551;p75"/>
            <p:cNvGrpSpPr/>
            <p:nvPr/>
          </p:nvGrpSpPr>
          <p:grpSpPr>
            <a:xfrm>
              <a:off x="3977681" y="3230323"/>
              <a:ext cx="94584" cy="84085"/>
              <a:chOff x="3977681" y="3230323"/>
              <a:chExt cx="94584" cy="84085"/>
            </a:xfrm>
          </p:grpSpPr>
          <p:grpSp>
            <p:nvGrpSpPr>
              <p:cNvPr id="3552" name="Google Shape;3552;p75"/>
              <p:cNvGrpSpPr/>
              <p:nvPr/>
            </p:nvGrpSpPr>
            <p:grpSpPr>
              <a:xfrm>
                <a:off x="4000135" y="3243041"/>
                <a:ext cx="59570" cy="57186"/>
                <a:chOff x="4000135" y="3243041"/>
                <a:chExt cx="59570" cy="57186"/>
              </a:xfrm>
            </p:grpSpPr>
            <p:sp>
              <p:nvSpPr>
                <p:cNvPr id="3553" name="Google Shape;3553;p75"/>
                <p:cNvSpPr/>
                <p:nvPr/>
              </p:nvSpPr>
              <p:spPr>
                <a:xfrm>
                  <a:off x="4000135" y="3243041"/>
                  <a:ext cx="59570" cy="57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259" fill="none" extrusionOk="0">
                      <a:moveTo>
                        <a:pt x="1" y="2323"/>
                      </a:moveTo>
                      <a:lnTo>
                        <a:pt x="2577" y="7259"/>
                      </a:lnTo>
                      <a:lnTo>
                        <a:pt x="7573" y="4114"/>
                      </a:lnTo>
                      <a:lnTo>
                        <a:pt x="5541" y="1"/>
                      </a:lnTo>
                      <a:lnTo>
                        <a:pt x="352" y="232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4" name="Google Shape;3554;p75"/>
                <p:cNvSpPr/>
                <p:nvPr/>
              </p:nvSpPr>
              <p:spPr>
                <a:xfrm>
                  <a:off x="4024210" y="3246847"/>
                  <a:ext cx="15706" cy="53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6787" fill="none" extrusionOk="0">
                      <a:moveTo>
                        <a:pt x="0" y="6787"/>
                      </a:moveTo>
                      <a:lnTo>
                        <a:pt x="199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5" name="Google Shape;3555;p75"/>
                <p:cNvSpPr/>
                <p:nvPr/>
              </p:nvSpPr>
              <p:spPr>
                <a:xfrm>
                  <a:off x="4002896" y="3261311"/>
                  <a:ext cx="56809" cy="14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" h="1791" fill="none" extrusionOk="0">
                      <a:moveTo>
                        <a:pt x="7222" y="1791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56" name="Google Shape;3556;p75"/>
              <p:cNvGrpSpPr/>
              <p:nvPr/>
            </p:nvGrpSpPr>
            <p:grpSpPr>
              <a:xfrm>
                <a:off x="3977681" y="3245872"/>
                <a:ext cx="37783" cy="32380"/>
                <a:chOff x="3977681" y="3245872"/>
                <a:chExt cx="37783" cy="32380"/>
              </a:xfrm>
            </p:grpSpPr>
            <p:sp>
              <p:nvSpPr>
                <p:cNvPr id="3557" name="Google Shape;3557;p75"/>
                <p:cNvSpPr/>
                <p:nvPr/>
              </p:nvSpPr>
              <p:spPr>
                <a:xfrm>
                  <a:off x="3977681" y="3245872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26" y="1"/>
                      </a:moveTo>
                      <a:cubicBezTo>
                        <a:pt x="2219" y="1"/>
                        <a:pt x="1703" y="189"/>
                        <a:pt x="1283" y="608"/>
                      </a:cubicBezTo>
                      <a:cubicBezTo>
                        <a:pt x="1" y="1903"/>
                        <a:pt x="908" y="4117"/>
                        <a:pt x="2747" y="4117"/>
                      </a:cubicBezTo>
                      <a:cubicBezTo>
                        <a:pt x="3872" y="4104"/>
                        <a:pt x="4791" y="3185"/>
                        <a:pt x="4803" y="2060"/>
                      </a:cubicBezTo>
                      <a:cubicBezTo>
                        <a:pt x="4795" y="818"/>
                        <a:pt x="3782" y="1"/>
                        <a:pt x="27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8" name="Google Shape;3558;p75"/>
                <p:cNvSpPr/>
                <p:nvPr/>
              </p:nvSpPr>
              <p:spPr>
                <a:xfrm>
                  <a:off x="3992718" y="325550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59" name="Google Shape;3559;p75"/>
              <p:cNvGrpSpPr/>
              <p:nvPr/>
            </p:nvGrpSpPr>
            <p:grpSpPr>
              <a:xfrm>
                <a:off x="4040860" y="3262672"/>
                <a:ext cx="31405" cy="27001"/>
                <a:chOff x="4040860" y="3262672"/>
                <a:chExt cx="31405" cy="27001"/>
              </a:xfrm>
            </p:grpSpPr>
            <p:sp>
              <p:nvSpPr>
                <p:cNvPr id="3560" name="Google Shape;3560;p75"/>
                <p:cNvSpPr/>
                <p:nvPr/>
              </p:nvSpPr>
              <p:spPr>
                <a:xfrm>
                  <a:off x="4040860" y="326267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1" name="Google Shape;3561;p75"/>
                <p:cNvSpPr/>
                <p:nvPr/>
              </p:nvSpPr>
              <p:spPr>
                <a:xfrm>
                  <a:off x="4054938" y="327234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62" name="Google Shape;3562;p75"/>
              <p:cNvGrpSpPr/>
              <p:nvPr/>
            </p:nvGrpSpPr>
            <p:grpSpPr>
              <a:xfrm>
                <a:off x="4021072" y="3230323"/>
                <a:ext cx="31397" cy="26906"/>
                <a:chOff x="4021072" y="3230323"/>
                <a:chExt cx="31397" cy="26906"/>
              </a:xfrm>
            </p:grpSpPr>
            <p:sp>
              <p:nvSpPr>
                <p:cNvPr id="3563" name="Google Shape;3563;p75"/>
                <p:cNvSpPr/>
                <p:nvPr/>
              </p:nvSpPr>
              <p:spPr>
                <a:xfrm>
                  <a:off x="4021072" y="3230323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4" name="Google Shape;3564;p75"/>
                <p:cNvSpPr/>
                <p:nvPr/>
              </p:nvSpPr>
              <p:spPr>
                <a:xfrm>
                  <a:off x="403524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65" name="Google Shape;3565;p75"/>
              <p:cNvGrpSpPr/>
              <p:nvPr/>
            </p:nvGrpSpPr>
            <p:grpSpPr>
              <a:xfrm>
                <a:off x="4001472" y="3287462"/>
                <a:ext cx="31499" cy="26945"/>
                <a:chOff x="4001472" y="3287462"/>
                <a:chExt cx="31499" cy="26945"/>
              </a:xfrm>
            </p:grpSpPr>
            <p:sp>
              <p:nvSpPr>
                <p:cNvPr id="3566" name="Google Shape;3566;p75"/>
                <p:cNvSpPr/>
                <p:nvPr/>
              </p:nvSpPr>
              <p:spPr>
                <a:xfrm>
                  <a:off x="4001472" y="3287462"/>
                  <a:ext cx="31499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6" extrusionOk="0">
                      <a:moveTo>
                        <a:pt x="2276" y="1"/>
                      </a:moveTo>
                      <a:cubicBezTo>
                        <a:pt x="1854" y="1"/>
                        <a:pt x="1425" y="158"/>
                        <a:pt x="1077" y="510"/>
                      </a:cubicBezTo>
                      <a:cubicBezTo>
                        <a:pt x="0" y="1587"/>
                        <a:pt x="762" y="3425"/>
                        <a:pt x="2286" y="3425"/>
                      </a:cubicBezTo>
                      <a:cubicBezTo>
                        <a:pt x="3230" y="3425"/>
                        <a:pt x="3992" y="2663"/>
                        <a:pt x="4004" y="1720"/>
                      </a:cubicBezTo>
                      <a:cubicBezTo>
                        <a:pt x="4004" y="688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7" name="Google Shape;3567;p75"/>
                <p:cNvSpPr/>
                <p:nvPr/>
              </p:nvSpPr>
              <p:spPr>
                <a:xfrm>
                  <a:off x="4014410" y="3297175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06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68" name="Google Shape;3568;p75"/>
            <p:cNvGrpSpPr/>
            <p:nvPr/>
          </p:nvGrpSpPr>
          <p:grpSpPr>
            <a:xfrm>
              <a:off x="4084715" y="3258865"/>
              <a:ext cx="184961" cy="137268"/>
              <a:chOff x="4084715" y="3258865"/>
              <a:chExt cx="184961" cy="137268"/>
            </a:xfrm>
          </p:grpSpPr>
          <p:grpSp>
            <p:nvGrpSpPr>
              <p:cNvPr id="3569" name="Google Shape;3569;p75"/>
              <p:cNvGrpSpPr/>
              <p:nvPr/>
            </p:nvGrpSpPr>
            <p:grpSpPr>
              <a:xfrm>
                <a:off x="4107453" y="3271583"/>
                <a:ext cx="153470" cy="110275"/>
                <a:chOff x="4107453" y="3271583"/>
                <a:chExt cx="153470" cy="110275"/>
              </a:xfrm>
            </p:grpSpPr>
            <p:sp>
              <p:nvSpPr>
                <p:cNvPr id="3570" name="Google Shape;3570;p75"/>
                <p:cNvSpPr/>
                <p:nvPr/>
              </p:nvSpPr>
              <p:spPr>
                <a:xfrm>
                  <a:off x="4107453" y="3271583"/>
                  <a:ext cx="153470" cy="1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3" h="14021" fill="none" extrusionOk="0">
                      <a:moveTo>
                        <a:pt x="19513" y="14021"/>
                      </a:moveTo>
                      <a:lnTo>
                        <a:pt x="14844" y="968"/>
                      </a:lnTo>
                      <a:lnTo>
                        <a:pt x="5674" y="1"/>
                      </a:lnTo>
                      <a:lnTo>
                        <a:pt x="1" y="968"/>
                      </a:lnTo>
                      <a:lnTo>
                        <a:pt x="8977" y="2674"/>
                      </a:lnTo>
                      <a:lnTo>
                        <a:pt x="14360" y="10102"/>
                      </a:lnTo>
                      <a:lnTo>
                        <a:pt x="19029" y="14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1" name="Google Shape;3571;p75"/>
                <p:cNvSpPr/>
                <p:nvPr/>
              </p:nvSpPr>
              <p:spPr>
                <a:xfrm>
                  <a:off x="4155886" y="3271968"/>
                  <a:ext cx="22171" cy="2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2614" fill="none" extrusionOk="0">
                      <a:moveTo>
                        <a:pt x="2819" y="26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2" name="Google Shape;3572;p75"/>
                <p:cNvSpPr/>
                <p:nvPr/>
              </p:nvSpPr>
              <p:spPr>
                <a:xfrm>
                  <a:off x="4178049" y="3279196"/>
                  <a:ext cx="42345" cy="1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4" h="1695" fill="none" extrusionOk="0">
                      <a:moveTo>
                        <a:pt x="1" y="1694"/>
                      </a:moveTo>
                      <a:lnTo>
                        <a:pt x="538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3" name="Google Shape;3573;p75"/>
                <p:cNvSpPr/>
                <p:nvPr/>
              </p:nvSpPr>
              <p:spPr>
                <a:xfrm>
                  <a:off x="4220387" y="3279196"/>
                  <a:ext cx="8" cy="7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9122" fill="none" extrusionOk="0">
                      <a:moveTo>
                        <a:pt x="1" y="0"/>
                      </a:moveTo>
                      <a:lnTo>
                        <a:pt x="1" y="91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74" name="Google Shape;3574;p75"/>
              <p:cNvGrpSpPr/>
              <p:nvPr/>
            </p:nvGrpSpPr>
            <p:grpSpPr>
              <a:xfrm>
                <a:off x="4136947" y="3258865"/>
                <a:ext cx="31499" cy="27001"/>
                <a:chOff x="4136947" y="3258865"/>
                <a:chExt cx="31499" cy="27001"/>
              </a:xfrm>
            </p:grpSpPr>
            <p:sp>
              <p:nvSpPr>
                <p:cNvPr id="3575" name="Google Shape;3575;p75"/>
                <p:cNvSpPr/>
                <p:nvPr/>
              </p:nvSpPr>
              <p:spPr>
                <a:xfrm>
                  <a:off x="4136947" y="3258865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32"/>
                        <a:pt x="2299" y="3432"/>
                      </a:cubicBezTo>
                      <a:cubicBezTo>
                        <a:pt x="3243" y="3420"/>
                        <a:pt x="4005" y="2658"/>
                        <a:pt x="4005" y="1715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6" name="Google Shape;3576;p75"/>
                <p:cNvSpPr/>
                <p:nvPr/>
              </p:nvSpPr>
              <p:spPr>
                <a:xfrm>
                  <a:off x="4151222" y="3268539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06" y="1"/>
                        <a:pt x="0" y="218"/>
                        <a:pt x="0" y="485"/>
                      </a:cubicBezTo>
                      <a:cubicBezTo>
                        <a:pt x="0" y="751"/>
                        <a:pt x="206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77" name="Google Shape;3577;p75"/>
              <p:cNvGrpSpPr/>
              <p:nvPr/>
            </p:nvGrpSpPr>
            <p:grpSpPr>
              <a:xfrm>
                <a:off x="4084715" y="3266478"/>
                <a:ext cx="31468" cy="26898"/>
                <a:chOff x="4084715" y="3266478"/>
                <a:chExt cx="31468" cy="26898"/>
              </a:xfrm>
            </p:grpSpPr>
            <p:sp>
              <p:nvSpPr>
                <p:cNvPr id="3578" name="Google Shape;3578;p75"/>
                <p:cNvSpPr/>
                <p:nvPr/>
              </p:nvSpPr>
              <p:spPr>
                <a:xfrm>
                  <a:off x="4084715" y="3266478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9" y="1"/>
                      </a:moveTo>
                      <a:cubicBezTo>
                        <a:pt x="1859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26"/>
                      </a:cubicBezTo>
                      <a:cubicBezTo>
                        <a:pt x="4001" y="686"/>
                        <a:pt x="3161" y="1"/>
                        <a:pt x="227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9" name="Google Shape;3579;p75"/>
                <p:cNvSpPr/>
                <p:nvPr/>
              </p:nvSpPr>
              <p:spPr>
                <a:xfrm>
                  <a:off x="4098896" y="327615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80" name="Google Shape;3580;p75"/>
              <p:cNvGrpSpPr/>
              <p:nvPr/>
            </p:nvGrpSpPr>
            <p:grpSpPr>
              <a:xfrm>
                <a:off x="4159213" y="3279849"/>
                <a:ext cx="31405" cy="26945"/>
                <a:chOff x="4159213" y="3279849"/>
                <a:chExt cx="31405" cy="26945"/>
              </a:xfrm>
            </p:grpSpPr>
            <p:sp>
              <p:nvSpPr>
                <p:cNvPr id="3581" name="Google Shape;3581;p75"/>
                <p:cNvSpPr/>
                <p:nvPr/>
              </p:nvSpPr>
              <p:spPr>
                <a:xfrm>
                  <a:off x="4159213" y="3279849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6"/>
                        <a:pt x="2287" y="3426"/>
                      </a:cubicBezTo>
                      <a:cubicBezTo>
                        <a:pt x="3230" y="3426"/>
                        <a:pt x="3992" y="2663"/>
                        <a:pt x="3992" y="1720"/>
                      </a:cubicBezTo>
                      <a:cubicBezTo>
                        <a:pt x="3992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2" name="Google Shape;3582;p75"/>
                <p:cNvSpPr/>
                <p:nvPr/>
              </p:nvSpPr>
              <p:spPr>
                <a:xfrm>
                  <a:off x="4173385" y="3289570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83" name="Google Shape;3583;p75"/>
              <p:cNvGrpSpPr/>
              <p:nvPr/>
            </p:nvGrpSpPr>
            <p:grpSpPr>
              <a:xfrm>
                <a:off x="4201550" y="3266502"/>
                <a:ext cx="31405" cy="26883"/>
                <a:chOff x="4201550" y="3266502"/>
                <a:chExt cx="31405" cy="26883"/>
              </a:xfrm>
            </p:grpSpPr>
            <p:sp>
              <p:nvSpPr>
                <p:cNvPr id="3584" name="Google Shape;3584;p75"/>
                <p:cNvSpPr/>
                <p:nvPr/>
              </p:nvSpPr>
              <p:spPr>
                <a:xfrm>
                  <a:off x="4201550" y="3266502"/>
                  <a:ext cx="31405" cy="2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18" extrusionOk="0">
                      <a:moveTo>
                        <a:pt x="2266" y="1"/>
                      </a:moveTo>
                      <a:cubicBezTo>
                        <a:pt x="1849" y="1"/>
                        <a:pt x="1423" y="155"/>
                        <a:pt x="1077" y="502"/>
                      </a:cubicBezTo>
                      <a:cubicBezTo>
                        <a:pt x="1" y="1566"/>
                        <a:pt x="751" y="3417"/>
                        <a:pt x="2275" y="3417"/>
                      </a:cubicBezTo>
                      <a:cubicBezTo>
                        <a:pt x="2282" y="3417"/>
                        <a:pt x="2290" y="3417"/>
                        <a:pt x="2297" y="3417"/>
                      </a:cubicBezTo>
                      <a:cubicBezTo>
                        <a:pt x="3230" y="3417"/>
                        <a:pt x="3993" y="2660"/>
                        <a:pt x="3993" y="1723"/>
                      </a:cubicBezTo>
                      <a:cubicBezTo>
                        <a:pt x="3993" y="689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5" name="Google Shape;3585;p75"/>
                <p:cNvSpPr/>
                <p:nvPr/>
              </p:nvSpPr>
              <p:spPr>
                <a:xfrm>
                  <a:off x="4214331" y="3276247"/>
                  <a:ext cx="8919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4" extrusionOk="0">
                      <a:moveTo>
                        <a:pt x="635" y="0"/>
                      </a:moveTo>
                      <a:cubicBezTo>
                        <a:pt x="209" y="0"/>
                        <a:pt x="0" y="512"/>
                        <a:pt x="311" y="823"/>
                      </a:cubicBezTo>
                      <a:cubicBezTo>
                        <a:pt x="408" y="920"/>
                        <a:pt x="528" y="964"/>
                        <a:pt x="646" y="964"/>
                      </a:cubicBezTo>
                      <a:cubicBezTo>
                        <a:pt x="895" y="964"/>
                        <a:pt x="1134" y="771"/>
                        <a:pt x="1134" y="484"/>
                      </a:cubicBezTo>
                      <a:cubicBezTo>
                        <a:pt x="1134" y="206"/>
                        <a:pt x="916" y="0"/>
                        <a:pt x="650" y="0"/>
                      </a:cubicBezTo>
                      <a:cubicBezTo>
                        <a:pt x="645" y="0"/>
                        <a:pt x="640" y="0"/>
                        <a:pt x="6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86" name="Google Shape;3586;p75"/>
              <p:cNvGrpSpPr/>
              <p:nvPr/>
            </p:nvGrpSpPr>
            <p:grpSpPr>
              <a:xfrm>
                <a:off x="4201550" y="3338278"/>
                <a:ext cx="31405" cy="26930"/>
                <a:chOff x="4201550" y="3338278"/>
                <a:chExt cx="31405" cy="26930"/>
              </a:xfrm>
            </p:grpSpPr>
            <p:sp>
              <p:nvSpPr>
                <p:cNvPr id="3587" name="Google Shape;3587;p75"/>
                <p:cNvSpPr/>
                <p:nvPr/>
              </p:nvSpPr>
              <p:spPr>
                <a:xfrm>
                  <a:off x="4201550" y="3338278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6" y="1"/>
                      </a:moveTo>
                      <a:cubicBezTo>
                        <a:pt x="1848" y="1"/>
                        <a:pt x="1423" y="154"/>
                        <a:pt x="1077" y="497"/>
                      </a:cubicBezTo>
                      <a:cubicBezTo>
                        <a:pt x="1" y="1573"/>
                        <a:pt x="751" y="3412"/>
                        <a:pt x="2275" y="3424"/>
                      </a:cubicBezTo>
                      <a:cubicBezTo>
                        <a:pt x="3218" y="3424"/>
                        <a:pt x="3993" y="2662"/>
                        <a:pt x="3993" y="1718"/>
                      </a:cubicBezTo>
                      <a:cubicBezTo>
                        <a:pt x="3993" y="684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8" name="Google Shape;3588;p75"/>
                <p:cNvSpPr/>
                <p:nvPr/>
              </p:nvSpPr>
              <p:spPr>
                <a:xfrm>
                  <a:off x="4214331" y="3347976"/>
                  <a:ext cx="8919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5" extrusionOk="0">
                      <a:moveTo>
                        <a:pt x="671" y="1"/>
                      </a:moveTo>
                      <a:cubicBezTo>
                        <a:pt x="664" y="1"/>
                        <a:pt x="657" y="1"/>
                        <a:pt x="650" y="1"/>
                      </a:cubicBezTo>
                      <a:cubicBezTo>
                        <a:pt x="645" y="1"/>
                        <a:pt x="640" y="1"/>
                        <a:pt x="635" y="1"/>
                      </a:cubicBezTo>
                      <a:cubicBezTo>
                        <a:pt x="209" y="1"/>
                        <a:pt x="0" y="513"/>
                        <a:pt x="311" y="824"/>
                      </a:cubicBezTo>
                      <a:cubicBezTo>
                        <a:pt x="408" y="921"/>
                        <a:pt x="528" y="965"/>
                        <a:pt x="646" y="965"/>
                      </a:cubicBezTo>
                      <a:cubicBezTo>
                        <a:pt x="895" y="965"/>
                        <a:pt x="1134" y="772"/>
                        <a:pt x="1134" y="485"/>
                      </a:cubicBezTo>
                      <a:cubicBezTo>
                        <a:pt x="1134" y="214"/>
                        <a:pt x="927" y="1"/>
                        <a:pt x="67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89" name="Google Shape;3589;p75"/>
              <p:cNvGrpSpPr/>
              <p:nvPr/>
            </p:nvGrpSpPr>
            <p:grpSpPr>
              <a:xfrm>
                <a:off x="4238272" y="3369132"/>
                <a:ext cx="31405" cy="27001"/>
                <a:chOff x="4238272" y="3369132"/>
                <a:chExt cx="31405" cy="27001"/>
              </a:xfrm>
            </p:grpSpPr>
            <p:sp>
              <p:nvSpPr>
                <p:cNvPr id="3590" name="Google Shape;3590;p75"/>
                <p:cNvSpPr/>
                <p:nvPr/>
              </p:nvSpPr>
              <p:spPr>
                <a:xfrm>
                  <a:off x="4238272" y="33691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4" y="1"/>
                        <a:pt x="1426" y="157"/>
                        <a:pt x="1078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1" name="Google Shape;3591;p75"/>
                <p:cNvSpPr/>
                <p:nvPr/>
              </p:nvSpPr>
              <p:spPr>
                <a:xfrm>
                  <a:off x="4251217" y="3378806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3"/>
                      </a:cubicBezTo>
                      <a:cubicBezTo>
                        <a:pt x="401" y="922"/>
                        <a:pt x="524" y="967"/>
                        <a:pt x="643" y="967"/>
                      </a:cubicBezTo>
                      <a:cubicBezTo>
                        <a:pt x="889" y="967"/>
                        <a:pt x="1125" y="778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92" name="Google Shape;3592;p75"/>
            <p:cNvGrpSpPr/>
            <p:nvPr/>
          </p:nvGrpSpPr>
          <p:grpSpPr>
            <a:xfrm>
              <a:off x="4068639" y="3200169"/>
              <a:ext cx="77643" cy="37272"/>
              <a:chOff x="4068639" y="3200169"/>
              <a:chExt cx="77643" cy="37272"/>
            </a:xfrm>
          </p:grpSpPr>
          <p:sp>
            <p:nvSpPr>
              <p:cNvPr id="3593" name="Google Shape;3593;p75"/>
              <p:cNvSpPr/>
              <p:nvPr/>
            </p:nvSpPr>
            <p:spPr>
              <a:xfrm>
                <a:off x="4087570" y="3212886"/>
                <a:ext cx="49958" cy="10374"/>
              </a:xfrm>
              <a:custGeom>
                <a:avLst/>
                <a:gdLst/>
                <a:ahLst/>
                <a:cxnLst/>
                <a:rect l="l" t="t" r="r" b="b"/>
                <a:pathLst>
                  <a:path w="6352" h="1319" fill="none" extrusionOk="0">
                    <a:moveTo>
                      <a:pt x="1" y="1319"/>
                    </a:moveTo>
                    <a:lnTo>
                      <a:pt x="6351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94" name="Google Shape;3594;p75"/>
              <p:cNvGrpSpPr/>
              <p:nvPr/>
            </p:nvGrpSpPr>
            <p:grpSpPr>
              <a:xfrm>
                <a:off x="4114878" y="3200169"/>
                <a:ext cx="31405" cy="26993"/>
                <a:chOff x="4114878" y="3200169"/>
                <a:chExt cx="31405" cy="26993"/>
              </a:xfrm>
            </p:grpSpPr>
            <p:sp>
              <p:nvSpPr>
                <p:cNvPr id="3595" name="Google Shape;3595;p75"/>
                <p:cNvSpPr/>
                <p:nvPr/>
              </p:nvSpPr>
              <p:spPr>
                <a:xfrm>
                  <a:off x="4114878" y="3200169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7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6" name="Google Shape;3596;p75"/>
                <p:cNvSpPr/>
                <p:nvPr/>
              </p:nvSpPr>
              <p:spPr>
                <a:xfrm>
                  <a:off x="4127721" y="320983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36"/>
                      </a:cubicBezTo>
                      <a:cubicBezTo>
                        <a:pt x="400" y="933"/>
                        <a:pt x="519" y="976"/>
                        <a:pt x="637" y="976"/>
                      </a:cubicBezTo>
                      <a:cubicBezTo>
                        <a:pt x="887" y="976"/>
                        <a:pt x="1129" y="781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97" name="Google Shape;3597;p75"/>
              <p:cNvGrpSpPr/>
              <p:nvPr/>
            </p:nvGrpSpPr>
            <p:grpSpPr>
              <a:xfrm>
                <a:off x="4068639" y="3210535"/>
                <a:ext cx="31499" cy="26906"/>
                <a:chOff x="4068639" y="3210535"/>
                <a:chExt cx="31499" cy="26906"/>
              </a:xfrm>
            </p:grpSpPr>
            <p:sp>
              <p:nvSpPr>
                <p:cNvPr id="3598" name="Google Shape;3598;p75"/>
                <p:cNvSpPr/>
                <p:nvPr/>
              </p:nvSpPr>
              <p:spPr>
                <a:xfrm>
                  <a:off x="4068639" y="321053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9" name="Google Shape;3599;p75"/>
                <p:cNvSpPr/>
                <p:nvPr/>
              </p:nvSpPr>
              <p:spPr>
                <a:xfrm>
                  <a:off x="4081577" y="3220209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7" y="964"/>
                        <a:pt x="1126" y="771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00" name="Google Shape;3600;p75"/>
            <p:cNvGrpSpPr/>
            <p:nvPr/>
          </p:nvGrpSpPr>
          <p:grpSpPr>
            <a:xfrm>
              <a:off x="3869702" y="3066935"/>
              <a:ext cx="382664" cy="190294"/>
              <a:chOff x="3869702" y="3066935"/>
              <a:chExt cx="382664" cy="190294"/>
            </a:xfrm>
          </p:grpSpPr>
          <p:grpSp>
            <p:nvGrpSpPr>
              <p:cNvPr id="3601" name="Google Shape;3601;p75"/>
              <p:cNvGrpSpPr/>
              <p:nvPr/>
            </p:nvGrpSpPr>
            <p:grpSpPr>
              <a:xfrm>
                <a:off x="3888633" y="3082351"/>
                <a:ext cx="351172" cy="160698"/>
                <a:chOff x="3888633" y="3082351"/>
                <a:chExt cx="351172" cy="160698"/>
              </a:xfrm>
            </p:grpSpPr>
            <p:sp>
              <p:nvSpPr>
                <p:cNvPr id="3602" name="Google Shape;3602;p75"/>
                <p:cNvSpPr/>
                <p:nvPr/>
              </p:nvSpPr>
              <p:spPr>
                <a:xfrm>
                  <a:off x="3892440" y="3082351"/>
                  <a:ext cx="347366" cy="160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6" h="20432" fill="none" extrusionOk="0">
                      <a:moveTo>
                        <a:pt x="7041" y="11529"/>
                      </a:moveTo>
                      <a:lnTo>
                        <a:pt x="22440" y="4162"/>
                      </a:lnTo>
                      <a:lnTo>
                        <a:pt x="34815" y="0"/>
                      </a:lnTo>
                      <a:lnTo>
                        <a:pt x="44166" y="484"/>
                      </a:lnTo>
                      <a:lnTo>
                        <a:pt x="38964" y="8565"/>
                      </a:lnTo>
                      <a:lnTo>
                        <a:pt x="33012" y="10065"/>
                      </a:lnTo>
                      <a:lnTo>
                        <a:pt x="22440" y="4839"/>
                      </a:lnTo>
                      <a:lnTo>
                        <a:pt x="18750" y="15424"/>
                      </a:lnTo>
                      <a:cubicBezTo>
                        <a:pt x="18750" y="15424"/>
                        <a:pt x="6206" y="11154"/>
                        <a:pt x="6557" y="11516"/>
                      </a:cubicBezTo>
                      <a:lnTo>
                        <a:pt x="0" y="204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3" name="Google Shape;3603;p75"/>
                <p:cNvSpPr/>
                <p:nvPr/>
              </p:nvSpPr>
              <p:spPr>
                <a:xfrm>
                  <a:off x="3888633" y="3172924"/>
                  <a:ext cx="72979" cy="70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9" h="8916" fill="none" extrusionOk="0">
                      <a:moveTo>
                        <a:pt x="0" y="8916"/>
                      </a:moveTo>
                      <a:lnTo>
                        <a:pt x="9279" y="6883"/>
                      </a:lnTo>
                      <a:lnTo>
                        <a:pt x="704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4" name="Google Shape;3604;p75"/>
                <p:cNvSpPr/>
                <p:nvPr/>
              </p:nvSpPr>
              <p:spPr>
                <a:xfrm>
                  <a:off x="3960370" y="3203653"/>
                  <a:ext cx="79547" cy="19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4" h="2493" fill="none" extrusionOk="0">
                      <a:moveTo>
                        <a:pt x="0" y="2493"/>
                      </a:moveTo>
                      <a:lnTo>
                        <a:pt x="1011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5" name="Google Shape;3605;p75"/>
                <p:cNvSpPr/>
                <p:nvPr/>
              </p:nvSpPr>
              <p:spPr>
                <a:xfrm>
                  <a:off x="4043613" y="3161504"/>
                  <a:ext cx="108474" cy="4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2" h="5360" fill="none" extrusionOk="0">
                      <a:moveTo>
                        <a:pt x="1" y="5360"/>
                      </a:moveTo>
                      <a:lnTo>
                        <a:pt x="1379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6" name="Google Shape;3606;p75"/>
                <p:cNvSpPr/>
                <p:nvPr/>
              </p:nvSpPr>
              <p:spPr>
                <a:xfrm>
                  <a:off x="4152079" y="3082351"/>
                  <a:ext cx="17224" cy="8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10549" fill="none" extrusionOk="0">
                      <a:moveTo>
                        <a:pt x="0" y="10549"/>
                      </a:moveTo>
                      <a:lnTo>
                        <a:pt x="219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7" name="Google Shape;3607;p75"/>
                <p:cNvSpPr/>
                <p:nvPr/>
              </p:nvSpPr>
              <p:spPr>
                <a:xfrm>
                  <a:off x="4169296" y="3082351"/>
                  <a:ext cx="25797" cy="63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" h="8081" fill="none" extrusionOk="0">
                      <a:moveTo>
                        <a:pt x="1" y="0"/>
                      </a:moveTo>
                      <a:lnTo>
                        <a:pt x="3279" y="808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08" name="Google Shape;3608;p75"/>
              <p:cNvGrpSpPr/>
              <p:nvPr/>
            </p:nvGrpSpPr>
            <p:grpSpPr>
              <a:xfrm>
                <a:off x="4143703" y="3066935"/>
                <a:ext cx="37783" cy="32357"/>
                <a:chOff x="4143703" y="3066935"/>
                <a:chExt cx="37783" cy="32357"/>
              </a:xfrm>
            </p:grpSpPr>
            <p:sp>
              <p:nvSpPr>
                <p:cNvPr id="3609" name="Google Shape;3609;p75"/>
                <p:cNvSpPr/>
                <p:nvPr/>
              </p:nvSpPr>
              <p:spPr>
                <a:xfrm>
                  <a:off x="4143703" y="306693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1" y="0"/>
                      </a:moveTo>
                      <a:cubicBezTo>
                        <a:pt x="2227" y="0"/>
                        <a:pt x="1713" y="188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0" name="Google Shape;3610;p75"/>
                <p:cNvSpPr/>
                <p:nvPr/>
              </p:nvSpPr>
              <p:spPr>
                <a:xfrm>
                  <a:off x="4158741" y="3076641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4" y="1658"/>
                        <a:pt x="1657" y="1283"/>
                        <a:pt x="1657" y="823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1" name="Google Shape;3611;p75"/>
              <p:cNvGrpSpPr/>
              <p:nvPr/>
            </p:nvGrpSpPr>
            <p:grpSpPr>
              <a:xfrm>
                <a:off x="4044565" y="3103563"/>
                <a:ext cx="37783" cy="32451"/>
                <a:chOff x="4044565" y="3103563"/>
                <a:chExt cx="37783" cy="32451"/>
              </a:xfrm>
            </p:grpSpPr>
            <p:sp>
              <p:nvSpPr>
                <p:cNvPr id="3612" name="Google Shape;3612;p75"/>
                <p:cNvSpPr/>
                <p:nvPr/>
              </p:nvSpPr>
              <p:spPr>
                <a:xfrm>
                  <a:off x="4044565" y="3103563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3" name="Google Shape;3613;p75"/>
                <p:cNvSpPr/>
                <p:nvPr/>
              </p:nvSpPr>
              <p:spPr>
                <a:xfrm>
                  <a:off x="4059602" y="3113268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4" name="Google Shape;3614;p75"/>
              <p:cNvGrpSpPr/>
              <p:nvPr/>
            </p:nvGrpSpPr>
            <p:grpSpPr>
              <a:xfrm>
                <a:off x="4017454" y="3188237"/>
                <a:ext cx="37776" cy="32357"/>
                <a:chOff x="4017454" y="3188237"/>
                <a:chExt cx="37776" cy="32357"/>
              </a:xfrm>
            </p:grpSpPr>
            <p:sp>
              <p:nvSpPr>
                <p:cNvPr id="3615" name="Google Shape;3615;p75"/>
                <p:cNvSpPr/>
                <p:nvPr/>
              </p:nvSpPr>
              <p:spPr>
                <a:xfrm>
                  <a:off x="4017454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08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6" name="Google Shape;3616;p75"/>
                <p:cNvSpPr/>
                <p:nvPr/>
              </p:nvSpPr>
              <p:spPr>
                <a:xfrm>
                  <a:off x="4032484" y="319794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7" name="Google Shape;3617;p75"/>
              <p:cNvGrpSpPr/>
              <p:nvPr/>
            </p:nvGrpSpPr>
            <p:grpSpPr>
              <a:xfrm>
                <a:off x="3921548" y="3157509"/>
                <a:ext cx="37783" cy="32357"/>
                <a:chOff x="3921548" y="3157509"/>
                <a:chExt cx="37783" cy="32357"/>
              </a:xfrm>
            </p:grpSpPr>
            <p:sp>
              <p:nvSpPr>
                <p:cNvPr id="3618" name="Google Shape;3618;p75"/>
                <p:cNvSpPr/>
                <p:nvPr/>
              </p:nvSpPr>
              <p:spPr>
                <a:xfrm>
                  <a:off x="3921548" y="31575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9" name="Google Shape;3619;p75"/>
                <p:cNvSpPr/>
                <p:nvPr/>
              </p:nvSpPr>
              <p:spPr>
                <a:xfrm>
                  <a:off x="3936586" y="3167214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4"/>
                        <a:pt x="1282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20" name="Google Shape;3620;p75"/>
              <p:cNvGrpSpPr/>
              <p:nvPr/>
            </p:nvGrpSpPr>
            <p:grpSpPr>
              <a:xfrm>
                <a:off x="3939056" y="3211620"/>
                <a:ext cx="37783" cy="32380"/>
                <a:chOff x="3939056" y="3211620"/>
                <a:chExt cx="37783" cy="32380"/>
              </a:xfrm>
            </p:grpSpPr>
            <p:sp>
              <p:nvSpPr>
                <p:cNvPr id="3621" name="Google Shape;3621;p75"/>
                <p:cNvSpPr/>
                <p:nvPr/>
              </p:nvSpPr>
              <p:spPr>
                <a:xfrm>
                  <a:off x="3939056" y="3211620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59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2" name="Google Shape;3622;p75"/>
                <p:cNvSpPr/>
                <p:nvPr/>
              </p:nvSpPr>
              <p:spPr>
                <a:xfrm>
                  <a:off x="3954188" y="32212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23" name="Google Shape;3623;p75"/>
              <p:cNvGrpSpPr/>
              <p:nvPr/>
            </p:nvGrpSpPr>
            <p:grpSpPr>
              <a:xfrm>
                <a:off x="4176240" y="3136965"/>
                <a:ext cx="31405" cy="26930"/>
                <a:chOff x="4176240" y="3136965"/>
                <a:chExt cx="31405" cy="26930"/>
              </a:xfrm>
            </p:grpSpPr>
            <p:sp>
              <p:nvSpPr>
                <p:cNvPr id="3624" name="Google Shape;3624;p75"/>
                <p:cNvSpPr/>
                <p:nvPr/>
              </p:nvSpPr>
              <p:spPr>
                <a:xfrm>
                  <a:off x="4176240" y="3136965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8" y="1"/>
                      </a:moveTo>
                      <a:cubicBezTo>
                        <a:pt x="1846" y="1"/>
                        <a:pt x="1415" y="158"/>
                        <a:pt x="1065" y="508"/>
                      </a:cubicBezTo>
                      <a:cubicBezTo>
                        <a:pt x="1" y="1585"/>
                        <a:pt x="763" y="3423"/>
                        <a:pt x="2275" y="3423"/>
                      </a:cubicBezTo>
                      <a:cubicBezTo>
                        <a:pt x="3231" y="3423"/>
                        <a:pt x="3993" y="2649"/>
                        <a:pt x="3993" y="1705"/>
                      </a:cubicBezTo>
                      <a:cubicBezTo>
                        <a:pt x="3985" y="677"/>
                        <a:pt x="3145" y="1"/>
                        <a:pt x="226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5" name="Google Shape;3625;p75"/>
                <p:cNvSpPr/>
                <p:nvPr/>
              </p:nvSpPr>
              <p:spPr>
                <a:xfrm>
                  <a:off x="4190327" y="3146663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26" name="Google Shape;3626;p75"/>
              <p:cNvGrpSpPr/>
              <p:nvPr/>
            </p:nvGrpSpPr>
            <p:grpSpPr>
              <a:xfrm>
                <a:off x="4133148" y="3152593"/>
                <a:ext cx="31499" cy="27001"/>
                <a:chOff x="4133148" y="3152593"/>
                <a:chExt cx="31499" cy="27001"/>
              </a:xfrm>
            </p:grpSpPr>
            <p:sp>
              <p:nvSpPr>
                <p:cNvPr id="3627" name="Google Shape;3627;p75"/>
                <p:cNvSpPr/>
                <p:nvPr/>
              </p:nvSpPr>
              <p:spPr>
                <a:xfrm>
                  <a:off x="4133148" y="31525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8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8" name="Google Shape;3628;p75"/>
                <p:cNvSpPr/>
                <p:nvPr/>
              </p:nvSpPr>
              <p:spPr>
                <a:xfrm>
                  <a:off x="4147321" y="316226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29" name="Google Shape;3629;p75"/>
              <p:cNvGrpSpPr/>
              <p:nvPr/>
            </p:nvGrpSpPr>
            <p:grpSpPr>
              <a:xfrm>
                <a:off x="4220866" y="3073534"/>
                <a:ext cx="31499" cy="26898"/>
                <a:chOff x="4220866" y="3073534"/>
                <a:chExt cx="31499" cy="26898"/>
              </a:xfrm>
            </p:grpSpPr>
            <p:sp>
              <p:nvSpPr>
                <p:cNvPr id="3630" name="Google Shape;3630;p75"/>
                <p:cNvSpPr/>
                <p:nvPr/>
              </p:nvSpPr>
              <p:spPr>
                <a:xfrm>
                  <a:off x="4220866" y="307353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1" name="Google Shape;3631;p75"/>
                <p:cNvSpPr/>
                <p:nvPr/>
              </p:nvSpPr>
              <p:spPr>
                <a:xfrm>
                  <a:off x="4235039" y="3083114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5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32" name="Google Shape;3632;p75"/>
              <p:cNvGrpSpPr/>
              <p:nvPr/>
            </p:nvGrpSpPr>
            <p:grpSpPr>
              <a:xfrm>
                <a:off x="3869702" y="3230323"/>
                <a:ext cx="31499" cy="26906"/>
                <a:chOff x="3869702" y="3230323"/>
                <a:chExt cx="31499" cy="26906"/>
              </a:xfrm>
            </p:grpSpPr>
            <p:sp>
              <p:nvSpPr>
                <p:cNvPr id="3633" name="Google Shape;3633;p75"/>
                <p:cNvSpPr/>
                <p:nvPr/>
              </p:nvSpPr>
              <p:spPr>
                <a:xfrm>
                  <a:off x="3869702" y="32303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4" name="Google Shape;3634;p75"/>
                <p:cNvSpPr/>
                <p:nvPr/>
              </p:nvSpPr>
              <p:spPr>
                <a:xfrm>
                  <a:off x="388387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35" name="Google Shape;3635;p75"/>
            <p:cNvGrpSpPr/>
            <p:nvPr/>
          </p:nvGrpSpPr>
          <p:grpSpPr>
            <a:xfrm>
              <a:off x="4271383" y="3065882"/>
              <a:ext cx="304556" cy="341663"/>
              <a:chOff x="4271383" y="3065882"/>
              <a:chExt cx="304556" cy="341663"/>
            </a:xfrm>
          </p:grpSpPr>
          <p:grpSp>
            <p:nvGrpSpPr>
              <p:cNvPr id="3636" name="Google Shape;3636;p75"/>
              <p:cNvGrpSpPr/>
              <p:nvPr/>
            </p:nvGrpSpPr>
            <p:grpSpPr>
              <a:xfrm>
                <a:off x="4293838" y="3078639"/>
                <a:ext cx="269353" cy="311973"/>
                <a:chOff x="4293838" y="3078639"/>
                <a:chExt cx="269353" cy="311973"/>
              </a:xfrm>
            </p:grpSpPr>
            <p:sp>
              <p:nvSpPr>
                <p:cNvPr id="3637" name="Google Shape;3637;p75"/>
                <p:cNvSpPr/>
                <p:nvPr/>
              </p:nvSpPr>
              <p:spPr>
                <a:xfrm>
                  <a:off x="4293838" y="3078639"/>
                  <a:ext cx="269353" cy="31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7" h="39666" fill="none" extrusionOk="0">
                      <a:moveTo>
                        <a:pt x="13" y="16730"/>
                      </a:moveTo>
                      <a:lnTo>
                        <a:pt x="7162" y="27690"/>
                      </a:lnTo>
                      <a:lnTo>
                        <a:pt x="8480" y="39666"/>
                      </a:lnTo>
                      <a:lnTo>
                        <a:pt x="18182" y="34138"/>
                      </a:lnTo>
                      <a:lnTo>
                        <a:pt x="26371" y="29807"/>
                      </a:lnTo>
                      <a:cubicBezTo>
                        <a:pt x="26371" y="29807"/>
                        <a:pt x="33605" y="34694"/>
                        <a:pt x="33932" y="35456"/>
                      </a:cubicBezTo>
                      <a:cubicBezTo>
                        <a:pt x="34246" y="36218"/>
                        <a:pt x="32263" y="18388"/>
                        <a:pt x="32263" y="18388"/>
                      </a:cubicBezTo>
                      <a:lnTo>
                        <a:pt x="28428" y="2928"/>
                      </a:lnTo>
                      <a:lnTo>
                        <a:pt x="12932" y="1"/>
                      </a:lnTo>
                      <a:lnTo>
                        <a:pt x="1670" y="2650"/>
                      </a:lnTo>
                      <a:lnTo>
                        <a:pt x="0" y="1714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8" name="Google Shape;3638;p75"/>
                <p:cNvSpPr/>
                <p:nvPr/>
              </p:nvSpPr>
              <p:spPr>
                <a:xfrm>
                  <a:off x="4306965" y="3099473"/>
                  <a:ext cx="625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9" h="8856" fill="none" extrusionOk="0">
                      <a:moveTo>
                        <a:pt x="1" y="1"/>
                      </a:moveTo>
                      <a:lnTo>
                        <a:pt x="7948" y="885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9" name="Google Shape;3639;p75"/>
                <p:cNvSpPr/>
                <p:nvPr/>
              </p:nvSpPr>
              <p:spPr>
                <a:xfrm>
                  <a:off x="4369476" y="3169118"/>
                  <a:ext cx="26072" cy="98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2545" fill="none" extrusionOk="0">
                      <a:moveTo>
                        <a:pt x="0" y="1"/>
                      </a:moveTo>
                      <a:lnTo>
                        <a:pt x="3315" y="1254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0" name="Google Shape;3640;p75"/>
                <p:cNvSpPr/>
                <p:nvPr/>
              </p:nvSpPr>
              <p:spPr>
                <a:xfrm>
                  <a:off x="4399347" y="3078639"/>
                  <a:ext cx="60041" cy="11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4" h="14057" fill="none" extrusionOk="0">
                      <a:moveTo>
                        <a:pt x="7634" y="14057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1" name="Google Shape;3641;p75"/>
                <p:cNvSpPr/>
                <p:nvPr/>
              </p:nvSpPr>
              <p:spPr>
                <a:xfrm>
                  <a:off x="4373282" y="3169118"/>
                  <a:ext cx="82299" cy="20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" h="2553" fill="none" extrusionOk="0">
                      <a:moveTo>
                        <a:pt x="0" y="1"/>
                      </a:moveTo>
                      <a:lnTo>
                        <a:pt x="10464" y="2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2" name="Google Shape;3642;p75"/>
                <p:cNvSpPr/>
                <p:nvPr/>
              </p:nvSpPr>
              <p:spPr>
                <a:xfrm>
                  <a:off x="4369476" y="3078639"/>
                  <a:ext cx="29879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9" h="11505" fill="none" extrusionOk="0">
                      <a:moveTo>
                        <a:pt x="0" y="11505"/>
                      </a:moveTo>
                      <a:lnTo>
                        <a:pt x="379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3" name="Google Shape;3643;p75"/>
                <p:cNvSpPr/>
                <p:nvPr/>
              </p:nvSpPr>
              <p:spPr>
                <a:xfrm>
                  <a:off x="4293932" y="3169118"/>
                  <a:ext cx="75551" cy="4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6" h="5227" fill="none" extrusionOk="0">
                      <a:moveTo>
                        <a:pt x="1" y="5226"/>
                      </a:moveTo>
                      <a:lnTo>
                        <a:pt x="9605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4" name="Google Shape;3644;p75"/>
                <p:cNvSpPr/>
                <p:nvPr/>
              </p:nvSpPr>
              <p:spPr>
                <a:xfrm>
                  <a:off x="4350159" y="3267776"/>
                  <a:ext cx="45389" cy="27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1" h="3437" fill="none" extrusionOk="0">
                      <a:moveTo>
                        <a:pt x="1" y="3436"/>
                      </a:moveTo>
                      <a:lnTo>
                        <a:pt x="577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5" name="Google Shape;3645;p75"/>
                <p:cNvSpPr/>
                <p:nvPr/>
              </p:nvSpPr>
              <p:spPr>
                <a:xfrm>
                  <a:off x="4395540" y="3267776"/>
                  <a:ext cx="38830" cy="7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9667" fill="none" extrusionOk="0">
                      <a:moveTo>
                        <a:pt x="1" y="1"/>
                      </a:moveTo>
                      <a:lnTo>
                        <a:pt x="4936" y="96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6" name="Google Shape;3646;p75"/>
                <p:cNvSpPr/>
                <p:nvPr/>
              </p:nvSpPr>
              <p:spPr>
                <a:xfrm>
                  <a:off x="4360439" y="3267776"/>
                  <a:ext cx="35109" cy="12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" h="15509" fill="none" extrusionOk="0">
                      <a:moveTo>
                        <a:pt x="0" y="15509"/>
                      </a:moveTo>
                      <a:lnTo>
                        <a:pt x="446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7" name="Google Shape;3647;p75"/>
                <p:cNvSpPr/>
                <p:nvPr/>
              </p:nvSpPr>
              <p:spPr>
                <a:xfrm>
                  <a:off x="4293932" y="3210220"/>
                  <a:ext cx="101616" cy="57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0" h="7319" fill="none" extrusionOk="0">
                      <a:moveTo>
                        <a:pt x="1" y="0"/>
                      </a:moveTo>
                      <a:lnTo>
                        <a:pt x="12920" y="73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8" name="Google Shape;3648;p75"/>
                <p:cNvSpPr/>
                <p:nvPr/>
              </p:nvSpPr>
              <p:spPr>
                <a:xfrm>
                  <a:off x="4395540" y="3186436"/>
                  <a:ext cx="66420" cy="7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10138" fill="none" extrusionOk="0">
                      <a:moveTo>
                        <a:pt x="8444" y="0"/>
                      </a:moveTo>
                      <a:lnTo>
                        <a:pt x="1" y="1013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9" name="Google Shape;3649;p75"/>
                <p:cNvSpPr/>
                <p:nvPr/>
              </p:nvSpPr>
              <p:spPr>
                <a:xfrm>
                  <a:off x="4459380" y="3189669"/>
                  <a:ext cx="41873" cy="123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4" h="15690" fill="none" extrusionOk="0">
                      <a:moveTo>
                        <a:pt x="1" y="0"/>
                      </a:moveTo>
                      <a:lnTo>
                        <a:pt x="5323" y="15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0" name="Google Shape;3650;p75"/>
                <p:cNvSpPr/>
                <p:nvPr/>
              </p:nvSpPr>
              <p:spPr>
                <a:xfrm>
                  <a:off x="4395540" y="3267776"/>
                  <a:ext cx="105713" cy="45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1" h="5759" fill="none" extrusionOk="0">
                      <a:moveTo>
                        <a:pt x="1" y="1"/>
                      </a:moveTo>
                      <a:lnTo>
                        <a:pt x="13440" y="575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1" name="Google Shape;3651;p75"/>
                <p:cNvSpPr/>
                <p:nvPr/>
              </p:nvSpPr>
              <p:spPr>
                <a:xfrm>
                  <a:off x="4501246" y="3223252"/>
                  <a:ext cx="46435" cy="89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4" h="11420" fill="none" extrusionOk="0">
                      <a:moveTo>
                        <a:pt x="0" y="11420"/>
                      </a:moveTo>
                      <a:lnTo>
                        <a:pt x="590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2" name="Google Shape;3652;p75"/>
                <p:cNvSpPr/>
                <p:nvPr/>
              </p:nvSpPr>
              <p:spPr>
                <a:xfrm>
                  <a:off x="4459671" y="3104231"/>
                  <a:ext cx="58421" cy="8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8" h="10803" fill="none" extrusionOk="0">
                      <a:moveTo>
                        <a:pt x="0" y="10803"/>
                      </a:moveTo>
                      <a:lnTo>
                        <a:pt x="7428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3" name="Google Shape;3653;p75"/>
                <p:cNvSpPr/>
                <p:nvPr/>
              </p:nvSpPr>
              <p:spPr>
                <a:xfrm>
                  <a:off x="4459671" y="3189189"/>
                  <a:ext cx="86586" cy="3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4671" fill="none" extrusionOk="0">
                      <a:moveTo>
                        <a:pt x="0" y="1"/>
                      </a:moveTo>
                      <a:lnTo>
                        <a:pt x="11008" y="467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54" name="Google Shape;3654;p75"/>
              <p:cNvGrpSpPr/>
              <p:nvPr/>
            </p:nvGrpSpPr>
            <p:grpSpPr>
              <a:xfrm>
                <a:off x="4538164" y="3342061"/>
                <a:ext cx="37776" cy="32380"/>
                <a:chOff x="4538164" y="3342061"/>
                <a:chExt cx="37776" cy="32380"/>
              </a:xfrm>
            </p:grpSpPr>
            <p:sp>
              <p:nvSpPr>
                <p:cNvPr id="3655" name="Google Shape;3655;p75"/>
                <p:cNvSpPr/>
                <p:nvPr/>
              </p:nvSpPr>
              <p:spPr>
                <a:xfrm>
                  <a:off x="4538164" y="3342061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9"/>
                        <a:pt x="1294" y="608"/>
                      </a:cubicBezTo>
                      <a:cubicBezTo>
                        <a:pt x="0" y="1903"/>
                        <a:pt x="919" y="4116"/>
                        <a:pt x="2746" y="4116"/>
                      </a:cubicBezTo>
                      <a:cubicBezTo>
                        <a:pt x="3883" y="4116"/>
                        <a:pt x="4802" y="3197"/>
                        <a:pt x="4802" y="2060"/>
                      </a:cubicBezTo>
                      <a:cubicBezTo>
                        <a:pt x="4802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6" name="Google Shape;3656;p75"/>
                <p:cNvSpPr/>
                <p:nvPr/>
              </p:nvSpPr>
              <p:spPr>
                <a:xfrm>
                  <a:off x="455319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57" name="Google Shape;3657;p75"/>
              <p:cNvGrpSpPr/>
              <p:nvPr/>
            </p:nvGrpSpPr>
            <p:grpSpPr>
              <a:xfrm>
                <a:off x="4271383" y="3194742"/>
                <a:ext cx="37783" cy="32420"/>
                <a:chOff x="4271383" y="3194742"/>
                <a:chExt cx="37783" cy="32420"/>
              </a:xfrm>
            </p:grpSpPr>
            <p:sp>
              <p:nvSpPr>
                <p:cNvPr id="3658" name="Google Shape;3658;p75"/>
                <p:cNvSpPr/>
                <p:nvPr/>
              </p:nvSpPr>
              <p:spPr>
                <a:xfrm>
                  <a:off x="4271383" y="3194742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9" name="Google Shape;3659;p75"/>
                <p:cNvSpPr/>
                <p:nvPr/>
              </p:nvSpPr>
              <p:spPr>
                <a:xfrm>
                  <a:off x="4286516" y="320441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0" name="Google Shape;3660;p75"/>
              <p:cNvGrpSpPr/>
              <p:nvPr/>
            </p:nvGrpSpPr>
            <p:grpSpPr>
              <a:xfrm>
                <a:off x="4284416" y="3084058"/>
                <a:ext cx="37783" cy="32357"/>
                <a:chOff x="4284416" y="3084058"/>
                <a:chExt cx="37783" cy="32357"/>
              </a:xfrm>
            </p:grpSpPr>
            <p:sp>
              <p:nvSpPr>
                <p:cNvPr id="3661" name="Google Shape;3661;p75"/>
                <p:cNvSpPr/>
                <p:nvPr/>
              </p:nvSpPr>
              <p:spPr>
                <a:xfrm>
                  <a:off x="4284416" y="308405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2" name="Google Shape;3662;p75"/>
                <p:cNvSpPr/>
                <p:nvPr/>
              </p:nvSpPr>
              <p:spPr>
                <a:xfrm>
                  <a:off x="4299548" y="309376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4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3" name="Google Shape;3663;p75"/>
              <p:cNvGrpSpPr/>
              <p:nvPr/>
            </p:nvGrpSpPr>
            <p:grpSpPr>
              <a:xfrm>
                <a:off x="4478697" y="3297561"/>
                <a:ext cx="37776" cy="32451"/>
                <a:chOff x="4478697" y="3297561"/>
                <a:chExt cx="37776" cy="32451"/>
              </a:xfrm>
            </p:grpSpPr>
            <p:sp>
              <p:nvSpPr>
                <p:cNvPr id="3664" name="Google Shape;3664;p75"/>
                <p:cNvSpPr/>
                <p:nvPr/>
              </p:nvSpPr>
              <p:spPr>
                <a:xfrm>
                  <a:off x="4478697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46" y="4125"/>
                      </a:cubicBezTo>
                      <a:cubicBezTo>
                        <a:pt x="3884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5" name="Google Shape;3665;p75"/>
                <p:cNvSpPr/>
                <p:nvPr/>
              </p:nvSpPr>
              <p:spPr>
                <a:xfrm>
                  <a:off x="4493727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2"/>
                        <a:pt x="376" y="1657"/>
                        <a:pt x="835" y="1657"/>
                      </a:cubicBezTo>
                      <a:cubicBezTo>
                        <a:pt x="1295" y="1657"/>
                        <a:pt x="1658" y="1282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6" name="Google Shape;3666;p75"/>
              <p:cNvGrpSpPr/>
              <p:nvPr/>
            </p:nvGrpSpPr>
            <p:grpSpPr>
              <a:xfrm>
                <a:off x="4411813" y="3331711"/>
                <a:ext cx="37776" cy="32451"/>
                <a:chOff x="4411813" y="3331711"/>
                <a:chExt cx="37776" cy="32451"/>
              </a:xfrm>
            </p:grpSpPr>
            <p:sp>
              <p:nvSpPr>
                <p:cNvPr id="3667" name="Google Shape;3667;p75"/>
                <p:cNvSpPr/>
                <p:nvPr/>
              </p:nvSpPr>
              <p:spPr>
                <a:xfrm>
                  <a:off x="4411813" y="333171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3" y="188"/>
                        <a:pt x="1295" y="606"/>
                      </a:cubicBezTo>
                      <a:cubicBezTo>
                        <a:pt x="0" y="1900"/>
                        <a:pt x="920" y="4126"/>
                        <a:pt x="2759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8" name="Google Shape;3668;p75"/>
                <p:cNvSpPr/>
                <p:nvPr/>
              </p:nvSpPr>
              <p:spPr>
                <a:xfrm>
                  <a:off x="4426937" y="3341416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9" name="Google Shape;3669;p75"/>
              <p:cNvGrpSpPr/>
              <p:nvPr/>
            </p:nvGrpSpPr>
            <p:grpSpPr>
              <a:xfrm>
                <a:off x="4337984" y="3375188"/>
                <a:ext cx="37776" cy="32357"/>
                <a:chOff x="4337984" y="3375188"/>
                <a:chExt cx="37776" cy="32357"/>
              </a:xfrm>
            </p:grpSpPr>
            <p:sp>
              <p:nvSpPr>
                <p:cNvPr id="3670" name="Google Shape;3670;p75"/>
                <p:cNvSpPr/>
                <p:nvPr/>
              </p:nvSpPr>
              <p:spPr>
                <a:xfrm>
                  <a:off x="4337984" y="3375188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1" name="Google Shape;3671;p75"/>
                <p:cNvSpPr/>
                <p:nvPr/>
              </p:nvSpPr>
              <p:spPr>
                <a:xfrm>
                  <a:off x="4353108" y="3384894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64"/>
                        <a:pt x="1" y="824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72" name="Google Shape;3672;p75"/>
              <p:cNvGrpSpPr/>
              <p:nvPr/>
            </p:nvGrpSpPr>
            <p:grpSpPr>
              <a:xfrm>
                <a:off x="4494867" y="3090530"/>
                <a:ext cx="37878" cy="32451"/>
                <a:chOff x="4494867" y="3090530"/>
                <a:chExt cx="37878" cy="32451"/>
              </a:xfrm>
            </p:grpSpPr>
            <p:sp>
              <p:nvSpPr>
                <p:cNvPr id="3673" name="Google Shape;3673;p75"/>
                <p:cNvSpPr/>
                <p:nvPr/>
              </p:nvSpPr>
              <p:spPr>
                <a:xfrm>
                  <a:off x="4494867" y="3090530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96" y="4114"/>
                        <a:pt x="4803" y="3194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4" name="Google Shape;3674;p75"/>
                <p:cNvSpPr/>
                <p:nvPr/>
              </p:nvSpPr>
              <p:spPr>
                <a:xfrm>
                  <a:off x="4510000" y="310023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75" name="Google Shape;3675;p75"/>
              <p:cNvGrpSpPr/>
              <p:nvPr/>
            </p:nvGrpSpPr>
            <p:grpSpPr>
              <a:xfrm>
                <a:off x="4525124" y="3207774"/>
                <a:ext cx="37783" cy="32420"/>
                <a:chOff x="4525124" y="3207774"/>
                <a:chExt cx="37783" cy="32420"/>
              </a:xfrm>
            </p:grpSpPr>
            <p:sp>
              <p:nvSpPr>
                <p:cNvPr id="3676" name="Google Shape;3676;p75"/>
                <p:cNvSpPr/>
                <p:nvPr/>
              </p:nvSpPr>
              <p:spPr>
                <a:xfrm>
                  <a:off x="4525124" y="3207774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7" name="Google Shape;3677;p75"/>
                <p:cNvSpPr/>
                <p:nvPr/>
              </p:nvSpPr>
              <p:spPr>
                <a:xfrm>
                  <a:off x="4540256" y="32174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78" name="Google Shape;3678;p75"/>
              <p:cNvGrpSpPr/>
              <p:nvPr/>
            </p:nvGrpSpPr>
            <p:grpSpPr>
              <a:xfrm>
                <a:off x="4440544" y="3176479"/>
                <a:ext cx="31499" cy="26898"/>
                <a:chOff x="4440544" y="3176479"/>
                <a:chExt cx="31499" cy="26898"/>
              </a:xfrm>
            </p:grpSpPr>
            <p:sp>
              <p:nvSpPr>
                <p:cNvPr id="3679" name="Google Shape;3679;p75"/>
                <p:cNvSpPr/>
                <p:nvPr/>
              </p:nvSpPr>
              <p:spPr>
                <a:xfrm>
                  <a:off x="4440544" y="3176479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1" y="0"/>
                      </a:moveTo>
                      <a:cubicBezTo>
                        <a:pt x="1860" y="0"/>
                        <a:pt x="1429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2"/>
                        <a:pt x="3163" y="0"/>
                        <a:pt x="228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0" name="Google Shape;3680;p75"/>
                <p:cNvSpPr/>
                <p:nvPr/>
              </p:nvSpPr>
              <p:spPr>
                <a:xfrm>
                  <a:off x="4454724" y="3186145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1" name="Google Shape;3681;p75"/>
              <p:cNvGrpSpPr/>
              <p:nvPr/>
            </p:nvGrpSpPr>
            <p:grpSpPr>
              <a:xfrm>
                <a:off x="4350545" y="3156400"/>
                <a:ext cx="31405" cy="27001"/>
                <a:chOff x="4350545" y="3156400"/>
                <a:chExt cx="31405" cy="27001"/>
              </a:xfrm>
            </p:grpSpPr>
            <p:sp>
              <p:nvSpPr>
                <p:cNvPr id="3682" name="Google Shape;3682;p75"/>
                <p:cNvSpPr/>
                <p:nvPr/>
              </p:nvSpPr>
              <p:spPr>
                <a:xfrm>
                  <a:off x="4350545" y="3156400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3" name="Google Shape;3683;p75"/>
                <p:cNvSpPr/>
                <p:nvPr/>
              </p:nvSpPr>
              <p:spPr>
                <a:xfrm>
                  <a:off x="4364717" y="3166074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4" name="Google Shape;3684;p75"/>
              <p:cNvGrpSpPr/>
              <p:nvPr/>
            </p:nvGrpSpPr>
            <p:grpSpPr>
              <a:xfrm>
                <a:off x="4376703" y="3255058"/>
                <a:ext cx="31405" cy="27001"/>
                <a:chOff x="4376703" y="3255058"/>
                <a:chExt cx="31405" cy="27001"/>
              </a:xfrm>
            </p:grpSpPr>
            <p:sp>
              <p:nvSpPr>
                <p:cNvPr id="3685" name="Google Shape;3685;p75"/>
                <p:cNvSpPr/>
                <p:nvPr/>
              </p:nvSpPr>
              <p:spPr>
                <a:xfrm>
                  <a:off x="4376703" y="325505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6" name="Google Shape;3686;p75"/>
                <p:cNvSpPr/>
                <p:nvPr/>
              </p:nvSpPr>
              <p:spPr>
                <a:xfrm>
                  <a:off x="4390884" y="326473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7" name="Google Shape;3687;p75"/>
              <p:cNvGrpSpPr/>
              <p:nvPr/>
            </p:nvGrpSpPr>
            <p:grpSpPr>
              <a:xfrm>
                <a:off x="4331322" y="3283656"/>
                <a:ext cx="31405" cy="26945"/>
                <a:chOff x="4331322" y="3283656"/>
                <a:chExt cx="31405" cy="26945"/>
              </a:xfrm>
            </p:grpSpPr>
            <p:sp>
              <p:nvSpPr>
                <p:cNvPr id="3688" name="Google Shape;3688;p75"/>
                <p:cNvSpPr/>
                <p:nvPr/>
              </p:nvSpPr>
              <p:spPr>
                <a:xfrm>
                  <a:off x="4331322" y="3283656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20"/>
                      </a:cubicBezTo>
                      <a:cubicBezTo>
                        <a:pt x="3993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9" name="Google Shape;3689;p75"/>
                <p:cNvSpPr/>
                <p:nvPr/>
              </p:nvSpPr>
              <p:spPr>
                <a:xfrm>
                  <a:off x="4345503" y="3293274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63"/>
                        <a:pt x="218" y="969"/>
                        <a:pt x="484" y="969"/>
                      </a:cubicBezTo>
                      <a:cubicBezTo>
                        <a:pt x="750" y="969"/>
                        <a:pt x="968" y="763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90" name="Google Shape;3690;p75"/>
              <p:cNvGrpSpPr/>
              <p:nvPr/>
            </p:nvGrpSpPr>
            <p:grpSpPr>
              <a:xfrm>
                <a:off x="4380510" y="3065882"/>
                <a:ext cx="31405" cy="26938"/>
                <a:chOff x="4380510" y="3065882"/>
                <a:chExt cx="31405" cy="26938"/>
              </a:xfrm>
            </p:grpSpPr>
            <p:sp>
              <p:nvSpPr>
                <p:cNvPr id="3691" name="Google Shape;3691;p75"/>
                <p:cNvSpPr/>
                <p:nvPr/>
              </p:nvSpPr>
              <p:spPr>
                <a:xfrm>
                  <a:off x="4380510" y="3065882"/>
                  <a:ext cx="31405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5" extrusionOk="0">
                      <a:moveTo>
                        <a:pt x="2273" y="0"/>
                      </a:moveTo>
                      <a:cubicBezTo>
                        <a:pt x="1853" y="0"/>
                        <a:pt x="1426" y="157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19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2" name="Google Shape;3692;p75"/>
                <p:cNvSpPr/>
                <p:nvPr/>
              </p:nvSpPr>
              <p:spPr>
                <a:xfrm>
                  <a:off x="4393354" y="3075500"/>
                  <a:ext cx="8950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6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35"/>
                      </a:cubicBezTo>
                      <a:cubicBezTo>
                        <a:pt x="401" y="932"/>
                        <a:pt x="522" y="976"/>
                        <a:pt x="641" y="976"/>
                      </a:cubicBezTo>
                      <a:cubicBezTo>
                        <a:pt x="893" y="976"/>
                        <a:pt x="1138" y="783"/>
                        <a:pt x="1138" y="496"/>
                      </a:cubicBezTo>
                      <a:cubicBezTo>
                        <a:pt x="1138" y="218"/>
                        <a:pt x="920" y="12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93" name="Google Shape;3693;p75"/>
            <p:cNvGrpSpPr/>
            <p:nvPr/>
          </p:nvGrpSpPr>
          <p:grpSpPr>
            <a:xfrm>
              <a:off x="4558998" y="3188237"/>
              <a:ext cx="1280131" cy="1052746"/>
              <a:chOff x="4558998" y="3188237"/>
              <a:chExt cx="1280131" cy="1052746"/>
            </a:xfrm>
          </p:grpSpPr>
          <p:sp>
            <p:nvSpPr>
              <p:cNvPr id="3694" name="Google Shape;3694;p75"/>
              <p:cNvSpPr/>
              <p:nvPr/>
            </p:nvSpPr>
            <p:spPr>
              <a:xfrm>
                <a:off x="4916156" y="3750813"/>
                <a:ext cx="8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95" name="Google Shape;3695;p75"/>
              <p:cNvGrpSpPr/>
              <p:nvPr/>
            </p:nvGrpSpPr>
            <p:grpSpPr>
              <a:xfrm>
                <a:off x="4579164" y="3203653"/>
                <a:ext cx="1244833" cy="1020397"/>
                <a:chOff x="4579164" y="3203653"/>
                <a:chExt cx="1244833" cy="1020397"/>
              </a:xfrm>
            </p:grpSpPr>
            <p:sp>
              <p:nvSpPr>
                <p:cNvPr id="3696" name="Google Shape;3696;p75"/>
                <p:cNvSpPr/>
                <p:nvPr/>
              </p:nvSpPr>
              <p:spPr>
                <a:xfrm>
                  <a:off x="5490144" y="3482892"/>
                  <a:ext cx="58995" cy="4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" h="630" fill="none" extrusionOk="0">
                      <a:moveTo>
                        <a:pt x="0" y="630"/>
                      </a:moveTo>
                      <a:lnTo>
                        <a:pt x="750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7" name="Google Shape;3697;p75"/>
                <p:cNvSpPr/>
                <p:nvPr/>
              </p:nvSpPr>
              <p:spPr>
                <a:xfrm>
                  <a:off x="5490616" y="3482892"/>
                  <a:ext cx="66137" cy="77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9" h="9836" fill="none" extrusionOk="0">
                      <a:moveTo>
                        <a:pt x="1" y="1"/>
                      </a:moveTo>
                      <a:lnTo>
                        <a:pt x="8408" y="98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698" name="Google Shape;3698;p75"/>
                <p:cNvGrpSpPr/>
                <p:nvPr/>
              </p:nvGrpSpPr>
              <p:grpSpPr>
                <a:xfrm>
                  <a:off x="4579164" y="3203653"/>
                  <a:ext cx="1244833" cy="1020397"/>
                  <a:chOff x="4579164" y="3203653"/>
                  <a:chExt cx="1244833" cy="1020397"/>
                </a:xfrm>
              </p:grpSpPr>
              <p:sp>
                <p:nvSpPr>
                  <p:cNvPr id="3699" name="Google Shape;3699;p75"/>
                  <p:cNvSpPr/>
                  <p:nvPr/>
                </p:nvSpPr>
                <p:spPr>
                  <a:xfrm>
                    <a:off x="4787909" y="3833395"/>
                    <a:ext cx="69267" cy="22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7" h="2831" fill="none" extrusionOk="0">
                        <a:moveTo>
                          <a:pt x="8806" y="0"/>
                        </a:moveTo>
                        <a:lnTo>
                          <a:pt x="0" y="2831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0" name="Google Shape;3700;p75"/>
                  <p:cNvSpPr/>
                  <p:nvPr/>
                </p:nvSpPr>
                <p:spPr>
                  <a:xfrm>
                    <a:off x="4857263" y="3819695"/>
                    <a:ext cx="69936" cy="14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2" h="1803" fill="none" extrusionOk="0">
                        <a:moveTo>
                          <a:pt x="1" y="1803"/>
                        </a:moveTo>
                        <a:lnTo>
                          <a:pt x="8892" y="0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701" name="Google Shape;3701;p75"/>
                  <p:cNvGrpSpPr/>
                  <p:nvPr/>
                </p:nvGrpSpPr>
                <p:grpSpPr>
                  <a:xfrm>
                    <a:off x="4579164" y="3203653"/>
                    <a:ext cx="1244833" cy="1020397"/>
                    <a:chOff x="4579164" y="3203653"/>
                    <a:chExt cx="1244833" cy="1020397"/>
                  </a:xfrm>
                </p:grpSpPr>
                <p:sp>
                  <p:nvSpPr>
                    <p:cNvPr id="3702" name="Google Shape;3702;p75"/>
                    <p:cNvSpPr/>
                    <p:nvPr/>
                  </p:nvSpPr>
                  <p:spPr>
                    <a:xfrm>
                      <a:off x="4930329" y="3363965"/>
                      <a:ext cx="23894" cy="102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38" h="13066" fill="none" extrusionOk="0">
                          <a:moveTo>
                            <a:pt x="3037" y="13065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3" name="Google Shape;3703;p75"/>
                    <p:cNvSpPr/>
                    <p:nvPr/>
                  </p:nvSpPr>
                  <p:spPr>
                    <a:xfrm>
                      <a:off x="4849846" y="3385948"/>
                      <a:ext cx="104085" cy="792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34" h="10077" fill="none" extrusionOk="0">
                          <a:moveTo>
                            <a:pt x="0" y="0"/>
                          </a:moveTo>
                          <a:lnTo>
                            <a:pt x="13234" y="10077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4" name="Google Shape;3704;p75"/>
                    <p:cNvSpPr/>
                    <p:nvPr/>
                  </p:nvSpPr>
                  <p:spPr>
                    <a:xfrm>
                      <a:off x="4849650" y="3306598"/>
                      <a:ext cx="45869" cy="79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32" h="10090" fill="none" extrusionOk="0">
                          <a:moveTo>
                            <a:pt x="5831" y="0"/>
                          </a:moveTo>
                          <a:lnTo>
                            <a:pt x="1" y="10089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5" name="Google Shape;3705;p75"/>
                    <p:cNvSpPr/>
                    <p:nvPr/>
                  </p:nvSpPr>
                  <p:spPr>
                    <a:xfrm>
                      <a:off x="4849650" y="3361299"/>
                      <a:ext cx="84305" cy="246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9" h="3135" fill="none" extrusionOk="0">
                          <a:moveTo>
                            <a:pt x="1" y="3134"/>
                          </a:moveTo>
                          <a:lnTo>
                            <a:pt x="10719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6" name="Google Shape;3706;p75"/>
                    <p:cNvSpPr/>
                    <p:nvPr/>
                  </p:nvSpPr>
                  <p:spPr>
                    <a:xfrm>
                      <a:off x="4789616" y="3306598"/>
                      <a:ext cx="19702" cy="54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5" h="6956" fill="none" extrusionOk="0">
                          <a:moveTo>
                            <a:pt x="2505" y="6956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7" name="Google Shape;3707;p75"/>
                    <p:cNvSpPr/>
                    <p:nvPr/>
                  </p:nvSpPr>
                  <p:spPr>
                    <a:xfrm>
                      <a:off x="4738242" y="3357500"/>
                      <a:ext cx="74883" cy="10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1" h="1307" fill="none" extrusionOk="0">
                          <a:moveTo>
                            <a:pt x="1" y="1307"/>
                          </a:moveTo>
                          <a:lnTo>
                            <a:pt x="952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8" name="Google Shape;3708;p75"/>
                    <p:cNvSpPr/>
                    <p:nvPr/>
                  </p:nvSpPr>
                  <p:spPr>
                    <a:xfrm>
                      <a:off x="4710274" y="3357500"/>
                      <a:ext cx="99044" cy="635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3" h="8081" fill="none" extrusionOk="0">
                          <a:moveTo>
                            <a:pt x="0" y="8081"/>
                          </a:moveTo>
                          <a:lnTo>
                            <a:pt x="12593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9" name="Google Shape;3709;p75"/>
                    <p:cNvSpPr/>
                    <p:nvPr/>
                  </p:nvSpPr>
                  <p:spPr>
                    <a:xfrm>
                      <a:off x="4809310" y="3306598"/>
                      <a:ext cx="87443" cy="50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18" h="6473" fill="none" extrusionOk="0">
                          <a:moveTo>
                            <a:pt x="1" y="6472"/>
                          </a:moveTo>
                          <a:lnTo>
                            <a:pt x="11118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3710" name="Google Shape;3710;p75"/>
                    <p:cNvGrpSpPr/>
                    <p:nvPr/>
                  </p:nvGrpSpPr>
                  <p:grpSpPr>
                    <a:xfrm>
                      <a:off x="4579164" y="3203653"/>
                      <a:ext cx="1244833" cy="1020397"/>
                      <a:chOff x="4579164" y="3203653"/>
                      <a:chExt cx="1244833" cy="1020397"/>
                    </a:xfrm>
                  </p:grpSpPr>
                  <p:sp>
                    <p:nvSpPr>
                      <p:cNvPr id="3711" name="Google Shape;3711;p75"/>
                      <p:cNvSpPr/>
                      <p:nvPr/>
                    </p:nvSpPr>
                    <p:spPr>
                      <a:xfrm>
                        <a:off x="4617986" y="3614284"/>
                        <a:ext cx="53002" cy="210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739" h="2674" fill="none" extrusionOk="0">
                            <a:moveTo>
                              <a:pt x="0" y="0"/>
                            </a:moveTo>
                            <a:lnTo>
                              <a:pt x="6738" y="267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2" name="Google Shape;3712;p75"/>
                      <p:cNvSpPr/>
                      <p:nvPr/>
                    </p:nvSpPr>
                    <p:spPr>
                      <a:xfrm>
                        <a:off x="4624545" y="3589069"/>
                        <a:ext cx="43682" cy="6318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54" h="8033" fill="none" extrusionOk="0">
                            <a:moveTo>
                              <a:pt x="1" y="8033"/>
                            </a:moveTo>
                            <a:lnTo>
                              <a:pt x="5553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3" name="Google Shape;3713;p75"/>
                      <p:cNvSpPr/>
                      <p:nvPr/>
                    </p:nvSpPr>
                    <p:spPr>
                      <a:xfrm>
                        <a:off x="4668220" y="3517907"/>
                        <a:ext cx="112178" cy="7117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263" h="9049" fill="none" extrusionOk="0">
                            <a:moveTo>
                              <a:pt x="0" y="9049"/>
                            </a:moveTo>
                            <a:lnTo>
                              <a:pt x="14262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4" name="Google Shape;3714;p75"/>
                      <p:cNvSpPr/>
                      <p:nvPr/>
                    </p:nvSpPr>
                    <p:spPr>
                      <a:xfrm>
                        <a:off x="4706562" y="3516766"/>
                        <a:ext cx="77455" cy="79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848" h="10162" fill="none" extrusionOk="0">
                            <a:moveTo>
                              <a:pt x="0" y="10161"/>
                            </a:moveTo>
                            <a:lnTo>
                              <a:pt x="9847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5" name="Google Shape;3715;p75"/>
                      <p:cNvSpPr/>
                      <p:nvPr/>
                    </p:nvSpPr>
                    <p:spPr>
                      <a:xfrm>
                        <a:off x="4763646" y="3516766"/>
                        <a:ext cx="20370" cy="528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90" h="6714" fill="none" extrusionOk="0">
                            <a:moveTo>
                              <a:pt x="0" y="6714"/>
                            </a:moveTo>
                            <a:lnTo>
                              <a:pt x="258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6" name="Google Shape;3716;p75"/>
                      <p:cNvSpPr/>
                      <p:nvPr/>
                    </p:nvSpPr>
                    <p:spPr>
                      <a:xfrm>
                        <a:off x="4783151" y="3520565"/>
                        <a:ext cx="45861" cy="974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831" h="12388" fill="none" extrusionOk="0">
                            <a:moveTo>
                              <a:pt x="5831" y="12388"/>
                            </a:moveTo>
                            <a:lnTo>
                              <a:pt x="0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7" name="Google Shape;3717;p75"/>
                      <p:cNvSpPr/>
                      <p:nvPr/>
                    </p:nvSpPr>
                    <p:spPr>
                      <a:xfrm>
                        <a:off x="4738242" y="3483175"/>
                        <a:ext cx="44917" cy="373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11" h="4755" fill="none" extrusionOk="0">
                            <a:moveTo>
                              <a:pt x="1" y="1"/>
                            </a:moveTo>
                            <a:lnTo>
                              <a:pt x="5710" y="475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8" name="Google Shape;3718;p75"/>
                      <p:cNvSpPr/>
                      <p:nvPr/>
                    </p:nvSpPr>
                    <p:spPr>
                      <a:xfrm>
                        <a:off x="4704941" y="3501823"/>
                        <a:ext cx="78217" cy="18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945" h="2384" fill="none" extrusionOk="0">
                            <a:moveTo>
                              <a:pt x="1" y="1"/>
                            </a:moveTo>
                            <a:lnTo>
                              <a:pt x="9944" y="238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19" name="Google Shape;3719;p75"/>
                      <p:cNvSpPr/>
                      <p:nvPr/>
                    </p:nvSpPr>
                    <p:spPr>
                      <a:xfrm>
                        <a:off x="4668220" y="3520565"/>
                        <a:ext cx="115796" cy="19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723" h="2457" fill="none" extrusionOk="0">
                            <a:moveTo>
                              <a:pt x="0" y="2457"/>
                            </a:moveTo>
                            <a:lnTo>
                              <a:pt x="14722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20" name="Google Shape;3720;p75"/>
                      <p:cNvSpPr/>
                      <p:nvPr/>
                    </p:nvSpPr>
                    <p:spPr>
                      <a:xfrm>
                        <a:off x="4813117" y="3462915"/>
                        <a:ext cx="40347" cy="511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30" h="6509" fill="none" extrusionOk="0">
                            <a:moveTo>
                              <a:pt x="5130" y="6508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21" name="Google Shape;3721;p75"/>
                      <p:cNvSpPr/>
                      <p:nvPr/>
                    </p:nvSpPr>
                    <p:spPr>
                      <a:xfrm>
                        <a:off x="4787807" y="3462915"/>
                        <a:ext cx="25317" cy="55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19" h="6993" fill="none" extrusionOk="0">
                            <a:moveTo>
                              <a:pt x="1" y="6992"/>
                            </a:moveTo>
                            <a:lnTo>
                              <a:pt x="321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22" name="Google Shape;3722;p75"/>
                      <p:cNvSpPr/>
                      <p:nvPr/>
                    </p:nvSpPr>
                    <p:spPr>
                      <a:xfrm>
                        <a:off x="4781342" y="3514100"/>
                        <a:ext cx="72311" cy="69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94" h="884" fill="none" extrusionOk="0">
                            <a:moveTo>
                              <a:pt x="0" y="883"/>
                            </a:moveTo>
                            <a:lnTo>
                              <a:pt x="9194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23" name="Google Shape;3723;p75"/>
                      <p:cNvSpPr/>
                      <p:nvPr/>
                    </p:nvSpPr>
                    <p:spPr>
                      <a:xfrm>
                        <a:off x="4853645" y="3514100"/>
                        <a:ext cx="26175" cy="591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28" h="7525" fill="none" extrusionOk="0">
                            <a:moveTo>
                              <a:pt x="1" y="0"/>
                            </a:moveTo>
                            <a:lnTo>
                              <a:pt x="3328" y="752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24" name="Google Shape;3724;p75"/>
                      <p:cNvSpPr/>
                      <p:nvPr/>
                    </p:nvSpPr>
                    <p:spPr>
                      <a:xfrm>
                        <a:off x="4827392" y="3514100"/>
                        <a:ext cx="26261" cy="1003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39" h="12763" fill="none" extrusionOk="0">
                            <a:moveTo>
                              <a:pt x="3339" y="0"/>
                            </a:moveTo>
                            <a:lnTo>
                              <a:pt x="0" y="12762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3725" name="Google Shape;3725;p75"/>
                      <p:cNvGrpSpPr/>
                      <p:nvPr/>
                    </p:nvGrpSpPr>
                    <p:grpSpPr>
                      <a:xfrm>
                        <a:off x="4579164" y="3203653"/>
                        <a:ext cx="1244833" cy="1020397"/>
                        <a:chOff x="4579164" y="3203653"/>
                        <a:chExt cx="1244833" cy="1020397"/>
                      </a:xfrm>
                    </p:grpSpPr>
                    <p:sp>
                      <p:nvSpPr>
                        <p:cNvPr id="3726" name="Google Shape;3726;p75"/>
                        <p:cNvSpPr/>
                        <p:nvPr/>
                      </p:nvSpPr>
                      <p:spPr>
                        <a:xfrm>
                          <a:off x="4879812" y="3466721"/>
                          <a:ext cx="74411" cy="1065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461" h="13549" fill="none" extrusionOk="0">
                              <a:moveTo>
                                <a:pt x="1" y="13549"/>
                              </a:moveTo>
                              <a:lnTo>
                                <a:pt x="946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27" name="Google Shape;3727;p75"/>
                        <p:cNvSpPr/>
                        <p:nvPr/>
                      </p:nvSpPr>
                      <p:spPr>
                        <a:xfrm>
                          <a:off x="4954215" y="3408017"/>
                          <a:ext cx="105989" cy="5871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476" h="7465" fill="none" extrusionOk="0">
                              <a:moveTo>
                                <a:pt x="0" y="7464"/>
                              </a:moveTo>
                              <a:lnTo>
                                <a:pt x="13476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28" name="Google Shape;3728;p75"/>
                        <p:cNvSpPr/>
                        <p:nvPr/>
                      </p:nvSpPr>
                      <p:spPr>
                        <a:xfrm>
                          <a:off x="4953924" y="3465195"/>
                          <a:ext cx="119792" cy="54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231" h="6969" fill="none" extrusionOk="0">
                              <a:moveTo>
                                <a:pt x="1" y="1"/>
                              </a:moveTo>
                              <a:lnTo>
                                <a:pt x="15231" y="6968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29" name="Google Shape;3729;p75"/>
                        <p:cNvSpPr/>
                        <p:nvPr/>
                      </p:nvSpPr>
                      <p:spPr>
                        <a:xfrm>
                          <a:off x="5073708" y="3521045"/>
                          <a:ext cx="26938" cy="718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5" h="9134" fill="none" extrusionOk="0">
                              <a:moveTo>
                                <a:pt x="1" y="0"/>
                              </a:moveTo>
                              <a:lnTo>
                                <a:pt x="3424" y="913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0" name="Google Shape;3730;p75"/>
                        <p:cNvSpPr/>
                        <p:nvPr/>
                      </p:nvSpPr>
                      <p:spPr>
                        <a:xfrm>
                          <a:off x="5100637" y="3586309"/>
                          <a:ext cx="26741" cy="811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00" h="10320" fill="none" extrusionOk="0">
                              <a:moveTo>
                                <a:pt x="3399" y="10319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1" name="Google Shape;3731;p75"/>
                        <p:cNvSpPr/>
                        <p:nvPr/>
                      </p:nvSpPr>
                      <p:spPr>
                        <a:xfrm>
                          <a:off x="5088549" y="3252840"/>
                          <a:ext cx="693968" cy="5206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8235" h="66195" fill="none" extrusionOk="0">
                              <a:moveTo>
                                <a:pt x="1" y="63509"/>
                              </a:moveTo>
                              <a:lnTo>
                                <a:pt x="1537" y="42400"/>
                              </a:lnTo>
                              <a:lnTo>
                                <a:pt x="10077" y="22210"/>
                              </a:lnTo>
                              <a:cubicBezTo>
                                <a:pt x="10077" y="22210"/>
                                <a:pt x="14202" y="33218"/>
                                <a:pt x="14202" y="32384"/>
                              </a:cubicBezTo>
                              <a:cubicBezTo>
                                <a:pt x="14202" y="31561"/>
                                <a:pt x="26009" y="8976"/>
                                <a:pt x="26009" y="8976"/>
                              </a:cubicBezTo>
                              <a:lnTo>
                                <a:pt x="33618" y="31077"/>
                              </a:lnTo>
                              <a:lnTo>
                                <a:pt x="15025" y="46779"/>
                              </a:lnTo>
                              <a:lnTo>
                                <a:pt x="36037" y="48944"/>
                              </a:lnTo>
                              <a:lnTo>
                                <a:pt x="27557" y="58863"/>
                              </a:lnTo>
                              <a:lnTo>
                                <a:pt x="40803" y="66194"/>
                              </a:lnTo>
                              <a:lnTo>
                                <a:pt x="43586" y="48448"/>
                              </a:lnTo>
                              <a:lnTo>
                                <a:pt x="51122" y="29734"/>
                              </a:lnTo>
                              <a:lnTo>
                                <a:pt x="49670" y="16694"/>
                              </a:lnTo>
                              <a:lnTo>
                                <a:pt x="65263" y="21376"/>
                              </a:lnTo>
                              <a:lnTo>
                                <a:pt x="68819" y="9448"/>
                              </a:lnTo>
                              <a:lnTo>
                                <a:pt x="66098" y="1"/>
                              </a:lnTo>
                              <a:lnTo>
                                <a:pt x="88235" y="200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2" name="Google Shape;3732;p75"/>
                        <p:cNvSpPr/>
                        <p:nvPr/>
                      </p:nvSpPr>
                      <p:spPr>
                        <a:xfrm>
                          <a:off x="5060203" y="3203653"/>
                          <a:ext cx="544588" cy="3163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9242" h="40223" fill="none" extrusionOk="0">
                              <a:moveTo>
                                <a:pt x="69242" y="6255"/>
                              </a:moveTo>
                              <a:lnTo>
                                <a:pt x="53274" y="22948"/>
                              </a:lnTo>
                              <a:lnTo>
                                <a:pt x="45532" y="5432"/>
                              </a:lnTo>
                              <a:lnTo>
                                <a:pt x="29613" y="14747"/>
                              </a:lnTo>
                              <a:lnTo>
                                <a:pt x="28790" y="1"/>
                              </a:lnTo>
                              <a:lnTo>
                                <a:pt x="13500" y="28912"/>
                              </a:lnTo>
                              <a:lnTo>
                                <a:pt x="4306" y="13089"/>
                              </a:lnTo>
                              <a:lnTo>
                                <a:pt x="0" y="25984"/>
                              </a:lnTo>
                              <a:lnTo>
                                <a:pt x="1718" y="4022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3" name="Google Shape;3733;p75"/>
                        <p:cNvSpPr/>
                        <p:nvPr/>
                      </p:nvSpPr>
                      <p:spPr>
                        <a:xfrm>
                          <a:off x="5127371" y="3507533"/>
                          <a:ext cx="124739" cy="2678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60" h="34054" fill="none" extrusionOk="0">
                              <a:moveTo>
                                <a:pt x="9266" y="1"/>
                              </a:moveTo>
                              <a:lnTo>
                                <a:pt x="10101" y="14396"/>
                              </a:lnTo>
                              <a:lnTo>
                                <a:pt x="15859" y="34053"/>
                              </a:lnTo>
                              <a:lnTo>
                                <a:pt x="0" y="19851"/>
                              </a:lnTo>
                              <a:lnTo>
                                <a:pt x="1234" y="3364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4" name="Google Shape;3734;p75"/>
                        <p:cNvSpPr/>
                        <p:nvPr/>
                      </p:nvSpPr>
                      <p:spPr>
                        <a:xfrm>
                          <a:off x="5100637" y="3507533"/>
                          <a:ext cx="99618" cy="787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6" h="10017" fill="none" extrusionOk="0">
                              <a:moveTo>
                                <a:pt x="0" y="10017"/>
                              </a:moveTo>
                              <a:lnTo>
                                <a:pt x="12665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5" name="Google Shape;3735;p75"/>
                        <p:cNvSpPr/>
                        <p:nvPr/>
                      </p:nvSpPr>
                      <p:spPr>
                        <a:xfrm>
                          <a:off x="5200248" y="3501068"/>
                          <a:ext cx="156514" cy="64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00" h="823" fill="none" extrusionOk="0">
                              <a:moveTo>
                                <a:pt x="0" y="823"/>
                              </a:moveTo>
                              <a:lnTo>
                                <a:pt x="1990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6" name="Google Shape;3736;p75"/>
                        <p:cNvSpPr/>
                        <p:nvPr/>
                      </p:nvSpPr>
                      <p:spPr>
                        <a:xfrm>
                          <a:off x="5127371" y="3507533"/>
                          <a:ext cx="72885" cy="15585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267" h="19816" fill="none" extrusionOk="0">
                              <a:moveTo>
                                <a:pt x="9266" y="1"/>
                              </a:moveTo>
                              <a:lnTo>
                                <a:pt x="0" y="19815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7" name="Google Shape;3737;p75"/>
                        <p:cNvSpPr/>
                        <p:nvPr/>
                      </p:nvSpPr>
                      <p:spPr>
                        <a:xfrm>
                          <a:off x="5352947" y="3384139"/>
                          <a:ext cx="126265" cy="11769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054" h="14964" fill="none" extrusionOk="0">
                              <a:moveTo>
                                <a:pt x="1" y="14964"/>
                              </a:moveTo>
                              <a:lnTo>
                                <a:pt x="16053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8" name="Google Shape;3738;p75"/>
                        <p:cNvSpPr/>
                        <p:nvPr/>
                      </p:nvSpPr>
                      <p:spPr>
                        <a:xfrm>
                          <a:off x="5356753" y="3246375"/>
                          <a:ext cx="61567" cy="2547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828" h="32384" fill="none" extrusionOk="0">
                              <a:moveTo>
                                <a:pt x="1" y="32383"/>
                              </a:moveTo>
                              <a:lnTo>
                                <a:pt x="7827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39" name="Google Shape;3739;p75"/>
                        <p:cNvSpPr/>
                        <p:nvPr/>
                      </p:nvSpPr>
                      <p:spPr>
                        <a:xfrm>
                          <a:off x="5352947" y="3486698"/>
                          <a:ext cx="141483" cy="105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989" h="1344" fill="none" extrusionOk="0">
                              <a:moveTo>
                                <a:pt x="1" y="1343"/>
                              </a:moveTo>
                              <a:lnTo>
                                <a:pt x="1798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0" name="Google Shape;3740;p75"/>
                        <p:cNvSpPr/>
                        <p:nvPr/>
                      </p:nvSpPr>
                      <p:spPr>
                        <a:xfrm>
                          <a:off x="5353898" y="3501068"/>
                          <a:ext cx="18089" cy="136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00" h="17384" fill="none" extrusionOk="0">
                              <a:moveTo>
                                <a:pt x="1" y="0"/>
                              </a:moveTo>
                              <a:lnTo>
                                <a:pt x="2299" y="1738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1" name="Google Shape;3741;p75"/>
                        <p:cNvSpPr/>
                        <p:nvPr/>
                      </p:nvSpPr>
                      <p:spPr>
                        <a:xfrm>
                          <a:off x="5206721" y="3620749"/>
                          <a:ext cx="102379" cy="988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017" h="12570" fill="none" extrusionOk="0">
                              <a:moveTo>
                                <a:pt x="0" y="1"/>
                              </a:moveTo>
                              <a:lnTo>
                                <a:pt x="13016" y="125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2" name="Google Shape;3742;p75"/>
                        <p:cNvSpPr/>
                        <p:nvPr/>
                      </p:nvSpPr>
                      <p:spPr>
                        <a:xfrm>
                          <a:off x="5293102" y="3715798"/>
                          <a:ext cx="15997" cy="1012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34" h="12872" fill="none" extrusionOk="0">
                              <a:moveTo>
                                <a:pt x="2033" y="0"/>
                              </a:moveTo>
                              <a:lnTo>
                                <a:pt x="1" y="1287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3" name="Google Shape;3743;p75"/>
                        <p:cNvSpPr/>
                        <p:nvPr/>
                      </p:nvSpPr>
                      <p:spPr>
                        <a:xfrm>
                          <a:off x="5127371" y="3659854"/>
                          <a:ext cx="92862" cy="1345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07" h="17106" fill="none" extrusionOk="0">
                              <a:moveTo>
                                <a:pt x="11807" y="17105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4" name="Google Shape;3744;p75"/>
                        <p:cNvSpPr/>
                        <p:nvPr/>
                      </p:nvSpPr>
                      <p:spPr>
                        <a:xfrm>
                          <a:off x="5479203" y="3327149"/>
                          <a:ext cx="150615" cy="569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50" h="7247" fill="none" extrusionOk="0">
                              <a:moveTo>
                                <a:pt x="19149" y="0"/>
                              </a:moveTo>
                              <a:lnTo>
                                <a:pt x="0" y="7246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5" name="Google Shape;3745;p75"/>
                        <p:cNvSpPr/>
                        <p:nvPr/>
                      </p:nvSpPr>
                      <p:spPr>
                        <a:xfrm>
                          <a:off x="5371980" y="3633790"/>
                          <a:ext cx="59373" cy="400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49" h="509" fill="none" extrusionOk="0">
                              <a:moveTo>
                                <a:pt x="0" y="508"/>
                              </a:moveTo>
                              <a:lnTo>
                                <a:pt x="754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6" name="Google Shape;3746;p75"/>
                        <p:cNvSpPr/>
                        <p:nvPr/>
                      </p:nvSpPr>
                      <p:spPr>
                        <a:xfrm>
                          <a:off x="5352947" y="3497261"/>
                          <a:ext cx="78406" cy="136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969" h="17360" fill="none" extrusionOk="0">
                              <a:moveTo>
                                <a:pt x="9969" y="17359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7" name="Google Shape;3747;p75"/>
                        <p:cNvSpPr/>
                        <p:nvPr/>
                      </p:nvSpPr>
                      <p:spPr>
                        <a:xfrm>
                          <a:off x="4917296" y="3466721"/>
                          <a:ext cx="40733" cy="12235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9" h="15557" fill="none" extrusionOk="0">
                              <a:moveTo>
                                <a:pt x="1" y="15557"/>
                              </a:moveTo>
                              <a:lnTo>
                                <a:pt x="5178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8" name="Google Shape;3748;p75"/>
                        <p:cNvSpPr/>
                        <p:nvPr/>
                      </p:nvSpPr>
                      <p:spPr>
                        <a:xfrm>
                          <a:off x="5060203" y="3408017"/>
                          <a:ext cx="111416" cy="195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4166" h="2481" fill="none" extrusionOk="0">
                              <a:moveTo>
                                <a:pt x="0" y="0"/>
                              </a:moveTo>
                              <a:lnTo>
                                <a:pt x="14165" y="248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749" name="Google Shape;3749;p75"/>
                        <p:cNvSpPr/>
                        <p:nvPr/>
                      </p:nvSpPr>
                      <p:spPr>
                        <a:xfrm>
                          <a:off x="5127371" y="3620749"/>
                          <a:ext cx="79358" cy="426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90" h="5421" fill="none" extrusionOk="0">
                              <a:moveTo>
                                <a:pt x="0" y="5420"/>
                              </a:moveTo>
                              <a:lnTo>
                                <a:pt x="1008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3750" name="Google Shape;3750;p75"/>
                        <p:cNvGrpSpPr/>
                        <p:nvPr/>
                      </p:nvGrpSpPr>
                      <p:grpSpPr>
                        <a:xfrm>
                          <a:off x="4579164" y="3203653"/>
                          <a:ext cx="1244833" cy="1020397"/>
                          <a:chOff x="4579164" y="3203653"/>
                          <a:chExt cx="1244833" cy="1020397"/>
                        </a:xfrm>
                      </p:grpSpPr>
                      <p:sp>
                        <p:nvSpPr>
                          <p:cNvPr id="3751" name="Google Shape;3751;p75"/>
                          <p:cNvSpPr/>
                          <p:nvPr/>
                        </p:nvSpPr>
                        <p:spPr>
                          <a:xfrm>
                            <a:off x="4949551" y="3708185"/>
                            <a:ext cx="37972" cy="381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828" h="485" fill="none" extrusionOk="0">
                                <a:moveTo>
                                  <a:pt x="0" y="1"/>
                                </a:moveTo>
                                <a:lnTo>
                                  <a:pt x="4827" y="485"/>
                                </a:lnTo>
                              </a:path>
                            </a:pathLst>
                          </a:custGeom>
                          <a:noFill/>
                          <a:ln w="1825" cap="flat" cmpd="sng">
                            <a:solidFill>
                              <a:srgbClr val="A5B7C5"/>
                            </a:solidFill>
                            <a:prstDash val="solid"/>
                            <a:miter lim="12096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3752" name="Google Shape;3752;p75"/>
                          <p:cNvGrpSpPr/>
                          <p:nvPr/>
                        </p:nvGrpSpPr>
                        <p:grpSpPr>
                          <a:xfrm>
                            <a:off x="4579164" y="3203653"/>
                            <a:ext cx="1244833" cy="1020397"/>
                            <a:chOff x="4579164" y="3203653"/>
                            <a:chExt cx="1244833" cy="1020397"/>
                          </a:xfrm>
                        </p:grpSpPr>
                        <p:sp>
                          <p:nvSpPr>
                            <p:cNvPr id="3753" name="Google Shape;3753;p75"/>
                            <p:cNvSpPr/>
                            <p:nvPr/>
                          </p:nvSpPr>
                          <p:spPr>
                            <a:xfrm>
                              <a:off x="4953357" y="3586309"/>
                              <a:ext cx="147288" cy="1218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727" h="15497" fill="none" extrusionOk="0">
                                  <a:moveTo>
                                    <a:pt x="18726" y="1"/>
                                  </a:moveTo>
                                  <a:lnTo>
                                    <a:pt x="0" y="1549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4" name="Google Shape;3754;p75"/>
                            <p:cNvSpPr/>
                            <p:nvPr/>
                          </p:nvSpPr>
                          <p:spPr>
                            <a:xfrm>
                              <a:off x="4987515" y="3592876"/>
                              <a:ext cx="113130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384" h="15146" fill="none" extrusionOk="0">
                                  <a:moveTo>
                                    <a:pt x="0" y="15146"/>
                                  </a:moveTo>
                                  <a:lnTo>
                                    <a:pt x="14383" y="0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5" name="Google Shape;3755;p75"/>
                            <p:cNvSpPr/>
                            <p:nvPr/>
                          </p:nvSpPr>
                          <p:spPr>
                            <a:xfrm>
                              <a:off x="4913395" y="3708185"/>
                              <a:ext cx="39970" cy="453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082" h="5771" fill="none" extrusionOk="0">
                                  <a:moveTo>
                                    <a:pt x="1" y="5771"/>
                                  </a:moveTo>
                                  <a:lnTo>
                                    <a:pt x="5081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6" name="Google Shape;3756;p75"/>
                            <p:cNvSpPr/>
                            <p:nvPr/>
                          </p:nvSpPr>
                          <p:spPr>
                            <a:xfrm>
                              <a:off x="4888943" y="3704378"/>
                              <a:ext cx="60616" cy="2608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707" h="3316" fill="none" extrusionOk="0">
                                  <a:moveTo>
                                    <a:pt x="1" y="3315"/>
                                  </a:moveTo>
                                  <a:lnTo>
                                    <a:pt x="7706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7" name="Google Shape;3757;p75"/>
                            <p:cNvSpPr/>
                            <p:nvPr/>
                          </p:nvSpPr>
                          <p:spPr>
                            <a:xfrm>
                              <a:off x="4917296" y="3589069"/>
                              <a:ext cx="32262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02" h="15146" fill="none" extrusionOk="0">
                                  <a:moveTo>
                                    <a:pt x="1" y="1"/>
                                  </a:moveTo>
                                  <a:lnTo>
                                    <a:pt x="4101" y="1514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8" name="Google Shape;3758;p75"/>
                            <p:cNvSpPr/>
                            <p:nvPr/>
                          </p:nvSpPr>
                          <p:spPr>
                            <a:xfrm>
                              <a:off x="4949551" y="3708185"/>
                              <a:ext cx="22840" cy="728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04" h="9267" fill="none" extrusionOk="0">
                                  <a:moveTo>
                                    <a:pt x="0" y="1"/>
                                  </a:moveTo>
                                  <a:lnTo>
                                    <a:pt x="2904" y="926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59" name="Google Shape;3759;p75"/>
                            <p:cNvSpPr/>
                            <p:nvPr/>
                          </p:nvSpPr>
                          <p:spPr>
                            <a:xfrm>
                              <a:off x="4912066" y="3752237"/>
                              <a:ext cx="60325" cy="288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70" h="3666" fill="none" extrusionOk="0">
                                  <a:moveTo>
                                    <a:pt x="0" y="1"/>
                                  </a:moveTo>
                                  <a:lnTo>
                                    <a:pt x="7670" y="366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3760" name="Google Shape;3760;p75"/>
                            <p:cNvGrpSpPr/>
                            <p:nvPr/>
                          </p:nvGrpSpPr>
                          <p:grpSpPr>
                            <a:xfrm>
                              <a:off x="4579164" y="3203653"/>
                              <a:ext cx="1244833" cy="1020397"/>
                              <a:chOff x="4579164" y="3203653"/>
                              <a:chExt cx="1244833" cy="1020397"/>
                            </a:xfrm>
                          </p:grpSpPr>
                          <p:sp>
                            <p:nvSpPr>
                              <p:cNvPr id="3761" name="Google Shape;3761;p75"/>
                              <p:cNvSpPr/>
                              <p:nvPr/>
                            </p:nvSpPr>
                            <p:spPr>
                              <a:xfrm>
                                <a:off x="4590301" y="3738347"/>
                                <a:ext cx="92956" cy="9172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1819" h="11662" fill="none" extrusionOk="0">
                                    <a:moveTo>
                                      <a:pt x="0" y="0"/>
                                    </a:moveTo>
                                    <a:lnTo>
                                      <a:pt x="11819" y="11662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2" name="Google Shape;3762;p75"/>
                              <p:cNvSpPr/>
                              <p:nvPr/>
                            </p:nvSpPr>
                            <p:spPr>
                              <a:xfrm>
                                <a:off x="4683250" y="3652241"/>
                                <a:ext cx="33591" cy="17782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271" h="22610" fill="none" extrusionOk="0">
                                    <a:moveTo>
                                      <a:pt x="1" y="22610"/>
                                    </a:moveTo>
                                    <a:lnTo>
                                      <a:pt x="427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3" name="Google Shape;3763;p75"/>
                              <p:cNvSpPr/>
                              <p:nvPr/>
                            </p:nvSpPr>
                            <p:spPr>
                              <a:xfrm>
                                <a:off x="4716833" y="3652241"/>
                                <a:ext cx="70982" cy="20770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025" h="26409" fill="none" extrusionOk="0">
                                    <a:moveTo>
                                      <a:pt x="1" y="1"/>
                                    </a:moveTo>
                                    <a:lnTo>
                                      <a:pt x="9025" y="26408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4" name="Google Shape;3764;p75"/>
                              <p:cNvSpPr/>
                              <p:nvPr/>
                            </p:nvSpPr>
                            <p:spPr>
                              <a:xfrm>
                                <a:off x="4813117" y="3694578"/>
                                <a:ext cx="44154" cy="13929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5614" h="17711" fill="none" extrusionOk="0">
                                    <a:moveTo>
                                      <a:pt x="5614" y="17711"/>
                                    </a:moveTo>
                                    <a:lnTo>
                                      <a:pt x="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5" name="Google Shape;3765;p75"/>
                              <p:cNvSpPr/>
                              <p:nvPr/>
                            </p:nvSpPr>
                            <p:spPr>
                              <a:xfrm>
                                <a:off x="4787807" y="3694578"/>
                                <a:ext cx="25317" cy="16536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219" h="21026" fill="none" extrusionOk="0">
                                    <a:moveTo>
                                      <a:pt x="3219" y="1"/>
                                    </a:moveTo>
                                    <a:lnTo>
                                      <a:pt x="1" y="21025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6" name="Google Shape;3766;p75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106374" cy="2522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525" h="3207" fill="none" extrusionOk="0">
                                    <a:moveTo>
                                      <a:pt x="1" y="1"/>
                                    </a:moveTo>
                                    <a:lnTo>
                                      <a:pt x="13525" y="3206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7" name="Google Shape;3767;p75"/>
                              <p:cNvSpPr/>
                              <p:nvPr/>
                            </p:nvSpPr>
                            <p:spPr>
                              <a:xfrm>
                                <a:off x="4670980" y="3830061"/>
                                <a:ext cx="12277" cy="7926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61" h="10078" fill="none" extrusionOk="0">
                                    <a:moveTo>
                                      <a:pt x="1561" y="1"/>
                                    </a:moveTo>
                                    <a:lnTo>
                                      <a:pt x="0" y="10077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8" name="Google Shape;3768;p75"/>
                              <p:cNvSpPr/>
                              <p:nvPr/>
                            </p:nvSpPr>
                            <p:spPr>
                              <a:xfrm>
                                <a:off x="4583828" y="3830061"/>
                                <a:ext cx="99429" cy="3454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2642" h="4392" fill="none" extrusionOk="0">
                                    <a:moveTo>
                                      <a:pt x="0" y="4392"/>
                                    </a:moveTo>
                                    <a:lnTo>
                                      <a:pt x="12642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69" name="Google Shape;3769;p75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50336" cy="11798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400" h="15001" fill="none" extrusionOk="0">
                                    <a:moveTo>
                                      <a:pt x="1" y="1"/>
                                    </a:moveTo>
                                    <a:lnTo>
                                      <a:pt x="6400" y="1500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70" name="Google Shape;3770;p75"/>
                              <p:cNvSpPr/>
                              <p:nvPr/>
                            </p:nvSpPr>
                            <p:spPr>
                              <a:xfrm>
                                <a:off x="4733578" y="3855276"/>
                                <a:ext cx="56046" cy="927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26" h="11795" fill="none" extrusionOk="0">
                                    <a:moveTo>
                                      <a:pt x="1" y="11795"/>
                                    </a:moveTo>
                                    <a:lnTo>
                                      <a:pt x="7126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71" name="Google Shape;3771;p75"/>
                              <p:cNvSpPr/>
                              <p:nvPr/>
                            </p:nvSpPr>
                            <p:spPr>
                              <a:xfrm>
                                <a:off x="4888943" y="3730450"/>
                                <a:ext cx="34928" cy="8925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441" h="11348" fill="none" extrusionOk="0">
                                    <a:moveTo>
                                      <a:pt x="4440" y="11347"/>
                                    </a:move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72" name="Google Shape;3772;p75"/>
                              <p:cNvSpPr/>
                              <p:nvPr/>
                            </p:nvSpPr>
                            <p:spPr>
                              <a:xfrm>
                                <a:off x="4590301" y="3667468"/>
                                <a:ext cx="49762" cy="7088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327" h="9013" fill="none" extrusionOk="0">
                                    <a:moveTo>
                                      <a:pt x="0" y="9012"/>
                                    </a:moveTo>
                                    <a:lnTo>
                                      <a:pt x="632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773" name="Google Shape;3773;p75"/>
                              <p:cNvSpPr/>
                              <p:nvPr/>
                            </p:nvSpPr>
                            <p:spPr>
                              <a:xfrm>
                                <a:off x="4640338" y="3648536"/>
                                <a:ext cx="80593" cy="202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247" h="2577" fill="none" extrusionOk="0">
                                    <a:moveTo>
                                      <a:pt x="1" y="2577"/>
                                    </a:moveTo>
                                    <a:lnTo>
                                      <a:pt x="1024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3774" name="Google Shape;3774;p75"/>
                              <p:cNvGrpSpPr/>
                              <p:nvPr/>
                            </p:nvGrpSpPr>
                            <p:grpSpPr>
                              <a:xfrm>
                                <a:off x="4579164" y="3203653"/>
                                <a:ext cx="1244833" cy="1020397"/>
                                <a:chOff x="4579164" y="3203653"/>
                                <a:chExt cx="1244833" cy="1020397"/>
                              </a:xfrm>
                            </p:grpSpPr>
                            <p:sp>
                              <p:nvSpPr>
                                <p:cNvPr id="3775" name="Google Shape;3775;p75"/>
                                <p:cNvSpPr/>
                                <p:nvPr/>
                              </p:nvSpPr>
                              <p:spPr>
                                <a:xfrm>
                                  <a:off x="4753083" y="3966015"/>
                                  <a:ext cx="92964" cy="5376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20" h="6836" fill="none" extrusionOk="0">
                                      <a:moveTo>
                                        <a:pt x="1" y="6836"/>
                                      </a:moveTo>
                                      <a:lnTo>
                                        <a:pt x="11819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76" name="Google Shape;3776;p75"/>
                                <p:cNvSpPr/>
                                <p:nvPr/>
                              </p:nvSpPr>
                              <p:spPr>
                                <a:xfrm>
                                  <a:off x="4846040" y="3952794"/>
                                  <a:ext cx="103519" cy="1313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162" h="1670" fill="none" extrusionOk="0">
                                      <a:moveTo>
                                        <a:pt x="13161" y="0"/>
                                      </a:moveTo>
                                      <a:lnTo>
                                        <a:pt x="0" y="167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77" name="Google Shape;3777;p75"/>
                                <p:cNvSpPr/>
                                <p:nvPr/>
                              </p:nvSpPr>
                              <p:spPr>
                                <a:xfrm>
                                  <a:off x="4846040" y="3962216"/>
                                  <a:ext cx="64800" cy="12806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239" h="16283" fill="none" extrusionOk="0">
                                      <a:moveTo>
                                        <a:pt x="0" y="0"/>
                                      </a:moveTo>
                                      <a:lnTo>
                                        <a:pt x="8238" y="16282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78" name="Google Shape;3778;p75"/>
                                <p:cNvSpPr/>
                                <p:nvPr/>
                              </p:nvSpPr>
                              <p:spPr>
                                <a:xfrm>
                                  <a:off x="4842233" y="3962216"/>
                                  <a:ext cx="3815" cy="16478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5" h="20952" fill="none" extrusionOk="0">
                                      <a:moveTo>
                                        <a:pt x="0" y="20952"/>
                                      </a:moveTo>
                                      <a:lnTo>
                                        <a:pt x="484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79" name="Google Shape;3779;p75"/>
                                <p:cNvSpPr/>
                                <p:nvPr/>
                              </p:nvSpPr>
                              <p:spPr>
                                <a:xfrm>
                                  <a:off x="4842233" y="4123189"/>
                                  <a:ext cx="37587" cy="5300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79" h="6739" fill="none" extrusionOk="0">
                                      <a:moveTo>
                                        <a:pt x="4779" y="6739"/>
                                      </a:moveTo>
                                      <a:lnTo>
                                        <a:pt x="0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80" name="Google Shape;3780;p75"/>
                                <p:cNvSpPr/>
                                <p:nvPr/>
                              </p:nvSpPr>
                              <p:spPr>
                                <a:xfrm>
                                  <a:off x="4770779" y="4118525"/>
                                  <a:ext cx="71461" cy="467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9086" h="594" fill="none" extrusionOk="0">
                                      <a:moveTo>
                                        <a:pt x="9085" y="594"/>
                                      </a:moveTo>
                                      <a:lnTo>
                                        <a:pt x="1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781" name="Google Shape;3781;p75"/>
                                <p:cNvSpPr/>
                                <p:nvPr/>
                              </p:nvSpPr>
                              <p:spPr>
                                <a:xfrm>
                                  <a:off x="4842233" y="4090274"/>
                                  <a:ext cx="68606" cy="329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723" h="4186" fill="none" extrusionOk="0">
                                      <a:moveTo>
                                        <a:pt x="0" y="4186"/>
                                      </a:moveTo>
                                      <a:lnTo>
                                        <a:pt x="8722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grpSp>
                              <p:nvGrpSpPr>
                                <p:cNvPr id="3782" name="Google Shape;3782;p75"/>
                                <p:cNvGrpSpPr/>
                                <p:nvPr/>
                              </p:nvGrpSpPr>
                              <p:grpSpPr>
                                <a:xfrm>
                                  <a:off x="4579164" y="3203653"/>
                                  <a:ext cx="1244833" cy="1020397"/>
                                  <a:chOff x="4579164" y="3203653"/>
                                  <a:chExt cx="1244833" cy="1020397"/>
                                </a:xfrm>
                              </p:grpSpPr>
                              <p:sp>
                                <p:nvSpPr>
                                  <p:cNvPr id="3783" name="Google Shape;3783;p75"/>
                                  <p:cNvSpPr/>
                                  <p:nvPr/>
                                </p:nvSpPr>
                                <p:spPr>
                                  <a:xfrm>
                                    <a:off x="4788476" y="3855276"/>
                                    <a:ext cx="57572" cy="11074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7320" h="14081" fill="none" extrusionOk="0">
                                        <a:moveTo>
                                          <a:pt x="7319" y="14081"/>
                                        </a:moveTo>
                                        <a:lnTo>
                                          <a:pt x="1" y="0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784" name="Google Shape;3784;p75"/>
                                  <p:cNvSpPr/>
                                  <p:nvPr/>
                                </p:nvSpPr>
                                <p:spPr>
                                  <a:xfrm>
                                    <a:off x="4846040" y="3833867"/>
                                    <a:ext cx="11231" cy="132156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428" h="16803" fill="none" extrusionOk="0">
                                        <a:moveTo>
                                          <a:pt x="0" y="16803"/>
                                        </a:moveTo>
                                        <a:lnTo>
                                          <a:pt x="1428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785" name="Google Shape;3785;p75"/>
                                  <p:cNvSpPr/>
                                  <p:nvPr/>
                                </p:nvSpPr>
                                <p:spPr>
                                  <a:xfrm>
                                    <a:off x="4761554" y="3854796"/>
                                    <a:ext cx="26261" cy="164984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39" h="20977" fill="none" extrusionOk="0">
                                        <a:moveTo>
                                          <a:pt x="0" y="20977"/>
                                        </a:moveTo>
                                        <a:lnTo>
                                          <a:pt x="3339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786" name="Google Shape;3786;p75"/>
                                  <p:cNvSpPr/>
                                  <p:nvPr/>
                                </p:nvSpPr>
                                <p:spPr>
                                  <a:xfrm>
                                    <a:off x="4846991" y="3818263"/>
                                    <a:ext cx="74025" cy="146242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9412" h="18594" fill="none" extrusionOk="0">
                                        <a:moveTo>
                                          <a:pt x="0" y="18593"/>
                                        </a:moveTo>
                                        <a:lnTo>
                                          <a:pt x="9411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787" name="Google Shape;3787;p75"/>
                                  <p:cNvSpPr/>
                                  <p:nvPr/>
                                </p:nvSpPr>
                                <p:spPr>
                                  <a:xfrm>
                                    <a:off x="4927191" y="3823305"/>
                                    <a:ext cx="22368" cy="12949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844" h="16465" fill="none" extrusionOk="0">
                                        <a:moveTo>
                                          <a:pt x="1" y="1"/>
                                        </a:moveTo>
                                        <a:lnTo>
                                          <a:pt x="2843" y="16464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grpSp>
                                <p:nvGrpSpPr>
                                  <p:cNvPr id="3788" name="Google Shape;3788;p75"/>
                                  <p:cNvGrpSpPr/>
                                  <p:nvPr/>
                                </p:nvGrpSpPr>
                                <p:grpSpPr>
                                  <a:xfrm>
                                    <a:off x="4579164" y="3203653"/>
                                    <a:ext cx="1244833" cy="1020397"/>
                                    <a:chOff x="4579164" y="3203653"/>
                                    <a:chExt cx="1244833" cy="1020397"/>
                                  </a:xfrm>
                                </p:grpSpPr>
                                <p:sp>
                                  <p:nvSpPr>
                                    <p:cNvPr id="3789" name="Google Shape;3789;p75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579164" y="3652241"/>
                                      <a:ext cx="422626" cy="571809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53735" h="72703" fill="none" extrusionOk="0">
                                          <a:moveTo>
                                            <a:pt x="27593" y="71880"/>
                                          </a:moveTo>
                                          <a:lnTo>
                                            <a:pt x="23771" y="58694"/>
                                          </a:lnTo>
                                          <a:lnTo>
                                            <a:pt x="22936" y="46731"/>
                                          </a:lnTo>
                                          <a:lnTo>
                                            <a:pt x="19972" y="37380"/>
                                          </a:lnTo>
                                          <a:lnTo>
                                            <a:pt x="11674" y="32686"/>
                                          </a:lnTo>
                                          <a:lnTo>
                                            <a:pt x="1" y="27001"/>
                                          </a:lnTo>
                                          <a:lnTo>
                                            <a:pt x="1392" y="10610"/>
                                          </a:lnTo>
                                          <a:lnTo>
                                            <a:pt x="17517" y="1"/>
                                          </a:lnTo>
                                          <a:lnTo>
                                            <a:pt x="29747" y="5384"/>
                                          </a:lnTo>
                                          <a:lnTo>
                                            <a:pt x="43827" y="21291"/>
                                          </a:lnTo>
                                          <a:lnTo>
                                            <a:pt x="49343" y="27122"/>
                                          </a:lnTo>
                                          <a:lnTo>
                                            <a:pt x="53735" y="25815"/>
                                          </a:lnTo>
                                          <a:lnTo>
                                            <a:pt x="50347" y="35940"/>
                                          </a:lnTo>
                                          <a:lnTo>
                                            <a:pt x="47093" y="38214"/>
                                          </a:lnTo>
                                          <a:lnTo>
                                            <a:pt x="44069" y="44275"/>
                                          </a:lnTo>
                                          <a:lnTo>
                                            <a:pt x="45073" y="51944"/>
                                          </a:lnTo>
                                          <a:lnTo>
                                            <a:pt x="42170" y="55694"/>
                                          </a:lnTo>
                                          <a:lnTo>
                                            <a:pt x="38227" y="66025"/>
                                          </a:lnTo>
                                          <a:lnTo>
                                            <a:pt x="27593" y="7270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3790" name="Google Shape;3790;p75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617986" y="3203653"/>
                                      <a:ext cx="1206011" cy="684357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153339" h="87013" fill="none" extrusionOk="0">
                                          <a:moveTo>
                                            <a:pt x="24811" y="62214"/>
                                          </a:moveTo>
                                          <a:lnTo>
                                            <a:pt x="34452" y="66980"/>
                                          </a:lnTo>
                                          <a:lnTo>
                                            <a:pt x="37549" y="69920"/>
                                          </a:lnTo>
                                          <a:lnTo>
                                            <a:pt x="41274" y="77698"/>
                                          </a:lnTo>
                                          <a:lnTo>
                                            <a:pt x="46270" y="79222"/>
                                          </a:lnTo>
                                          <a:lnTo>
                                            <a:pt x="55899" y="72775"/>
                                          </a:lnTo>
                                          <a:lnTo>
                                            <a:pt x="52645" y="69085"/>
                                          </a:lnTo>
                                          <a:lnTo>
                                            <a:pt x="48291" y="70234"/>
                                          </a:lnTo>
                                          <a:lnTo>
                                            <a:pt x="46585" y="64634"/>
                                          </a:lnTo>
                                          <a:lnTo>
                                            <a:pt x="48774" y="66097"/>
                                          </a:lnTo>
                                          <a:lnTo>
                                            <a:pt x="59698" y="70234"/>
                                          </a:lnTo>
                                          <a:lnTo>
                                            <a:pt x="65988" y="72279"/>
                                          </a:lnTo>
                                          <a:lnTo>
                                            <a:pt x="66315" y="75944"/>
                                          </a:lnTo>
                                          <a:lnTo>
                                            <a:pt x="70960" y="87013"/>
                                          </a:lnTo>
                                          <a:lnTo>
                                            <a:pt x="76573" y="75944"/>
                                          </a:lnTo>
                                          <a:lnTo>
                                            <a:pt x="80831" y="72932"/>
                                          </a:lnTo>
                                          <a:lnTo>
                                            <a:pt x="86069" y="78146"/>
                                          </a:lnTo>
                                          <a:lnTo>
                                            <a:pt x="88355" y="83928"/>
                                          </a:lnTo>
                                          <a:lnTo>
                                            <a:pt x="94633" y="84037"/>
                                          </a:lnTo>
                                          <a:lnTo>
                                            <a:pt x="94270" y="74299"/>
                                          </a:lnTo>
                                          <a:lnTo>
                                            <a:pt x="100936" y="72690"/>
                                          </a:lnTo>
                                          <a:lnTo>
                                            <a:pt x="106682" y="64307"/>
                                          </a:lnTo>
                                          <a:lnTo>
                                            <a:pt x="106319" y="56553"/>
                                          </a:lnTo>
                                          <a:lnTo>
                                            <a:pt x="103416" y="54690"/>
                                          </a:lnTo>
                                          <a:lnTo>
                                            <a:pt x="106827" y="53105"/>
                                          </a:lnTo>
                                          <a:lnTo>
                                            <a:pt x="120194" y="45339"/>
                                          </a:lnTo>
                                          <a:lnTo>
                                            <a:pt x="122528" y="36859"/>
                                          </a:lnTo>
                                          <a:lnTo>
                                            <a:pt x="118851" y="35493"/>
                                          </a:lnTo>
                                          <a:lnTo>
                                            <a:pt x="125093" y="28464"/>
                                          </a:lnTo>
                                          <a:lnTo>
                                            <a:pt x="148536" y="25972"/>
                                          </a:lnTo>
                                          <a:lnTo>
                                            <a:pt x="153339" y="12255"/>
                                          </a:lnTo>
                                          <a:lnTo>
                                            <a:pt x="125468" y="6255"/>
                                          </a:lnTo>
                                          <a:lnTo>
                                            <a:pt x="101758" y="5432"/>
                                          </a:lnTo>
                                          <a:lnTo>
                                            <a:pt x="85016" y="1"/>
                                          </a:lnTo>
                                          <a:lnTo>
                                            <a:pt x="60532" y="12255"/>
                                          </a:lnTo>
                                          <a:lnTo>
                                            <a:pt x="39714" y="20214"/>
                                          </a:lnTo>
                                          <a:lnTo>
                                            <a:pt x="35444" y="13089"/>
                                          </a:lnTo>
                                          <a:lnTo>
                                            <a:pt x="22186" y="13464"/>
                                          </a:lnTo>
                                          <a:lnTo>
                                            <a:pt x="15291" y="21351"/>
                                          </a:lnTo>
                                          <a:lnTo>
                                            <a:pt x="11831" y="27484"/>
                                          </a:lnTo>
                                          <a:lnTo>
                                            <a:pt x="21581" y="26614"/>
                                          </a:lnTo>
                                          <a:lnTo>
                                            <a:pt x="24532" y="19561"/>
                                          </a:lnTo>
                                          <a:lnTo>
                                            <a:pt x="29480" y="22694"/>
                                          </a:lnTo>
                                          <a:lnTo>
                                            <a:pt x="24811" y="32964"/>
                                          </a:lnTo>
                                          <a:lnTo>
                                            <a:pt x="20262" y="35541"/>
                                          </a:lnTo>
                                          <a:lnTo>
                                            <a:pt x="15569" y="31368"/>
                                          </a:lnTo>
                                          <a:lnTo>
                                            <a:pt x="15061" y="35650"/>
                                          </a:lnTo>
                                          <a:lnTo>
                                            <a:pt x="11057" y="37924"/>
                                          </a:lnTo>
                                          <a:lnTo>
                                            <a:pt x="6024" y="43089"/>
                                          </a:lnTo>
                                          <a:lnTo>
                                            <a:pt x="6387" y="49210"/>
                                          </a:lnTo>
                                          <a:lnTo>
                                            <a:pt x="992" y="49210"/>
                                          </a:lnTo>
                                          <a:lnTo>
                                            <a:pt x="0" y="52198"/>
                                          </a:lnTo>
                                          <a:lnTo>
                                            <a:pt x="835" y="57037"/>
                                          </a:lnTo>
                                          <a:lnTo>
                                            <a:pt x="6726" y="55198"/>
                                          </a:lnTo>
                                          <a:lnTo>
                                            <a:pt x="10924" y="50069"/>
                                          </a:lnTo>
                                          <a:lnTo>
                                            <a:pt x="16367" y="50686"/>
                                          </a:lnTo>
                                          <a:lnTo>
                                            <a:pt x="18049" y="46670"/>
                                          </a:lnTo>
                                          <a:lnTo>
                                            <a:pt x="23093" y="54363"/>
                                          </a:lnTo>
                                          <a:lnTo>
                                            <a:pt x="26528" y="56105"/>
                                          </a:lnTo>
                                          <a:lnTo>
                                            <a:pt x="26734" y="52210"/>
                                          </a:lnTo>
                                          <a:lnTo>
                                            <a:pt x="33835" y="47069"/>
                                          </a:lnTo>
                                          <a:lnTo>
                                            <a:pt x="38069" y="49488"/>
                                          </a:lnTo>
                                          <a:lnTo>
                                            <a:pt x="36278" y="53045"/>
                                          </a:lnTo>
                                          <a:lnTo>
                                            <a:pt x="28343" y="55392"/>
                                          </a:lnTo>
                                          <a:cubicBezTo>
                                            <a:pt x="28343" y="55392"/>
                                            <a:pt x="31041" y="58888"/>
                                            <a:pt x="31319" y="58984"/>
                                          </a:cubicBezTo>
                                          <a:cubicBezTo>
                                            <a:pt x="31597" y="59069"/>
                                            <a:pt x="36278" y="58150"/>
                                            <a:pt x="36278" y="58150"/>
                                          </a:cubicBezTo>
                                          <a:lnTo>
                                            <a:pt x="35456" y="61948"/>
                                          </a:lnTo>
                                          <a:lnTo>
                                            <a:pt x="30920" y="63255"/>
                                          </a:lnTo>
                                          <a:lnTo>
                                            <a:pt x="24823" y="6214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3791" name="Google Shape;3791;p75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06356" y="3466721"/>
                                      <a:ext cx="194289" cy="358880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24703" h="45630" fill="none" extrusionOk="0">
                                          <a:moveTo>
                                            <a:pt x="8396" y="39968"/>
                                          </a:moveTo>
                                          <a:lnTo>
                                            <a:pt x="9835" y="45629"/>
                                          </a:lnTo>
                                          <a:lnTo>
                                            <a:pt x="11626" y="36786"/>
                                          </a:lnTo>
                                          <a:lnTo>
                                            <a:pt x="5492" y="30218"/>
                                          </a:lnTo>
                                          <a:lnTo>
                                            <a:pt x="1" y="25016"/>
                                          </a:lnTo>
                                          <a:lnTo>
                                            <a:pt x="1392" y="16040"/>
                                          </a:lnTo>
                                          <a:lnTo>
                                            <a:pt x="24702" y="15206"/>
                                          </a:lnTo>
                                          <a:lnTo>
                                            <a:pt x="6472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3792" name="Google Shape;3792;p75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72383" y="3756043"/>
                                      <a:ext cx="25412" cy="25026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3231" h="3182" fill="none" extrusionOk="0">
                                          <a:moveTo>
                                            <a:pt x="1" y="3182"/>
                                          </a:moveTo>
                                          <a:lnTo>
                                            <a:pt x="3231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</p:grpSp>
                            </p:grpSp>
                          </p:grpSp>
                        </p:grpSp>
                        <p:sp>
                          <p:nvSpPr>
                            <p:cNvPr id="3793" name="Google Shape;3793;p75"/>
                            <p:cNvSpPr/>
                            <p:nvPr/>
                          </p:nvSpPr>
                          <p:spPr>
                            <a:xfrm>
                              <a:off x="4890375" y="3688019"/>
                              <a:ext cx="5144" cy="437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54" h="5565" fill="none" extrusionOk="0">
                                  <a:moveTo>
                                    <a:pt x="653" y="0"/>
                                  </a:moveTo>
                                  <a:lnTo>
                                    <a:pt x="0" y="5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94" name="Google Shape;3794;p75"/>
                            <p:cNvSpPr/>
                            <p:nvPr/>
                          </p:nvSpPr>
                          <p:spPr>
                            <a:xfrm>
                              <a:off x="4899317" y="3688019"/>
                              <a:ext cx="54048" cy="201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872" h="2565" fill="none" extrusionOk="0">
                                  <a:moveTo>
                                    <a:pt x="0" y="0"/>
                                  </a:moveTo>
                                  <a:lnTo>
                                    <a:pt x="6871" y="2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3795" name="Google Shape;3795;p75"/>
                            <p:cNvSpPr/>
                            <p:nvPr/>
                          </p:nvSpPr>
                          <p:spPr>
                            <a:xfrm>
                              <a:off x="4862690" y="3700571"/>
                              <a:ext cx="27693" cy="3121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1" h="3969" fill="none" extrusionOk="0">
                                  <a:moveTo>
                                    <a:pt x="0" y="1"/>
                                  </a:moveTo>
                                  <a:lnTo>
                                    <a:pt x="3520" y="3969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</p:grpSp>
                    </p:grpSp>
                    <p:sp>
                      <p:nvSpPr>
                        <p:cNvPr id="3796" name="Google Shape;3796;p75"/>
                        <p:cNvSpPr/>
                        <p:nvPr/>
                      </p:nvSpPr>
                      <p:spPr>
                        <a:xfrm>
                          <a:off x="4953924" y="3297081"/>
                          <a:ext cx="146053" cy="1681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570" h="21376" fill="none" extrusionOk="0">
                              <a:moveTo>
                                <a:pt x="1" y="21376"/>
                              </a:moveTo>
                              <a:lnTo>
                                <a:pt x="1856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797" name="Google Shape;3797;p75"/>
              <p:cNvGrpSpPr/>
              <p:nvPr/>
            </p:nvGrpSpPr>
            <p:grpSpPr>
              <a:xfrm>
                <a:off x="4595437" y="3598775"/>
                <a:ext cx="37776" cy="32451"/>
                <a:chOff x="4595437" y="3598775"/>
                <a:chExt cx="37776" cy="32451"/>
              </a:xfrm>
            </p:grpSpPr>
            <p:sp>
              <p:nvSpPr>
                <p:cNvPr id="3798" name="Google Shape;3798;p75"/>
                <p:cNvSpPr/>
                <p:nvPr/>
              </p:nvSpPr>
              <p:spPr>
                <a:xfrm>
                  <a:off x="4595437" y="3598775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00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9" name="Google Shape;3799;p75"/>
                <p:cNvSpPr/>
                <p:nvPr/>
              </p:nvSpPr>
              <p:spPr>
                <a:xfrm>
                  <a:off x="4610561" y="360848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35"/>
                      </a:cubicBezTo>
                      <a:cubicBezTo>
                        <a:pt x="1658" y="375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00" name="Google Shape;3800;p75"/>
              <p:cNvGrpSpPr/>
              <p:nvPr/>
            </p:nvGrpSpPr>
            <p:grpSpPr>
              <a:xfrm>
                <a:off x="4641864" y="3524443"/>
                <a:ext cx="37776" cy="32380"/>
                <a:chOff x="4641864" y="3524443"/>
                <a:chExt cx="37776" cy="32380"/>
              </a:xfrm>
            </p:grpSpPr>
            <p:sp>
              <p:nvSpPr>
                <p:cNvPr id="3801" name="Google Shape;3801;p75"/>
                <p:cNvSpPr/>
                <p:nvPr/>
              </p:nvSpPr>
              <p:spPr>
                <a:xfrm>
                  <a:off x="4641864" y="3524443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0" y="1903"/>
                        <a:pt x="908" y="4117"/>
                        <a:pt x="2746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2" name="Google Shape;3802;p75"/>
                <p:cNvSpPr/>
                <p:nvPr/>
              </p:nvSpPr>
              <p:spPr>
                <a:xfrm>
                  <a:off x="4656988" y="3534077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03" name="Google Shape;3803;p75"/>
              <p:cNvGrpSpPr/>
              <p:nvPr/>
            </p:nvGrpSpPr>
            <p:grpSpPr>
              <a:xfrm>
                <a:off x="4648431" y="3893901"/>
                <a:ext cx="37776" cy="32357"/>
                <a:chOff x="4648431" y="3893901"/>
                <a:chExt cx="37776" cy="32357"/>
              </a:xfrm>
            </p:grpSpPr>
            <p:sp>
              <p:nvSpPr>
                <p:cNvPr id="3804" name="Google Shape;3804;p75"/>
                <p:cNvSpPr/>
                <p:nvPr/>
              </p:nvSpPr>
              <p:spPr>
                <a:xfrm>
                  <a:off x="4648431" y="389390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3"/>
                        <a:pt x="2746" y="4113"/>
                      </a:cubicBezTo>
                      <a:cubicBezTo>
                        <a:pt x="3883" y="4113"/>
                        <a:pt x="4803" y="3194"/>
                        <a:pt x="4803" y="2057"/>
                      </a:cubicBezTo>
                      <a:cubicBezTo>
                        <a:pt x="4803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5" name="Google Shape;3805;p75"/>
                <p:cNvSpPr/>
                <p:nvPr/>
              </p:nvSpPr>
              <p:spPr>
                <a:xfrm>
                  <a:off x="4663556" y="390360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06" name="Google Shape;3806;p75"/>
              <p:cNvGrpSpPr/>
              <p:nvPr/>
            </p:nvGrpSpPr>
            <p:grpSpPr>
              <a:xfrm>
                <a:off x="4567752" y="3722908"/>
                <a:ext cx="37870" cy="32380"/>
                <a:chOff x="4567752" y="3722908"/>
                <a:chExt cx="37870" cy="32380"/>
              </a:xfrm>
            </p:grpSpPr>
            <p:sp>
              <p:nvSpPr>
                <p:cNvPr id="3807" name="Google Shape;3807;p75"/>
                <p:cNvSpPr/>
                <p:nvPr/>
              </p:nvSpPr>
              <p:spPr>
                <a:xfrm>
                  <a:off x="4567752" y="3722908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1"/>
                      </a:moveTo>
                      <a:cubicBezTo>
                        <a:pt x="2243" y="1"/>
                        <a:pt x="1726" y="189"/>
                        <a:pt x="1307" y="609"/>
                      </a:cubicBezTo>
                      <a:cubicBezTo>
                        <a:pt x="0" y="1903"/>
                        <a:pt x="919" y="4117"/>
                        <a:pt x="2758" y="4117"/>
                      </a:cubicBezTo>
                      <a:cubicBezTo>
                        <a:pt x="3895" y="4117"/>
                        <a:pt x="4815" y="3197"/>
                        <a:pt x="4815" y="2060"/>
                      </a:cubicBezTo>
                      <a:cubicBezTo>
                        <a:pt x="4815" y="818"/>
                        <a:pt x="3804" y="1"/>
                        <a:pt x="274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8" name="Google Shape;3808;p75"/>
                <p:cNvSpPr/>
                <p:nvPr/>
              </p:nvSpPr>
              <p:spPr>
                <a:xfrm>
                  <a:off x="4580690" y="373254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09" name="Google Shape;3809;p75"/>
              <p:cNvGrpSpPr/>
              <p:nvPr/>
            </p:nvGrpSpPr>
            <p:grpSpPr>
              <a:xfrm>
                <a:off x="4617506" y="3652052"/>
                <a:ext cx="37783" cy="32357"/>
                <a:chOff x="4617506" y="3652052"/>
                <a:chExt cx="37783" cy="32357"/>
              </a:xfrm>
            </p:grpSpPr>
            <p:sp>
              <p:nvSpPr>
                <p:cNvPr id="3810" name="Google Shape;3810;p75"/>
                <p:cNvSpPr/>
                <p:nvPr/>
              </p:nvSpPr>
              <p:spPr>
                <a:xfrm>
                  <a:off x="4617506" y="3652052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1" name="Google Shape;3811;p75"/>
                <p:cNvSpPr/>
                <p:nvPr/>
              </p:nvSpPr>
              <p:spPr>
                <a:xfrm>
                  <a:off x="4632638" y="366175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3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3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12" name="Google Shape;3812;p75"/>
              <p:cNvGrpSpPr/>
              <p:nvPr/>
            </p:nvGrpSpPr>
            <p:grpSpPr>
              <a:xfrm>
                <a:off x="4739005" y="3554149"/>
                <a:ext cx="37870" cy="32357"/>
                <a:chOff x="4739005" y="3554149"/>
                <a:chExt cx="37870" cy="32357"/>
              </a:xfrm>
            </p:grpSpPr>
            <p:sp>
              <p:nvSpPr>
                <p:cNvPr id="3813" name="Google Shape;3813;p75"/>
                <p:cNvSpPr/>
                <p:nvPr/>
              </p:nvSpPr>
              <p:spPr>
                <a:xfrm>
                  <a:off x="4739005" y="3554149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4" y="1"/>
                      </a:moveTo>
                      <a:cubicBezTo>
                        <a:pt x="2239" y="1"/>
                        <a:pt x="1725" y="188"/>
                        <a:pt x="1307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15" y="3195"/>
                        <a:pt x="4815" y="2058"/>
                      </a:cubicBezTo>
                      <a:cubicBezTo>
                        <a:pt x="4815" y="821"/>
                        <a:pt x="3801" y="1"/>
                        <a:pt x="274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4" name="Google Shape;3814;p75"/>
                <p:cNvSpPr/>
                <p:nvPr/>
              </p:nvSpPr>
              <p:spPr>
                <a:xfrm>
                  <a:off x="4751943" y="3563854"/>
                  <a:ext cx="15227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9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1" y="1416"/>
                      </a:cubicBezTo>
                      <a:cubicBezTo>
                        <a:pt x="692" y="1583"/>
                        <a:pt x="899" y="1658"/>
                        <a:pt x="1101" y="1658"/>
                      </a:cubicBezTo>
                      <a:cubicBezTo>
                        <a:pt x="1529" y="1658"/>
                        <a:pt x="1936" y="1324"/>
                        <a:pt x="1936" y="824"/>
                      </a:cubicBezTo>
                      <a:cubicBezTo>
                        <a:pt x="1936" y="364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15" name="Google Shape;3815;p75"/>
              <p:cNvGrpSpPr/>
              <p:nvPr/>
            </p:nvGrpSpPr>
            <p:grpSpPr>
              <a:xfrm>
                <a:off x="4806557" y="3630258"/>
                <a:ext cx="37776" cy="32364"/>
                <a:chOff x="4806557" y="3630258"/>
                <a:chExt cx="37776" cy="32364"/>
              </a:xfrm>
            </p:grpSpPr>
            <p:sp>
              <p:nvSpPr>
                <p:cNvPr id="3816" name="Google Shape;3816;p75"/>
                <p:cNvSpPr/>
                <p:nvPr/>
              </p:nvSpPr>
              <p:spPr>
                <a:xfrm>
                  <a:off x="4806557" y="3630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4" y="606"/>
                      </a:cubicBezTo>
                      <a:cubicBezTo>
                        <a:pt x="0" y="1901"/>
                        <a:pt x="907" y="4114"/>
                        <a:pt x="2746" y="4114"/>
                      </a:cubicBezTo>
                      <a:cubicBezTo>
                        <a:pt x="3883" y="4114"/>
                        <a:pt x="4802" y="3195"/>
                        <a:pt x="4802" y="2058"/>
                      </a:cubicBezTo>
                      <a:cubicBezTo>
                        <a:pt x="4802" y="822"/>
                        <a:pt x="3788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7" name="Google Shape;3817;p75"/>
                <p:cNvSpPr/>
                <p:nvPr/>
              </p:nvSpPr>
              <p:spPr>
                <a:xfrm>
                  <a:off x="4819495" y="3639972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13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7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18" name="Google Shape;3818;p75"/>
              <p:cNvGrpSpPr/>
              <p:nvPr/>
            </p:nvGrpSpPr>
            <p:grpSpPr>
              <a:xfrm>
                <a:off x="4737007" y="4004357"/>
                <a:ext cx="37870" cy="32357"/>
                <a:chOff x="4737007" y="4004357"/>
                <a:chExt cx="37870" cy="32357"/>
              </a:xfrm>
            </p:grpSpPr>
            <p:sp>
              <p:nvSpPr>
                <p:cNvPr id="3819" name="Google Shape;3819;p75"/>
                <p:cNvSpPr/>
                <p:nvPr/>
              </p:nvSpPr>
              <p:spPr>
                <a:xfrm>
                  <a:off x="4737007" y="4004357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0" y="0"/>
                      </a:moveTo>
                      <a:cubicBezTo>
                        <a:pt x="2234" y="0"/>
                        <a:pt x="1717" y="187"/>
                        <a:pt x="1295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03" y="3194"/>
                        <a:pt x="4815" y="2057"/>
                      </a:cubicBezTo>
                      <a:cubicBezTo>
                        <a:pt x="4815" y="821"/>
                        <a:pt x="3801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75"/>
                <p:cNvSpPr/>
                <p:nvPr/>
              </p:nvSpPr>
              <p:spPr>
                <a:xfrm>
                  <a:off x="4752131" y="4014062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4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21" name="Google Shape;3821;p75"/>
              <p:cNvGrpSpPr/>
              <p:nvPr/>
            </p:nvGrpSpPr>
            <p:grpSpPr>
              <a:xfrm>
                <a:off x="4773634" y="4208627"/>
                <a:ext cx="37776" cy="32357"/>
                <a:chOff x="4773634" y="4208627"/>
                <a:chExt cx="37776" cy="32357"/>
              </a:xfrm>
            </p:grpSpPr>
            <p:sp>
              <p:nvSpPr>
                <p:cNvPr id="3822" name="Google Shape;3822;p75"/>
                <p:cNvSpPr/>
                <p:nvPr/>
              </p:nvSpPr>
              <p:spPr>
                <a:xfrm>
                  <a:off x="4773634" y="420862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75"/>
                <p:cNvSpPr/>
                <p:nvPr/>
              </p:nvSpPr>
              <p:spPr>
                <a:xfrm>
                  <a:off x="4788664" y="421833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24" name="Google Shape;3824;p75"/>
              <p:cNvGrpSpPr/>
              <p:nvPr/>
            </p:nvGrpSpPr>
            <p:grpSpPr>
              <a:xfrm>
                <a:off x="4888282" y="4074764"/>
                <a:ext cx="37776" cy="32451"/>
                <a:chOff x="4888282" y="4074764"/>
                <a:chExt cx="37776" cy="32451"/>
              </a:xfrm>
            </p:grpSpPr>
            <p:sp>
              <p:nvSpPr>
                <p:cNvPr id="3825" name="Google Shape;3825;p75"/>
                <p:cNvSpPr/>
                <p:nvPr/>
              </p:nvSpPr>
              <p:spPr>
                <a:xfrm>
                  <a:off x="4888282" y="4074764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912"/>
                        <a:pt x="919" y="4125"/>
                        <a:pt x="2746" y="4125"/>
                      </a:cubicBezTo>
                      <a:cubicBezTo>
                        <a:pt x="3883" y="4125"/>
                        <a:pt x="4803" y="3206"/>
                        <a:pt x="4803" y="2069"/>
                      </a:cubicBezTo>
                      <a:cubicBezTo>
                        <a:pt x="4803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75"/>
                <p:cNvSpPr/>
                <p:nvPr/>
              </p:nvSpPr>
              <p:spPr>
                <a:xfrm>
                  <a:off x="4901220" y="4084470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27" name="Google Shape;3827;p75"/>
              <p:cNvGrpSpPr/>
              <p:nvPr/>
            </p:nvGrpSpPr>
            <p:grpSpPr>
              <a:xfrm>
                <a:off x="4901315" y="3804271"/>
                <a:ext cx="37776" cy="32364"/>
                <a:chOff x="4901315" y="3804271"/>
                <a:chExt cx="37776" cy="32364"/>
              </a:xfrm>
            </p:grpSpPr>
            <p:sp>
              <p:nvSpPr>
                <p:cNvPr id="3828" name="Google Shape;3828;p75"/>
                <p:cNvSpPr/>
                <p:nvPr/>
              </p:nvSpPr>
              <p:spPr>
                <a:xfrm>
                  <a:off x="4901315" y="3804271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75"/>
                <p:cNvSpPr/>
                <p:nvPr/>
              </p:nvSpPr>
              <p:spPr>
                <a:xfrm>
                  <a:off x="4914253" y="3813985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0" name="Google Shape;3830;p75"/>
              <p:cNvGrpSpPr/>
              <p:nvPr/>
            </p:nvGrpSpPr>
            <p:grpSpPr>
              <a:xfrm>
                <a:off x="4866394" y="3715035"/>
                <a:ext cx="37846" cy="32357"/>
                <a:chOff x="4866394" y="3715035"/>
                <a:chExt cx="37846" cy="32357"/>
              </a:xfrm>
            </p:grpSpPr>
            <p:sp>
              <p:nvSpPr>
                <p:cNvPr id="3831" name="Google Shape;3831;p75"/>
                <p:cNvSpPr/>
                <p:nvPr/>
              </p:nvSpPr>
              <p:spPr>
                <a:xfrm>
                  <a:off x="4866394" y="3715035"/>
                  <a:ext cx="3784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4114" extrusionOk="0">
                      <a:moveTo>
                        <a:pt x="2735" y="0"/>
                      </a:moveTo>
                      <a:cubicBezTo>
                        <a:pt x="2229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11" y="821"/>
                        <a:pt x="3794" y="0"/>
                        <a:pt x="273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75"/>
                <p:cNvSpPr/>
                <p:nvPr/>
              </p:nvSpPr>
              <p:spPr>
                <a:xfrm>
                  <a:off x="4879340" y="3724646"/>
                  <a:ext cx="15227" cy="13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6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9"/>
                        <a:pt x="898" y="1666"/>
                        <a:pt x="1103" y="1666"/>
                      </a:cubicBezTo>
                      <a:cubicBezTo>
                        <a:pt x="1528" y="1666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3" name="Google Shape;3833;p75"/>
              <p:cNvGrpSpPr/>
              <p:nvPr/>
            </p:nvGrpSpPr>
            <p:grpSpPr>
              <a:xfrm>
                <a:off x="4979233" y="3839798"/>
                <a:ext cx="37878" cy="32420"/>
                <a:chOff x="4979233" y="3839798"/>
                <a:chExt cx="37878" cy="32420"/>
              </a:xfrm>
            </p:grpSpPr>
            <p:sp>
              <p:nvSpPr>
                <p:cNvPr id="3834" name="Google Shape;3834;p75"/>
                <p:cNvSpPr/>
                <p:nvPr/>
              </p:nvSpPr>
              <p:spPr>
                <a:xfrm>
                  <a:off x="4979233" y="3839798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84" y="4122"/>
                        <a:pt x="4803" y="3202"/>
                        <a:pt x="4815" y="2065"/>
                      </a:cubicBezTo>
                      <a:cubicBezTo>
                        <a:pt x="4807" y="823"/>
                        <a:pt x="3794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75"/>
                <p:cNvSpPr/>
                <p:nvPr/>
              </p:nvSpPr>
              <p:spPr>
                <a:xfrm>
                  <a:off x="4994366" y="38494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6" name="Google Shape;3836;p75"/>
              <p:cNvGrpSpPr/>
              <p:nvPr/>
            </p:nvGrpSpPr>
            <p:grpSpPr>
              <a:xfrm>
                <a:off x="4790662" y="3679147"/>
                <a:ext cx="37783" cy="32380"/>
                <a:chOff x="4790662" y="3679147"/>
                <a:chExt cx="37783" cy="32380"/>
              </a:xfrm>
            </p:grpSpPr>
            <p:sp>
              <p:nvSpPr>
                <p:cNvPr id="3837" name="Google Shape;3837;p75"/>
                <p:cNvSpPr/>
                <p:nvPr/>
              </p:nvSpPr>
              <p:spPr>
                <a:xfrm>
                  <a:off x="4790662" y="3679147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2"/>
                        <a:pt x="908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75"/>
                <p:cNvSpPr/>
                <p:nvPr/>
              </p:nvSpPr>
              <p:spPr>
                <a:xfrm>
                  <a:off x="4803506" y="3688774"/>
                  <a:ext cx="15235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2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4" y="1585"/>
                        <a:pt x="904" y="1661"/>
                        <a:pt x="1109" y="1661"/>
                      </a:cubicBezTo>
                      <a:cubicBezTo>
                        <a:pt x="1534" y="1661"/>
                        <a:pt x="1936" y="1334"/>
                        <a:pt x="1936" y="836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9" name="Google Shape;3839;p75"/>
              <p:cNvGrpSpPr/>
              <p:nvPr/>
            </p:nvGrpSpPr>
            <p:grpSpPr>
              <a:xfrm>
                <a:off x="4857263" y="3557861"/>
                <a:ext cx="37776" cy="32357"/>
                <a:chOff x="4857263" y="3557861"/>
                <a:chExt cx="37776" cy="32357"/>
              </a:xfrm>
            </p:grpSpPr>
            <p:sp>
              <p:nvSpPr>
                <p:cNvPr id="3840" name="Google Shape;3840;p75"/>
                <p:cNvSpPr/>
                <p:nvPr/>
              </p:nvSpPr>
              <p:spPr>
                <a:xfrm>
                  <a:off x="4857263" y="355786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75"/>
                <p:cNvSpPr/>
                <p:nvPr/>
              </p:nvSpPr>
              <p:spPr>
                <a:xfrm>
                  <a:off x="4870106" y="3567566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33" y="1416"/>
                      </a:cubicBezTo>
                      <a:cubicBezTo>
                        <a:pt x="700" y="1583"/>
                        <a:pt x="905" y="1658"/>
                        <a:pt x="1105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48" y="364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2" name="Google Shape;3842;p75"/>
              <p:cNvGrpSpPr/>
              <p:nvPr/>
            </p:nvGrpSpPr>
            <p:grpSpPr>
              <a:xfrm>
                <a:off x="4883902" y="3648033"/>
                <a:ext cx="37783" cy="32380"/>
                <a:chOff x="4883902" y="3648033"/>
                <a:chExt cx="37783" cy="32380"/>
              </a:xfrm>
            </p:grpSpPr>
            <p:sp>
              <p:nvSpPr>
                <p:cNvPr id="3843" name="Google Shape;3843;p75"/>
                <p:cNvSpPr/>
                <p:nvPr/>
              </p:nvSpPr>
              <p:spPr>
                <a:xfrm>
                  <a:off x="4883902" y="3648033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1" y="0"/>
                      </a:moveTo>
                      <a:cubicBezTo>
                        <a:pt x="2226" y="0"/>
                        <a:pt x="1711" y="188"/>
                        <a:pt x="1295" y="608"/>
                      </a:cubicBezTo>
                      <a:cubicBezTo>
                        <a:pt x="1" y="1903"/>
                        <a:pt x="920" y="4104"/>
                        <a:pt x="2747" y="4116"/>
                      </a:cubicBezTo>
                      <a:cubicBezTo>
                        <a:pt x="3884" y="4104"/>
                        <a:pt x="4803" y="3185"/>
                        <a:pt x="4803" y="2048"/>
                      </a:cubicBezTo>
                      <a:cubicBezTo>
                        <a:pt x="4795" y="814"/>
                        <a:pt x="3783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75"/>
                <p:cNvSpPr/>
                <p:nvPr/>
              </p:nvSpPr>
              <p:spPr>
                <a:xfrm>
                  <a:off x="4896745" y="3657668"/>
                  <a:ext cx="15329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4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04"/>
                      </a:cubicBezTo>
                      <a:cubicBezTo>
                        <a:pt x="702" y="1577"/>
                        <a:pt x="911" y="1654"/>
                        <a:pt x="1115" y="1654"/>
                      </a:cubicBezTo>
                      <a:cubicBezTo>
                        <a:pt x="1541" y="1654"/>
                        <a:pt x="1948" y="1321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5" name="Google Shape;3845;p75"/>
              <p:cNvGrpSpPr/>
              <p:nvPr/>
            </p:nvGrpSpPr>
            <p:grpSpPr>
              <a:xfrm>
                <a:off x="4907780" y="3347220"/>
                <a:ext cx="37878" cy="32357"/>
                <a:chOff x="4907780" y="3347220"/>
                <a:chExt cx="37878" cy="32357"/>
              </a:xfrm>
            </p:grpSpPr>
            <p:sp>
              <p:nvSpPr>
                <p:cNvPr id="3846" name="Google Shape;3846;p75"/>
                <p:cNvSpPr/>
                <p:nvPr/>
              </p:nvSpPr>
              <p:spPr>
                <a:xfrm>
                  <a:off x="4907780" y="3347220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33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4"/>
                        <a:pt x="4815" y="2057"/>
                      </a:cubicBezTo>
                      <a:cubicBezTo>
                        <a:pt x="4807" y="821"/>
                        <a:pt x="3791" y="0"/>
                        <a:pt x="273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75"/>
                <p:cNvSpPr/>
                <p:nvPr/>
              </p:nvSpPr>
              <p:spPr>
                <a:xfrm>
                  <a:off x="4922912" y="335692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8" name="Google Shape;3848;p75"/>
              <p:cNvGrpSpPr/>
              <p:nvPr/>
            </p:nvGrpSpPr>
            <p:grpSpPr>
              <a:xfrm>
                <a:off x="5065048" y="3738150"/>
                <a:ext cx="37783" cy="32364"/>
                <a:chOff x="5065048" y="3738150"/>
                <a:chExt cx="37783" cy="32364"/>
              </a:xfrm>
            </p:grpSpPr>
            <p:sp>
              <p:nvSpPr>
                <p:cNvPr id="3849" name="Google Shape;3849;p75"/>
                <p:cNvSpPr/>
                <p:nvPr/>
              </p:nvSpPr>
              <p:spPr>
                <a:xfrm>
                  <a:off x="5065048" y="3738150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75"/>
                <p:cNvSpPr/>
                <p:nvPr/>
              </p:nvSpPr>
              <p:spPr>
                <a:xfrm>
                  <a:off x="5077994" y="3747761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01" y="1"/>
                      </a:moveTo>
                      <a:cubicBezTo>
                        <a:pt x="363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2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0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51" name="Google Shape;3851;p75"/>
              <p:cNvGrpSpPr/>
              <p:nvPr/>
            </p:nvGrpSpPr>
            <p:grpSpPr>
              <a:xfrm>
                <a:off x="5071616" y="3284615"/>
                <a:ext cx="37783" cy="32357"/>
                <a:chOff x="5071616" y="3284615"/>
                <a:chExt cx="37783" cy="32357"/>
              </a:xfrm>
            </p:grpSpPr>
            <p:sp>
              <p:nvSpPr>
                <p:cNvPr id="3852" name="Google Shape;3852;p75"/>
                <p:cNvSpPr/>
                <p:nvPr/>
              </p:nvSpPr>
              <p:spPr>
                <a:xfrm>
                  <a:off x="507161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75"/>
                <p:cNvSpPr/>
                <p:nvPr/>
              </p:nvSpPr>
              <p:spPr>
                <a:xfrm>
                  <a:off x="5086646" y="3294320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36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6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54" name="Google Shape;3854;p75"/>
              <p:cNvGrpSpPr/>
              <p:nvPr/>
            </p:nvGrpSpPr>
            <p:grpSpPr>
              <a:xfrm>
                <a:off x="5389291" y="3759921"/>
                <a:ext cx="37783" cy="32380"/>
                <a:chOff x="5389291" y="3759921"/>
                <a:chExt cx="37783" cy="32380"/>
              </a:xfrm>
            </p:grpSpPr>
            <p:sp>
              <p:nvSpPr>
                <p:cNvPr id="3855" name="Google Shape;3855;p75"/>
                <p:cNvSpPr/>
                <p:nvPr/>
              </p:nvSpPr>
              <p:spPr>
                <a:xfrm>
                  <a:off x="5389291" y="3759921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3"/>
                        <a:pt x="920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75"/>
                <p:cNvSpPr/>
                <p:nvPr/>
              </p:nvSpPr>
              <p:spPr>
                <a:xfrm>
                  <a:off x="5402229" y="3769555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64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57" name="Google Shape;3857;p75"/>
              <p:cNvGrpSpPr/>
              <p:nvPr/>
            </p:nvGrpSpPr>
            <p:grpSpPr>
              <a:xfrm>
                <a:off x="5431534" y="3632932"/>
                <a:ext cx="37878" cy="32451"/>
                <a:chOff x="5431534" y="3632932"/>
                <a:chExt cx="37878" cy="32451"/>
              </a:xfrm>
            </p:grpSpPr>
            <p:sp>
              <p:nvSpPr>
                <p:cNvPr id="3858" name="Google Shape;3858;p75"/>
                <p:cNvSpPr/>
                <p:nvPr/>
              </p:nvSpPr>
              <p:spPr>
                <a:xfrm>
                  <a:off x="5431534" y="3632932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4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59" y="4125"/>
                      </a:cubicBezTo>
                      <a:cubicBezTo>
                        <a:pt x="3896" y="4113"/>
                        <a:pt x="4815" y="3194"/>
                        <a:pt x="4815" y="2069"/>
                      </a:cubicBezTo>
                      <a:cubicBezTo>
                        <a:pt x="4815" y="824"/>
                        <a:pt x="3795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75"/>
                <p:cNvSpPr/>
                <p:nvPr/>
              </p:nvSpPr>
              <p:spPr>
                <a:xfrm>
                  <a:off x="5444472" y="3642638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76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0" name="Google Shape;3860;p75"/>
              <p:cNvGrpSpPr/>
              <p:nvPr/>
            </p:nvGrpSpPr>
            <p:grpSpPr>
              <a:xfrm>
                <a:off x="5540755" y="3544829"/>
                <a:ext cx="37783" cy="32357"/>
                <a:chOff x="5540755" y="3544829"/>
                <a:chExt cx="37783" cy="32357"/>
              </a:xfrm>
            </p:grpSpPr>
            <p:sp>
              <p:nvSpPr>
                <p:cNvPr id="3861" name="Google Shape;3861;p75"/>
                <p:cNvSpPr/>
                <p:nvPr/>
              </p:nvSpPr>
              <p:spPr>
                <a:xfrm>
                  <a:off x="5540755" y="354482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75"/>
                <p:cNvSpPr/>
                <p:nvPr/>
              </p:nvSpPr>
              <p:spPr>
                <a:xfrm>
                  <a:off x="5553693" y="3554534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96"/>
                        <a:pt x="521" y="1416"/>
                      </a:cubicBezTo>
                      <a:cubicBezTo>
                        <a:pt x="688" y="1583"/>
                        <a:pt x="894" y="1658"/>
                        <a:pt x="1096" y="1658"/>
                      </a:cubicBezTo>
                      <a:cubicBezTo>
                        <a:pt x="1524" y="1658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3" name="Google Shape;3863;p75"/>
              <p:cNvGrpSpPr/>
              <p:nvPr/>
            </p:nvGrpSpPr>
            <p:grpSpPr>
              <a:xfrm>
                <a:off x="5579293" y="3412107"/>
                <a:ext cx="37776" cy="32357"/>
                <a:chOff x="5579293" y="3412107"/>
                <a:chExt cx="37776" cy="32357"/>
              </a:xfrm>
            </p:grpSpPr>
            <p:sp>
              <p:nvSpPr>
                <p:cNvPr id="3864" name="Google Shape;3864;p75"/>
                <p:cNvSpPr/>
                <p:nvPr/>
              </p:nvSpPr>
              <p:spPr>
                <a:xfrm>
                  <a:off x="5579293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4" y="605"/>
                      </a:cubicBezTo>
                      <a:cubicBezTo>
                        <a:pt x="0" y="1900"/>
                        <a:pt x="919" y="4114"/>
                        <a:pt x="2746" y="4114"/>
                      </a:cubicBezTo>
                      <a:cubicBezTo>
                        <a:pt x="3883" y="4114"/>
                        <a:pt x="4802" y="3194"/>
                        <a:pt x="4802" y="2057"/>
                      </a:cubicBezTo>
                      <a:cubicBezTo>
                        <a:pt x="4802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75"/>
                <p:cNvSpPr/>
                <p:nvPr/>
              </p:nvSpPr>
              <p:spPr>
                <a:xfrm>
                  <a:off x="5594418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6" name="Google Shape;3866;p75"/>
              <p:cNvGrpSpPr/>
              <p:nvPr/>
            </p:nvGrpSpPr>
            <p:grpSpPr>
              <a:xfrm>
                <a:off x="5801346" y="3284615"/>
                <a:ext cx="37783" cy="32357"/>
                <a:chOff x="5801346" y="3284615"/>
                <a:chExt cx="37783" cy="32357"/>
              </a:xfrm>
            </p:grpSpPr>
            <p:sp>
              <p:nvSpPr>
                <p:cNvPr id="3867" name="Google Shape;3867;p75"/>
                <p:cNvSpPr/>
                <p:nvPr/>
              </p:nvSpPr>
              <p:spPr>
                <a:xfrm>
                  <a:off x="580134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75"/>
                <p:cNvSpPr/>
                <p:nvPr/>
              </p:nvSpPr>
              <p:spPr>
                <a:xfrm>
                  <a:off x="5816478" y="3294320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9" name="Google Shape;3869;p75"/>
              <p:cNvGrpSpPr/>
              <p:nvPr/>
            </p:nvGrpSpPr>
            <p:grpSpPr>
              <a:xfrm>
                <a:off x="5763578" y="3399067"/>
                <a:ext cx="37776" cy="32364"/>
                <a:chOff x="5763578" y="3399067"/>
                <a:chExt cx="37776" cy="32364"/>
              </a:xfrm>
            </p:grpSpPr>
            <p:sp>
              <p:nvSpPr>
                <p:cNvPr id="3870" name="Google Shape;3870;p75"/>
                <p:cNvSpPr/>
                <p:nvPr/>
              </p:nvSpPr>
              <p:spPr>
                <a:xfrm>
                  <a:off x="5763578" y="3399067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75"/>
                <p:cNvSpPr/>
                <p:nvPr/>
              </p:nvSpPr>
              <p:spPr>
                <a:xfrm>
                  <a:off x="5776516" y="3408780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4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2" name="Google Shape;3872;p75"/>
              <p:cNvGrpSpPr/>
              <p:nvPr/>
            </p:nvGrpSpPr>
            <p:grpSpPr>
              <a:xfrm>
                <a:off x="5395858" y="3230952"/>
                <a:ext cx="37776" cy="32364"/>
                <a:chOff x="5395858" y="3230952"/>
                <a:chExt cx="37776" cy="32364"/>
              </a:xfrm>
            </p:grpSpPr>
            <p:sp>
              <p:nvSpPr>
                <p:cNvPr id="3873" name="Google Shape;3873;p75"/>
                <p:cNvSpPr/>
                <p:nvPr/>
              </p:nvSpPr>
              <p:spPr>
                <a:xfrm>
                  <a:off x="5395858" y="3230952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4" name="Google Shape;3874;p75"/>
                <p:cNvSpPr/>
                <p:nvPr/>
              </p:nvSpPr>
              <p:spPr>
                <a:xfrm>
                  <a:off x="5408702" y="3240571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1" y="1416"/>
                      </a:cubicBezTo>
                      <a:cubicBezTo>
                        <a:pt x="690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5" name="Google Shape;3875;p75"/>
              <p:cNvGrpSpPr/>
              <p:nvPr/>
            </p:nvGrpSpPr>
            <p:grpSpPr>
              <a:xfrm>
                <a:off x="5264088" y="3188237"/>
                <a:ext cx="37776" cy="32357"/>
                <a:chOff x="5264088" y="3188237"/>
                <a:chExt cx="37776" cy="32357"/>
              </a:xfrm>
            </p:grpSpPr>
            <p:sp>
              <p:nvSpPr>
                <p:cNvPr id="3876" name="Google Shape;3876;p75"/>
                <p:cNvSpPr/>
                <p:nvPr/>
              </p:nvSpPr>
              <p:spPr>
                <a:xfrm>
                  <a:off x="5264088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7" name="Google Shape;3877;p75"/>
                <p:cNvSpPr/>
                <p:nvPr/>
              </p:nvSpPr>
              <p:spPr>
                <a:xfrm>
                  <a:off x="5279212" y="319794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76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8" name="Google Shape;3878;p75"/>
              <p:cNvGrpSpPr/>
              <p:nvPr/>
            </p:nvGrpSpPr>
            <p:grpSpPr>
              <a:xfrm>
                <a:off x="5585758" y="3237425"/>
                <a:ext cx="37878" cy="32357"/>
                <a:chOff x="5585758" y="3237425"/>
                <a:chExt cx="37878" cy="32357"/>
              </a:xfrm>
            </p:grpSpPr>
            <p:sp>
              <p:nvSpPr>
                <p:cNvPr id="3879" name="Google Shape;3879;p75"/>
                <p:cNvSpPr/>
                <p:nvPr/>
              </p:nvSpPr>
              <p:spPr>
                <a:xfrm>
                  <a:off x="5585758" y="3237425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44" y="0"/>
                      </a:moveTo>
                      <a:cubicBezTo>
                        <a:pt x="2240" y="0"/>
                        <a:pt x="1725" y="188"/>
                        <a:pt x="1307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96" y="4114"/>
                        <a:pt x="4815" y="3195"/>
                        <a:pt x="4815" y="2057"/>
                      </a:cubicBezTo>
                      <a:cubicBezTo>
                        <a:pt x="4815" y="821"/>
                        <a:pt x="3801" y="0"/>
                        <a:pt x="274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0" name="Google Shape;3880;p75"/>
                <p:cNvSpPr/>
                <p:nvPr/>
              </p:nvSpPr>
              <p:spPr>
                <a:xfrm>
                  <a:off x="5598696" y="3247130"/>
                  <a:ext cx="15235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9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2" y="1583"/>
                        <a:pt x="899" y="1658"/>
                        <a:pt x="1102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81" name="Google Shape;3881;p75"/>
              <p:cNvGrpSpPr/>
              <p:nvPr/>
            </p:nvGrpSpPr>
            <p:grpSpPr>
              <a:xfrm>
                <a:off x="4874196" y="3291088"/>
                <a:ext cx="37878" cy="32451"/>
                <a:chOff x="4874196" y="3291088"/>
                <a:chExt cx="37878" cy="32451"/>
              </a:xfrm>
            </p:grpSpPr>
            <p:sp>
              <p:nvSpPr>
                <p:cNvPr id="3882" name="Google Shape;3882;p75"/>
                <p:cNvSpPr/>
                <p:nvPr/>
              </p:nvSpPr>
              <p:spPr>
                <a:xfrm>
                  <a:off x="4874196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3" name="Google Shape;3883;p75"/>
                <p:cNvSpPr/>
                <p:nvPr/>
              </p:nvSpPr>
              <p:spPr>
                <a:xfrm>
                  <a:off x="4889328" y="330079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84" name="Google Shape;3884;p75"/>
              <p:cNvGrpSpPr/>
              <p:nvPr/>
            </p:nvGrpSpPr>
            <p:grpSpPr>
              <a:xfrm>
                <a:off x="5197770" y="3785466"/>
                <a:ext cx="37783" cy="32427"/>
                <a:chOff x="5197770" y="3785466"/>
                <a:chExt cx="37783" cy="32427"/>
              </a:xfrm>
            </p:grpSpPr>
            <p:sp>
              <p:nvSpPr>
                <p:cNvPr id="3885" name="Google Shape;3885;p75"/>
                <p:cNvSpPr/>
                <p:nvPr/>
              </p:nvSpPr>
              <p:spPr>
                <a:xfrm>
                  <a:off x="5197770" y="3785466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2" y="1"/>
                        <a:pt x="1715" y="190"/>
                        <a:pt x="1295" y="614"/>
                      </a:cubicBezTo>
                      <a:cubicBezTo>
                        <a:pt x="1" y="1909"/>
                        <a:pt x="908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6" name="Google Shape;3886;p75"/>
                <p:cNvSpPr/>
                <p:nvPr/>
              </p:nvSpPr>
              <p:spPr>
                <a:xfrm>
                  <a:off x="5212808" y="37951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4"/>
                        <a:pt x="375" y="1657"/>
                        <a:pt x="835" y="1657"/>
                      </a:cubicBezTo>
                      <a:cubicBezTo>
                        <a:pt x="1295" y="1657"/>
                        <a:pt x="1657" y="1294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87" name="Google Shape;3887;p75"/>
              <p:cNvGrpSpPr/>
              <p:nvPr/>
            </p:nvGrpSpPr>
            <p:grpSpPr>
              <a:xfrm>
                <a:off x="5177699" y="3492117"/>
                <a:ext cx="37776" cy="32357"/>
                <a:chOff x="5177699" y="3492117"/>
                <a:chExt cx="37776" cy="32357"/>
              </a:xfrm>
            </p:grpSpPr>
            <p:sp>
              <p:nvSpPr>
                <p:cNvPr id="3888" name="Google Shape;3888;p75"/>
                <p:cNvSpPr/>
                <p:nvPr/>
              </p:nvSpPr>
              <p:spPr>
                <a:xfrm>
                  <a:off x="5177699" y="349211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6" y="1"/>
                      </a:moveTo>
                      <a:cubicBezTo>
                        <a:pt x="2232" y="1"/>
                        <a:pt x="1717" y="188"/>
                        <a:pt x="1295" y="606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93" y="1"/>
                        <a:pt x="273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9" name="Google Shape;3889;p75"/>
                <p:cNvSpPr/>
                <p:nvPr/>
              </p:nvSpPr>
              <p:spPr>
                <a:xfrm>
                  <a:off x="5192823" y="350182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0" name="Google Shape;3890;p75"/>
              <p:cNvGrpSpPr/>
              <p:nvPr/>
            </p:nvGrpSpPr>
            <p:grpSpPr>
              <a:xfrm>
                <a:off x="5349431" y="3622346"/>
                <a:ext cx="37870" cy="32380"/>
                <a:chOff x="5349431" y="3622346"/>
                <a:chExt cx="37870" cy="32380"/>
              </a:xfrm>
            </p:grpSpPr>
            <p:sp>
              <p:nvSpPr>
                <p:cNvPr id="3891" name="Google Shape;3891;p75"/>
                <p:cNvSpPr/>
                <p:nvPr/>
              </p:nvSpPr>
              <p:spPr>
                <a:xfrm>
                  <a:off x="5349431" y="3622346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0" y="0"/>
                      </a:moveTo>
                      <a:cubicBezTo>
                        <a:pt x="2232" y="0"/>
                        <a:pt x="1714" y="189"/>
                        <a:pt x="1295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83" y="4116"/>
                        <a:pt x="4815" y="3197"/>
                        <a:pt x="4815" y="2060"/>
                      </a:cubicBezTo>
                      <a:cubicBezTo>
                        <a:pt x="4815" y="817"/>
                        <a:pt x="3798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2" name="Google Shape;3892;p75"/>
                <p:cNvSpPr/>
                <p:nvPr/>
              </p:nvSpPr>
              <p:spPr>
                <a:xfrm>
                  <a:off x="5362369" y="3632075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34" y="0"/>
                      </a:moveTo>
                      <a:cubicBezTo>
                        <a:pt x="1127" y="0"/>
                        <a:pt x="1120" y="0"/>
                        <a:pt x="1113" y="0"/>
                      </a:cubicBezTo>
                      <a:cubicBezTo>
                        <a:pt x="363" y="0"/>
                        <a:pt x="0" y="883"/>
                        <a:pt x="521" y="1416"/>
                      </a:cubicBezTo>
                      <a:cubicBezTo>
                        <a:pt x="691" y="1583"/>
                        <a:pt x="899" y="1657"/>
                        <a:pt x="1101" y="1657"/>
                      </a:cubicBezTo>
                      <a:cubicBezTo>
                        <a:pt x="1529" y="1657"/>
                        <a:pt x="1936" y="1324"/>
                        <a:pt x="1936" y="823"/>
                      </a:cubicBezTo>
                      <a:cubicBezTo>
                        <a:pt x="1936" y="370"/>
                        <a:pt x="1573" y="0"/>
                        <a:pt x="113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3" name="Google Shape;3893;p75"/>
              <p:cNvGrpSpPr/>
              <p:nvPr/>
            </p:nvGrpSpPr>
            <p:grpSpPr>
              <a:xfrm>
                <a:off x="5068855" y="3563980"/>
                <a:ext cx="53954" cy="46223"/>
                <a:chOff x="5068855" y="3563980"/>
                <a:chExt cx="53954" cy="46223"/>
              </a:xfrm>
            </p:grpSpPr>
            <p:sp>
              <p:nvSpPr>
                <p:cNvPr id="3894" name="Google Shape;3894;p75"/>
                <p:cNvSpPr/>
                <p:nvPr/>
              </p:nvSpPr>
              <p:spPr>
                <a:xfrm>
                  <a:off x="5068855" y="3563980"/>
                  <a:ext cx="53954" cy="4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" h="5877" extrusionOk="0">
                      <a:moveTo>
                        <a:pt x="3909" y="0"/>
                      </a:moveTo>
                      <a:cubicBezTo>
                        <a:pt x="3187" y="0"/>
                        <a:pt x="2451" y="269"/>
                        <a:pt x="1852" y="868"/>
                      </a:cubicBezTo>
                      <a:cubicBezTo>
                        <a:pt x="1" y="2719"/>
                        <a:pt x="1307" y="5876"/>
                        <a:pt x="3920" y="5876"/>
                      </a:cubicBezTo>
                      <a:cubicBezTo>
                        <a:pt x="5541" y="5876"/>
                        <a:pt x="6848" y="4558"/>
                        <a:pt x="6860" y="2937"/>
                      </a:cubicBezTo>
                      <a:cubicBezTo>
                        <a:pt x="6860" y="1170"/>
                        <a:pt x="5416" y="0"/>
                        <a:pt x="390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5" name="Google Shape;3895;p75"/>
                <p:cNvSpPr/>
                <p:nvPr/>
              </p:nvSpPr>
              <p:spPr>
                <a:xfrm>
                  <a:off x="5086268" y="3573654"/>
                  <a:ext cx="26835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13" extrusionOk="0">
                      <a:moveTo>
                        <a:pt x="1706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12"/>
                        <a:pt x="1706" y="3412"/>
                      </a:cubicBezTo>
                      <a:cubicBezTo>
                        <a:pt x="2650" y="3412"/>
                        <a:pt x="3412" y="2650"/>
                        <a:pt x="3412" y="1707"/>
                      </a:cubicBezTo>
                      <a:cubicBezTo>
                        <a:pt x="3412" y="763"/>
                        <a:pt x="2650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6" name="Google Shape;3896;p75"/>
              <p:cNvGrpSpPr/>
              <p:nvPr/>
            </p:nvGrpSpPr>
            <p:grpSpPr>
              <a:xfrm>
                <a:off x="5037654" y="3392507"/>
                <a:ext cx="37870" cy="32451"/>
                <a:chOff x="5037654" y="3392507"/>
                <a:chExt cx="37870" cy="32451"/>
              </a:xfrm>
            </p:grpSpPr>
            <p:sp>
              <p:nvSpPr>
                <p:cNvPr id="3897" name="Google Shape;3897;p75"/>
                <p:cNvSpPr/>
                <p:nvPr/>
              </p:nvSpPr>
              <p:spPr>
                <a:xfrm>
                  <a:off x="5037654" y="3392507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1"/>
                      </a:moveTo>
                      <a:cubicBezTo>
                        <a:pt x="2238" y="1"/>
                        <a:pt x="1724" y="188"/>
                        <a:pt x="1307" y="606"/>
                      </a:cubicBezTo>
                      <a:cubicBezTo>
                        <a:pt x="0" y="1912"/>
                        <a:pt x="919" y="4126"/>
                        <a:pt x="2758" y="4126"/>
                      </a:cubicBezTo>
                      <a:cubicBezTo>
                        <a:pt x="3895" y="4114"/>
                        <a:pt x="4815" y="3194"/>
                        <a:pt x="4815" y="2069"/>
                      </a:cubicBezTo>
                      <a:cubicBezTo>
                        <a:pt x="4815" y="824"/>
                        <a:pt x="3799" y="1"/>
                        <a:pt x="274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8" name="Google Shape;3898;p75"/>
                <p:cNvSpPr/>
                <p:nvPr/>
              </p:nvSpPr>
              <p:spPr>
                <a:xfrm>
                  <a:off x="5050592" y="340221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9" name="Google Shape;3899;p75"/>
              <p:cNvGrpSpPr/>
              <p:nvPr/>
            </p:nvGrpSpPr>
            <p:grpSpPr>
              <a:xfrm>
                <a:off x="5456560" y="3368629"/>
                <a:ext cx="37870" cy="32451"/>
                <a:chOff x="5456560" y="3368629"/>
                <a:chExt cx="37870" cy="32451"/>
              </a:xfrm>
            </p:grpSpPr>
            <p:sp>
              <p:nvSpPr>
                <p:cNvPr id="3900" name="Google Shape;3900;p75"/>
                <p:cNvSpPr/>
                <p:nvPr/>
              </p:nvSpPr>
              <p:spPr>
                <a:xfrm>
                  <a:off x="5456560" y="3368629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0"/>
                      </a:moveTo>
                      <a:cubicBezTo>
                        <a:pt x="2238" y="0"/>
                        <a:pt x="1724" y="187"/>
                        <a:pt x="1307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95" y="4113"/>
                        <a:pt x="4815" y="3194"/>
                        <a:pt x="4815" y="2069"/>
                      </a:cubicBezTo>
                      <a:cubicBezTo>
                        <a:pt x="4815" y="824"/>
                        <a:pt x="3800" y="0"/>
                        <a:pt x="27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1" name="Google Shape;3901;p75"/>
                <p:cNvSpPr/>
                <p:nvPr/>
              </p:nvSpPr>
              <p:spPr>
                <a:xfrm>
                  <a:off x="5469498" y="3378334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0" y="1416"/>
                      </a:cubicBezTo>
                      <a:cubicBezTo>
                        <a:pt x="693" y="1585"/>
                        <a:pt x="903" y="1660"/>
                        <a:pt x="1108" y="1660"/>
                      </a:cubicBezTo>
                      <a:cubicBezTo>
                        <a:pt x="1533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2" name="Google Shape;3902;p75"/>
              <p:cNvGrpSpPr/>
              <p:nvPr/>
            </p:nvGrpSpPr>
            <p:grpSpPr>
              <a:xfrm>
                <a:off x="4755749" y="3501516"/>
                <a:ext cx="46246" cy="39608"/>
                <a:chOff x="4755749" y="3501516"/>
                <a:chExt cx="46246" cy="39608"/>
              </a:xfrm>
            </p:grpSpPr>
            <p:sp>
              <p:nvSpPr>
                <p:cNvPr id="3903" name="Google Shape;3903;p75"/>
                <p:cNvSpPr/>
                <p:nvPr/>
              </p:nvSpPr>
              <p:spPr>
                <a:xfrm>
                  <a:off x="4755749" y="3501516"/>
                  <a:ext cx="46246" cy="39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0" h="5036" extrusionOk="0">
                      <a:moveTo>
                        <a:pt x="3345" y="0"/>
                      </a:moveTo>
                      <a:cubicBezTo>
                        <a:pt x="2727" y="0"/>
                        <a:pt x="2097" y="229"/>
                        <a:pt x="1585" y="741"/>
                      </a:cubicBezTo>
                      <a:cubicBezTo>
                        <a:pt x="0" y="2326"/>
                        <a:pt x="1125" y="5036"/>
                        <a:pt x="3363" y="5036"/>
                      </a:cubicBezTo>
                      <a:cubicBezTo>
                        <a:pt x="4754" y="5036"/>
                        <a:pt x="5879" y="3911"/>
                        <a:pt x="5879" y="2520"/>
                      </a:cubicBezTo>
                      <a:cubicBezTo>
                        <a:pt x="5879" y="1005"/>
                        <a:pt x="4638" y="0"/>
                        <a:pt x="334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4" name="Google Shape;3904;p75"/>
                <p:cNvSpPr/>
                <p:nvPr/>
              </p:nvSpPr>
              <p:spPr>
                <a:xfrm>
                  <a:off x="4768687" y="3511245"/>
                  <a:ext cx="23697" cy="20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" h="2571" extrusionOk="0">
                      <a:moveTo>
                        <a:pt x="1718" y="0"/>
                      </a:moveTo>
                      <a:cubicBezTo>
                        <a:pt x="569" y="0"/>
                        <a:pt x="0" y="1379"/>
                        <a:pt x="811" y="2190"/>
                      </a:cubicBezTo>
                      <a:cubicBezTo>
                        <a:pt x="1074" y="2453"/>
                        <a:pt x="1398" y="2571"/>
                        <a:pt x="1715" y="2571"/>
                      </a:cubicBezTo>
                      <a:cubicBezTo>
                        <a:pt x="2377" y="2571"/>
                        <a:pt x="3013" y="2059"/>
                        <a:pt x="3013" y="1283"/>
                      </a:cubicBezTo>
                      <a:cubicBezTo>
                        <a:pt x="3013" y="581"/>
                        <a:pt x="2432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5" name="Google Shape;3905;p75"/>
              <p:cNvGrpSpPr/>
              <p:nvPr/>
            </p:nvGrpSpPr>
            <p:grpSpPr>
              <a:xfrm>
                <a:off x="4681346" y="3485582"/>
                <a:ext cx="37783" cy="32427"/>
                <a:chOff x="4681346" y="3485582"/>
                <a:chExt cx="37783" cy="32427"/>
              </a:xfrm>
            </p:grpSpPr>
            <p:sp>
              <p:nvSpPr>
                <p:cNvPr id="3906" name="Google Shape;3906;p75"/>
                <p:cNvSpPr/>
                <p:nvPr/>
              </p:nvSpPr>
              <p:spPr>
                <a:xfrm>
                  <a:off x="4681346" y="3485582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1" y="1"/>
                        <a:pt x="1715" y="191"/>
                        <a:pt x="1295" y="614"/>
                      </a:cubicBezTo>
                      <a:cubicBezTo>
                        <a:pt x="1" y="1909"/>
                        <a:pt x="920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7" name="Google Shape;3907;p75"/>
                <p:cNvSpPr/>
                <p:nvPr/>
              </p:nvSpPr>
              <p:spPr>
                <a:xfrm>
                  <a:off x="4696479" y="34952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7"/>
                        <a:pt x="823" y="1657"/>
                      </a:cubicBezTo>
                      <a:cubicBezTo>
                        <a:pt x="1282" y="1657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8" name="Google Shape;3908;p75"/>
              <p:cNvGrpSpPr/>
              <p:nvPr/>
            </p:nvGrpSpPr>
            <p:grpSpPr>
              <a:xfrm>
                <a:off x="4767067" y="3291088"/>
                <a:ext cx="37878" cy="32451"/>
                <a:chOff x="4767067" y="3291088"/>
                <a:chExt cx="37878" cy="32451"/>
              </a:xfrm>
            </p:grpSpPr>
            <p:sp>
              <p:nvSpPr>
                <p:cNvPr id="3909" name="Google Shape;3909;p75"/>
                <p:cNvSpPr/>
                <p:nvPr/>
              </p:nvSpPr>
              <p:spPr>
                <a:xfrm>
                  <a:off x="4767067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75"/>
                <p:cNvSpPr/>
                <p:nvPr/>
              </p:nvSpPr>
              <p:spPr>
                <a:xfrm>
                  <a:off x="4780036" y="3300888"/>
                  <a:ext cx="15203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1654" extrusionOk="0">
                      <a:moveTo>
                        <a:pt x="1131" y="0"/>
                      </a:moveTo>
                      <a:cubicBezTo>
                        <a:pt x="1124" y="0"/>
                        <a:pt x="1117" y="0"/>
                        <a:pt x="1110" y="1"/>
                      </a:cubicBezTo>
                      <a:cubicBezTo>
                        <a:pt x="1105" y="0"/>
                        <a:pt x="1100" y="0"/>
                        <a:pt x="1095" y="0"/>
                      </a:cubicBezTo>
                      <a:cubicBezTo>
                        <a:pt x="367" y="0"/>
                        <a:pt x="0" y="887"/>
                        <a:pt x="517" y="1404"/>
                      </a:cubicBezTo>
                      <a:cubicBezTo>
                        <a:pt x="686" y="1577"/>
                        <a:pt x="895" y="1654"/>
                        <a:pt x="1100" y="1654"/>
                      </a:cubicBezTo>
                      <a:cubicBezTo>
                        <a:pt x="1525" y="1654"/>
                        <a:pt x="1932" y="1321"/>
                        <a:pt x="1932" y="823"/>
                      </a:cubicBezTo>
                      <a:cubicBezTo>
                        <a:pt x="1932" y="371"/>
                        <a:pt x="1569" y="0"/>
                        <a:pt x="113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11" name="Google Shape;3911;p75"/>
              <p:cNvGrpSpPr/>
              <p:nvPr/>
            </p:nvGrpSpPr>
            <p:grpSpPr>
              <a:xfrm>
                <a:off x="4687819" y="3405539"/>
                <a:ext cx="37776" cy="32451"/>
                <a:chOff x="4687819" y="3405539"/>
                <a:chExt cx="37776" cy="32451"/>
              </a:xfrm>
            </p:grpSpPr>
            <p:sp>
              <p:nvSpPr>
                <p:cNvPr id="3912" name="Google Shape;3912;p75"/>
                <p:cNvSpPr/>
                <p:nvPr/>
              </p:nvSpPr>
              <p:spPr>
                <a:xfrm>
                  <a:off x="4687819" y="3405539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12"/>
                        <a:pt x="920" y="4126"/>
                        <a:pt x="2758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75"/>
                <p:cNvSpPr/>
                <p:nvPr/>
              </p:nvSpPr>
              <p:spPr>
                <a:xfrm>
                  <a:off x="4702944" y="341524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6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6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14" name="Google Shape;3914;p75"/>
              <p:cNvGrpSpPr/>
              <p:nvPr/>
            </p:nvGrpSpPr>
            <p:grpSpPr>
              <a:xfrm>
                <a:off x="4923101" y="3444809"/>
                <a:ext cx="52813" cy="45318"/>
                <a:chOff x="4923101" y="3444809"/>
                <a:chExt cx="52813" cy="45318"/>
              </a:xfrm>
            </p:grpSpPr>
            <p:sp>
              <p:nvSpPr>
                <p:cNvPr id="3915" name="Google Shape;3915;p75"/>
                <p:cNvSpPr/>
                <p:nvPr/>
              </p:nvSpPr>
              <p:spPr>
                <a:xfrm>
                  <a:off x="4923101" y="3444809"/>
                  <a:ext cx="52813" cy="4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5" h="5762" extrusionOk="0">
                      <a:moveTo>
                        <a:pt x="3823" y="1"/>
                      </a:moveTo>
                      <a:cubicBezTo>
                        <a:pt x="3117" y="1"/>
                        <a:pt x="2398" y="263"/>
                        <a:pt x="1815" y="851"/>
                      </a:cubicBezTo>
                      <a:cubicBezTo>
                        <a:pt x="1" y="2665"/>
                        <a:pt x="1283" y="5762"/>
                        <a:pt x="3847" y="5762"/>
                      </a:cubicBezTo>
                      <a:cubicBezTo>
                        <a:pt x="5432" y="5762"/>
                        <a:pt x="6714" y="4468"/>
                        <a:pt x="6714" y="2883"/>
                      </a:cubicBezTo>
                      <a:cubicBezTo>
                        <a:pt x="6714" y="1148"/>
                        <a:pt x="5298" y="1"/>
                        <a:pt x="382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6" name="Google Shape;3916;p75"/>
                <p:cNvSpPr/>
                <p:nvPr/>
              </p:nvSpPr>
              <p:spPr>
                <a:xfrm>
                  <a:off x="4936039" y="3454538"/>
                  <a:ext cx="30265" cy="2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" h="3295" extrusionOk="0">
                      <a:moveTo>
                        <a:pt x="2202" y="1"/>
                      </a:moveTo>
                      <a:cubicBezTo>
                        <a:pt x="727" y="1"/>
                        <a:pt x="1" y="1779"/>
                        <a:pt x="1029" y="2807"/>
                      </a:cubicBezTo>
                      <a:cubicBezTo>
                        <a:pt x="1365" y="3144"/>
                        <a:pt x="1779" y="3294"/>
                        <a:pt x="2185" y="3294"/>
                      </a:cubicBezTo>
                      <a:cubicBezTo>
                        <a:pt x="3034" y="3294"/>
                        <a:pt x="3847" y="2636"/>
                        <a:pt x="3847" y="1646"/>
                      </a:cubicBezTo>
                      <a:cubicBezTo>
                        <a:pt x="3847" y="739"/>
                        <a:pt x="3110" y="1"/>
                        <a:pt x="22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17" name="Google Shape;3917;p75"/>
              <p:cNvGrpSpPr/>
              <p:nvPr/>
            </p:nvGrpSpPr>
            <p:grpSpPr>
              <a:xfrm>
                <a:off x="4846040" y="3654750"/>
                <a:ext cx="31405" cy="26993"/>
                <a:chOff x="4846040" y="3654750"/>
                <a:chExt cx="31405" cy="26993"/>
              </a:xfrm>
            </p:grpSpPr>
            <p:sp>
              <p:nvSpPr>
                <p:cNvPr id="3918" name="Google Shape;3918;p75"/>
                <p:cNvSpPr/>
                <p:nvPr/>
              </p:nvSpPr>
              <p:spPr>
                <a:xfrm>
                  <a:off x="4846040" y="3654750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32"/>
                        <a:pt x="2274" y="3432"/>
                      </a:cubicBezTo>
                      <a:cubicBezTo>
                        <a:pt x="3218" y="3432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75"/>
                <p:cNvSpPr/>
                <p:nvPr/>
              </p:nvSpPr>
              <p:spPr>
                <a:xfrm>
                  <a:off x="4858883" y="3664424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35"/>
                      </a:cubicBezTo>
                      <a:cubicBezTo>
                        <a:pt x="400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0" name="Google Shape;3920;p75"/>
              <p:cNvGrpSpPr/>
              <p:nvPr/>
            </p:nvGrpSpPr>
            <p:grpSpPr>
              <a:xfrm>
                <a:off x="4925673" y="3691700"/>
                <a:ext cx="40253" cy="34472"/>
                <a:chOff x="4925673" y="3691700"/>
                <a:chExt cx="40253" cy="34472"/>
              </a:xfrm>
            </p:grpSpPr>
            <p:sp>
              <p:nvSpPr>
                <p:cNvPr id="3921" name="Google Shape;3921;p75"/>
                <p:cNvSpPr/>
                <p:nvPr/>
              </p:nvSpPr>
              <p:spPr>
                <a:xfrm>
                  <a:off x="4925673" y="3691700"/>
                  <a:ext cx="40253" cy="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83" extrusionOk="0">
                      <a:moveTo>
                        <a:pt x="2908" y="0"/>
                      </a:moveTo>
                      <a:cubicBezTo>
                        <a:pt x="2371" y="0"/>
                        <a:pt x="1825" y="200"/>
                        <a:pt x="1379" y="645"/>
                      </a:cubicBezTo>
                      <a:cubicBezTo>
                        <a:pt x="0" y="2024"/>
                        <a:pt x="968" y="4383"/>
                        <a:pt x="2915" y="4383"/>
                      </a:cubicBezTo>
                      <a:cubicBezTo>
                        <a:pt x="4125" y="4383"/>
                        <a:pt x="5105" y="3403"/>
                        <a:pt x="5117" y="2193"/>
                      </a:cubicBezTo>
                      <a:cubicBezTo>
                        <a:pt x="5109" y="875"/>
                        <a:pt x="4031" y="0"/>
                        <a:pt x="29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75"/>
                <p:cNvSpPr/>
                <p:nvPr/>
              </p:nvSpPr>
              <p:spPr>
                <a:xfrm>
                  <a:off x="4938516" y="3701334"/>
                  <a:ext cx="17704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1931" extrusionOk="0">
                      <a:moveTo>
                        <a:pt x="1295" y="1"/>
                      </a:moveTo>
                      <a:cubicBezTo>
                        <a:pt x="436" y="1"/>
                        <a:pt x="0" y="1041"/>
                        <a:pt x="605" y="1646"/>
                      </a:cubicBezTo>
                      <a:cubicBezTo>
                        <a:pt x="801" y="1842"/>
                        <a:pt x="1043" y="1930"/>
                        <a:pt x="1281" y="1930"/>
                      </a:cubicBezTo>
                      <a:cubicBezTo>
                        <a:pt x="1775" y="1930"/>
                        <a:pt x="2250" y="1549"/>
                        <a:pt x="2250" y="968"/>
                      </a:cubicBezTo>
                      <a:cubicBezTo>
                        <a:pt x="2250" y="436"/>
                        <a:pt x="1827" y="1"/>
                        <a:pt x="129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3" name="Google Shape;3923;p75"/>
              <p:cNvGrpSpPr/>
              <p:nvPr/>
            </p:nvGrpSpPr>
            <p:grpSpPr>
              <a:xfrm>
                <a:off x="4894653" y="3740848"/>
                <a:ext cx="31405" cy="26906"/>
                <a:chOff x="4894653" y="3740848"/>
                <a:chExt cx="31405" cy="26906"/>
              </a:xfrm>
            </p:grpSpPr>
            <p:sp>
              <p:nvSpPr>
                <p:cNvPr id="3924" name="Google Shape;3924;p75"/>
                <p:cNvSpPr/>
                <p:nvPr/>
              </p:nvSpPr>
              <p:spPr>
                <a:xfrm>
                  <a:off x="4894653" y="3740848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5" name="Google Shape;3925;p75"/>
                <p:cNvSpPr/>
                <p:nvPr/>
              </p:nvSpPr>
              <p:spPr>
                <a:xfrm>
                  <a:off x="4907497" y="375052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6" y="922"/>
                        <a:pt x="531" y="967"/>
                        <a:pt x="652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6" name="Google Shape;3926;p75"/>
              <p:cNvGrpSpPr/>
              <p:nvPr/>
            </p:nvGrpSpPr>
            <p:grpSpPr>
              <a:xfrm>
                <a:off x="4962300" y="3696348"/>
                <a:ext cx="38255" cy="32773"/>
                <a:chOff x="4962300" y="3696348"/>
                <a:chExt cx="38255" cy="32773"/>
              </a:xfrm>
            </p:grpSpPr>
            <p:sp>
              <p:nvSpPr>
                <p:cNvPr id="3927" name="Google Shape;3927;p75"/>
                <p:cNvSpPr/>
                <p:nvPr/>
              </p:nvSpPr>
              <p:spPr>
                <a:xfrm>
                  <a:off x="4962300" y="3696348"/>
                  <a:ext cx="38255" cy="3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4167" extrusionOk="0">
                      <a:moveTo>
                        <a:pt x="2767" y="1"/>
                      </a:moveTo>
                      <a:cubicBezTo>
                        <a:pt x="2259" y="1"/>
                        <a:pt x="1740" y="189"/>
                        <a:pt x="1319" y="611"/>
                      </a:cubicBezTo>
                      <a:cubicBezTo>
                        <a:pt x="0" y="1929"/>
                        <a:pt x="932" y="4167"/>
                        <a:pt x="2783" y="4167"/>
                      </a:cubicBezTo>
                      <a:cubicBezTo>
                        <a:pt x="3932" y="4167"/>
                        <a:pt x="4863" y="3236"/>
                        <a:pt x="4863" y="2086"/>
                      </a:cubicBezTo>
                      <a:cubicBezTo>
                        <a:pt x="4863" y="833"/>
                        <a:pt x="3836" y="1"/>
                        <a:pt x="276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75"/>
                <p:cNvSpPr/>
                <p:nvPr/>
              </p:nvSpPr>
              <p:spPr>
                <a:xfrm>
                  <a:off x="4975238" y="3706093"/>
                  <a:ext cx="15612" cy="13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702" extrusionOk="0">
                      <a:moveTo>
                        <a:pt x="1138" y="1"/>
                      </a:moveTo>
                      <a:cubicBezTo>
                        <a:pt x="388" y="1"/>
                        <a:pt x="1" y="908"/>
                        <a:pt x="533" y="1452"/>
                      </a:cubicBezTo>
                      <a:cubicBezTo>
                        <a:pt x="709" y="1624"/>
                        <a:pt x="923" y="1702"/>
                        <a:pt x="1132" y="1702"/>
                      </a:cubicBezTo>
                      <a:cubicBezTo>
                        <a:pt x="1569" y="1702"/>
                        <a:pt x="1984" y="1363"/>
                        <a:pt x="1984" y="847"/>
                      </a:cubicBezTo>
                      <a:cubicBezTo>
                        <a:pt x="1984" y="376"/>
                        <a:pt x="1609" y="1"/>
                        <a:pt x="113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9" name="Google Shape;3929;p75"/>
              <p:cNvGrpSpPr/>
              <p:nvPr/>
            </p:nvGrpSpPr>
            <p:grpSpPr>
              <a:xfrm>
                <a:off x="4980185" y="3743349"/>
                <a:ext cx="31499" cy="26969"/>
                <a:chOff x="4980185" y="3743349"/>
                <a:chExt cx="31499" cy="26969"/>
              </a:xfrm>
            </p:grpSpPr>
            <p:sp>
              <p:nvSpPr>
                <p:cNvPr id="3930" name="Google Shape;3930;p75"/>
                <p:cNvSpPr/>
                <p:nvPr/>
              </p:nvSpPr>
              <p:spPr>
                <a:xfrm>
                  <a:off x="4980185" y="3743349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74" y="0"/>
                      </a:moveTo>
                      <a:cubicBezTo>
                        <a:pt x="1855" y="0"/>
                        <a:pt x="1427" y="155"/>
                        <a:pt x="1077" y="501"/>
                      </a:cubicBezTo>
                      <a:cubicBezTo>
                        <a:pt x="1" y="1578"/>
                        <a:pt x="763" y="3429"/>
                        <a:pt x="2287" y="3429"/>
                      </a:cubicBezTo>
                      <a:cubicBezTo>
                        <a:pt x="3230" y="3429"/>
                        <a:pt x="3993" y="2667"/>
                        <a:pt x="4005" y="1723"/>
                      </a:cubicBezTo>
                      <a:cubicBezTo>
                        <a:pt x="4005" y="689"/>
                        <a:pt x="3158" y="0"/>
                        <a:pt x="227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75"/>
                <p:cNvSpPr/>
                <p:nvPr/>
              </p:nvSpPr>
              <p:spPr>
                <a:xfrm>
                  <a:off x="4993123" y="3753094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2" name="Google Shape;3932;p75"/>
              <p:cNvGrpSpPr/>
              <p:nvPr/>
            </p:nvGrpSpPr>
            <p:grpSpPr>
              <a:xfrm>
                <a:off x="5013768" y="3734312"/>
                <a:ext cx="31499" cy="26969"/>
                <a:chOff x="5013768" y="3734312"/>
                <a:chExt cx="31499" cy="26969"/>
              </a:xfrm>
            </p:grpSpPr>
            <p:sp>
              <p:nvSpPr>
                <p:cNvPr id="3933" name="Google Shape;3933;p75"/>
                <p:cNvSpPr/>
                <p:nvPr/>
              </p:nvSpPr>
              <p:spPr>
                <a:xfrm>
                  <a:off x="5013768" y="3734312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81" y="1"/>
                      </a:moveTo>
                      <a:cubicBezTo>
                        <a:pt x="1858" y="1"/>
                        <a:pt x="1428" y="159"/>
                        <a:pt x="1077" y="513"/>
                      </a:cubicBezTo>
                      <a:cubicBezTo>
                        <a:pt x="1" y="1590"/>
                        <a:pt x="775" y="3429"/>
                        <a:pt x="2299" y="3429"/>
                      </a:cubicBezTo>
                      <a:cubicBezTo>
                        <a:pt x="3231" y="3417"/>
                        <a:pt x="3993" y="2655"/>
                        <a:pt x="4005" y="1711"/>
                      </a:cubicBezTo>
                      <a:cubicBezTo>
                        <a:pt x="3997" y="682"/>
                        <a:pt x="3157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75"/>
                <p:cNvSpPr/>
                <p:nvPr/>
              </p:nvSpPr>
              <p:spPr>
                <a:xfrm>
                  <a:off x="5028043" y="3743963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5" name="Google Shape;3935;p75"/>
              <p:cNvGrpSpPr/>
              <p:nvPr/>
            </p:nvGrpSpPr>
            <p:grpSpPr>
              <a:xfrm>
                <a:off x="5036703" y="3764545"/>
                <a:ext cx="31499" cy="26898"/>
                <a:chOff x="5036703" y="3764545"/>
                <a:chExt cx="31499" cy="26898"/>
              </a:xfrm>
            </p:grpSpPr>
            <p:sp>
              <p:nvSpPr>
                <p:cNvPr id="3936" name="Google Shape;3936;p75"/>
                <p:cNvSpPr/>
                <p:nvPr/>
              </p:nvSpPr>
              <p:spPr>
                <a:xfrm>
                  <a:off x="503670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19"/>
                        <a:pt x="2298" y="3419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75"/>
                <p:cNvSpPr/>
                <p:nvPr/>
              </p:nvSpPr>
              <p:spPr>
                <a:xfrm>
                  <a:off x="5049641" y="377421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8" name="Google Shape;3938;p75"/>
              <p:cNvGrpSpPr/>
              <p:nvPr/>
            </p:nvGrpSpPr>
            <p:grpSpPr>
              <a:xfrm>
                <a:off x="4953546" y="3768352"/>
                <a:ext cx="31405" cy="26898"/>
                <a:chOff x="4953546" y="3768352"/>
                <a:chExt cx="31405" cy="26898"/>
              </a:xfrm>
            </p:grpSpPr>
            <p:sp>
              <p:nvSpPr>
                <p:cNvPr id="3939" name="Google Shape;3939;p75"/>
                <p:cNvSpPr/>
                <p:nvPr/>
              </p:nvSpPr>
              <p:spPr>
                <a:xfrm>
                  <a:off x="4953546" y="376835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1" y="0"/>
                      </a:moveTo>
                      <a:cubicBezTo>
                        <a:pt x="1852" y="0"/>
                        <a:pt x="1425" y="156"/>
                        <a:pt x="1077" y="504"/>
                      </a:cubicBezTo>
                      <a:cubicBezTo>
                        <a:pt x="1" y="1581"/>
                        <a:pt x="751" y="3419"/>
                        <a:pt x="2287" y="3419"/>
                      </a:cubicBezTo>
                      <a:cubicBezTo>
                        <a:pt x="3218" y="3419"/>
                        <a:pt x="3992" y="2657"/>
                        <a:pt x="3992" y="1726"/>
                      </a:cubicBezTo>
                      <a:cubicBezTo>
                        <a:pt x="3992" y="686"/>
                        <a:pt x="3150" y="0"/>
                        <a:pt x="227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75"/>
                <p:cNvSpPr/>
                <p:nvPr/>
              </p:nvSpPr>
              <p:spPr>
                <a:xfrm>
                  <a:off x="4966390" y="3778018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33"/>
                        <a:pt x="303" y="835"/>
                      </a:cubicBezTo>
                      <a:cubicBezTo>
                        <a:pt x="404" y="933"/>
                        <a:pt x="527" y="976"/>
                        <a:pt x="647" y="976"/>
                      </a:cubicBezTo>
                      <a:cubicBezTo>
                        <a:pt x="899" y="976"/>
                        <a:pt x="1138" y="784"/>
                        <a:pt x="1138" y="497"/>
                      </a:cubicBezTo>
                      <a:cubicBezTo>
                        <a:pt x="1138" y="218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41" name="Google Shape;3941;p75"/>
              <p:cNvGrpSpPr/>
              <p:nvPr/>
            </p:nvGrpSpPr>
            <p:grpSpPr>
              <a:xfrm>
                <a:off x="4964770" y="3814016"/>
                <a:ext cx="31499" cy="26993"/>
                <a:chOff x="4964770" y="3814016"/>
                <a:chExt cx="31499" cy="26993"/>
              </a:xfrm>
            </p:grpSpPr>
            <p:sp>
              <p:nvSpPr>
                <p:cNvPr id="3942" name="Google Shape;3942;p75"/>
                <p:cNvSpPr/>
                <p:nvPr/>
              </p:nvSpPr>
              <p:spPr>
                <a:xfrm>
                  <a:off x="4964770" y="3814016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75"/>
                <p:cNvSpPr/>
                <p:nvPr/>
              </p:nvSpPr>
              <p:spPr>
                <a:xfrm>
                  <a:off x="4977715" y="3823690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35"/>
                      </a:cubicBezTo>
                      <a:cubicBezTo>
                        <a:pt x="399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44" name="Google Shape;3944;p75"/>
              <p:cNvGrpSpPr/>
              <p:nvPr/>
            </p:nvGrpSpPr>
            <p:grpSpPr>
              <a:xfrm>
                <a:off x="4923290" y="3800504"/>
                <a:ext cx="31468" cy="26898"/>
                <a:chOff x="4923290" y="3800504"/>
                <a:chExt cx="31468" cy="26898"/>
              </a:xfrm>
            </p:grpSpPr>
            <p:sp>
              <p:nvSpPr>
                <p:cNvPr id="3945" name="Google Shape;3945;p75"/>
                <p:cNvSpPr/>
                <p:nvPr/>
              </p:nvSpPr>
              <p:spPr>
                <a:xfrm>
                  <a:off x="4923290" y="3800504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6" y="1"/>
                      </a:moveTo>
                      <a:cubicBezTo>
                        <a:pt x="1855" y="1"/>
                        <a:pt x="1426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4001" y="683"/>
                        <a:pt x="3156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75"/>
                <p:cNvSpPr/>
                <p:nvPr/>
              </p:nvSpPr>
              <p:spPr>
                <a:xfrm>
                  <a:off x="4937470" y="381017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47" name="Google Shape;3947;p75"/>
              <p:cNvGrpSpPr/>
              <p:nvPr/>
            </p:nvGrpSpPr>
            <p:grpSpPr>
              <a:xfrm>
                <a:off x="5108534" y="3650943"/>
                <a:ext cx="31405" cy="26993"/>
                <a:chOff x="5108534" y="3650943"/>
                <a:chExt cx="31405" cy="26993"/>
              </a:xfrm>
            </p:grpSpPr>
            <p:sp>
              <p:nvSpPr>
                <p:cNvPr id="3948" name="Google Shape;3948;p75"/>
                <p:cNvSpPr/>
                <p:nvPr/>
              </p:nvSpPr>
              <p:spPr>
                <a:xfrm>
                  <a:off x="5108534" y="365094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75"/>
                <p:cNvSpPr/>
                <p:nvPr/>
              </p:nvSpPr>
              <p:spPr>
                <a:xfrm>
                  <a:off x="5122707" y="366061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50" name="Google Shape;3950;p75"/>
              <p:cNvGrpSpPr/>
              <p:nvPr/>
            </p:nvGrpSpPr>
            <p:grpSpPr>
              <a:xfrm>
                <a:off x="5119380" y="3760739"/>
                <a:ext cx="31499" cy="26993"/>
                <a:chOff x="5119380" y="3760739"/>
                <a:chExt cx="31499" cy="26993"/>
              </a:xfrm>
            </p:grpSpPr>
            <p:sp>
              <p:nvSpPr>
                <p:cNvPr id="3951" name="Google Shape;3951;p75"/>
                <p:cNvSpPr/>
                <p:nvPr/>
              </p:nvSpPr>
              <p:spPr>
                <a:xfrm>
                  <a:off x="5119380" y="3760739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75"/>
                <p:cNvSpPr/>
                <p:nvPr/>
              </p:nvSpPr>
              <p:spPr>
                <a:xfrm>
                  <a:off x="5132318" y="3770405"/>
                  <a:ext cx="8856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3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0" y="972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53" name="Google Shape;3953;p75"/>
              <p:cNvGrpSpPr/>
              <p:nvPr/>
            </p:nvGrpSpPr>
            <p:grpSpPr>
              <a:xfrm>
                <a:off x="5119380" y="3788235"/>
                <a:ext cx="31499" cy="26993"/>
                <a:chOff x="5119380" y="3788235"/>
                <a:chExt cx="31499" cy="26993"/>
              </a:xfrm>
            </p:grpSpPr>
            <p:sp>
              <p:nvSpPr>
                <p:cNvPr id="3954" name="Google Shape;3954;p75"/>
                <p:cNvSpPr/>
                <p:nvPr/>
              </p:nvSpPr>
              <p:spPr>
                <a:xfrm>
                  <a:off x="5119380" y="378823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19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75"/>
                <p:cNvSpPr/>
                <p:nvPr/>
              </p:nvSpPr>
              <p:spPr>
                <a:xfrm>
                  <a:off x="5132318" y="379790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56" name="Google Shape;3956;p75"/>
              <p:cNvGrpSpPr/>
              <p:nvPr/>
            </p:nvGrpSpPr>
            <p:grpSpPr>
              <a:xfrm>
                <a:off x="5158005" y="3875284"/>
                <a:ext cx="31405" cy="27001"/>
                <a:chOff x="5158005" y="3875284"/>
                <a:chExt cx="31405" cy="27001"/>
              </a:xfrm>
            </p:grpSpPr>
            <p:sp>
              <p:nvSpPr>
                <p:cNvPr id="3957" name="Google Shape;3957;p75"/>
                <p:cNvSpPr/>
                <p:nvPr/>
              </p:nvSpPr>
              <p:spPr>
                <a:xfrm>
                  <a:off x="5158005" y="3875284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75"/>
                <p:cNvSpPr/>
                <p:nvPr/>
              </p:nvSpPr>
              <p:spPr>
                <a:xfrm>
                  <a:off x="5170848" y="3884958"/>
                  <a:ext cx="8950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2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6" y="926"/>
                        <a:pt x="531" y="972"/>
                        <a:pt x="652" y="972"/>
                      </a:cubicBezTo>
                      <a:cubicBezTo>
                        <a:pt x="902" y="972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59" name="Google Shape;3959;p75"/>
              <p:cNvGrpSpPr/>
              <p:nvPr/>
            </p:nvGrpSpPr>
            <p:grpSpPr>
              <a:xfrm>
                <a:off x="5233163" y="3764545"/>
                <a:ext cx="31499" cy="26898"/>
                <a:chOff x="5233163" y="3764545"/>
                <a:chExt cx="31499" cy="26898"/>
              </a:xfrm>
            </p:grpSpPr>
            <p:sp>
              <p:nvSpPr>
                <p:cNvPr id="3960" name="Google Shape;3960;p75"/>
                <p:cNvSpPr/>
                <p:nvPr/>
              </p:nvSpPr>
              <p:spPr>
                <a:xfrm>
                  <a:off x="523316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2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75"/>
                <p:cNvSpPr/>
                <p:nvPr/>
              </p:nvSpPr>
              <p:spPr>
                <a:xfrm>
                  <a:off x="5246108" y="3774211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2" name="Google Shape;3962;p75"/>
              <p:cNvGrpSpPr/>
              <p:nvPr/>
            </p:nvGrpSpPr>
            <p:grpSpPr>
              <a:xfrm>
                <a:off x="5276168" y="3805545"/>
                <a:ext cx="31499" cy="26906"/>
                <a:chOff x="5276168" y="3805545"/>
                <a:chExt cx="31499" cy="26906"/>
              </a:xfrm>
            </p:grpSpPr>
            <p:sp>
              <p:nvSpPr>
                <p:cNvPr id="3963" name="Google Shape;3963;p75"/>
                <p:cNvSpPr/>
                <p:nvPr/>
              </p:nvSpPr>
              <p:spPr>
                <a:xfrm>
                  <a:off x="5276168" y="380554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1" y="1"/>
                      </a:moveTo>
                      <a:cubicBezTo>
                        <a:pt x="1860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75"/>
                <p:cNvSpPr/>
                <p:nvPr/>
              </p:nvSpPr>
              <p:spPr>
                <a:xfrm>
                  <a:off x="5289106" y="3815219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9" y="1"/>
                        <a:pt x="1" y="521"/>
                        <a:pt x="303" y="823"/>
                      </a:cubicBezTo>
                      <a:cubicBezTo>
                        <a:pt x="402" y="922"/>
                        <a:pt x="524" y="967"/>
                        <a:pt x="644" y="967"/>
                      </a:cubicBezTo>
                      <a:cubicBezTo>
                        <a:pt x="890" y="967"/>
                        <a:pt x="1126" y="778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5" name="Google Shape;3965;p75"/>
              <p:cNvGrpSpPr/>
              <p:nvPr/>
            </p:nvGrpSpPr>
            <p:grpSpPr>
              <a:xfrm>
                <a:off x="5294053" y="3851933"/>
                <a:ext cx="31405" cy="26945"/>
                <a:chOff x="5294053" y="3851933"/>
                <a:chExt cx="31405" cy="26945"/>
              </a:xfrm>
            </p:grpSpPr>
            <p:sp>
              <p:nvSpPr>
                <p:cNvPr id="3966" name="Google Shape;3966;p75"/>
                <p:cNvSpPr/>
                <p:nvPr/>
              </p:nvSpPr>
              <p:spPr>
                <a:xfrm>
                  <a:off x="5294053" y="3851933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4" y="1"/>
                        <a:pt x="1426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75"/>
                <p:cNvSpPr/>
                <p:nvPr/>
              </p:nvSpPr>
              <p:spPr>
                <a:xfrm>
                  <a:off x="5308234" y="386155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63"/>
                        <a:pt x="218" y="968"/>
                        <a:pt x="484" y="968"/>
                      </a:cubicBezTo>
                      <a:cubicBezTo>
                        <a:pt x="750" y="968"/>
                        <a:pt x="968" y="763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8" name="Google Shape;3968;p75"/>
              <p:cNvGrpSpPr/>
              <p:nvPr/>
            </p:nvGrpSpPr>
            <p:grpSpPr>
              <a:xfrm>
                <a:off x="5341723" y="3851902"/>
                <a:ext cx="31405" cy="26977"/>
                <a:chOff x="5341723" y="3851902"/>
                <a:chExt cx="31405" cy="26977"/>
              </a:xfrm>
            </p:grpSpPr>
            <p:sp>
              <p:nvSpPr>
                <p:cNvPr id="3969" name="Google Shape;3969;p75"/>
                <p:cNvSpPr/>
                <p:nvPr/>
              </p:nvSpPr>
              <p:spPr>
                <a:xfrm>
                  <a:off x="5341723" y="3851902"/>
                  <a:ext cx="31405" cy="26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0" extrusionOk="0">
                      <a:moveTo>
                        <a:pt x="2266" y="1"/>
                      </a:moveTo>
                      <a:cubicBezTo>
                        <a:pt x="1848" y="1"/>
                        <a:pt x="1423" y="156"/>
                        <a:pt x="1077" y="502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4"/>
                      </a:cubicBezTo>
                      <a:cubicBezTo>
                        <a:pt x="3992" y="690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75"/>
                <p:cNvSpPr/>
                <p:nvPr/>
              </p:nvSpPr>
              <p:spPr>
                <a:xfrm>
                  <a:off x="5354567" y="3861647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7" y="964"/>
                        <a:pt x="646" y="964"/>
                      </a:cubicBezTo>
                      <a:cubicBezTo>
                        <a:pt x="898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71" name="Google Shape;3971;p75"/>
              <p:cNvGrpSpPr/>
              <p:nvPr/>
            </p:nvGrpSpPr>
            <p:grpSpPr>
              <a:xfrm>
                <a:off x="5054871" y="3507855"/>
                <a:ext cx="31405" cy="26993"/>
                <a:chOff x="5054871" y="3507855"/>
                <a:chExt cx="31405" cy="26993"/>
              </a:xfrm>
            </p:grpSpPr>
            <p:sp>
              <p:nvSpPr>
                <p:cNvPr id="3972" name="Google Shape;3972;p75"/>
                <p:cNvSpPr/>
                <p:nvPr/>
              </p:nvSpPr>
              <p:spPr>
                <a:xfrm>
                  <a:off x="5054871" y="3507855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31"/>
                        <a:pt x="2287" y="3431"/>
                      </a:cubicBezTo>
                      <a:cubicBezTo>
                        <a:pt x="3230" y="3431"/>
                        <a:pt x="3993" y="2657"/>
                        <a:pt x="3993" y="1714"/>
                      </a:cubicBezTo>
                      <a:cubicBezTo>
                        <a:pt x="3993" y="682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75"/>
                <p:cNvSpPr/>
                <p:nvPr/>
              </p:nvSpPr>
              <p:spPr>
                <a:xfrm>
                  <a:off x="5067715" y="351752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15" y="823"/>
                      </a:cubicBezTo>
                      <a:cubicBezTo>
                        <a:pt x="414" y="922"/>
                        <a:pt x="536" y="967"/>
                        <a:pt x="656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74" name="Google Shape;3974;p75"/>
              <p:cNvGrpSpPr/>
              <p:nvPr/>
            </p:nvGrpSpPr>
            <p:grpSpPr>
              <a:xfrm>
                <a:off x="4876579" y="3675325"/>
                <a:ext cx="31405" cy="26969"/>
                <a:chOff x="4876579" y="3675325"/>
                <a:chExt cx="31405" cy="26969"/>
              </a:xfrm>
            </p:grpSpPr>
            <p:sp>
              <p:nvSpPr>
                <p:cNvPr id="3975" name="Google Shape;3975;p75"/>
                <p:cNvSpPr/>
                <p:nvPr/>
              </p:nvSpPr>
              <p:spPr>
                <a:xfrm>
                  <a:off x="4876579" y="3675325"/>
                  <a:ext cx="31405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9" extrusionOk="0">
                      <a:moveTo>
                        <a:pt x="2266" y="0"/>
                      </a:moveTo>
                      <a:cubicBezTo>
                        <a:pt x="1848" y="0"/>
                        <a:pt x="1423" y="155"/>
                        <a:pt x="1077" y="501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3"/>
                      </a:cubicBezTo>
                      <a:cubicBezTo>
                        <a:pt x="3992" y="689"/>
                        <a:pt x="3146" y="0"/>
                        <a:pt x="226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75"/>
                <p:cNvSpPr/>
                <p:nvPr/>
              </p:nvSpPr>
              <p:spPr>
                <a:xfrm>
                  <a:off x="4889517" y="3684975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2" y="0"/>
                      </a:moveTo>
                      <a:cubicBezTo>
                        <a:pt x="218" y="12"/>
                        <a:pt x="0" y="520"/>
                        <a:pt x="303" y="835"/>
                      </a:cubicBezTo>
                      <a:cubicBezTo>
                        <a:pt x="400" y="932"/>
                        <a:pt x="520" y="976"/>
                        <a:pt x="638" y="976"/>
                      </a:cubicBezTo>
                      <a:cubicBezTo>
                        <a:pt x="886" y="976"/>
                        <a:pt x="1125" y="783"/>
                        <a:pt x="1125" y="496"/>
                      </a:cubicBezTo>
                      <a:cubicBezTo>
                        <a:pt x="1125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77" name="Google Shape;3977;p75"/>
              <p:cNvGrpSpPr/>
              <p:nvPr/>
            </p:nvGrpSpPr>
            <p:grpSpPr>
              <a:xfrm>
                <a:off x="4842233" y="3688333"/>
                <a:ext cx="31405" cy="26993"/>
                <a:chOff x="4842233" y="3688333"/>
                <a:chExt cx="31405" cy="26993"/>
              </a:xfrm>
            </p:grpSpPr>
            <p:sp>
              <p:nvSpPr>
                <p:cNvPr id="3978" name="Google Shape;3978;p75"/>
                <p:cNvSpPr/>
                <p:nvPr/>
              </p:nvSpPr>
              <p:spPr>
                <a:xfrm>
                  <a:off x="4842233" y="368833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20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75"/>
                <p:cNvSpPr/>
                <p:nvPr/>
              </p:nvSpPr>
              <p:spPr>
                <a:xfrm>
                  <a:off x="4855076" y="369809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64" y="1"/>
                      </a:moveTo>
                      <a:cubicBezTo>
                        <a:pt x="656" y="1"/>
                        <a:pt x="649" y="1"/>
                        <a:pt x="641" y="1"/>
                      </a:cubicBezTo>
                      <a:cubicBezTo>
                        <a:pt x="218" y="1"/>
                        <a:pt x="0" y="522"/>
                        <a:pt x="303" y="824"/>
                      </a:cubicBezTo>
                      <a:cubicBezTo>
                        <a:pt x="400" y="921"/>
                        <a:pt x="520" y="965"/>
                        <a:pt x="638" y="965"/>
                      </a:cubicBezTo>
                      <a:cubicBezTo>
                        <a:pt x="886" y="965"/>
                        <a:pt x="1125" y="772"/>
                        <a:pt x="1125" y="485"/>
                      </a:cubicBezTo>
                      <a:cubicBezTo>
                        <a:pt x="1125" y="215"/>
                        <a:pt x="931" y="1"/>
                        <a:pt x="66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80" name="Google Shape;3980;p75"/>
              <p:cNvGrpSpPr/>
              <p:nvPr/>
            </p:nvGrpSpPr>
            <p:grpSpPr>
              <a:xfrm>
                <a:off x="5187876" y="3608032"/>
                <a:ext cx="31405" cy="27001"/>
                <a:chOff x="5187876" y="3608032"/>
                <a:chExt cx="31405" cy="27001"/>
              </a:xfrm>
            </p:grpSpPr>
            <p:sp>
              <p:nvSpPr>
                <p:cNvPr id="3981" name="Google Shape;3981;p75"/>
                <p:cNvSpPr/>
                <p:nvPr/>
              </p:nvSpPr>
              <p:spPr>
                <a:xfrm>
                  <a:off x="5187876" y="36080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75"/>
                <p:cNvSpPr/>
                <p:nvPr/>
              </p:nvSpPr>
              <p:spPr>
                <a:xfrm>
                  <a:off x="5202057" y="361770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83" name="Google Shape;3983;p75"/>
              <p:cNvSpPr/>
              <p:nvPr/>
            </p:nvSpPr>
            <p:spPr>
              <a:xfrm>
                <a:off x="5142589" y="3410030"/>
                <a:ext cx="42542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5409" h="4644" extrusionOk="0">
                    <a:moveTo>
                      <a:pt x="3085" y="1"/>
                    </a:moveTo>
                    <a:cubicBezTo>
                      <a:pt x="2516" y="1"/>
                      <a:pt x="1935" y="213"/>
                      <a:pt x="1465" y="688"/>
                    </a:cubicBezTo>
                    <a:cubicBezTo>
                      <a:pt x="1" y="2140"/>
                      <a:pt x="1029" y="4632"/>
                      <a:pt x="3098" y="4644"/>
                    </a:cubicBezTo>
                    <a:cubicBezTo>
                      <a:pt x="4380" y="4632"/>
                      <a:pt x="5408" y="3603"/>
                      <a:pt x="5408" y="2321"/>
                    </a:cubicBezTo>
                    <a:cubicBezTo>
                      <a:pt x="5408" y="923"/>
                      <a:pt x="4270" y="1"/>
                      <a:pt x="3085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75"/>
              <p:cNvSpPr/>
              <p:nvPr/>
            </p:nvSpPr>
            <p:spPr>
              <a:xfrm>
                <a:off x="5158382" y="3419720"/>
                <a:ext cx="17138" cy="1713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178" extrusionOk="0">
                    <a:moveTo>
                      <a:pt x="1090" y="0"/>
                    </a:moveTo>
                    <a:cubicBezTo>
                      <a:pt x="485" y="0"/>
                      <a:pt x="1" y="484"/>
                      <a:pt x="1" y="1089"/>
                    </a:cubicBezTo>
                    <a:cubicBezTo>
                      <a:pt x="1" y="1694"/>
                      <a:pt x="485" y="2178"/>
                      <a:pt x="1090" y="2178"/>
                    </a:cubicBezTo>
                    <a:cubicBezTo>
                      <a:pt x="1694" y="2178"/>
                      <a:pt x="2178" y="1694"/>
                      <a:pt x="2178" y="1089"/>
                    </a:cubicBezTo>
                    <a:cubicBezTo>
                      <a:pt x="2178" y="484"/>
                      <a:pt x="1694" y="0"/>
                      <a:pt x="109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85" name="Google Shape;3985;p75"/>
              <p:cNvGrpSpPr/>
              <p:nvPr/>
            </p:nvGrpSpPr>
            <p:grpSpPr>
              <a:xfrm>
                <a:off x="5269224" y="3304167"/>
                <a:ext cx="40253" cy="34402"/>
                <a:chOff x="5269224" y="3304167"/>
                <a:chExt cx="40253" cy="34402"/>
              </a:xfrm>
            </p:grpSpPr>
            <p:sp>
              <p:nvSpPr>
                <p:cNvPr id="3986" name="Google Shape;3986;p75"/>
                <p:cNvSpPr/>
                <p:nvPr/>
              </p:nvSpPr>
              <p:spPr>
                <a:xfrm>
                  <a:off x="5269224" y="3304167"/>
                  <a:ext cx="40253" cy="3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74" extrusionOk="0">
                      <a:moveTo>
                        <a:pt x="2915" y="0"/>
                      </a:moveTo>
                      <a:cubicBezTo>
                        <a:pt x="2376" y="0"/>
                        <a:pt x="1827" y="201"/>
                        <a:pt x="1380" y="648"/>
                      </a:cubicBezTo>
                      <a:cubicBezTo>
                        <a:pt x="1" y="2015"/>
                        <a:pt x="980" y="4374"/>
                        <a:pt x="2928" y="4374"/>
                      </a:cubicBezTo>
                      <a:cubicBezTo>
                        <a:pt x="4126" y="4374"/>
                        <a:pt x="5105" y="3394"/>
                        <a:pt x="5118" y="2184"/>
                      </a:cubicBezTo>
                      <a:cubicBezTo>
                        <a:pt x="5109" y="869"/>
                        <a:pt x="4036" y="0"/>
                        <a:pt x="291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75"/>
                <p:cNvSpPr/>
                <p:nvPr/>
              </p:nvSpPr>
              <p:spPr>
                <a:xfrm>
                  <a:off x="5284639" y="3313826"/>
                  <a:ext cx="15132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" h="1925" extrusionOk="0">
                      <a:moveTo>
                        <a:pt x="968" y="1"/>
                      </a:moveTo>
                      <a:cubicBezTo>
                        <a:pt x="436" y="1"/>
                        <a:pt x="0" y="436"/>
                        <a:pt x="0" y="956"/>
                      </a:cubicBezTo>
                      <a:cubicBezTo>
                        <a:pt x="0" y="1489"/>
                        <a:pt x="436" y="1924"/>
                        <a:pt x="968" y="1924"/>
                      </a:cubicBezTo>
                      <a:cubicBezTo>
                        <a:pt x="1500" y="1924"/>
                        <a:pt x="1924" y="1489"/>
                        <a:pt x="1924" y="956"/>
                      </a:cubicBezTo>
                      <a:cubicBezTo>
                        <a:pt x="1924" y="436"/>
                        <a:pt x="1500" y="1"/>
                        <a:pt x="96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88" name="Google Shape;3988;p75"/>
              <p:cNvGrpSpPr/>
              <p:nvPr/>
            </p:nvGrpSpPr>
            <p:grpSpPr>
              <a:xfrm>
                <a:off x="5327354" y="3476615"/>
                <a:ext cx="49864" cy="42723"/>
                <a:chOff x="5327354" y="3476615"/>
                <a:chExt cx="49864" cy="42723"/>
              </a:xfrm>
            </p:grpSpPr>
            <p:sp>
              <p:nvSpPr>
                <p:cNvPr id="3989" name="Google Shape;3989;p75"/>
                <p:cNvSpPr/>
                <p:nvPr/>
              </p:nvSpPr>
              <p:spPr>
                <a:xfrm>
                  <a:off x="5327354" y="3476615"/>
                  <a:ext cx="49864" cy="4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5432" extrusionOk="0">
                      <a:moveTo>
                        <a:pt x="3602" y="1"/>
                      </a:moveTo>
                      <a:cubicBezTo>
                        <a:pt x="2936" y="1"/>
                        <a:pt x="2257" y="248"/>
                        <a:pt x="1706" y="799"/>
                      </a:cubicBezTo>
                      <a:cubicBezTo>
                        <a:pt x="1" y="2504"/>
                        <a:pt x="1210" y="5432"/>
                        <a:pt x="3630" y="5432"/>
                      </a:cubicBezTo>
                      <a:cubicBezTo>
                        <a:pt x="5118" y="5432"/>
                        <a:pt x="6339" y="4222"/>
                        <a:pt x="6339" y="2722"/>
                      </a:cubicBezTo>
                      <a:cubicBezTo>
                        <a:pt x="6339" y="1084"/>
                        <a:pt x="4998" y="1"/>
                        <a:pt x="360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75"/>
                <p:cNvSpPr/>
                <p:nvPr/>
              </p:nvSpPr>
              <p:spPr>
                <a:xfrm>
                  <a:off x="5340197" y="3486321"/>
                  <a:ext cx="27315" cy="2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3" h="2976" extrusionOk="0">
                      <a:moveTo>
                        <a:pt x="1985" y="0"/>
                      </a:moveTo>
                      <a:cubicBezTo>
                        <a:pt x="666" y="0"/>
                        <a:pt x="1" y="1597"/>
                        <a:pt x="944" y="2540"/>
                      </a:cubicBezTo>
                      <a:cubicBezTo>
                        <a:pt x="1245" y="2841"/>
                        <a:pt x="1614" y="2975"/>
                        <a:pt x="1977" y="2975"/>
                      </a:cubicBezTo>
                      <a:cubicBezTo>
                        <a:pt x="2739" y="2975"/>
                        <a:pt x="3473" y="2381"/>
                        <a:pt x="3473" y="1488"/>
                      </a:cubicBezTo>
                      <a:cubicBezTo>
                        <a:pt x="3473" y="665"/>
                        <a:pt x="2807" y="0"/>
                        <a:pt x="19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91" name="Google Shape;3991;p75"/>
              <p:cNvSpPr/>
              <p:nvPr/>
            </p:nvSpPr>
            <p:spPr>
              <a:xfrm>
                <a:off x="5290255" y="3703080"/>
                <a:ext cx="31397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420" extrusionOk="0">
                    <a:moveTo>
                      <a:pt x="2272" y="1"/>
                    </a:moveTo>
                    <a:cubicBezTo>
                      <a:pt x="1853" y="1"/>
                      <a:pt x="1425" y="156"/>
                      <a:pt x="1077" y="505"/>
                    </a:cubicBezTo>
                    <a:cubicBezTo>
                      <a:pt x="0" y="1581"/>
                      <a:pt x="762" y="3420"/>
                      <a:pt x="2286" y="3420"/>
                    </a:cubicBezTo>
                    <a:cubicBezTo>
                      <a:pt x="3230" y="3420"/>
                      <a:pt x="3992" y="2658"/>
                      <a:pt x="3992" y="1714"/>
                    </a:cubicBezTo>
                    <a:cubicBezTo>
                      <a:pt x="3992" y="683"/>
                      <a:pt x="3150" y="1"/>
                      <a:pt x="2272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75"/>
              <p:cNvSpPr/>
              <p:nvPr/>
            </p:nvSpPr>
            <p:spPr>
              <a:xfrm>
                <a:off x="5304427" y="3712754"/>
                <a:ext cx="7621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9" h="969" extrusionOk="0">
                    <a:moveTo>
                      <a:pt x="484" y="0"/>
                    </a:moveTo>
                    <a:cubicBezTo>
                      <a:pt x="218" y="0"/>
                      <a:pt x="0" y="218"/>
                      <a:pt x="0" y="484"/>
                    </a:cubicBezTo>
                    <a:cubicBezTo>
                      <a:pt x="0" y="750"/>
                      <a:pt x="218" y="968"/>
                      <a:pt x="484" y="968"/>
                    </a:cubicBezTo>
                    <a:cubicBezTo>
                      <a:pt x="750" y="968"/>
                      <a:pt x="968" y="750"/>
                      <a:pt x="968" y="484"/>
                    </a:cubicBezTo>
                    <a:cubicBezTo>
                      <a:pt x="968" y="218"/>
                      <a:pt x="750" y="0"/>
                      <a:pt x="48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93" name="Google Shape;3993;p75"/>
              <p:cNvGrpSpPr/>
              <p:nvPr/>
            </p:nvGrpSpPr>
            <p:grpSpPr>
              <a:xfrm>
                <a:off x="5341723" y="3775957"/>
                <a:ext cx="31405" cy="26898"/>
                <a:chOff x="5341723" y="3775957"/>
                <a:chExt cx="31405" cy="26898"/>
              </a:xfrm>
            </p:grpSpPr>
            <p:sp>
              <p:nvSpPr>
                <p:cNvPr id="3994" name="Google Shape;3994;p75"/>
                <p:cNvSpPr/>
                <p:nvPr/>
              </p:nvSpPr>
              <p:spPr>
                <a:xfrm>
                  <a:off x="5341723" y="377595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75"/>
                <p:cNvSpPr/>
                <p:nvPr/>
              </p:nvSpPr>
              <p:spPr>
                <a:xfrm>
                  <a:off x="5354567" y="378563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2" y="922"/>
                        <a:pt x="525" y="966"/>
                        <a:pt x="646" y="966"/>
                      </a:cubicBezTo>
                      <a:cubicBezTo>
                        <a:pt x="896" y="966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96" name="Google Shape;3996;p75"/>
              <p:cNvGrpSpPr/>
              <p:nvPr/>
            </p:nvGrpSpPr>
            <p:grpSpPr>
              <a:xfrm>
                <a:off x="5439053" y="3699274"/>
                <a:ext cx="31405" cy="26898"/>
                <a:chOff x="5439053" y="3699274"/>
                <a:chExt cx="31405" cy="26898"/>
              </a:xfrm>
            </p:grpSpPr>
            <p:sp>
              <p:nvSpPr>
                <p:cNvPr id="3997" name="Google Shape;3997;p75"/>
                <p:cNvSpPr/>
                <p:nvPr/>
              </p:nvSpPr>
              <p:spPr>
                <a:xfrm>
                  <a:off x="5439053" y="36992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75"/>
                <p:cNvSpPr/>
                <p:nvPr/>
              </p:nvSpPr>
              <p:spPr>
                <a:xfrm>
                  <a:off x="5453225" y="3708948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99" name="Google Shape;3999;p75"/>
              <p:cNvGrpSpPr/>
              <p:nvPr/>
            </p:nvGrpSpPr>
            <p:grpSpPr>
              <a:xfrm>
                <a:off x="5412414" y="3622307"/>
                <a:ext cx="31499" cy="26993"/>
                <a:chOff x="5412414" y="3622307"/>
                <a:chExt cx="31499" cy="26993"/>
              </a:xfrm>
            </p:grpSpPr>
            <p:sp>
              <p:nvSpPr>
                <p:cNvPr id="4000" name="Google Shape;4000;p75"/>
                <p:cNvSpPr/>
                <p:nvPr/>
              </p:nvSpPr>
              <p:spPr>
                <a:xfrm>
                  <a:off x="5412414" y="3622307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1" name="Google Shape;4001;p75"/>
                <p:cNvSpPr/>
                <p:nvPr/>
              </p:nvSpPr>
              <p:spPr>
                <a:xfrm>
                  <a:off x="5426681" y="3632075"/>
                  <a:ext cx="7527" cy="7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6" extrusionOk="0">
                      <a:moveTo>
                        <a:pt x="485" y="0"/>
                      </a:moveTo>
                      <a:cubicBezTo>
                        <a:pt x="206" y="0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85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02" name="Google Shape;4002;p75"/>
              <p:cNvGrpSpPr/>
              <p:nvPr/>
            </p:nvGrpSpPr>
            <p:grpSpPr>
              <a:xfrm>
                <a:off x="5476254" y="3473949"/>
                <a:ext cx="26835" cy="26930"/>
                <a:chOff x="5476254" y="3473949"/>
                <a:chExt cx="26835" cy="26930"/>
              </a:xfrm>
            </p:grpSpPr>
            <p:sp>
              <p:nvSpPr>
                <p:cNvPr id="4003" name="Google Shape;4003;p75"/>
                <p:cNvSpPr/>
                <p:nvPr/>
              </p:nvSpPr>
              <p:spPr>
                <a:xfrm>
                  <a:off x="5476254" y="3473949"/>
                  <a:ext cx="2683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24" extrusionOk="0">
                      <a:moveTo>
                        <a:pt x="1706" y="1"/>
                      </a:moveTo>
                      <a:cubicBezTo>
                        <a:pt x="762" y="1"/>
                        <a:pt x="0" y="775"/>
                        <a:pt x="0" y="1718"/>
                      </a:cubicBezTo>
                      <a:cubicBezTo>
                        <a:pt x="0" y="2662"/>
                        <a:pt x="762" y="3424"/>
                        <a:pt x="1706" y="3424"/>
                      </a:cubicBezTo>
                      <a:cubicBezTo>
                        <a:pt x="2649" y="3424"/>
                        <a:pt x="3411" y="2662"/>
                        <a:pt x="3411" y="1718"/>
                      </a:cubicBezTo>
                      <a:cubicBezTo>
                        <a:pt x="3411" y="775"/>
                        <a:pt x="2649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75"/>
                <p:cNvSpPr/>
                <p:nvPr/>
              </p:nvSpPr>
              <p:spPr>
                <a:xfrm>
                  <a:off x="5485857" y="3483655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05" name="Google Shape;4005;p75"/>
              <p:cNvGrpSpPr/>
              <p:nvPr/>
            </p:nvGrpSpPr>
            <p:grpSpPr>
              <a:xfrm>
                <a:off x="5564547" y="3481594"/>
                <a:ext cx="31397" cy="26898"/>
                <a:chOff x="5564547" y="3481594"/>
                <a:chExt cx="31397" cy="26898"/>
              </a:xfrm>
            </p:grpSpPr>
            <p:sp>
              <p:nvSpPr>
                <p:cNvPr id="4006" name="Google Shape;4006;p75"/>
                <p:cNvSpPr/>
                <p:nvPr/>
              </p:nvSpPr>
              <p:spPr>
                <a:xfrm>
                  <a:off x="5564547" y="3481594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75"/>
                <p:cNvSpPr/>
                <p:nvPr/>
              </p:nvSpPr>
              <p:spPr>
                <a:xfrm>
                  <a:off x="5578719" y="349126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08" name="Google Shape;4008;p75"/>
              <p:cNvGrpSpPr/>
              <p:nvPr/>
            </p:nvGrpSpPr>
            <p:grpSpPr>
              <a:xfrm>
                <a:off x="5534101" y="3470174"/>
                <a:ext cx="31397" cy="26906"/>
                <a:chOff x="5534101" y="3470174"/>
                <a:chExt cx="31397" cy="26906"/>
              </a:xfrm>
            </p:grpSpPr>
            <p:sp>
              <p:nvSpPr>
                <p:cNvPr id="4009" name="Google Shape;4009;p75"/>
                <p:cNvSpPr/>
                <p:nvPr/>
              </p:nvSpPr>
              <p:spPr>
                <a:xfrm>
                  <a:off x="5534101" y="3470174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75"/>
                <p:cNvSpPr/>
                <p:nvPr/>
              </p:nvSpPr>
              <p:spPr>
                <a:xfrm>
                  <a:off x="5546945" y="3479848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6" y="964"/>
                        <a:pt x="646" y="964"/>
                      </a:cubicBezTo>
                      <a:cubicBezTo>
                        <a:pt x="898" y="964"/>
                        <a:pt x="1137" y="771"/>
                        <a:pt x="1137" y="484"/>
                      </a:cubicBezTo>
                      <a:cubicBezTo>
                        <a:pt x="1137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11" name="Google Shape;4011;p75"/>
              <p:cNvGrpSpPr/>
              <p:nvPr/>
            </p:nvGrpSpPr>
            <p:grpSpPr>
              <a:xfrm>
                <a:off x="5610879" y="3314486"/>
                <a:ext cx="31499" cy="26938"/>
                <a:chOff x="5610879" y="3314486"/>
                <a:chExt cx="31499" cy="26938"/>
              </a:xfrm>
            </p:grpSpPr>
            <p:sp>
              <p:nvSpPr>
                <p:cNvPr id="4012" name="Google Shape;4012;p75"/>
                <p:cNvSpPr/>
                <p:nvPr/>
              </p:nvSpPr>
              <p:spPr>
                <a:xfrm>
                  <a:off x="5610879" y="3314486"/>
                  <a:ext cx="31499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5" extrusionOk="0">
                      <a:moveTo>
                        <a:pt x="2285" y="0"/>
                      </a:moveTo>
                      <a:cubicBezTo>
                        <a:pt x="1865" y="0"/>
                        <a:pt x="1437" y="157"/>
                        <a:pt x="1089" y="509"/>
                      </a:cubicBezTo>
                      <a:cubicBezTo>
                        <a:pt x="0" y="1586"/>
                        <a:pt x="774" y="3425"/>
                        <a:pt x="2299" y="3425"/>
                      </a:cubicBezTo>
                      <a:cubicBezTo>
                        <a:pt x="3242" y="3425"/>
                        <a:pt x="4004" y="2663"/>
                        <a:pt x="4004" y="1719"/>
                      </a:cubicBezTo>
                      <a:cubicBezTo>
                        <a:pt x="4004" y="688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75"/>
                <p:cNvSpPr/>
                <p:nvPr/>
              </p:nvSpPr>
              <p:spPr>
                <a:xfrm>
                  <a:off x="5623817" y="3324192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75" y="1"/>
                      </a:moveTo>
                      <a:cubicBezTo>
                        <a:pt x="668" y="1"/>
                        <a:pt x="661" y="1"/>
                        <a:pt x="654" y="1"/>
                      </a:cubicBezTo>
                      <a:cubicBezTo>
                        <a:pt x="218" y="1"/>
                        <a:pt x="0" y="509"/>
                        <a:pt x="303" y="824"/>
                      </a:cubicBezTo>
                      <a:cubicBezTo>
                        <a:pt x="404" y="921"/>
                        <a:pt x="525" y="965"/>
                        <a:pt x="644" y="965"/>
                      </a:cubicBezTo>
                      <a:cubicBezTo>
                        <a:pt x="893" y="965"/>
                        <a:pt x="1129" y="772"/>
                        <a:pt x="1137" y="485"/>
                      </a:cubicBezTo>
                      <a:cubicBezTo>
                        <a:pt x="1137" y="214"/>
                        <a:pt x="931" y="1"/>
                        <a:pt x="67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14" name="Google Shape;4014;p75"/>
              <p:cNvGrpSpPr/>
              <p:nvPr/>
            </p:nvGrpSpPr>
            <p:grpSpPr>
              <a:xfrm>
                <a:off x="4834525" y="3501382"/>
                <a:ext cx="31499" cy="26898"/>
                <a:chOff x="4834525" y="3501382"/>
                <a:chExt cx="31499" cy="26898"/>
              </a:xfrm>
            </p:grpSpPr>
            <p:sp>
              <p:nvSpPr>
                <p:cNvPr id="4015" name="Google Shape;4015;p75"/>
                <p:cNvSpPr/>
                <p:nvPr/>
              </p:nvSpPr>
              <p:spPr>
                <a:xfrm>
                  <a:off x="4834525" y="350138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75"/>
                <p:cNvSpPr/>
                <p:nvPr/>
              </p:nvSpPr>
              <p:spPr>
                <a:xfrm>
                  <a:off x="4847463" y="3511056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17" name="Google Shape;4017;p75"/>
              <p:cNvGrpSpPr/>
              <p:nvPr/>
            </p:nvGrpSpPr>
            <p:grpSpPr>
              <a:xfrm>
                <a:off x="4898460" y="3580158"/>
                <a:ext cx="31405" cy="26898"/>
                <a:chOff x="4898460" y="3580158"/>
                <a:chExt cx="31405" cy="26898"/>
              </a:xfrm>
            </p:grpSpPr>
            <p:sp>
              <p:nvSpPr>
                <p:cNvPr id="4018" name="Google Shape;4018;p75"/>
                <p:cNvSpPr/>
                <p:nvPr/>
              </p:nvSpPr>
              <p:spPr>
                <a:xfrm>
                  <a:off x="4898460" y="3580158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75"/>
                <p:cNvSpPr/>
                <p:nvPr/>
              </p:nvSpPr>
              <p:spPr>
                <a:xfrm>
                  <a:off x="4911303" y="358983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20" name="Google Shape;4020;p75"/>
              <p:cNvGrpSpPr/>
              <p:nvPr/>
            </p:nvGrpSpPr>
            <p:grpSpPr>
              <a:xfrm>
                <a:off x="4882667" y="3608032"/>
                <a:ext cx="31499" cy="27001"/>
                <a:chOff x="4882667" y="3608032"/>
                <a:chExt cx="31499" cy="27001"/>
              </a:xfrm>
            </p:grpSpPr>
            <p:sp>
              <p:nvSpPr>
                <p:cNvPr id="4021" name="Google Shape;4021;p75"/>
                <p:cNvSpPr/>
                <p:nvPr/>
              </p:nvSpPr>
              <p:spPr>
                <a:xfrm>
                  <a:off x="4882667" y="3608032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6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20"/>
                        <a:pt x="4004" y="2658"/>
                        <a:pt x="4004" y="1715"/>
                      </a:cubicBezTo>
                      <a:cubicBezTo>
                        <a:pt x="4004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75"/>
                <p:cNvSpPr/>
                <p:nvPr/>
              </p:nvSpPr>
              <p:spPr>
                <a:xfrm>
                  <a:off x="4895605" y="3617706"/>
                  <a:ext cx="8950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3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1" y="972"/>
                        <a:pt x="1130" y="778"/>
                        <a:pt x="1138" y="485"/>
                      </a:cubicBezTo>
                      <a:cubicBezTo>
                        <a:pt x="1138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23" name="Google Shape;4023;p75"/>
              <p:cNvGrpSpPr/>
              <p:nvPr/>
            </p:nvGrpSpPr>
            <p:grpSpPr>
              <a:xfrm>
                <a:off x="4843373" y="3631407"/>
                <a:ext cx="16273" cy="16186"/>
                <a:chOff x="4843373" y="3631407"/>
                <a:chExt cx="16273" cy="16186"/>
              </a:xfrm>
            </p:grpSpPr>
            <p:sp>
              <p:nvSpPr>
                <p:cNvPr id="4024" name="Google Shape;4024;p75"/>
                <p:cNvSpPr/>
                <p:nvPr/>
              </p:nvSpPr>
              <p:spPr>
                <a:xfrm>
                  <a:off x="4843373" y="3631407"/>
                  <a:ext cx="16273" cy="1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2058" extrusionOk="0">
                      <a:moveTo>
                        <a:pt x="1029" y="1"/>
                      </a:moveTo>
                      <a:cubicBezTo>
                        <a:pt x="460" y="1"/>
                        <a:pt x="0" y="460"/>
                        <a:pt x="0" y="1029"/>
                      </a:cubicBezTo>
                      <a:cubicBezTo>
                        <a:pt x="0" y="1597"/>
                        <a:pt x="460" y="2057"/>
                        <a:pt x="1029" y="2057"/>
                      </a:cubicBezTo>
                      <a:cubicBezTo>
                        <a:pt x="1609" y="2057"/>
                        <a:pt x="2069" y="1597"/>
                        <a:pt x="2069" y="1029"/>
                      </a:cubicBezTo>
                      <a:cubicBezTo>
                        <a:pt x="2069" y="460"/>
                        <a:pt x="1609" y="1"/>
                        <a:pt x="10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75"/>
                <p:cNvSpPr/>
                <p:nvPr/>
              </p:nvSpPr>
              <p:spPr>
                <a:xfrm>
                  <a:off x="4849178" y="3637211"/>
                  <a:ext cx="4672" cy="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582" extrusionOk="0">
                      <a:moveTo>
                        <a:pt x="291" y="1"/>
                      </a:moveTo>
                      <a:cubicBezTo>
                        <a:pt x="133" y="1"/>
                        <a:pt x="0" y="134"/>
                        <a:pt x="0" y="291"/>
                      </a:cubicBezTo>
                      <a:cubicBezTo>
                        <a:pt x="0" y="460"/>
                        <a:pt x="133" y="581"/>
                        <a:pt x="291" y="581"/>
                      </a:cubicBezTo>
                      <a:cubicBezTo>
                        <a:pt x="460" y="581"/>
                        <a:pt x="593" y="460"/>
                        <a:pt x="593" y="291"/>
                      </a:cubicBezTo>
                      <a:cubicBezTo>
                        <a:pt x="593" y="134"/>
                        <a:pt x="460" y="1"/>
                        <a:pt x="29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26" name="Google Shape;4026;p75"/>
              <p:cNvGrpSpPr/>
              <p:nvPr/>
            </p:nvGrpSpPr>
            <p:grpSpPr>
              <a:xfrm>
                <a:off x="4727773" y="3591578"/>
                <a:ext cx="31499" cy="26898"/>
                <a:chOff x="4727773" y="3591578"/>
                <a:chExt cx="31499" cy="26898"/>
              </a:xfrm>
            </p:grpSpPr>
            <p:sp>
              <p:nvSpPr>
                <p:cNvPr id="4027" name="Google Shape;4027;p75"/>
                <p:cNvSpPr/>
                <p:nvPr/>
              </p:nvSpPr>
              <p:spPr>
                <a:xfrm>
                  <a:off x="4727773" y="3591578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75"/>
                <p:cNvSpPr/>
                <p:nvPr/>
              </p:nvSpPr>
              <p:spPr>
                <a:xfrm>
                  <a:off x="4740719" y="360124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2" y="824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029" name="Google Shape;4029;p75"/>
              <p:cNvSpPr/>
              <p:nvPr/>
            </p:nvSpPr>
            <p:spPr>
              <a:xfrm>
                <a:off x="4652041" y="3622590"/>
                <a:ext cx="31405" cy="26906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421" extrusionOk="0">
                    <a:moveTo>
                      <a:pt x="2273" y="1"/>
                    </a:moveTo>
                    <a:cubicBezTo>
                      <a:pt x="1853" y="1"/>
                      <a:pt x="1426" y="157"/>
                      <a:pt x="1077" y="505"/>
                    </a:cubicBezTo>
                    <a:cubicBezTo>
                      <a:pt x="1" y="1581"/>
                      <a:pt x="763" y="3420"/>
                      <a:pt x="2287" y="3420"/>
                    </a:cubicBezTo>
                    <a:cubicBezTo>
                      <a:pt x="3231" y="3420"/>
                      <a:pt x="3993" y="2658"/>
                      <a:pt x="3993" y="1714"/>
                    </a:cubicBezTo>
                    <a:cubicBezTo>
                      <a:pt x="3993" y="683"/>
                      <a:pt x="3151" y="1"/>
                      <a:pt x="227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75"/>
              <p:cNvSpPr/>
              <p:nvPr/>
            </p:nvSpPr>
            <p:spPr>
              <a:xfrm>
                <a:off x="4666222" y="3632264"/>
                <a:ext cx="7613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8" h="969" extrusionOk="0">
                    <a:moveTo>
                      <a:pt x="484" y="1"/>
                    </a:moveTo>
                    <a:cubicBezTo>
                      <a:pt x="218" y="1"/>
                      <a:pt x="0" y="218"/>
                      <a:pt x="0" y="484"/>
                    </a:cubicBezTo>
                    <a:cubicBezTo>
                      <a:pt x="0" y="751"/>
                      <a:pt x="218" y="968"/>
                      <a:pt x="484" y="968"/>
                    </a:cubicBezTo>
                    <a:cubicBezTo>
                      <a:pt x="750" y="968"/>
                      <a:pt x="968" y="751"/>
                      <a:pt x="968" y="484"/>
                    </a:cubicBezTo>
                    <a:cubicBezTo>
                      <a:pt x="968" y="218"/>
                      <a:pt x="750" y="1"/>
                      <a:pt x="48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31" name="Google Shape;4031;p75"/>
              <p:cNvGrpSpPr/>
              <p:nvPr/>
            </p:nvGrpSpPr>
            <p:grpSpPr>
              <a:xfrm>
                <a:off x="4609421" y="3577398"/>
                <a:ext cx="31499" cy="27001"/>
                <a:chOff x="4609421" y="3577398"/>
                <a:chExt cx="31499" cy="27001"/>
              </a:xfrm>
            </p:grpSpPr>
            <p:sp>
              <p:nvSpPr>
                <p:cNvPr id="4032" name="Google Shape;4032;p75"/>
                <p:cNvSpPr/>
                <p:nvPr/>
              </p:nvSpPr>
              <p:spPr>
                <a:xfrm>
                  <a:off x="4609421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4005" y="1714"/>
                      </a:cubicBezTo>
                      <a:cubicBezTo>
                        <a:pt x="3996" y="683"/>
                        <a:pt x="3152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75"/>
                <p:cNvSpPr/>
                <p:nvPr/>
              </p:nvSpPr>
              <p:spPr>
                <a:xfrm>
                  <a:off x="4623594" y="358707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34" name="Google Shape;4034;p75"/>
              <p:cNvGrpSpPr/>
              <p:nvPr/>
            </p:nvGrpSpPr>
            <p:grpSpPr>
              <a:xfrm>
                <a:off x="4649289" y="3577398"/>
                <a:ext cx="31499" cy="27001"/>
                <a:chOff x="4649289" y="3577398"/>
                <a:chExt cx="31499" cy="27001"/>
              </a:xfrm>
            </p:grpSpPr>
            <p:sp>
              <p:nvSpPr>
                <p:cNvPr id="4035" name="Google Shape;4035;p75"/>
                <p:cNvSpPr/>
                <p:nvPr/>
              </p:nvSpPr>
              <p:spPr>
                <a:xfrm>
                  <a:off x="4649289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75"/>
                <p:cNvSpPr/>
                <p:nvPr/>
              </p:nvSpPr>
              <p:spPr>
                <a:xfrm>
                  <a:off x="4662227" y="3587072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35"/>
                      </a:cubicBezTo>
                      <a:cubicBezTo>
                        <a:pt x="400" y="932"/>
                        <a:pt x="519" y="976"/>
                        <a:pt x="636" y="976"/>
                      </a:cubicBezTo>
                      <a:cubicBezTo>
                        <a:pt x="885" y="976"/>
                        <a:pt x="1125" y="780"/>
                        <a:pt x="1125" y="484"/>
                      </a:cubicBezTo>
                      <a:cubicBezTo>
                        <a:pt x="1125" y="218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37" name="Google Shape;4037;p75"/>
              <p:cNvGrpSpPr/>
              <p:nvPr/>
            </p:nvGrpSpPr>
            <p:grpSpPr>
              <a:xfrm>
                <a:off x="4605614" y="3639523"/>
                <a:ext cx="31499" cy="26906"/>
                <a:chOff x="4605614" y="3639523"/>
                <a:chExt cx="31499" cy="26906"/>
              </a:xfrm>
            </p:grpSpPr>
            <p:sp>
              <p:nvSpPr>
                <p:cNvPr id="4038" name="Google Shape;4038;p75"/>
                <p:cNvSpPr/>
                <p:nvPr/>
              </p:nvSpPr>
              <p:spPr>
                <a:xfrm>
                  <a:off x="4605614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6" y="1"/>
                      </a:moveTo>
                      <a:cubicBezTo>
                        <a:pt x="1855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4005" y="1715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75"/>
                <p:cNvSpPr/>
                <p:nvPr/>
              </p:nvSpPr>
              <p:spPr>
                <a:xfrm>
                  <a:off x="4619795" y="3649197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40" name="Google Shape;4040;p75"/>
              <p:cNvGrpSpPr/>
              <p:nvPr/>
            </p:nvGrpSpPr>
            <p:grpSpPr>
              <a:xfrm>
                <a:off x="4785149" y="3618846"/>
                <a:ext cx="26930" cy="26843"/>
                <a:chOff x="4785149" y="3618846"/>
                <a:chExt cx="26930" cy="26843"/>
              </a:xfrm>
            </p:grpSpPr>
            <p:sp>
              <p:nvSpPr>
                <p:cNvPr id="4041" name="Google Shape;4041;p75"/>
                <p:cNvSpPr/>
                <p:nvPr/>
              </p:nvSpPr>
              <p:spPr>
                <a:xfrm>
                  <a:off x="4785149" y="3618846"/>
                  <a:ext cx="26930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13" extrusionOk="0">
                      <a:moveTo>
                        <a:pt x="1718" y="1"/>
                      </a:moveTo>
                      <a:cubicBezTo>
                        <a:pt x="774" y="1"/>
                        <a:pt x="0" y="763"/>
                        <a:pt x="0" y="1707"/>
                      </a:cubicBezTo>
                      <a:cubicBezTo>
                        <a:pt x="0" y="2650"/>
                        <a:pt x="774" y="3412"/>
                        <a:pt x="1718" y="3412"/>
                      </a:cubicBezTo>
                      <a:cubicBezTo>
                        <a:pt x="2662" y="3412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75"/>
                <p:cNvSpPr/>
                <p:nvPr/>
              </p:nvSpPr>
              <p:spPr>
                <a:xfrm>
                  <a:off x="4793611" y="3628457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2" y="1"/>
                      </a:moveTo>
                      <a:cubicBezTo>
                        <a:pt x="206" y="1"/>
                        <a:pt x="1" y="521"/>
                        <a:pt x="303" y="823"/>
                      </a:cubicBezTo>
                      <a:cubicBezTo>
                        <a:pt x="401" y="921"/>
                        <a:pt x="521" y="964"/>
                        <a:pt x="639" y="964"/>
                      </a:cubicBezTo>
                      <a:cubicBezTo>
                        <a:pt x="887" y="964"/>
                        <a:pt x="1126" y="772"/>
                        <a:pt x="1126" y="485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43" name="Google Shape;4043;p75"/>
              <p:cNvGrpSpPr/>
              <p:nvPr/>
            </p:nvGrpSpPr>
            <p:grpSpPr>
              <a:xfrm>
                <a:off x="4810167" y="3601567"/>
                <a:ext cx="31405" cy="26898"/>
                <a:chOff x="4810167" y="3601567"/>
                <a:chExt cx="31405" cy="26898"/>
              </a:xfrm>
            </p:grpSpPr>
            <p:sp>
              <p:nvSpPr>
                <p:cNvPr id="4044" name="Google Shape;4044;p75"/>
                <p:cNvSpPr/>
                <p:nvPr/>
              </p:nvSpPr>
              <p:spPr>
                <a:xfrm>
                  <a:off x="4810167" y="360156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75"/>
                <p:cNvSpPr/>
                <p:nvPr/>
              </p:nvSpPr>
              <p:spPr>
                <a:xfrm>
                  <a:off x="4824348" y="3611241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46" name="Google Shape;4046;p75"/>
              <p:cNvGrpSpPr/>
              <p:nvPr/>
            </p:nvGrpSpPr>
            <p:grpSpPr>
              <a:xfrm>
                <a:off x="4831002" y="3373230"/>
                <a:ext cx="31405" cy="26898"/>
                <a:chOff x="4831002" y="3373230"/>
                <a:chExt cx="31405" cy="26898"/>
              </a:xfrm>
            </p:grpSpPr>
            <p:sp>
              <p:nvSpPr>
                <p:cNvPr id="4047" name="Google Shape;4047;p75"/>
                <p:cNvSpPr/>
                <p:nvPr/>
              </p:nvSpPr>
              <p:spPr>
                <a:xfrm>
                  <a:off x="4831002" y="3373230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75"/>
                <p:cNvSpPr/>
                <p:nvPr/>
              </p:nvSpPr>
              <p:spPr>
                <a:xfrm>
                  <a:off x="4845182" y="3382896"/>
                  <a:ext cx="7519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969" extrusionOk="0">
                      <a:moveTo>
                        <a:pt x="472" y="1"/>
                      </a:moveTo>
                      <a:cubicBezTo>
                        <a:pt x="206" y="1"/>
                        <a:pt x="0" y="219"/>
                        <a:pt x="0" y="485"/>
                      </a:cubicBezTo>
                      <a:cubicBezTo>
                        <a:pt x="0" y="751"/>
                        <a:pt x="206" y="969"/>
                        <a:pt x="472" y="969"/>
                      </a:cubicBezTo>
                      <a:cubicBezTo>
                        <a:pt x="750" y="969"/>
                        <a:pt x="956" y="751"/>
                        <a:pt x="956" y="485"/>
                      </a:cubicBezTo>
                      <a:cubicBezTo>
                        <a:pt x="956" y="219"/>
                        <a:pt x="750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49" name="Google Shape;4049;p75"/>
              <p:cNvGrpSpPr/>
              <p:nvPr/>
            </p:nvGrpSpPr>
            <p:grpSpPr>
              <a:xfrm>
                <a:off x="4719311" y="3355054"/>
                <a:ext cx="31499" cy="27001"/>
                <a:chOff x="4719311" y="3355054"/>
                <a:chExt cx="31499" cy="27001"/>
              </a:xfrm>
            </p:grpSpPr>
            <p:sp>
              <p:nvSpPr>
                <p:cNvPr id="4050" name="Google Shape;4050;p75"/>
                <p:cNvSpPr/>
                <p:nvPr/>
              </p:nvSpPr>
              <p:spPr>
                <a:xfrm>
                  <a:off x="4719311" y="335505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7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75"/>
                <p:cNvSpPr/>
                <p:nvPr/>
              </p:nvSpPr>
              <p:spPr>
                <a:xfrm>
                  <a:off x="4733578" y="3364822"/>
                  <a:ext cx="7527" cy="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7" extrusionOk="0">
                      <a:moveTo>
                        <a:pt x="473" y="1"/>
                      </a:moveTo>
                      <a:cubicBezTo>
                        <a:pt x="206" y="1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73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1"/>
                        <a:pt x="47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52" name="Google Shape;4052;p75"/>
              <p:cNvGrpSpPr/>
              <p:nvPr/>
            </p:nvGrpSpPr>
            <p:grpSpPr>
              <a:xfrm>
                <a:off x="4798755" y="3450260"/>
                <a:ext cx="26930" cy="26930"/>
                <a:chOff x="4798755" y="3450260"/>
                <a:chExt cx="26930" cy="26930"/>
              </a:xfrm>
            </p:grpSpPr>
            <p:sp>
              <p:nvSpPr>
                <p:cNvPr id="4053" name="Google Shape;4053;p75"/>
                <p:cNvSpPr/>
                <p:nvPr/>
              </p:nvSpPr>
              <p:spPr>
                <a:xfrm>
                  <a:off x="4798755" y="3450260"/>
                  <a:ext cx="26930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24" extrusionOk="0">
                      <a:moveTo>
                        <a:pt x="1718" y="0"/>
                      </a:moveTo>
                      <a:cubicBezTo>
                        <a:pt x="774" y="0"/>
                        <a:pt x="0" y="763"/>
                        <a:pt x="0" y="1706"/>
                      </a:cubicBezTo>
                      <a:cubicBezTo>
                        <a:pt x="0" y="2650"/>
                        <a:pt x="774" y="3424"/>
                        <a:pt x="1718" y="3424"/>
                      </a:cubicBezTo>
                      <a:cubicBezTo>
                        <a:pt x="2661" y="3424"/>
                        <a:pt x="3423" y="2650"/>
                        <a:pt x="3423" y="1706"/>
                      </a:cubicBezTo>
                      <a:cubicBezTo>
                        <a:pt x="3423" y="763"/>
                        <a:pt x="2661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75"/>
                <p:cNvSpPr/>
                <p:nvPr/>
              </p:nvSpPr>
              <p:spPr>
                <a:xfrm>
                  <a:off x="4807218" y="345987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55" name="Google Shape;4055;p75"/>
              <p:cNvGrpSpPr/>
              <p:nvPr/>
            </p:nvGrpSpPr>
            <p:grpSpPr>
              <a:xfrm>
                <a:off x="4645576" y="3467555"/>
                <a:ext cx="31405" cy="26953"/>
                <a:chOff x="4645576" y="3467555"/>
                <a:chExt cx="31405" cy="26953"/>
              </a:xfrm>
            </p:grpSpPr>
            <p:sp>
              <p:nvSpPr>
                <p:cNvPr id="4056" name="Google Shape;4056;p75"/>
                <p:cNvSpPr/>
                <p:nvPr/>
              </p:nvSpPr>
              <p:spPr>
                <a:xfrm>
                  <a:off x="4645576" y="3467555"/>
                  <a:ext cx="31405" cy="2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7" extrusionOk="0">
                      <a:moveTo>
                        <a:pt x="2272" y="0"/>
                      </a:moveTo>
                      <a:cubicBezTo>
                        <a:pt x="1853" y="0"/>
                        <a:pt x="1425" y="155"/>
                        <a:pt x="1077" y="499"/>
                      </a:cubicBezTo>
                      <a:cubicBezTo>
                        <a:pt x="0" y="1576"/>
                        <a:pt x="750" y="3414"/>
                        <a:pt x="2274" y="3426"/>
                      </a:cubicBezTo>
                      <a:cubicBezTo>
                        <a:pt x="3218" y="3426"/>
                        <a:pt x="3992" y="2652"/>
                        <a:pt x="3992" y="1709"/>
                      </a:cubicBezTo>
                      <a:cubicBezTo>
                        <a:pt x="3992" y="677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75"/>
                <p:cNvSpPr/>
                <p:nvPr/>
              </p:nvSpPr>
              <p:spPr>
                <a:xfrm>
                  <a:off x="4659749" y="3477182"/>
                  <a:ext cx="7527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69" extrusionOk="0">
                      <a:moveTo>
                        <a:pt x="472" y="1"/>
                      </a:moveTo>
                      <a:cubicBezTo>
                        <a:pt x="206" y="1"/>
                        <a:pt x="1" y="219"/>
                        <a:pt x="1" y="485"/>
                      </a:cubicBezTo>
                      <a:cubicBezTo>
                        <a:pt x="1" y="751"/>
                        <a:pt x="206" y="969"/>
                        <a:pt x="472" y="969"/>
                      </a:cubicBezTo>
                      <a:cubicBezTo>
                        <a:pt x="751" y="969"/>
                        <a:pt x="956" y="751"/>
                        <a:pt x="956" y="485"/>
                      </a:cubicBezTo>
                      <a:cubicBezTo>
                        <a:pt x="956" y="219"/>
                        <a:pt x="751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58" name="Google Shape;4058;p75"/>
              <p:cNvGrpSpPr/>
              <p:nvPr/>
            </p:nvGrpSpPr>
            <p:grpSpPr>
              <a:xfrm>
                <a:off x="4687631" y="3583965"/>
                <a:ext cx="31499" cy="26898"/>
                <a:chOff x="4687631" y="3583965"/>
                <a:chExt cx="31499" cy="26898"/>
              </a:xfrm>
            </p:grpSpPr>
            <p:sp>
              <p:nvSpPr>
                <p:cNvPr id="4059" name="Google Shape;4059;p75"/>
                <p:cNvSpPr/>
                <p:nvPr/>
              </p:nvSpPr>
              <p:spPr>
                <a:xfrm>
                  <a:off x="4687631" y="358396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75"/>
                <p:cNvSpPr/>
                <p:nvPr/>
              </p:nvSpPr>
              <p:spPr>
                <a:xfrm>
                  <a:off x="4700568" y="3593639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4" y="920"/>
                        <a:pt x="525" y="964"/>
                        <a:pt x="644" y="964"/>
                      </a:cubicBezTo>
                      <a:cubicBezTo>
                        <a:pt x="893" y="964"/>
                        <a:pt x="1129" y="771"/>
                        <a:pt x="1137" y="484"/>
                      </a:cubicBezTo>
                      <a:cubicBezTo>
                        <a:pt x="1137" y="218"/>
                        <a:pt x="920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61" name="Google Shape;4061;p75"/>
              <p:cNvGrpSpPr/>
              <p:nvPr/>
            </p:nvGrpSpPr>
            <p:grpSpPr>
              <a:xfrm>
                <a:off x="4719311" y="3471314"/>
                <a:ext cx="31499" cy="27001"/>
                <a:chOff x="4719311" y="3471314"/>
                <a:chExt cx="31499" cy="27001"/>
              </a:xfrm>
            </p:grpSpPr>
            <p:sp>
              <p:nvSpPr>
                <p:cNvPr id="4062" name="Google Shape;4062;p75"/>
                <p:cNvSpPr/>
                <p:nvPr/>
              </p:nvSpPr>
              <p:spPr>
                <a:xfrm>
                  <a:off x="4719311" y="347131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5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75"/>
                <p:cNvSpPr/>
                <p:nvPr/>
              </p:nvSpPr>
              <p:spPr>
                <a:xfrm>
                  <a:off x="4732249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64" name="Google Shape;4064;p75"/>
              <p:cNvGrpSpPr/>
              <p:nvPr/>
            </p:nvGrpSpPr>
            <p:grpSpPr>
              <a:xfrm>
                <a:off x="4719311" y="3434404"/>
                <a:ext cx="31499" cy="26898"/>
                <a:chOff x="4719311" y="3434404"/>
                <a:chExt cx="31499" cy="26898"/>
              </a:xfrm>
            </p:grpSpPr>
            <p:sp>
              <p:nvSpPr>
                <p:cNvPr id="4065" name="Google Shape;4065;p75"/>
                <p:cNvSpPr/>
                <p:nvPr/>
              </p:nvSpPr>
              <p:spPr>
                <a:xfrm>
                  <a:off x="4719311" y="343440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75"/>
                <p:cNvSpPr/>
                <p:nvPr/>
              </p:nvSpPr>
              <p:spPr>
                <a:xfrm>
                  <a:off x="4732249" y="3444078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6" y="964"/>
                        <a:pt x="1125" y="771"/>
                        <a:pt x="1125" y="484"/>
                      </a:cubicBezTo>
                      <a:cubicBezTo>
                        <a:pt x="1125" y="218"/>
                        <a:pt x="920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67" name="Google Shape;4067;p75"/>
              <p:cNvGrpSpPr/>
              <p:nvPr/>
            </p:nvGrpSpPr>
            <p:grpSpPr>
              <a:xfrm>
                <a:off x="4768876" y="3401772"/>
                <a:ext cx="31499" cy="26898"/>
                <a:chOff x="4768876" y="3401772"/>
                <a:chExt cx="31499" cy="26898"/>
              </a:xfrm>
            </p:grpSpPr>
            <p:sp>
              <p:nvSpPr>
                <p:cNvPr id="4068" name="Google Shape;4068;p75"/>
                <p:cNvSpPr/>
                <p:nvPr/>
              </p:nvSpPr>
              <p:spPr>
                <a:xfrm>
                  <a:off x="4768876" y="340177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5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3"/>
                        <a:pt x="3157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75"/>
                <p:cNvSpPr/>
                <p:nvPr/>
              </p:nvSpPr>
              <p:spPr>
                <a:xfrm>
                  <a:off x="4783057" y="341143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70" name="Google Shape;4070;p75"/>
              <p:cNvGrpSpPr/>
              <p:nvPr/>
            </p:nvGrpSpPr>
            <p:grpSpPr>
              <a:xfrm>
                <a:off x="4762214" y="3471377"/>
                <a:ext cx="26938" cy="26938"/>
                <a:chOff x="4762214" y="3471377"/>
                <a:chExt cx="26938" cy="26938"/>
              </a:xfrm>
            </p:grpSpPr>
            <p:sp>
              <p:nvSpPr>
                <p:cNvPr id="4071" name="Google Shape;4071;p75"/>
                <p:cNvSpPr/>
                <p:nvPr/>
              </p:nvSpPr>
              <p:spPr>
                <a:xfrm>
                  <a:off x="4762214" y="3471377"/>
                  <a:ext cx="26938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425" extrusionOk="0">
                      <a:moveTo>
                        <a:pt x="1707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24"/>
                        <a:pt x="1707" y="3424"/>
                      </a:cubicBezTo>
                      <a:cubicBezTo>
                        <a:pt x="2662" y="3424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75"/>
                <p:cNvSpPr/>
                <p:nvPr/>
              </p:nvSpPr>
              <p:spPr>
                <a:xfrm>
                  <a:off x="4770591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73" name="Google Shape;4073;p75"/>
              <p:cNvGrpSpPr/>
              <p:nvPr/>
            </p:nvGrpSpPr>
            <p:grpSpPr>
              <a:xfrm>
                <a:off x="4790473" y="3344782"/>
                <a:ext cx="31405" cy="26898"/>
                <a:chOff x="4790473" y="3344782"/>
                <a:chExt cx="31405" cy="26898"/>
              </a:xfrm>
            </p:grpSpPr>
            <p:sp>
              <p:nvSpPr>
                <p:cNvPr id="4074" name="Google Shape;4074;p75"/>
                <p:cNvSpPr/>
                <p:nvPr/>
              </p:nvSpPr>
              <p:spPr>
                <a:xfrm>
                  <a:off x="4790473" y="334478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75"/>
                <p:cNvSpPr/>
                <p:nvPr/>
              </p:nvSpPr>
              <p:spPr>
                <a:xfrm>
                  <a:off x="4804654" y="3354456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76" name="Google Shape;4076;p75"/>
              <p:cNvGrpSpPr/>
              <p:nvPr/>
            </p:nvGrpSpPr>
            <p:grpSpPr>
              <a:xfrm>
                <a:off x="4823774" y="3950733"/>
                <a:ext cx="37398" cy="32034"/>
                <a:chOff x="4823774" y="3950733"/>
                <a:chExt cx="37398" cy="32034"/>
              </a:xfrm>
            </p:grpSpPr>
            <p:sp>
              <p:nvSpPr>
                <p:cNvPr id="4077" name="Google Shape;4077;p75"/>
                <p:cNvSpPr/>
                <p:nvPr/>
              </p:nvSpPr>
              <p:spPr>
                <a:xfrm>
                  <a:off x="4823774" y="3950733"/>
                  <a:ext cx="37398" cy="3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5" h="4073" extrusionOk="0">
                      <a:moveTo>
                        <a:pt x="2707" y="1"/>
                      </a:moveTo>
                      <a:cubicBezTo>
                        <a:pt x="2207" y="1"/>
                        <a:pt x="1698" y="186"/>
                        <a:pt x="1283" y="601"/>
                      </a:cubicBezTo>
                      <a:cubicBezTo>
                        <a:pt x="1" y="1883"/>
                        <a:pt x="908" y="4073"/>
                        <a:pt x="2722" y="4073"/>
                      </a:cubicBezTo>
                      <a:cubicBezTo>
                        <a:pt x="3835" y="4073"/>
                        <a:pt x="4755" y="3166"/>
                        <a:pt x="4755" y="2041"/>
                      </a:cubicBezTo>
                      <a:cubicBezTo>
                        <a:pt x="4755" y="813"/>
                        <a:pt x="3752" y="1"/>
                        <a:pt x="2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75"/>
                <p:cNvSpPr/>
                <p:nvPr/>
              </p:nvSpPr>
              <p:spPr>
                <a:xfrm>
                  <a:off x="4836617" y="3960407"/>
                  <a:ext cx="14849" cy="12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617" extrusionOk="0">
                      <a:moveTo>
                        <a:pt x="1089" y="0"/>
                      </a:moveTo>
                      <a:cubicBezTo>
                        <a:pt x="363" y="0"/>
                        <a:pt x="1" y="871"/>
                        <a:pt x="509" y="1379"/>
                      </a:cubicBezTo>
                      <a:cubicBezTo>
                        <a:pt x="673" y="1543"/>
                        <a:pt x="874" y="1616"/>
                        <a:pt x="1073" y="1616"/>
                      </a:cubicBezTo>
                      <a:cubicBezTo>
                        <a:pt x="1488" y="1616"/>
                        <a:pt x="1888" y="1294"/>
                        <a:pt x="1888" y="811"/>
                      </a:cubicBezTo>
                      <a:cubicBezTo>
                        <a:pt x="1888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79" name="Google Shape;4079;p75"/>
              <p:cNvGrpSpPr/>
              <p:nvPr/>
            </p:nvGrpSpPr>
            <p:grpSpPr>
              <a:xfrm>
                <a:off x="4823396" y="4110566"/>
                <a:ext cx="31405" cy="26906"/>
                <a:chOff x="4823396" y="4110566"/>
                <a:chExt cx="31405" cy="26906"/>
              </a:xfrm>
            </p:grpSpPr>
            <p:sp>
              <p:nvSpPr>
                <p:cNvPr id="4080" name="Google Shape;4080;p75"/>
                <p:cNvSpPr/>
                <p:nvPr/>
              </p:nvSpPr>
              <p:spPr>
                <a:xfrm>
                  <a:off x="4823396" y="4110566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75"/>
                <p:cNvSpPr/>
                <p:nvPr/>
              </p:nvSpPr>
              <p:spPr>
                <a:xfrm>
                  <a:off x="4836240" y="412014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3" y="1"/>
                      </a:moveTo>
                      <a:cubicBezTo>
                        <a:pt x="218" y="1"/>
                        <a:pt x="0" y="533"/>
                        <a:pt x="303" y="835"/>
                      </a:cubicBezTo>
                      <a:cubicBezTo>
                        <a:pt x="404" y="933"/>
                        <a:pt x="527" y="976"/>
                        <a:pt x="646" y="976"/>
                      </a:cubicBezTo>
                      <a:cubicBezTo>
                        <a:pt x="898" y="976"/>
                        <a:pt x="1137" y="784"/>
                        <a:pt x="1137" y="497"/>
                      </a:cubicBezTo>
                      <a:cubicBezTo>
                        <a:pt x="1137" y="218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82" name="Google Shape;4082;p75"/>
              <p:cNvGrpSpPr/>
              <p:nvPr/>
            </p:nvGrpSpPr>
            <p:grpSpPr>
              <a:xfrm>
                <a:off x="4838332" y="3821150"/>
                <a:ext cx="31499" cy="26898"/>
                <a:chOff x="4838332" y="3821150"/>
                <a:chExt cx="31499" cy="26898"/>
              </a:xfrm>
            </p:grpSpPr>
            <p:sp>
              <p:nvSpPr>
                <p:cNvPr id="4083" name="Google Shape;4083;p75"/>
                <p:cNvSpPr/>
                <p:nvPr/>
              </p:nvSpPr>
              <p:spPr>
                <a:xfrm>
                  <a:off x="4838332" y="3821150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1"/>
                      </a:moveTo>
                      <a:cubicBezTo>
                        <a:pt x="1865" y="1"/>
                        <a:pt x="1437" y="156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75"/>
                <p:cNvSpPr/>
                <p:nvPr/>
              </p:nvSpPr>
              <p:spPr>
                <a:xfrm>
                  <a:off x="4851270" y="3830824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4" y="920"/>
                        <a:pt x="526" y="964"/>
                        <a:pt x="644" y="964"/>
                      </a:cubicBezTo>
                      <a:cubicBezTo>
                        <a:pt x="893" y="964"/>
                        <a:pt x="1129" y="771"/>
                        <a:pt x="1138" y="484"/>
                      </a:cubicBezTo>
                      <a:cubicBezTo>
                        <a:pt x="1125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85" name="Google Shape;4085;p75"/>
              <p:cNvGrpSpPr/>
              <p:nvPr/>
            </p:nvGrpSpPr>
            <p:grpSpPr>
              <a:xfrm>
                <a:off x="4661275" y="3815007"/>
                <a:ext cx="36824" cy="31523"/>
                <a:chOff x="4661275" y="3815007"/>
                <a:chExt cx="36824" cy="31523"/>
              </a:xfrm>
            </p:grpSpPr>
            <p:sp>
              <p:nvSpPr>
                <p:cNvPr id="4086" name="Google Shape;4086;p75"/>
                <p:cNvSpPr/>
                <p:nvPr/>
              </p:nvSpPr>
              <p:spPr>
                <a:xfrm>
                  <a:off x="4661275" y="3815007"/>
                  <a:ext cx="36824" cy="3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4008" extrusionOk="0">
                      <a:moveTo>
                        <a:pt x="2663" y="0"/>
                      </a:moveTo>
                      <a:cubicBezTo>
                        <a:pt x="2169" y="0"/>
                        <a:pt x="1666" y="184"/>
                        <a:pt x="1258" y="596"/>
                      </a:cubicBezTo>
                      <a:cubicBezTo>
                        <a:pt x="0" y="1854"/>
                        <a:pt x="895" y="4007"/>
                        <a:pt x="2674" y="4007"/>
                      </a:cubicBezTo>
                      <a:cubicBezTo>
                        <a:pt x="3774" y="4007"/>
                        <a:pt x="4682" y="3112"/>
                        <a:pt x="4682" y="2011"/>
                      </a:cubicBezTo>
                      <a:cubicBezTo>
                        <a:pt x="4682" y="801"/>
                        <a:pt x="3692" y="0"/>
                        <a:pt x="266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75"/>
                <p:cNvSpPr/>
                <p:nvPr/>
              </p:nvSpPr>
              <p:spPr>
                <a:xfrm>
                  <a:off x="4676211" y="3824736"/>
                  <a:ext cx="12183" cy="12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549" extrusionOk="0">
                      <a:moveTo>
                        <a:pt x="775" y="0"/>
                      </a:moveTo>
                      <a:cubicBezTo>
                        <a:pt x="351" y="0"/>
                        <a:pt x="0" y="339"/>
                        <a:pt x="0" y="774"/>
                      </a:cubicBezTo>
                      <a:cubicBezTo>
                        <a:pt x="0" y="1198"/>
                        <a:pt x="351" y="1549"/>
                        <a:pt x="775" y="1549"/>
                      </a:cubicBezTo>
                      <a:cubicBezTo>
                        <a:pt x="1210" y="1549"/>
                        <a:pt x="1549" y="1198"/>
                        <a:pt x="1549" y="774"/>
                      </a:cubicBezTo>
                      <a:cubicBezTo>
                        <a:pt x="1549" y="339"/>
                        <a:pt x="1210" y="0"/>
                        <a:pt x="77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88" name="Google Shape;4088;p75"/>
              <p:cNvGrpSpPr/>
              <p:nvPr/>
            </p:nvGrpSpPr>
            <p:grpSpPr>
              <a:xfrm>
                <a:off x="4558998" y="3851037"/>
                <a:ext cx="33591" cy="28699"/>
                <a:chOff x="4558998" y="3851037"/>
                <a:chExt cx="33591" cy="28699"/>
              </a:xfrm>
            </p:grpSpPr>
            <p:sp>
              <p:nvSpPr>
                <p:cNvPr id="4089" name="Google Shape;4089;p75"/>
                <p:cNvSpPr/>
                <p:nvPr/>
              </p:nvSpPr>
              <p:spPr>
                <a:xfrm>
                  <a:off x="4558998" y="3851037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30" y="0"/>
                      </a:moveTo>
                      <a:cubicBezTo>
                        <a:pt x="1980" y="0"/>
                        <a:pt x="1522" y="167"/>
                        <a:pt x="1149" y="539"/>
                      </a:cubicBezTo>
                      <a:cubicBezTo>
                        <a:pt x="0" y="1688"/>
                        <a:pt x="823" y="3648"/>
                        <a:pt x="2444" y="3648"/>
                      </a:cubicBezTo>
                      <a:cubicBezTo>
                        <a:pt x="3448" y="3648"/>
                        <a:pt x="4270" y="2838"/>
                        <a:pt x="4270" y="1822"/>
                      </a:cubicBezTo>
                      <a:cubicBezTo>
                        <a:pt x="4270" y="726"/>
                        <a:pt x="3369" y="0"/>
                        <a:pt x="24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75"/>
                <p:cNvSpPr/>
                <p:nvPr/>
              </p:nvSpPr>
              <p:spPr>
                <a:xfrm>
                  <a:off x="4573557" y="386069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5" y="932"/>
                        <a:pt x="1185" y="594"/>
                      </a:cubicBezTo>
                      <a:cubicBezTo>
                        <a:pt x="1185" y="267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91" name="Google Shape;4091;p75"/>
              <p:cNvGrpSpPr/>
              <p:nvPr/>
            </p:nvGrpSpPr>
            <p:grpSpPr>
              <a:xfrm>
                <a:off x="4696762" y="3638587"/>
                <a:ext cx="33591" cy="28794"/>
                <a:chOff x="4696762" y="3638587"/>
                <a:chExt cx="33591" cy="28794"/>
              </a:xfrm>
            </p:grpSpPr>
            <p:sp>
              <p:nvSpPr>
                <p:cNvPr id="4092" name="Google Shape;4092;p75"/>
                <p:cNvSpPr/>
                <p:nvPr/>
              </p:nvSpPr>
              <p:spPr>
                <a:xfrm>
                  <a:off x="4696762" y="3638587"/>
                  <a:ext cx="33591" cy="2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61" extrusionOk="0">
                      <a:moveTo>
                        <a:pt x="2426" y="1"/>
                      </a:moveTo>
                      <a:cubicBezTo>
                        <a:pt x="1978" y="1"/>
                        <a:pt x="1521" y="167"/>
                        <a:pt x="1150" y="539"/>
                      </a:cubicBezTo>
                      <a:cubicBezTo>
                        <a:pt x="0" y="1688"/>
                        <a:pt x="823" y="3660"/>
                        <a:pt x="2444" y="3660"/>
                      </a:cubicBezTo>
                      <a:cubicBezTo>
                        <a:pt x="3448" y="3648"/>
                        <a:pt x="4258" y="2838"/>
                        <a:pt x="4270" y="1834"/>
                      </a:cubicBezTo>
                      <a:cubicBezTo>
                        <a:pt x="4262" y="729"/>
                        <a:pt x="3363" y="1"/>
                        <a:pt x="24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75"/>
                <p:cNvSpPr/>
                <p:nvPr/>
              </p:nvSpPr>
              <p:spPr>
                <a:xfrm>
                  <a:off x="4711320" y="364824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79"/>
                        <a:pt x="0" y="606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6" y="932"/>
                        <a:pt x="1186" y="606"/>
                      </a:cubicBezTo>
                      <a:cubicBezTo>
                        <a:pt x="1186" y="279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94" name="Google Shape;4094;p75"/>
              <p:cNvGrpSpPr/>
              <p:nvPr/>
            </p:nvGrpSpPr>
            <p:grpSpPr>
              <a:xfrm>
                <a:off x="4929479" y="3939140"/>
                <a:ext cx="33497" cy="28692"/>
                <a:chOff x="4929479" y="3939140"/>
                <a:chExt cx="33497" cy="28692"/>
              </a:xfrm>
            </p:grpSpPr>
            <p:sp>
              <p:nvSpPr>
                <p:cNvPr id="4095" name="Google Shape;4095;p75"/>
                <p:cNvSpPr/>
                <p:nvPr/>
              </p:nvSpPr>
              <p:spPr>
                <a:xfrm>
                  <a:off x="4929479" y="3939140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8" y="0"/>
                        <a:pt x="1521" y="167"/>
                        <a:pt x="1149" y="539"/>
                      </a:cubicBezTo>
                      <a:cubicBezTo>
                        <a:pt x="0" y="1688"/>
                        <a:pt x="811" y="3648"/>
                        <a:pt x="2431" y="3648"/>
                      </a:cubicBezTo>
                      <a:cubicBezTo>
                        <a:pt x="3448" y="3648"/>
                        <a:pt x="4258" y="2837"/>
                        <a:pt x="4258" y="1833"/>
                      </a:cubicBezTo>
                      <a:cubicBezTo>
                        <a:pt x="4258" y="729"/>
                        <a:pt x="3361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75"/>
                <p:cNvSpPr/>
                <p:nvPr/>
              </p:nvSpPr>
              <p:spPr>
                <a:xfrm>
                  <a:off x="4943935" y="3948893"/>
                  <a:ext cx="9430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186" extrusionOk="0">
                      <a:moveTo>
                        <a:pt x="593" y="0"/>
                      </a:moveTo>
                      <a:cubicBezTo>
                        <a:pt x="267" y="0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0"/>
                        <a:pt x="59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97" name="Google Shape;4097;p75"/>
              <p:cNvGrpSpPr/>
              <p:nvPr/>
            </p:nvGrpSpPr>
            <p:grpSpPr>
              <a:xfrm>
                <a:off x="4907119" y="3986039"/>
                <a:ext cx="33497" cy="28699"/>
                <a:chOff x="4907119" y="3986039"/>
                <a:chExt cx="33497" cy="28699"/>
              </a:xfrm>
            </p:grpSpPr>
            <p:sp>
              <p:nvSpPr>
                <p:cNvPr id="4098" name="Google Shape;4098;p75"/>
                <p:cNvSpPr/>
                <p:nvPr/>
              </p:nvSpPr>
              <p:spPr>
                <a:xfrm>
                  <a:off x="4907119" y="3986039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7"/>
                        <a:pt x="1149" y="540"/>
                      </a:cubicBezTo>
                      <a:cubicBezTo>
                        <a:pt x="0" y="1689"/>
                        <a:pt x="811" y="3648"/>
                        <a:pt x="2444" y="3648"/>
                      </a:cubicBezTo>
                      <a:cubicBezTo>
                        <a:pt x="3448" y="3648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75"/>
                <p:cNvSpPr/>
                <p:nvPr/>
              </p:nvSpPr>
              <p:spPr>
                <a:xfrm>
                  <a:off x="4921583" y="3995705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605" y="0"/>
                      </a:moveTo>
                      <a:cubicBezTo>
                        <a:pt x="266" y="0"/>
                        <a:pt x="0" y="266"/>
                        <a:pt x="0" y="593"/>
                      </a:cubicBezTo>
                      <a:cubicBezTo>
                        <a:pt x="0" y="919"/>
                        <a:pt x="266" y="1186"/>
                        <a:pt x="605" y="1186"/>
                      </a:cubicBezTo>
                      <a:cubicBezTo>
                        <a:pt x="931" y="1186"/>
                        <a:pt x="1198" y="919"/>
                        <a:pt x="1198" y="593"/>
                      </a:cubicBezTo>
                      <a:cubicBezTo>
                        <a:pt x="1198" y="266"/>
                        <a:pt x="931" y="0"/>
                        <a:pt x="60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00" name="Google Shape;4100;p75"/>
              <p:cNvGrpSpPr/>
              <p:nvPr/>
            </p:nvGrpSpPr>
            <p:grpSpPr>
              <a:xfrm>
                <a:off x="4911783" y="4048102"/>
                <a:ext cx="33591" cy="28762"/>
                <a:chOff x="4911783" y="4048102"/>
                <a:chExt cx="33591" cy="28762"/>
              </a:xfrm>
            </p:grpSpPr>
            <p:sp>
              <p:nvSpPr>
                <p:cNvPr id="4101" name="Google Shape;4101;p75"/>
                <p:cNvSpPr/>
                <p:nvPr/>
              </p:nvSpPr>
              <p:spPr>
                <a:xfrm>
                  <a:off x="4911783" y="4048102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2" y="0"/>
                      </a:moveTo>
                      <a:cubicBezTo>
                        <a:pt x="1974" y="0"/>
                        <a:pt x="1519" y="166"/>
                        <a:pt x="1149" y="536"/>
                      </a:cubicBezTo>
                      <a:cubicBezTo>
                        <a:pt x="0" y="1685"/>
                        <a:pt x="823" y="3657"/>
                        <a:pt x="2456" y="3657"/>
                      </a:cubicBezTo>
                      <a:cubicBezTo>
                        <a:pt x="3448" y="3645"/>
                        <a:pt x="4258" y="2834"/>
                        <a:pt x="4270" y="1842"/>
                      </a:cubicBezTo>
                      <a:cubicBezTo>
                        <a:pt x="4270" y="735"/>
                        <a:pt x="3364" y="0"/>
                        <a:pt x="242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75"/>
                <p:cNvSpPr/>
                <p:nvPr/>
              </p:nvSpPr>
              <p:spPr>
                <a:xfrm>
                  <a:off x="4926333" y="4057831"/>
                  <a:ext cx="9336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6" extrusionOk="0">
                      <a:moveTo>
                        <a:pt x="594" y="0"/>
                      </a:moveTo>
                      <a:cubicBezTo>
                        <a:pt x="267" y="0"/>
                        <a:pt x="1" y="266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6"/>
                        <a:pt x="920" y="0"/>
                        <a:pt x="59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03" name="Google Shape;4103;p75"/>
              <p:cNvSpPr/>
              <p:nvPr/>
            </p:nvSpPr>
            <p:spPr>
              <a:xfrm>
                <a:off x="4713506" y="3934476"/>
                <a:ext cx="33497" cy="28692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3648" extrusionOk="0">
                    <a:moveTo>
                      <a:pt x="2422" y="0"/>
                    </a:moveTo>
                    <a:cubicBezTo>
                      <a:pt x="1974" y="0"/>
                      <a:pt x="1518" y="167"/>
                      <a:pt x="1150" y="539"/>
                    </a:cubicBezTo>
                    <a:cubicBezTo>
                      <a:pt x="0" y="1688"/>
                      <a:pt x="811" y="3648"/>
                      <a:pt x="2432" y="3648"/>
                    </a:cubicBezTo>
                    <a:cubicBezTo>
                      <a:pt x="3436" y="3648"/>
                      <a:pt x="4258" y="2838"/>
                      <a:pt x="4258" y="1821"/>
                    </a:cubicBezTo>
                    <a:cubicBezTo>
                      <a:pt x="4258" y="726"/>
                      <a:pt x="3357" y="0"/>
                      <a:pt x="2422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75"/>
              <p:cNvSpPr/>
              <p:nvPr/>
            </p:nvSpPr>
            <p:spPr>
              <a:xfrm>
                <a:off x="4727970" y="3944135"/>
                <a:ext cx="9328" cy="943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99" extrusionOk="0">
                    <a:moveTo>
                      <a:pt x="593" y="1"/>
                    </a:moveTo>
                    <a:cubicBezTo>
                      <a:pt x="266" y="1"/>
                      <a:pt x="0" y="267"/>
                      <a:pt x="0" y="593"/>
                    </a:cubicBezTo>
                    <a:cubicBezTo>
                      <a:pt x="0" y="932"/>
                      <a:pt x="266" y="1198"/>
                      <a:pt x="593" y="1198"/>
                    </a:cubicBezTo>
                    <a:cubicBezTo>
                      <a:pt x="919" y="1198"/>
                      <a:pt x="1186" y="932"/>
                      <a:pt x="1186" y="593"/>
                    </a:cubicBezTo>
                    <a:cubicBezTo>
                      <a:pt x="1186" y="267"/>
                      <a:pt x="919" y="1"/>
                      <a:pt x="59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05" name="Google Shape;4105;p75"/>
              <p:cNvGrpSpPr/>
              <p:nvPr/>
            </p:nvGrpSpPr>
            <p:grpSpPr>
              <a:xfrm>
                <a:off x="4762623" y="3837847"/>
                <a:ext cx="42416" cy="36273"/>
                <a:chOff x="4762623" y="3837847"/>
                <a:chExt cx="42416" cy="36273"/>
              </a:xfrm>
            </p:grpSpPr>
            <p:sp>
              <p:nvSpPr>
                <p:cNvPr id="4106" name="Google Shape;4106;p75"/>
                <p:cNvSpPr/>
                <p:nvPr/>
              </p:nvSpPr>
              <p:spPr>
                <a:xfrm>
                  <a:off x="4762623" y="3837847"/>
                  <a:ext cx="42416" cy="36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4612" extrusionOk="0">
                      <a:moveTo>
                        <a:pt x="3064" y="1"/>
                      </a:moveTo>
                      <a:cubicBezTo>
                        <a:pt x="2496" y="1"/>
                        <a:pt x="1918" y="211"/>
                        <a:pt x="1449" y="680"/>
                      </a:cubicBezTo>
                      <a:cubicBezTo>
                        <a:pt x="1" y="2128"/>
                        <a:pt x="1033" y="4611"/>
                        <a:pt x="3067" y="4611"/>
                      </a:cubicBezTo>
                      <a:cubicBezTo>
                        <a:pt x="3072" y="4611"/>
                        <a:pt x="3077" y="4611"/>
                        <a:pt x="3082" y="4611"/>
                      </a:cubicBezTo>
                      <a:cubicBezTo>
                        <a:pt x="4352" y="4611"/>
                        <a:pt x="5380" y="3583"/>
                        <a:pt x="5392" y="2313"/>
                      </a:cubicBezTo>
                      <a:cubicBezTo>
                        <a:pt x="5392" y="921"/>
                        <a:pt x="4251" y="1"/>
                        <a:pt x="306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75"/>
                <p:cNvSpPr/>
                <p:nvPr/>
              </p:nvSpPr>
              <p:spPr>
                <a:xfrm>
                  <a:off x="4775538" y="3847568"/>
                  <a:ext cx="19796" cy="16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" h="2156" extrusionOk="0">
                      <a:moveTo>
                        <a:pt x="1440" y="0"/>
                      </a:moveTo>
                      <a:cubicBezTo>
                        <a:pt x="484" y="0"/>
                        <a:pt x="0" y="1162"/>
                        <a:pt x="678" y="1839"/>
                      </a:cubicBezTo>
                      <a:cubicBezTo>
                        <a:pt x="896" y="2058"/>
                        <a:pt x="1165" y="2155"/>
                        <a:pt x="1429" y="2155"/>
                      </a:cubicBezTo>
                      <a:cubicBezTo>
                        <a:pt x="1984" y="2155"/>
                        <a:pt x="2517" y="1724"/>
                        <a:pt x="2517" y="1077"/>
                      </a:cubicBezTo>
                      <a:cubicBezTo>
                        <a:pt x="2517" y="484"/>
                        <a:pt x="2045" y="0"/>
                        <a:pt x="144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08" name="Google Shape;4108;p75"/>
              <p:cNvGrpSpPr/>
              <p:nvPr/>
            </p:nvGrpSpPr>
            <p:grpSpPr>
              <a:xfrm>
                <a:off x="4746044" y="4104966"/>
                <a:ext cx="33497" cy="28699"/>
                <a:chOff x="4746044" y="4104966"/>
                <a:chExt cx="33497" cy="28699"/>
              </a:xfrm>
            </p:grpSpPr>
            <p:sp>
              <p:nvSpPr>
                <p:cNvPr id="4109" name="Google Shape;4109;p75"/>
                <p:cNvSpPr/>
                <p:nvPr/>
              </p:nvSpPr>
              <p:spPr>
                <a:xfrm>
                  <a:off x="4746044" y="4104966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8" y="1"/>
                      </a:moveTo>
                      <a:cubicBezTo>
                        <a:pt x="1979" y="1"/>
                        <a:pt x="1522" y="167"/>
                        <a:pt x="1150" y="540"/>
                      </a:cubicBezTo>
                      <a:cubicBezTo>
                        <a:pt x="0" y="1677"/>
                        <a:pt x="811" y="3648"/>
                        <a:pt x="2432" y="3648"/>
                      </a:cubicBezTo>
                      <a:cubicBezTo>
                        <a:pt x="3436" y="3648"/>
                        <a:pt x="4259" y="2826"/>
                        <a:pt x="4259" y="1822"/>
                      </a:cubicBezTo>
                      <a:cubicBezTo>
                        <a:pt x="4259" y="726"/>
                        <a:pt x="3363" y="1"/>
                        <a:pt x="242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75"/>
                <p:cNvSpPr/>
                <p:nvPr/>
              </p:nvSpPr>
              <p:spPr>
                <a:xfrm>
                  <a:off x="4758887" y="4114632"/>
                  <a:ext cx="11042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2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5" y="1191"/>
                        <a:pt x="792" y="1191"/>
                      </a:cubicBezTo>
                      <a:cubicBezTo>
                        <a:pt x="1099" y="1191"/>
                        <a:pt x="1396" y="953"/>
                        <a:pt x="1404" y="593"/>
                      </a:cubicBezTo>
                      <a:cubicBezTo>
                        <a:pt x="1404" y="266"/>
                        <a:pt x="1126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11" name="Google Shape;4111;p75"/>
              <p:cNvGrpSpPr/>
              <p:nvPr/>
            </p:nvGrpSpPr>
            <p:grpSpPr>
              <a:xfrm>
                <a:off x="4859646" y="4162554"/>
                <a:ext cx="33591" cy="28762"/>
                <a:chOff x="4859646" y="4162554"/>
                <a:chExt cx="33591" cy="28762"/>
              </a:xfrm>
            </p:grpSpPr>
            <p:sp>
              <p:nvSpPr>
                <p:cNvPr id="4112" name="Google Shape;4112;p75"/>
                <p:cNvSpPr/>
                <p:nvPr/>
              </p:nvSpPr>
              <p:spPr>
                <a:xfrm>
                  <a:off x="4859646" y="4162554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3" y="0"/>
                      </a:moveTo>
                      <a:cubicBezTo>
                        <a:pt x="1975" y="0"/>
                        <a:pt x="1520" y="166"/>
                        <a:pt x="1149" y="536"/>
                      </a:cubicBezTo>
                      <a:cubicBezTo>
                        <a:pt x="0" y="1685"/>
                        <a:pt x="823" y="3657"/>
                        <a:pt x="2444" y="3657"/>
                      </a:cubicBezTo>
                      <a:cubicBezTo>
                        <a:pt x="3448" y="3657"/>
                        <a:pt x="4258" y="2834"/>
                        <a:pt x="4270" y="1830"/>
                      </a:cubicBezTo>
                      <a:cubicBezTo>
                        <a:pt x="4270" y="732"/>
                        <a:pt x="3365" y="0"/>
                        <a:pt x="24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75"/>
                <p:cNvSpPr/>
                <p:nvPr/>
              </p:nvSpPr>
              <p:spPr>
                <a:xfrm>
                  <a:off x="4874196" y="4172283"/>
                  <a:ext cx="9336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7" extrusionOk="0">
                      <a:moveTo>
                        <a:pt x="594" y="1"/>
                      </a:moveTo>
                      <a:cubicBezTo>
                        <a:pt x="267" y="1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7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14" name="Google Shape;4114;p75"/>
            <p:cNvGrpSpPr/>
            <p:nvPr/>
          </p:nvGrpSpPr>
          <p:grpSpPr>
            <a:xfrm>
              <a:off x="3597785" y="3274438"/>
              <a:ext cx="855610" cy="1122100"/>
              <a:chOff x="3597785" y="3274438"/>
              <a:chExt cx="855610" cy="1122100"/>
            </a:xfrm>
          </p:grpSpPr>
          <p:grpSp>
            <p:nvGrpSpPr>
              <p:cNvPr id="4115" name="Google Shape;4115;p75"/>
              <p:cNvGrpSpPr/>
              <p:nvPr/>
            </p:nvGrpSpPr>
            <p:grpSpPr>
              <a:xfrm>
                <a:off x="3617857" y="3284717"/>
                <a:ext cx="826785" cy="1099165"/>
                <a:chOff x="3617857" y="3284717"/>
                <a:chExt cx="826785" cy="1099165"/>
              </a:xfrm>
            </p:grpSpPr>
            <p:sp>
              <p:nvSpPr>
                <p:cNvPr id="4116" name="Google Shape;4116;p75"/>
                <p:cNvSpPr/>
                <p:nvPr/>
              </p:nvSpPr>
              <p:spPr>
                <a:xfrm>
                  <a:off x="4155028" y="3869354"/>
                  <a:ext cx="289613" cy="514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3" h="65420" fill="none" extrusionOk="0">
                      <a:moveTo>
                        <a:pt x="5928" y="64827"/>
                      </a:moveTo>
                      <a:lnTo>
                        <a:pt x="6158" y="49755"/>
                      </a:lnTo>
                      <a:lnTo>
                        <a:pt x="8202" y="42327"/>
                      </a:lnTo>
                      <a:lnTo>
                        <a:pt x="8795" y="36351"/>
                      </a:lnTo>
                      <a:lnTo>
                        <a:pt x="8795" y="28912"/>
                      </a:lnTo>
                      <a:lnTo>
                        <a:pt x="3049" y="23347"/>
                      </a:lnTo>
                      <a:lnTo>
                        <a:pt x="0" y="12291"/>
                      </a:lnTo>
                      <a:lnTo>
                        <a:pt x="11601" y="1"/>
                      </a:lnTo>
                      <a:lnTo>
                        <a:pt x="19319" y="4259"/>
                      </a:lnTo>
                      <a:lnTo>
                        <a:pt x="27266" y="11747"/>
                      </a:lnTo>
                      <a:lnTo>
                        <a:pt x="36823" y="15472"/>
                      </a:lnTo>
                      <a:lnTo>
                        <a:pt x="34827" y="25803"/>
                      </a:lnTo>
                      <a:lnTo>
                        <a:pt x="26722" y="36944"/>
                      </a:lnTo>
                      <a:lnTo>
                        <a:pt x="19924" y="49198"/>
                      </a:lnTo>
                      <a:lnTo>
                        <a:pt x="11008" y="60690"/>
                      </a:lnTo>
                      <a:lnTo>
                        <a:pt x="5335" y="6542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75"/>
                <p:cNvSpPr/>
                <p:nvPr/>
              </p:nvSpPr>
              <p:spPr>
                <a:xfrm>
                  <a:off x="3617857" y="3284717"/>
                  <a:ext cx="662957" cy="6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92" h="87218" fill="none" extrusionOk="0">
                      <a:moveTo>
                        <a:pt x="79900" y="75157"/>
                      </a:moveTo>
                      <a:lnTo>
                        <a:pt x="77916" y="83262"/>
                      </a:lnTo>
                      <a:lnTo>
                        <a:pt x="68299" y="87218"/>
                      </a:lnTo>
                      <a:lnTo>
                        <a:pt x="61610" y="72314"/>
                      </a:lnTo>
                      <a:lnTo>
                        <a:pt x="48376" y="64524"/>
                      </a:lnTo>
                      <a:lnTo>
                        <a:pt x="37489" y="50685"/>
                      </a:lnTo>
                      <a:lnTo>
                        <a:pt x="32771" y="39181"/>
                      </a:lnTo>
                      <a:lnTo>
                        <a:pt x="28525" y="27000"/>
                      </a:lnTo>
                      <a:lnTo>
                        <a:pt x="19779" y="19379"/>
                      </a:lnTo>
                      <a:lnTo>
                        <a:pt x="1" y="14057"/>
                      </a:lnTo>
                      <a:lnTo>
                        <a:pt x="5227" y="0"/>
                      </a:lnTo>
                      <a:lnTo>
                        <a:pt x="40380" y="3605"/>
                      </a:lnTo>
                      <a:lnTo>
                        <a:pt x="53662" y="9254"/>
                      </a:lnTo>
                      <a:lnTo>
                        <a:pt x="56711" y="17734"/>
                      </a:lnTo>
                      <a:lnTo>
                        <a:pt x="69727" y="26177"/>
                      </a:lnTo>
                      <a:lnTo>
                        <a:pt x="84291" y="20649"/>
                      </a:lnTo>
                      <a:lnTo>
                        <a:pt x="79465" y="38165"/>
                      </a:lnTo>
                      <a:lnTo>
                        <a:pt x="72207" y="46960"/>
                      </a:lnTo>
                      <a:lnTo>
                        <a:pt x="64791" y="54677"/>
                      </a:lnTo>
                      <a:lnTo>
                        <a:pt x="54497" y="63206"/>
                      </a:lnTo>
                      <a:lnTo>
                        <a:pt x="62094" y="63556"/>
                      </a:lnTo>
                      <a:lnTo>
                        <a:pt x="66098" y="74335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75"/>
                <p:cNvSpPr/>
                <p:nvPr/>
              </p:nvSpPr>
              <p:spPr>
                <a:xfrm>
                  <a:off x="4230666" y="3943372"/>
                  <a:ext cx="15612" cy="7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9909" fill="none" extrusionOk="0">
                      <a:moveTo>
                        <a:pt x="1984" y="9908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75"/>
                <p:cNvSpPr/>
                <p:nvPr/>
              </p:nvSpPr>
              <p:spPr>
                <a:xfrm>
                  <a:off x="4230666" y="3902843"/>
                  <a:ext cx="138817" cy="11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0" h="14868" fill="none" extrusionOk="0">
                      <a:moveTo>
                        <a:pt x="11952" y="14868"/>
                      </a:moveTo>
                      <a:lnTo>
                        <a:pt x="0" y="4670"/>
                      </a:lnTo>
                      <a:lnTo>
                        <a:pt x="9702" y="1"/>
                      </a:lnTo>
                      <a:lnTo>
                        <a:pt x="17649" y="7489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75"/>
                <p:cNvSpPr/>
                <p:nvPr/>
              </p:nvSpPr>
              <p:spPr>
                <a:xfrm>
                  <a:off x="4234473" y="3939573"/>
                  <a:ext cx="143953" cy="22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3" h="2819" fill="none" extrusionOk="0">
                      <a:moveTo>
                        <a:pt x="0" y="0"/>
                      </a:moveTo>
                      <a:lnTo>
                        <a:pt x="18303" y="2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75"/>
                <p:cNvSpPr/>
                <p:nvPr/>
              </p:nvSpPr>
              <p:spPr>
                <a:xfrm>
                  <a:off x="4300405" y="4023579"/>
                  <a:ext cx="24264" cy="1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" h="14323" fill="none" extrusionOk="0">
                      <a:moveTo>
                        <a:pt x="0" y="14323"/>
                      </a:moveTo>
                      <a:lnTo>
                        <a:pt x="308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75"/>
                <p:cNvSpPr/>
                <p:nvPr/>
              </p:nvSpPr>
              <p:spPr>
                <a:xfrm>
                  <a:off x="4324661" y="4019772"/>
                  <a:ext cx="40544" cy="14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5" h="17820" fill="none" extrusionOk="0">
                      <a:moveTo>
                        <a:pt x="1" y="1"/>
                      </a:moveTo>
                      <a:lnTo>
                        <a:pt x="5154" y="17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75"/>
                <p:cNvSpPr/>
                <p:nvPr/>
              </p:nvSpPr>
              <p:spPr>
                <a:xfrm>
                  <a:off x="4324661" y="4019772"/>
                  <a:ext cx="104282" cy="52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9" h="6678" fill="none" extrusionOk="0">
                      <a:moveTo>
                        <a:pt x="1" y="1"/>
                      </a:moveTo>
                      <a:lnTo>
                        <a:pt x="13259" y="667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75"/>
                <p:cNvSpPr/>
                <p:nvPr/>
              </p:nvSpPr>
              <p:spPr>
                <a:xfrm>
                  <a:off x="4328467" y="3989901"/>
                  <a:ext cx="113421" cy="29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3799" fill="none" extrusionOk="0">
                      <a:moveTo>
                        <a:pt x="14420" y="0"/>
                      </a:moveTo>
                      <a:lnTo>
                        <a:pt x="1" y="379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75"/>
                <p:cNvSpPr/>
                <p:nvPr/>
              </p:nvSpPr>
              <p:spPr>
                <a:xfrm>
                  <a:off x="4224193" y="4019772"/>
                  <a:ext cx="23886" cy="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87" fill="none" extrusionOk="0">
                      <a:moveTo>
                        <a:pt x="1" y="9787"/>
                      </a:moveTo>
                      <a:lnTo>
                        <a:pt x="303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75"/>
                <p:cNvSpPr/>
                <p:nvPr/>
              </p:nvSpPr>
              <p:spPr>
                <a:xfrm>
                  <a:off x="4248071" y="4019772"/>
                  <a:ext cx="52342" cy="116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4807" fill="none" extrusionOk="0">
                      <a:moveTo>
                        <a:pt x="1" y="1"/>
                      </a:moveTo>
                      <a:lnTo>
                        <a:pt x="6654" y="1480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75"/>
                <p:cNvSpPr/>
                <p:nvPr/>
              </p:nvSpPr>
              <p:spPr>
                <a:xfrm>
                  <a:off x="4300405" y="4138982"/>
                  <a:ext cx="6567" cy="119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" h="15134" fill="none" extrusionOk="0">
                      <a:moveTo>
                        <a:pt x="0" y="1"/>
                      </a:moveTo>
                      <a:lnTo>
                        <a:pt x="835" y="151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75"/>
                <p:cNvSpPr/>
                <p:nvPr/>
              </p:nvSpPr>
              <p:spPr>
                <a:xfrm>
                  <a:off x="4219726" y="4200164"/>
                  <a:ext cx="85343" cy="60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1" h="7694" fill="none" extrusionOk="0">
                      <a:moveTo>
                        <a:pt x="0" y="0"/>
                      </a:moveTo>
                      <a:lnTo>
                        <a:pt x="10851" y="76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75"/>
                <p:cNvSpPr/>
                <p:nvPr/>
              </p:nvSpPr>
              <p:spPr>
                <a:xfrm>
                  <a:off x="4223430" y="4137275"/>
                  <a:ext cx="81930" cy="15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" h="1924" fill="none" extrusionOk="0">
                      <a:moveTo>
                        <a:pt x="1" y="1923"/>
                      </a:moveTo>
                      <a:lnTo>
                        <a:pt x="10416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75"/>
                <p:cNvSpPr/>
                <p:nvPr/>
              </p:nvSpPr>
              <p:spPr>
                <a:xfrm>
                  <a:off x="4303638" y="4138982"/>
                  <a:ext cx="59947" cy="2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3038" fill="none" extrusionOk="0">
                      <a:moveTo>
                        <a:pt x="7621" y="303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75"/>
                <p:cNvSpPr/>
                <p:nvPr/>
              </p:nvSpPr>
              <p:spPr>
                <a:xfrm>
                  <a:off x="4201644" y="4267237"/>
                  <a:ext cx="39970" cy="7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" h="9811" fill="none" extrusionOk="0">
                      <a:moveTo>
                        <a:pt x="1" y="0"/>
                      </a:moveTo>
                      <a:lnTo>
                        <a:pt x="5081" y="981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75"/>
                <p:cNvSpPr/>
                <p:nvPr/>
              </p:nvSpPr>
              <p:spPr>
                <a:xfrm>
                  <a:off x="4203831" y="4258003"/>
                  <a:ext cx="103142" cy="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1175" fill="none" extrusionOk="0">
                      <a:moveTo>
                        <a:pt x="1" y="1174"/>
                      </a:moveTo>
                      <a:lnTo>
                        <a:pt x="1311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75"/>
                <p:cNvSpPr/>
                <p:nvPr/>
              </p:nvSpPr>
              <p:spPr>
                <a:xfrm>
                  <a:off x="4179001" y="3943372"/>
                  <a:ext cx="51673" cy="10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" h="13344" fill="none" extrusionOk="0">
                      <a:moveTo>
                        <a:pt x="1" y="13344"/>
                      </a:moveTo>
                      <a:lnTo>
                        <a:pt x="656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75"/>
                <p:cNvSpPr/>
                <p:nvPr/>
              </p:nvSpPr>
              <p:spPr>
                <a:xfrm>
                  <a:off x="4248071" y="4019772"/>
                  <a:ext cx="76597" cy="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9" h="1" fill="none" extrusionOk="0">
                      <a:moveTo>
                        <a:pt x="1" y="1"/>
                      </a:moveTo>
                      <a:lnTo>
                        <a:pt x="973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75"/>
                <p:cNvSpPr/>
                <p:nvPr/>
              </p:nvSpPr>
              <p:spPr>
                <a:xfrm>
                  <a:off x="4219529" y="4138982"/>
                  <a:ext cx="84116" cy="63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5" h="8046" fill="none" extrusionOk="0">
                      <a:moveTo>
                        <a:pt x="1" y="8045"/>
                      </a:moveTo>
                      <a:lnTo>
                        <a:pt x="1069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75"/>
                <p:cNvSpPr/>
                <p:nvPr/>
              </p:nvSpPr>
              <p:spPr>
                <a:xfrm>
                  <a:off x="3654964" y="3289853"/>
                  <a:ext cx="46820" cy="6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" h="8118" fill="none" extrusionOk="0">
                      <a:moveTo>
                        <a:pt x="1" y="0"/>
                      </a:moveTo>
                      <a:lnTo>
                        <a:pt x="5952" y="811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75"/>
                <p:cNvSpPr/>
                <p:nvPr/>
              </p:nvSpPr>
              <p:spPr>
                <a:xfrm>
                  <a:off x="3619760" y="3353693"/>
                  <a:ext cx="85736" cy="36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1" h="4670" fill="none" extrusionOk="0">
                      <a:moveTo>
                        <a:pt x="1" y="4670"/>
                      </a:moveTo>
                      <a:lnTo>
                        <a:pt x="1090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75"/>
                <p:cNvSpPr/>
                <p:nvPr/>
              </p:nvSpPr>
              <p:spPr>
                <a:xfrm>
                  <a:off x="3703011" y="3354739"/>
                  <a:ext cx="70415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3" h="10089" fill="none" extrusionOk="0">
                      <a:moveTo>
                        <a:pt x="1" y="0"/>
                      </a:moveTo>
                      <a:lnTo>
                        <a:pt x="8952" y="1008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75"/>
                <p:cNvSpPr/>
                <p:nvPr/>
              </p:nvSpPr>
              <p:spPr>
                <a:xfrm>
                  <a:off x="3779884" y="3366443"/>
                  <a:ext cx="34449" cy="67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0" h="8601" fill="none" extrusionOk="0">
                      <a:moveTo>
                        <a:pt x="1" y="8601"/>
                      </a:moveTo>
                      <a:lnTo>
                        <a:pt x="438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75"/>
                <p:cNvSpPr/>
                <p:nvPr/>
              </p:nvSpPr>
              <p:spPr>
                <a:xfrm>
                  <a:off x="3701776" y="3353693"/>
                  <a:ext cx="116363" cy="12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5" h="1622" fill="none" extrusionOk="0">
                      <a:moveTo>
                        <a:pt x="14795" y="162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1" name="Google Shape;4141;p75"/>
                <p:cNvSpPr/>
                <p:nvPr/>
              </p:nvSpPr>
              <p:spPr>
                <a:xfrm>
                  <a:off x="3701776" y="3313063"/>
                  <a:ext cx="227204" cy="4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88" h="5167" fill="none" extrusionOk="0">
                      <a:moveTo>
                        <a:pt x="28887" y="1"/>
                      </a:moveTo>
                      <a:lnTo>
                        <a:pt x="0" y="51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2" name="Google Shape;4142;p75"/>
                <p:cNvSpPr/>
                <p:nvPr/>
              </p:nvSpPr>
              <p:spPr>
                <a:xfrm>
                  <a:off x="3888633" y="3313063"/>
                  <a:ext cx="40347" cy="1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0" h="14554" fill="none" extrusionOk="0">
                      <a:moveTo>
                        <a:pt x="5129" y="1"/>
                      </a:moveTo>
                      <a:lnTo>
                        <a:pt x="0" y="14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3" name="Google Shape;4143;p75"/>
                <p:cNvSpPr/>
                <p:nvPr/>
              </p:nvSpPr>
              <p:spPr>
                <a:xfrm>
                  <a:off x="3814325" y="3366443"/>
                  <a:ext cx="74316" cy="6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9" h="7767" fill="none" extrusionOk="0">
                      <a:moveTo>
                        <a:pt x="1" y="0"/>
                      </a:moveTo>
                      <a:lnTo>
                        <a:pt x="9448" y="77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4" name="Google Shape;4144;p75"/>
                <p:cNvSpPr/>
                <p:nvPr/>
              </p:nvSpPr>
              <p:spPr>
                <a:xfrm>
                  <a:off x="3838399" y="3427522"/>
                  <a:ext cx="50242" cy="6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8614" fill="none" extrusionOk="0">
                      <a:moveTo>
                        <a:pt x="0" y="8613"/>
                      </a:moveTo>
                      <a:lnTo>
                        <a:pt x="638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5" name="Google Shape;4145;p75"/>
                <p:cNvSpPr/>
                <p:nvPr/>
              </p:nvSpPr>
              <p:spPr>
                <a:xfrm>
                  <a:off x="3814325" y="3313063"/>
                  <a:ext cx="114656" cy="5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8" h="6788" fill="none" extrusionOk="0">
                      <a:moveTo>
                        <a:pt x="1" y="6787"/>
                      </a:moveTo>
                      <a:lnTo>
                        <a:pt x="1457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6" name="Google Shape;4146;p75"/>
                <p:cNvSpPr/>
                <p:nvPr/>
              </p:nvSpPr>
              <p:spPr>
                <a:xfrm>
                  <a:off x="3888633" y="3427522"/>
                  <a:ext cx="55377" cy="76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1" h="9690" fill="none" extrusionOk="0">
                      <a:moveTo>
                        <a:pt x="0" y="0"/>
                      </a:moveTo>
                      <a:lnTo>
                        <a:pt x="7041" y="9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7" name="Google Shape;4147;p75"/>
                <p:cNvSpPr/>
                <p:nvPr/>
              </p:nvSpPr>
              <p:spPr>
                <a:xfrm>
                  <a:off x="3944003" y="3406208"/>
                  <a:ext cx="40631" cy="97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12400" fill="none" extrusionOk="0">
                      <a:moveTo>
                        <a:pt x="1" y="12400"/>
                      </a:moveTo>
                      <a:lnTo>
                        <a:pt x="516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8" name="Google Shape;4148;p75"/>
                <p:cNvSpPr/>
                <p:nvPr/>
              </p:nvSpPr>
              <p:spPr>
                <a:xfrm>
                  <a:off x="3984625" y="3357500"/>
                  <a:ext cx="55291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0" h="6194" fill="none" extrusionOk="0">
                      <a:moveTo>
                        <a:pt x="1" y="6194"/>
                      </a:moveTo>
                      <a:lnTo>
                        <a:pt x="7029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9" name="Google Shape;4149;p75"/>
                <p:cNvSpPr/>
                <p:nvPr/>
              </p:nvSpPr>
              <p:spPr>
                <a:xfrm>
                  <a:off x="3888633" y="3406208"/>
                  <a:ext cx="96000" cy="21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6" h="2711" fill="none" extrusionOk="0">
                      <a:moveTo>
                        <a:pt x="0" y="2710"/>
                      </a:moveTo>
                      <a:lnTo>
                        <a:pt x="1220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75"/>
                <p:cNvSpPr/>
                <p:nvPr/>
              </p:nvSpPr>
              <p:spPr>
                <a:xfrm>
                  <a:off x="3984625" y="3406208"/>
                  <a:ext cx="42251" cy="136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" h="17336" fill="none" extrusionOk="0">
                      <a:moveTo>
                        <a:pt x="1" y="1"/>
                      </a:moveTo>
                      <a:lnTo>
                        <a:pt x="5372" y="17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75"/>
                <p:cNvSpPr/>
                <p:nvPr/>
              </p:nvSpPr>
              <p:spPr>
                <a:xfrm>
                  <a:off x="4026868" y="3427522"/>
                  <a:ext cx="35597" cy="11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6" h="14626" fill="none" extrusionOk="0">
                      <a:moveTo>
                        <a:pt x="1" y="14625"/>
                      </a:moveTo>
                      <a:lnTo>
                        <a:pt x="452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75"/>
                <p:cNvSpPr/>
                <p:nvPr/>
              </p:nvSpPr>
              <p:spPr>
                <a:xfrm>
                  <a:off x="3876261" y="3542548"/>
                  <a:ext cx="150615" cy="5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0" h="6618" fill="none" extrusionOk="0">
                      <a:moveTo>
                        <a:pt x="1" y="6617"/>
                      </a:moveTo>
                      <a:lnTo>
                        <a:pt x="1915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75"/>
                <p:cNvSpPr/>
                <p:nvPr/>
              </p:nvSpPr>
              <p:spPr>
                <a:xfrm>
                  <a:off x="4006702" y="3542548"/>
                  <a:ext cx="20174" cy="9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5" h="12593" fill="none" extrusionOk="0">
                      <a:moveTo>
                        <a:pt x="2565" y="0"/>
                      </a:moveTo>
                      <a:lnTo>
                        <a:pt x="0" y="1259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75"/>
                <p:cNvSpPr/>
                <p:nvPr/>
              </p:nvSpPr>
              <p:spPr>
                <a:xfrm>
                  <a:off x="3912700" y="3641584"/>
                  <a:ext cx="97817" cy="41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7" h="5312" fill="none" extrusionOk="0">
                      <a:moveTo>
                        <a:pt x="1" y="5311"/>
                      </a:moveTo>
                      <a:lnTo>
                        <a:pt x="1243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75"/>
                <p:cNvSpPr/>
                <p:nvPr/>
              </p:nvSpPr>
              <p:spPr>
                <a:xfrm>
                  <a:off x="3875601" y="3503726"/>
                  <a:ext cx="68410" cy="89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11336" fill="none" extrusionOk="0">
                      <a:moveTo>
                        <a:pt x="8698" y="1"/>
                      </a:moveTo>
                      <a:lnTo>
                        <a:pt x="0" y="11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75"/>
                <p:cNvSpPr/>
                <p:nvPr/>
              </p:nvSpPr>
              <p:spPr>
                <a:xfrm>
                  <a:off x="3944003" y="3503726"/>
                  <a:ext cx="89441" cy="3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4598" fill="none" extrusionOk="0">
                      <a:moveTo>
                        <a:pt x="1" y="1"/>
                      </a:moveTo>
                      <a:lnTo>
                        <a:pt x="11372" y="459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75"/>
                <p:cNvSpPr/>
                <p:nvPr/>
              </p:nvSpPr>
              <p:spPr>
                <a:xfrm>
                  <a:off x="4033436" y="3490599"/>
                  <a:ext cx="132824" cy="4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8" h="6267" fill="none" extrusionOk="0">
                      <a:moveTo>
                        <a:pt x="1" y="6267"/>
                      </a:moveTo>
                      <a:lnTo>
                        <a:pt x="16888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75"/>
                <p:cNvSpPr/>
                <p:nvPr/>
              </p:nvSpPr>
              <p:spPr>
                <a:xfrm>
                  <a:off x="4166252" y="3490599"/>
                  <a:ext cx="73459" cy="95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" h="12146" fill="none" extrusionOk="0">
                      <a:moveTo>
                        <a:pt x="1" y="0"/>
                      </a:moveTo>
                      <a:lnTo>
                        <a:pt x="9339" y="1214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75"/>
                <p:cNvSpPr/>
                <p:nvPr/>
              </p:nvSpPr>
              <p:spPr>
                <a:xfrm>
                  <a:off x="4027726" y="3539882"/>
                  <a:ext cx="211985" cy="3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3" h="5082" fill="none" extrusionOk="0">
                      <a:moveTo>
                        <a:pt x="26952" y="508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75"/>
                <p:cNvSpPr/>
                <p:nvPr/>
              </p:nvSpPr>
              <p:spPr>
                <a:xfrm>
                  <a:off x="4027726" y="3539882"/>
                  <a:ext cx="99720" cy="17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9" h="22235" fill="none" extrusionOk="0">
                      <a:moveTo>
                        <a:pt x="1" y="1"/>
                      </a:moveTo>
                      <a:lnTo>
                        <a:pt x="12678" y="222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75"/>
                <p:cNvSpPr/>
                <p:nvPr/>
              </p:nvSpPr>
              <p:spPr>
                <a:xfrm>
                  <a:off x="4027726" y="3539882"/>
                  <a:ext cx="159754" cy="11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2" h="14203" fill="none" extrusionOk="0">
                      <a:moveTo>
                        <a:pt x="1" y="1"/>
                      </a:moveTo>
                      <a:lnTo>
                        <a:pt x="20311" y="142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75"/>
                <p:cNvSpPr/>
                <p:nvPr/>
              </p:nvSpPr>
              <p:spPr>
                <a:xfrm>
                  <a:off x="4006702" y="3641584"/>
                  <a:ext cx="120743" cy="73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52" h="9304" fill="none" extrusionOk="0">
                      <a:moveTo>
                        <a:pt x="0" y="1"/>
                      </a:moveTo>
                      <a:lnTo>
                        <a:pt x="15351" y="930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75"/>
                <p:cNvSpPr/>
                <p:nvPr/>
              </p:nvSpPr>
              <p:spPr>
                <a:xfrm>
                  <a:off x="4006702" y="3641584"/>
                  <a:ext cx="39773" cy="140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7" h="17832" fill="none" extrusionOk="0">
                      <a:moveTo>
                        <a:pt x="5057" y="17832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75"/>
                <p:cNvSpPr/>
                <p:nvPr/>
              </p:nvSpPr>
              <p:spPr>
                <a:xfrm>
                  <a:off x="3996423" y="3784585"/>
                  <a:ext cx="51862" cy="1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4" h="1307" fill="none" extrusionOk="0">
                      <a:moveTo>
                        <a:pt x="1" y="1307"/>
                      </a:moveTo>
                      <a:lnTo>
                        <a:pt x="659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75"/>
                <p:cNvSpPr/>
                <p:nvPr/>
              </p:nvSpPr>
              <p:spPr>
                <a:xfrm>
                  <a:off x="4048277" y="3784585"/>
                  <a:ext cx="47583" cy="6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" h="8759" fill="none" extrusionOk="0">
                      <a:moveTo>
                        <a:pt x="1" y="0"/>
                      </a:moveTo>
                      <a:lnTo>
                        <a:pt x="6049" y="875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75"/>
                <p:cNvSpPr/>
                <p:nvPr/>
              </p:nvSpPr>
              <p:spPr>
                <a:xfrm>
                  <a:off x="4095947" y="3788392"/>
                  <a:ext cx="10280" cy="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8251" fill="none" extrusionOk="0">
                      <a:moveTo>
                        <a:pt x="0" y="8250"/>
                      </a:moveTo>
                      <a:lnTo>
                        <a:pt x="130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75"/>
                <p:cNvSpPr/>
                <p:nvPr/>
              </p:nvSpPr>
              <p:spPr>
                <a:xfrm>
                  <a:off x="4095852" y="3853467"/>
                  <a:ext cx="45672" cy="1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7" h="2021" fill="none" extrusionOk="0">
                      <a:moveTo>
                        <a:pt x="0" y="0"/>
                      </a:moveTo>
                      <a:lnTo>
                        <a:pt x="5807" y="2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75"/>
                <p:cNvSpPr/>
                <p:nvPr/>
              </p:nvSpPr>
              <p:spPr>
                <a:xfrm>
                  <a:off x="4138567" y="3868308"/>
                  <a:ext cx="16469" cy="1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2932" fill="none" extrusionOk="0">
                      <a:moveTo>
                        <a:pt x="1" y="1"/>
                      </a:moveTo>
                      <a:lnTo>
                        <a:pt x="2093" y="129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75"/>
                <p:cNvSpPr/>
                <p:nvPr/>
              </p:nvSpPr>
              <p:spPr>
                <a:xfrm>
                  <a:off x="3875601" y="3592876"/>
                  <a:ext cx="131110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0" h="6194" fill="none" extrusionOk="0">
                      <a:moveTo>
                        <a:pt x="0" y="0"/>
                      </a:moveTo>
                      <a:lnTo>
                        <a:pt x="16669" y="61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75"/>
                <p:cNvSpPr/>
                <p:nvPr/>
              </p:nvSpPr>
              <p:spPr>
                <a:xfrm>
                  <a:off x="4164828" y="3394410"/>
                  <a:ext cx="26458" cy="93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4" h="11844" fill="none" extrusionOk="0">
                      <a:moveTo>
                        <a:pt x="0" y="11843"/>
                      </a:moveTo>
                      <a:lnTo>
                        <a:pt x="336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75"/>
                <p:cNvSpPr/>
                <p:nvPr/>
              </p:nvSpPr>
              <p:spPr>
                <a:xfrm>
                  <a:off x="4191278" y="3394410"/>
                  <a:ext cx="86586" cy="52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6703" fill="none" extrusionOk="0">
                      <a:moveTo>
                        <a:pt x="0" y="1"/>
                      </a:moveTo>
                      <a:lnTo>
                        <a:pt x="11008" y="67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72" name="Google Shape;4172;p75"/>
              <p:cNvGrpSpPr/>
              <p:nvPr/>
            </p:nvGrpSpPr>
            <p:grpSpPr>
              <a:xfrm>
                <a:off x="4180904" y="4251758"/>
                <a:ext cx="37783" cy="32420"/>
                <a:chOff x="4180904" y="4251758"/>
                <a:chExt cx="37783" cy="32420"/>
              </a:xfrm>
            </p:grpSpPr>
            <p:sp>
              <p:nvSpPr>
                <p:cNvPr id="4173" name="Google Shape;4173;p75"/>
                <p:cNvSpPr/>
                <p:nvPr/>
              </p:nvSpPr>
              <p:spPr>
                <a:xfrm>
                  <a:off x="4180904" y="4251758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1"/>
                        <a:pt x="2759" y="4121"/>
                      </a:cubicBezTo>
                      <a:cubicBezTo>
                        <a:pt x="3884" y="4109"/>
                        <a:pt x="4803" y="3190"/>
                        <a:pt x="4803" y="2065"/>
                      </a:cubicBezTo>
                      <a:cubicBezTo>
                        <a:pt x="4803" y="823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75"/>
                <p:cNvSpPr/>
                <p:nvPr/>
              </p:nvSpPr>
              <p:spPr>
                <a:xfrm>
                  <a:off x="4196037" y="426143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75" name="Google Shape;4175;p75"/>
              <p:cNvGrpSpPr/>
              <p:nvPr/>
            </p:nvGrpSpPr>
            <p:grpSpPr>
              <a:xfrm>
                <a:off x="4201644" y="4081324"/>
                <a:ext cx="37783" cy="32364"/>
                <a:chOff x="4201644" y="4081324"/>
                <a:chExt cx="37783" cy="32364"/>
              </a:xfrm>
            </p:grpSpPr>
            <p:sp>
              <p:nvSpPr>
                <p:cNvPr id="4176" name="Google Shape;4176;p75"/>
                <p:cNvSpPr/>
                <p:nvPr/>
              </p:nvSpPr>
              <p:spPr>
                <a:xfrm>
                  <a:off x="4201644" y="4081324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75"/>
                <p:cNvSpPr/>
                <p:nvPr/>
              </p:nvSpPr>
              <p:spPr>
                <a:xfrm>
                  <a:off x="4214582" y="4091037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83"/>
                        <a:pt x="521" y="1415"/>
                      </a:cubicBezTo>
                      <a:cubicBezTo>
                        <a:pt x="688" y="1582"/>
                        <a:pt x="894" y="1657"/>
                        <a:pt x="1096" y="1657"/>
                      </a:cubicBezTo>
                      <a:cubicBezTo>
                        <a:pt x="1524" y="1657"/>
                        <a:pt x="1936" y="1323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78" name="Google Shape;4178;p75"/>
              <p:cNvGrpSpPr/>
              <p:nvPr/>
            </p:nvGrpSpPr>
            <p:grpSpPr>
              <a:xfrm>
                <a:off x="4284416" y="3887428"/>
                <a:ext cx="37783" cy="32451"/>
                <a:chOff x="4284416" y="3887428"/>
                <a:chExt cx="37783" cy="32451"/>
              </a:xfrm>
            </p:grpSpPr>
            <p:sp>
              <p:nvSpPr>
                <p:cNvPr id="4179" name="Google Shape;4179;p75"/>
                <p:cNvSpPr/>
                <p:nvPr/>
              </p:nvSpPr>
              <p:spPr>
                <a:xfrm>
                  <a:off x="4284416" y="3887428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20" y="4126"/>
                        <a:pt x="2747" y="4126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75"/>
                <p:cNvSpPr/>
                <p:nvPr/>
              </p:nvSpPr>
              <p:spPr>
                <a:xfrm>
                  <a:off x="4299548" y="3897039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81" name="Google Shape;4181;p75"/>
              <p:cNvGrpSpPr/>
              <p:nvPr/>
            </p:nvGrpSpPr>
            <p:grpSpPr>
              <a:xfrm>
                <a:off x="4223721" y="3860404"/>
                <a:ext cx="37870" cy="32364"/>
                <a:chOff x="4223721" y="3860404"/>
                <a:chExt cx="37870" cy="32364"/>
              </a:xfrm>
            </p:grpSpPr>
            <p:sp>
              <p:nvSpPr>
                <p:cNvPr id="4182" name="Google Shape;4182;p75"/>
                <p:cNvSpPr/>
                <p:nvPr/>
              </p:nvSpPr>
              <p:spPr>
                <a:xfrm>
                  <a:off x="4223721" y="3860404"/>
                  <a:ext cx="37870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5" extrusionOk="0">
                      <a:moveTo>
                        <a:pt x="2735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58" y="4114"/>
                      </a:cubicBezTo>
                      <a:cubicBezTo>
                        <a:pt x="3883" y="4114"/>
                        <a:pt x="4803" y="3195"/>
                        <a:pt x="4815" y="2058"/>
                      </a:cubicBezTo>
                      <a:cubicBezTo>
                        <a:pt x="4815" y="822"/>
                        <a:pt x="3795" y="1"/>
                        <a:pt x="273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75"/>
                <p:cNvSpPr/>
                <p:nvPr/>
              </p:nvSpPr>
              <p:spPr>
                <a:xfrm>
                  <a:off x="4238846" y="38701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84" name="Google Shape;4184;p75"/>
              <p:cNvGrpSpPr/>
              <p:nvPr/>
            </p:nvGrpSpPr>
            <p:grpSpPr>
              <a:xfrm>
                <a:off x="4104889" y="3699242"/>
                <a:ext cx="37776" cy="32357"/>
                <a:chOff x="4104889" y="3699242"/>
                <a:chExt cx="37776" cy="32357"/>
              </a:xfrm>
            </p:grpSpPr>
            <p:sp>
              <p:nvSpPr>
                <p:cNvPr id="4185" name="Google Shape;4185;p75"/>
                <p:cNvSpPr/>
                <p:nvPr/>
              </p:nvSpPr>
              <p:spPr>
                <a:xfrm>
                  <a:off x="4104889" y="3699242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8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75"/>
                <p:cNvSpPr/>
                <p:nvPr/>
              </p:nvSpPr>
              <p:spPr>
                <a:xfrm>
                  <a:off x="4120013" y="37089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76" y="0"/>
                        <a:pt x="1" y="375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87" name="Google Shape;4187;p75"/>
              <p:cNvGrpSpPr/>
              <p:nvPr/>
            </p:nvGrpSpPr>
            <p:grpSpPr>
              <a:xfrm>
                <a:off x="4143608" y="3475121"/>
                <a:ext cx="37878" cy="32420"/>
                <a:chOff x="4143608" y="3475121"/>
                <a:chExt cx="37878" cy="32420"/>
              </a:xfrm>
            </p:grpSpPr>
            <p:sp>
              <p:nvSpPr>
                <p:cNvPr id="4188" name="Google Shape;4188;p75"/>
                <p:cNvSpPr/>
                <p:nvPr/>
              </p:nvSpPr>
              <p:spPr>
                <a:xfrm>
                  <a:off x="4143608" y="3475121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50" y="0"/>
                      </a:moveTo>
                      <a:cubicBezTo>
                        <a:pt x="2244" y="0"/>
                        <a:pt x="1727" y="190"/>
                        <a:pt x="1307" y="614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96" y="4122"/>
                        <a:pt x="4815" y="3202"/>
                        <a:pt x="4815" y="2065"/>
                      </a:cubicBezTo>
                      <a:cubicBezTo>
                        <a:pt x="4815" y="823"/>
                        <a:pt x="3805" y="0"/>
                        <a:pt x="275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75"/>
                <p:cNvSpPr/>
                <p:nvPr/>
              </p:nvSpPr>
              <p:spPr>
                <a:xfrm>
                  <a:off x="4158741" y="348479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94" y="1658"/>
                        <a:pt x="1657" y="1295"/>
                        <a:pt x="1657" y="835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90" name="Google Shape;4190;p75"/>
              <p:cNvGrpSpPr/>
              <p:nvPr/>
            </p:nvGrpSpPr>
            <p:grpSpPr>
              <a:xfrm>
                <a:off x="4217248" y="3570893"/>
                <a:ext cx="37776" cy="32364"/>
                <a:chOff x="4217248" y="3570893"/>
                <a:chExt cx="37776" cy="32364"/>
              </a:xfrm>
            </p:grpSpPr>
            <p:sp>
              <p:nvSpPr>
                <p:cNvPr id="4191" name="Google Shape;4191;p75"/>
                <p:cNvSpPr/>
                <p:nvPr/>
              </p:nvSpPr>
              <p:spPr>
                <a:xfrm>
                  <a:off x="4217248" y="3570893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75"/>
                <p:cNvSpPr/>
                <p:nvPr/>
              </p:nvSpPr>
              <p:spPr>
                <a:xfrm>
                  <a:off x="4232373" y="3580599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4" y="1"/>
                      </a:moveTo>
                      <a:cubicBezTo>
                        <a:pt x="364" y="1"/>
                        <a:pt x="1" y="376"/>
                        <a:pt x="1" y="824"/>
                      </a:cubicBezTo>
                      <a:cubicBezTo>
                        <a:pt x="1" y="1283"/>
                        <a:pt x="364" y="1658"/>
                        <a:pt x="824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76"/>
                        <a:pt x="1283" y="1"/>
                        <a:pt x="82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93" name="Google Shape;4193;p75"/>
              <p:cNvGrpSpPr/>
              <p:nvPr/>
            </p:nvGrpSpPr>
            <p:grpSpPr>
              <a:xfrm>
                <a:off x="4255307" y="3431612"/>
                <a:ext cx="37776" cy="32451"/>
                <a:chOff x="4255307" y="3431612"/>
                <a:chExt cx="37776" cy="32451"/>
              </a:xfrm>
            </p:grpSpPr>
            <p:sp>
              <p:nvSpPr>
                <p:cNvPr id="4194" name="Google Shape;4194;p75"/>
                <p:cNvSpPr/>
                <p:nvPr/>
              </p:nvSpPr>
              <p:spPr>
                <a:xfrm>
                  <a:off x="4255307" y="3431612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75"/>
                <p:cNvSpPr/>
                <p:nvPr/>
              </p:nvSpPr>
              <p:spPr>
                <a:xfrm>
                  <a:off x="4270432" y="34413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8"/>
                        <a:pt x="835" y="1658"/>
                      </a:cubicBezTo>
                      <a:cubicBezTo>
                        <a:pt x="1295" y="1658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96" name="Google Shape;4196;p75"/>
              <p:cNvGrpSpPr/>
              <p:nvPr/>
            </p:nvGrpSpPr>
            <p:grpSpPr>
              <a:xfrm>
                <a:off x="3853052" y="3577398"/>
                <a:ext cx="37776" cy="32420"/>
                <a:chOff x="3853052" y="3577398"/>
                <a:chExt cx="37776" cy="32420"/>
              </a:xfrm>
            </p:grpSpPr>
            <p:sp>
              <p:nvSpPr>
                <p:cNvPr id="4197" name="Google Shape;4197;p75"/>
                <p:cNvSpPr/>
                <p:nvPr/>
              </p:nvSpPr>
              <p:spPr>
                <a:xfrm>
                  <a:off x="3853052" y="3577398"/>
                  <a:ext cx="37776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2" extrusionOk="0">
                      <a:moveTo>
                        <a:pt x="2737" y="0"/>
                      </a:moveTo>
                      <a:cubicBezTo>
                        <a:pt x="2231" y="0"/>
                        <a:pt x="1714" y="190"/>
                        <a:pt x="1294" y="614"/>
                      </a:cubicBezTo>
                      <a:cubicBezTo>
                        <a:pt x="0" y="1908"/>
                        <a:pt x="919" y="4122"/>
                        <a:pt x="2746" y="4122"/>
                      </a:cubicBezTo>
                      <a:cubicBezTo>
                        <a:pt x="3883" y="4122"/>
                        <a:pt x="4803" y="3202"/>
                        <a:pt x="4803" y="2065"/>
                      </a:cubicBezTo>
                      <a:cubicBezTo>
                        <a:pt x="4803" y="823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75"/>
                <p:cNvSpPr/>
                <p:nvPr/>
              </p:nvSpPr>
              <p:spPr>
                <a:xfrm>
                  <a:off x="3868176" y="35870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35"/>
                      </a:cubicBezTo>
                      <a:cubicBezTo>
                        <a:pt x="1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99" name="Google Shape;4199;p75"/>
              <p:cNvGrpSpPr/>
              <p:nvPr/>
            </p:nvGrpSpPr>
            <p:grpSpPr>
              <a:xfrm>
                <a:off x="4039908" y="3412107"/>
                <a:ext cx="37776" cy="32357"/>
                <a:chOff x="4039908" y="3412107"/>
                <a:chExt cx="37776" cy="32357"/>
              </a:xfrm>
            </p:grpSpPr>
            <p:sp>
              <p:nvSpPr>
                <p:cNvPr id="4200" name="Google Shape;4200;p75"/>
                <p:cNvSpPr/>
                <p:nvPr/>
              </p:nvSpPr>
              <p:spPr>
                <a:xfrm>
                  <a:off x="4039908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75"/>
                <p:cNvSpPr/>
                <p:nvPr/>
              </p:nvSpPr>
              <p:spPr>
                <a:xfrm>
                  <a:off x="4055033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63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02" name="Google Shape;4202;p75"/>
              <p:cNvGrpSpPr/>
              <p:nvPr/>
            </p:nvGrpSpPr>
            <p:grpSpPr>
              <a:xfrm>
                <a:off x="4017360" y="3342061"/>
                <a:ext cx="37870" cy="32380"/>
                <a:chOff x="4017360" y="3342061"/>
                <a:chExt cx="37870" cy="32380"/>
              </a:xfrm>
            </p:grpSpPr>
            <p:sp>
              <p:nvSpPr>
                <p:cNvPr id="4203" name="Google Shape;4203;p75"/>
                <p:cNvSpPr/>
                <p:nvPr/>
              </p:nvSpPr>
              <p:spPr>
                <a:xfrm>
                  <a:off x="4017360" y="3342061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0"/>
                      </a:moveTo>
                      <a:cubicBezTo>
                        <a:pt x="2243" y="0"/>
                        <a:pt x="1726" y="189"/>
                        <a:pt x="1307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95" y="4116"/>
                        <a:pt x="4815" y="3197"/>
                        <a:pt x="4815" y="2060"/>
                      </a:cubicBezTo>
                      <a:cubicBezTo>
                        <a:pt x="4815" y="817"/>
                        <a:pt x="3804" y="0"/>
                        <a:pt x="274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75"/>
                <p:cNvSpPr/>
                <p:nvPr/>
              </p:nvSpPr>
              <p:spPr>
                <a:xfrm>
                  <a:off x="403248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05" name="Google Shape;4205;p75"/>
              <p:cNvSpPr/>
              <p:nvPr/>
            </p:nvSpPr>
            <p:spPr>
              <a:xfrm>
                <a:off x="3998712" y="3520180"/>
                <a:ext cx="47764" cy="4092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204" extrusionOk="0">
                    <a:moveTo>
                      <a:pt x="3457" y="0"/>
                    </a:moveTo>
                    <a:cubicBezTo>
                      <a:pt x="2821" y="0"/>
                      <a:pt x="2173" y="236"/>
                      <a:pt x="1645" y="764"/>
                    </a:cubicBezTo>
                    <a:cubicBezTo>
                      <a:pt x="0" y="2397"/>
                      <a:pt x="1162" y="5191"/>
                      <a:pt x="3472" y="5203"/>
                    </a:cubicBezTo>
                    <a:cubicBezTo>
                      <a:pt x="4899" y="5191"/>
                      <a:pt x="6061" y="4030"/>
                      <a:pt x="6073" y="2602"/>
                    </a:cubicBezTo>
                    <a:cubicBezTo>
                      <a:pt x="6073" y="1038"/>
                      <a:pt x="4792" y="0"/>
                      <a:pt x="34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75"/>
              <p:cNvSpPr/>
              <p:nvPr/>
            </p:nvSpPr>
            <p:spPr>
              <a:xfrm>
                <a:off x="4011744" y="3529893"/>
                <a:ext cx="25026" cy="21448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2727" extrusionOk="0">
                    <a:moveTo>
                      <a:pt x="1815" y="0"/>
                    </a:moveTo>
                    <a:cubicBezTo>
                      <a:pt x="605" y="0"/>
                      <a:pt x="1" y="1464"/>
                      <a:pt x="847" y="2323"/>
                    </a:cubicBezTo>
                    <a:cubicBezTo>
                      <a:pt x="1126" y="2601"/>
                      <a:pt x="1468" y="2726"/>
                      <a:pt x="1803" y="2726"/>
                    </a:cubicBezTo>
                    <a:cubicBezTo>
                      <a:pt x="2503" y="2726"/>
                      <a:pt x="3174" y="2185"/>
                      <a:pt x="3182" y="1367"/>
                    </a:cubicBezTo>
                    <a:cubicBezTo>
                      <a:pt x="3182" y="605"/>
                      <a:pt x="2565" y="0"/>
                      <a:pt x="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07" name="Google Shape;4207;p75"/>
              <p:cNvGrpSpPr/>
              <p:nvPr/>
            </p:nvGrpSpPr>
            <p:grpSpPr>
              <a:xfrm>
                <a:off x="3750870" y="3418650"/>
                <a:ext cx="37776" cy="32380"/>
                <a:chOff x="3750870" y="3418650"/>
                <a:chExt cx="37776" cy="32380"/>
              </a:xfrm>
            </p:grpSpPr>
            <p:sp>
              <p:nvSpPr>
                <p:cNvPr id="4208" name="Google Shape;4208;p75"/>
                <p:cNvSpPr/>
                <p:nvPr/>
              </p:nvSpPr>
              <p:spPr>
                <a:xfrm>
                  <a:off x="3750870" y="3418650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8"/>
                        <a:pt x="1295" y="608"/>
                      </a:cubicBezTo>
                      <a:cubicBezTo>
                        <a:pt x="0" y="1903"/>
                        <a:pt x="920" y="4116"/>
                        <a:pt x="2746" y="4116"/>
                      </a:cubicBezTo>
                      <a:cubicBezTo>
                        <a:pt x="3883" y="4104"/>
                        <a:pt x="4803" y="3185"/>
                        <a:pt x="4803" y="2060"/>
                      </a:cubicBezTo>
                      <a:cubicBezTo>
                        <a:pt x="4803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75"/>
                <p:cNvSpPr/>
                <p:nvPr/>
              </p:nvSpPr>
              <p:spPr>
                <a:xfrm>
                  <a:off x="3765994" y="342828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35"/>
                      </a:cubicBezTo>
                      <a:cubicBezTo>
                        <a:pt x="1" y="1294"/>
                        <a:pt x="363" y="1657"/>
                        <a:pt x="823" y="1657"/>
                      </a:cubicBezTo>
                      <a:cubicBezTo>
                        <a:pt x="1283" y="1657"/>
                        <a:pt x="1658" y="1294"/>
                        <a:pt x="1658" y="835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10" name="Google Shape;4210;p75"/>
              <p:cNvGrpSpPr/>
              <p:nvPr/>
            </p:nvGrpSpPr>
            <p:grpSpPr>
              <a:xfrm>
                <a:off x="3632509" y="3274438"/>
                <a:ext cx="37783" cy="32357"/>
                <a:chOff x="3632509" y="3274438"/>
                <a:chExt cx="37783" cy="32357"/>
              </a:xfrm>
            </p:grpSpPr>
            <p:sp>
              <p:nvSpPr>
                <p:cNvPr id="4211" name="Google Shape;4211;p75"/>
                <p:cNvSpPr/>
                <p:nvPr/>
              </p:nvSpPr>
              <p:spPr>
                <a:xfrm>
                  <a:off x="3632509" y="327443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75"/>
                <p:cNvSpPr/>
                <p:nvPr/>
              </p:nvSpPr>
              <p:spPr>
                <a:xfrm>
                  <a:off x="3647547" y="328404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13" name="Google Shape;4213;p75"/>
              <p:cNvGrpSpPr/>
              <p:nvPr/>
            </p:nvGrpSpPr>
            <p:grpSpPr>
              <a:xfrm>
                <a:off x="3906424" y="3297561"/>
                <a:ext cx="37776" cy="32451"/>
                <a:chOff x="3906424" y="3297561"/>
                <a:chExt cx="37776" cy="32451"/>
              </a:xfrm>
            </p:grpSpPr>
            <p:sp>
              <p:nvSpPr>
                <p:cNvPr id="4214" name="Google Shape;4214;p75"/>
                <p:cNvSpPr/>
                <p:nvPr/>
              </p:nvSpPr>
              <p:spPr>
                <a:xfrm>
                  <a:off x="3906424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0" y="1899"/>
                        <a:pt x="920" y="4125"/>
                        <a:pt x="2746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75"/>
                <p:cNvSpPr/>
                <p:nvPr/>
              </p:nvSpPr>
              <p:spPr>
                <a:xfrm>
                  <a:off x="3921548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0"/>
                      </a:moveTo>
                      <a:cubicBezTo>
                        <a:pt x="364" y="0"/>
                        <a:pt x="1" y="363"/>
                        <a:pt x="1" y="823"/>
                      </a:cubicBezTo>
                      <a:cubicBezTo>
                        <a:pt x="1" y="1282"/>
                        <a:pt x="364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63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16" name="Google Shape;4216;p75"/>
              <p:cNvGrpSpPr/>
              <p:nvPr/>
            </p:nvGrpSpPr>
            <p:grpSpPr>
              <a:xfrm>
                <a:off x="3866084" y="3412107"/>
                <a:ext cx="37776" cy="32357"/>
                <a:chOff x="3866084" y="3412107"/>
                <a:chExt cx="37776" cy="32357"/>
              </a:xfrm>
            </p:grpSpPr>
            <p:sp>
              <p:nvSpPr>
                <p:cNvPr id="4217" name="Google Shape;4217;p75"/>
                <p:cNvSpPr/>
                <p:nvPr/>
              </p:nvSpPr>
              <p:spPr>
                <a:xfrm>
                  <a:off x="3866084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75"/>
                <p:cNvSpPr/>
                <p:nvPr/>
              </p:nvSpPr>
              <p:spPr>
                <a:xfrm>
                  <a:off x="3881208" y="342181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64" y="1"/>
                        <a:pt x="1" y="363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19" name="Google Shape;4219;p75"/>
              <p:cNvGrpSpPr/>
              <p:nvPr/>
            </p:nvGrpSpPr>
            <p:grpSpPr>
              <a:xfrm>
                <a:off x="4023919" y="3766409"/>
                <a:ext cx="37783" cy="32357"/>
                <a:chOff x="4023919" y="3766409"/>
                <a:chExt cx="37783" cy="32357"/>
              </a:xfrm>
            </p:grpSpPr>
            <p:sp>
              <p:nvSpPr>
                <p:cNvPr id="4220" name="Google Shape;4220;p75"/>
                <p:cNvSpPr/>
                <p:nvPr/>
              </p:nvSpPr>
              <p:spPr>
                <a:xfrm>
                  <a:off x="4023919" y="37664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75"/>
                <p:cNvSpPr/>
                <p:nvPr/>
              </p:nvSpPr>
              <p:spPr>
                <a:xfrm>
                  <a:off x="4039051" y="377611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22" name="Google Shape;4222;p75"/>
              <p:cNvGrpSpPr/>
              <p:nvPr/>
            </p:nvGrpSpPr>
            <p:grpSpPr>
              <a:xfrm>
                <a:off x="3973882" y="3779449"/>
                <a:ext cx="37776" cy="32357"/>
                <a:chOff x="3973882" y="3779449"/>
                <a:chExt cx="37776" cy="32357"/>
              </a:xfrm>
            </p:grpSpPr>
            <p:sp>
              <p:nvSpPr>
                <p:cNvPr id="4223" name="Google Shape;4223;p75"/>
                <p:cNvSpPr/>
                <p:nvPr/>
              </p:nvSpPr>
              <p:spPr>
                <a:xfrm>
                  <a:off x="3973882" y="3779449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899"/>
                        <a:pt x="919" y="4113"/>
                        <a:pt x="2746" y="4113"/>
                      </a:cubicBezTo>
                      <a:cubicBezTo>
                        <a:pt x="3883" y="4113"/>
                        <a:pt x="4802" y="3194"/>
                        <a:pt x="4802" y="2069"/>
                      </a:cubicBezTo>
                      <a:cubicBezTo>
                        <a:pt x="4802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75"/>
                <p:cNvSpPr/>
                <p:nvPr/>
              </p:nvSpPr>
              <p:spPr>
                <a:xfrm>
                  <a:off x="3989006" y="37891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23"/>
                      </a:cubicBezTo>
                      <a:cubicBezTo>
                        <a:pt x="0" y="1282"/>
                        <a:pt x="363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25" name="Google Shape;4225;p75"/>
              <p:cNvGrpSpPr/>
              <p:nvPr/>
            </p:nvGrpSpPr>
            <p:grpSpPr>
              <a:xfrm>
                <a:off x="4073398" y="3838028"/>
                <a:ext cx="37776" cy="32380"/>
                <a:chOff x="4073398" y="3838028"/>
                <a:chExt cx="37776" cy="32380"/>
              </a:xfrm>
            </p:grpSpPr>
            <p:sp>
              <p:nvSpPr>
                <p:cNvPr id="4226" name="Google Shape;4226;p75"/>
                <p:cNvSpPr/>
                <p:nvPr/>
              </p:nvSpPr>
              <p:spPr>
                <a:xfrm>
                  <a:off x="4073398" y="3838028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5" y="609"/>
                      </a:cubicBezTo>
                      <a:cubicBezTo>
                        <a:pt x="0" y="1891"/>
                        <a:pt x="920" y="4105"/>
                        <a:pt x="2746" y="4117"/>
                      </a:cubicBezTo>
                      <a:cubicBezTo>
                        <a:pt x="3883" y="4105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75"/>
                <p:cNvSpPr/>
                <p:nvPr/>
              </p:nvSpPr>
              <p:spPr>
                <a:xfrm>
                  <a:off x="4088428" y="38476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28" name="Google Shape;4228;p75"/>
              <p:cNvGrpSpPr/>
              <p:nvPr/>
            </p:nvGrpSpPr>
            <p:grpSpPr>
              <a:xfrm>
                <a:off x="4342672" y="4144496"/>
                <a:ext cx="37752" cy="32364"/>
                <a:chOff x="4342672" y="4144496"/>
                <a:chExt cx="37752" cy="32364"/>
              </a:xfrm>
            </p:grpSpPr>
            <p:sp>
              <p:nvSpPr>
                <p:cNvPr id="4229" name="Google Shape;4229;p75"/>
                <p:cNvSpPr/>
                <p:nvPr/>
              </p:nvSpPr>
              <p:spPr>
                <a:xfrm>
                  <a:off x="4342672" y="4144496"/>
                  <a:ext cx="37752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" h="4115" extrusionOk="0">
                      <a:moveTo>
                        <a:pt x="2729" y="1"/>
                      </a:moveTo>
                      <a:cubicBezTo>
                        <a:pt x="2224" y="1"/>
                        <a:pt x="1710" y="188"/>
                        <a:pt x="1291" y="606"/>
                      </a:cubicBezTo>
                      <a:cubicBezTo>
                        <a:pt x="1" y="1897"/>
                        <a:pt x="912" y="4114"/>
                        <a:pt x="2740" y="4114"/>
                      </a:cubicBezTo>
                      <a:cubicBezTo>
                        <a:pt x="2745" y="4114"/>
                        <a:pt x="2750" y="4114"/>
                        <a:pt x="2755" y="4114"/>
                      </a:cubicBezTo>
                      <a:cubicBezTo>
                        <a:pt x="3880" y="4114"/>
                        <a:pt x="4800" y="3195"/>
                        <a:pt x="4800" y="2058"/>
                      </a:cubicBezTo>
                      <a:cubicBezTo>
                        <a:pt x="4800" y="822"/>
                        <a:pt x="3785" y="1"/>
                        <a:pt x="27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75"/>
                <p:cNvSpPr/>
                <p:nvPr/>
              </p:nvSpPr>
              <p:spPr>
                <a:xfrm>
                  <a:off x="4355586" y="4154209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01" y="0"/>
                      </a:moveTo>
                      <a:cubicBezTo>
                        <a:pt x="363" y="0"/>
                        <a:pt x="0" y="895"/>
                        <a:pt x="520" y="1416"/>
                      </a:cubicBezTo>
                      <a:cubicBezTo>
                        <a:pt x="688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31" name="Google Shape;4231;p75"/>
              <p:cNvGrpSpPr/>
              <p:nvPr/>
            </p:nvGrpSpPr>
            <p:grpSpPr>
              <a:xfrm>
                <a:off x="4406386" y="4056872"/>
                <a:ext cx="37783" cy="32364"/>
                <a:chOff x="4406386" y="4056872"/>
                <a:chExt cx="37783" cy="32364"/>
              </a:xfrm>
            </p:grpSpPr>
            <p:sp>
              <p:nvSpPr>
                <p:cNvPr id="4232" name="Google Shape;4232;p75"/>
                <p:cNvSpPr/>
                <p:nvPr/>
              </p:nvSpPr>
              <p:spPr>
                <a:xfrm>
                  <a:off x="4406386" y="4056872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3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75"/>
                <p:cNvSpPr/>
                <p:nvPr/>
              </p:nvSpPr>
              <p:spPr>
                <a:xfrm>
                  <a:off x="4419332" y="4066577"/>
                  <a:ext cx="15227" cy="13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5" extrusionOk="0">
                      <a:moveTo>
                        <a:pt x="1123" y="1"/>
                      </a:moveTo>
                      <a:cubicBezTo>
                        <a:pt x="1115" y="1"/>
                        <a:pt x="1108" y="1"/>
                        <a:pt x="1101" y="1"/>
                      </a:cubicBezTo>
                      <a:cubicBezTo>
                        <a:pt x="363" y="1"/>
                        <a:pt x="0" y="884"/>
                        <a:pt x="520" y="1404"/>
                      </a:cubicBezTo>
                      <a:cubicBezTo>
                        <a:pt x="689" y="1577"/>
                        <a:pt x="898" y="1655"/>
                        <a:pt x="1103" y="1655"/>
                      </a:cubicBezTo>
                      <a:cubicBezTo>
                        <a:pt x="1528" y="1655"/>
                        <a:pt x="1936" y="1322"/>
                        <a:pt x="1936" y="824"/>
                      </a:cubicBezTo>
                      <a:cubicBezTo>
                        <a:pt x="1936" y="371"/>
                        <a:pt x="1572" y="1"/>
                        <a:pt x="11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34" name="Google Shape;4234;p75"/>
              <p:cNvGrpSpPr/>
              <p:nvPr/>
            </p:nvGrpSpPr>
            <p:grpSpPr>
              <a:xfrm>
                <a:off x="4284416" y="4245254"/>
                <a:ext cx="37783" cy="32357"/>
                <a:chOff x="4284416" y="4245254"/>
                <a:chExt cx="37783" cy="32357"/>
              </a:xfrm>
            </p:grpSpPr>
            <p:sp>
              <p:nvSpPr>
                <p:cNvPr id="4235" name="Google Shape;4235;p75"/>
                <p:cNvSpPr/>
                <p:nvPr/>
              </p:nvSpPr>
              <p:spPr>
                <a:xfrm>
                  <a:off x="4284416" y="4245254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75"/>
                <p:cNvSpPr/>
                <p:nvPr/>
              </p:nvSpPr>
              <p:spPr>
                <a:xfrm>
                  <a:off x="4299548" y="425495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37" name="Google Shape;4237;p75"/>
              <p:cNvGrpSpPr/>
              <p:nvPr/>
            </p:nvGrpSpPr>
            <p:grpSpPr>
              <a:xfrm>
                <a:off x="4219057" y="4331258"/>
                <a:ext cx="37776" cy="32364"/>
                <a:chOff x="4219057" y="4331258"/>
                <a:chExt cx="37776" cy="32364"/>
              </a:xfrm>
            </p:grpSpPr>
            <p:sp>
              <p:nvSpPr>
                <p:cNvPr id="4238" name="Google Shape;4238;p75"/>
                <p:cNvSpPr/>
                <p:nvPr/>
              </p:nvSpPr>
              <p:spPr>
                <a:xfrm>
                  <a:off x="4219057" y="4331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75"/>
                <p:cNvSpPr/>
                <p:nvPr/>
              </p:nvSpPr>
              <p:spPr>
                <a:xfrm>
                  <a:off x="4231995" y="4340971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13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40" name="Google Shape;4240;p75"/>
              <p:cNvGrpSpPr/>
              <p:nvPr/>
            </p:nvGrpSpPr>
            <p:grpSpPr>
              <a:xfrm>
                <a:off x="4204122" y="4141688"/>
                <a:ext cx="33497" cy="28699"/>
                <a:chOff x="4204122" y="4141688"/>
                <a:chExt cx="33497" cy="28699"/>
              </a:xfrm>
            </p:grpSpPr>
            <p:sp>
              <p:nvSpPr>
                <p:cNvPr id="4241" name="Google Shape;4241;p75"/>
                <p:cNvSpPr/>
                <p:nvPr/>
              </p:nvSpPr>
              <p:spPr>
                <a:xfrm>
                  <a:off x="4204122" y="4141688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8"/>
                        <a:pt x="1149" y="540"/>
                      </a:cubicBezTo>
                      <a:cubicBezTo>
                        <a:pt x="0" y="1677"/>
                        <a:pt x="811" y="3649"/>
                        <a:pt x="2432" y="3649"/>
                      </a:cubicBezTo>
                      <a:cubicBezTo>
                        <a:pt x="3448" y="3649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75"/>
                <p:cNvSpPr/>
                <p:nvPr/>
              </p:nvSpPr>
              <p:spPr>
                <a:xfrm>
                  <a:off x="4216965" y="4151259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6" y="0"/>
                        <a:pt x="0" y="641"/>
                        <a:pt x="375" y="1016"/>
                      </a:cubicBezTo>
                      <a:cubicBezTo>
                        <a:pt x="498" y="1139"/>
                        <a:pt x="650" y="1195"/>
                        <a:pt x="799" y="1195"/>
                      </a:cubicBezTo>
                      <a:cubicBezTo>
                        <a:pt x="1103" y="1195"/>
                        <a:pt x="1395" y="963"/>
                        <a:pt x="1404" y="605"/>
                      </a:cubicBezTo>
                      <a:cubicBezTo>
                        <a:pt x="1404" y="278"/>
                        <a:pt x="1137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43" name="Google Shape;4243;p75"/>
              <p:cNvGrpSpPr/>
              <p:nvPr/>
            </p:nvGrpSpPr>
            <p:grpSpPr>
              <a:xfrm>
                <a:off x="4301546" y="4003869"/>
                <a:ext cx="38916" cy="33324"/>
                <a:chOff x="4301546" y="4003869"/>
                <a:chExt cx="38916" cy="33324"/>
              </a:xfrm>
            </p:grpSpPr>
            <p:sp>
              <p:nvSpPr>
                <p:cNvPr id="4244" name="Google Shape;4244;p75"/>
                <p:cNvSpPr/>
                <p:nvPr/>
              </p:nvSpPr>
              <p:spPr>
                <a:xfrm>
                  <a:off x="4301546" y="4003869"/>
                  <a:ext cx="38916" cy="3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8" h="4237" extrusionOk="0">
                      <a:moveTo>
                        <a:pt x="2818" y="1"/>
                      </a:moveTo>
                      <a:cubicBezTo>
                        <a:pt x="2295" y="1"/>
                        <a:pt x="1763" y="196"/>
                        <a:pt x="1331" y="631"/>
                      </a:cubicBezTo>
                      <a:cubicBezTo>
                        <a:pt x="0" y="1962"/>
                        <a:pt x="944" y="4236"/>
                        <a:pt x="2831" y="4236"/>
                      </a:cubicBezTo>
                      <a:cubicBezTo>
                        <a:pt x="3992" y="4236"/>
                        <a:pt x="4948" y="3293"/>
                        <a:pt x="4948" y="2119"/>
                      </a:cubicBezTo>
                      <a:cubicBezTo>
                        <a:pt x="4948" y="845"/>
                        <a:pt x="3905" y="1"/>
                        <a:pt x="28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75"/>
                <p:cNvSpPr/>
                <p:nvPr/>
              </p:nvSpPr>
              <p:spPr>
                <a:xfrm>
                  <a:off x="4314389" y="4013590"/>
                  <a:ext cx="16469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780" extrusionOk="0">
                      <a:moveTo>
                        <a:pt x="1220" y="0"/>
                      </a:moveTo>
                      <a:cubicBezTo>
                        <a:pt x="1213" y="0"/>
                        <a:pt x="1205" y="0"/>
                        <a:pt x="1198" y="0"/>
                      </a:cubicBezTo>
                      <a:cubicBezTo>
                        <a:pt x="400" y="0"/>
                        <a:pt x="0" y="956"/>
                        <a:pt x="569" y="1512"/>
                      </a:cubicBezTo>
                      <a:cubicBezTo>
                        <a:pt x="750" y="1697"/>
                        <a:pt x="974" y="1780"/>
                        <a:pt x="1194" y="1780"/>
                      </a:cubicBezTo>
                      <a:cubicBezTo>
                        <a:pt x="1652" y="1780"/>
                        <a:pt x="2093" y="1422"/>
                        <a:pt x="2093" y="883"/>
                      </a:cubicBezTo>
                      <a:cubicBezTo>
                        <a:pt x="2093" y="395"/>
                        <a:pt x="1706" y="0"/>
                        <a:pt x="122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46" name="Google Shape;4246;p75"/>
              <p:cNvGrpSpPr/>
              <p:nvPr/>
            </p:nvGrpSpPr>
            <p:grpSpPr>
              <a:xfrm>
                <a:off x="4210681" y="3924669"/>
                <a:ext cx="36549" cy="31366"/>
                <a:chOff x="4210681" y="3924669"/>
                <a:chExt cx="36549" cy="31366"/>
              </a:xfrm>
            </p:grpSpPr>
            <p:sp>
              <p:nvSpPr>
                <p:cNvPr id="4247" name="Google Shape;4247;p75"/>
                <p:cNvSpPr/>
                <p:nvPr/>
              </p:nvSpPr>
              <p:spPr>
                <a:xfrm>
                  <a:off x="4210681" y="3924669"/>
                  <a:ext cx="36549" cy="31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3988" extrusionOk="0">
                      <a:moveTo>
                        <a:pt x="2642" y="0"/>
                      </a:moveTo>
                      <a:cubicBezTo>
                        <a:pt x="2152" y="0"/>
                        <a:pt x="1654" y="182"/>
                        <a:pt x="1247" y="589"/>
                      </a:cubicBezTo>
                      <a:cubicBezTo>
                        <a:pt x="1" y="1847"/>
                        <a:pt x="884" y="3988"/>
                        <a:pt x="2662" y="3988"/>
                      </a:cubicBezTo>
                      <a:cubicBezTo>
                        <a:pt x="3751" y="3976"/>
                        <a:pt x="4646" y="3093"/>
                        <a:pt x="4646" y="1992"/>
                      </a:cubicBezTo>
                      <a:cubicBezTo>
                        <a:pt x="4646" y="797"/>
                        <a:pt x="3665" y="0"/>
                        <a:pt x="26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75"/>
                <p:cNvSpPr/>
                <p:nvPr/>
              </p:nvSpPr>
              <p:spPr>
                <a:xfrm>
                  <a:off x="4225625" y="3934335"/>
                  <a:ext cx="11994" cy="1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525" extrusionOk="0">
                      <a:moveTo>
                        <a:pt x="762" y="1"/>
                      </a:moveTo>
                      <a:cubicBezTo>
                        <a:pt x="339" y="1"/>
                        <a:pt x="0" y="339"/>
                        <a:pt x="0" y="763"/>
                      </a:cubicBezTo>
                      <a:cubicBezTo>
                        <a:pt x="0" y="1186"/>
                        <a:pt x="339" y="1525"/>
                        <a:pt x="762" y="1525"/>
                      </a:cubicBezTo>
                      <a:cubicBezTo>
                        <a:pt x="1173" y="1525"/>
                        <a:pt x="1524" y="1186"/>
                        <a:pt x="1524" y="763"/>
                      </a:cubicBezTo>
                      <a:cubicBezTo>
                        <a:pt x="1524" y="339"/>
                        <a:pt x="1173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49" name="Google Shape;4249;p75"/>
              <p:cNvGrpSpPr/>
              <p:nvPr/>
            </p:nvGrpSpPr>
            <p:grpSpPr>
              <a:xfrm>
                <a:off x="3987771" y="3628874"/>
                <a:ext cx="31499" cy="26993"/>
                <a:chOff x="3987771" y="3628874"/>
                <a:chExt cx="31499" cy="26993"/>
              </a:xfrm>
            </p:grpSpPr>
            <p:sp>
              <p:nvSpPr>
                <p:cNvPr id="4250" name="Google Shape;4250;p75"/>
                <p:cNvSpPr/>
                <p:nvPr/>
              </p:nvSpPr>
              <p:spPr>
                <a:xfrm>
                  <a:off x="3987771" y="3628874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75"/>
                <p:cNvSpPr/>
                <p:nvPr/>
              </p:nvSpPr>
              <p:spPr>
                <a:xfrm>
                  <a:off x="4000709" y="3638540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52" name="Google Shape;4252;p75"/>
              <p:cNvGrpSpPr/>
              <p:nvPr/>
            </p:nvGrpSpPr>
            <p:grpSpPr>
              <a:xfrm>
                <a:off x="4087382" y="3775674"/>
                <a:ext cx="31405" cy="26898"/>
                <a:chOff x="4087382" y="3775674"/>
                <a:chExt cx="31405" cy="26898"/>
              </a:xfrm>
            </p:grpSpPr>
            <p:sp>
              <p:nvSpPr>
                <p:cNvPr id="4253" name="Google Shape;4253;p75"/>
                <p:cNvSpPr/>
                <p:nvPr/>
              </p:nvSpPr>
              <p:spPr>
                <a:xfrm>
                  <a:off x="4087382" y="37756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20"/>
                        <a:pt x="2275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75"/>
                <p:cNvSpPr/>
                <p:nvPr/>
              </p:nvSpPr>
              <p:spPr>
                <a:xfrm>
                  <a:off x="4101460" y="378534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55" name="Google Shape;4255;p75"/>
              <p:cNvGrpSpPr/>
              <p:nvPr/>
            </p:nvGrpSpPr>
            <p:grpSpPr>
              <a:xfrm>
                <a:off x="4118873" y="3856637"/>
                <a:ext cx="31405" cy="26906"/>
                <a:chOff x="4118873" y="3856637"/>
                <a:chExt cx="31405" cy="26906"/>
              </a:xfrm>
            </p:grpSpPr>
            <p:sp>
              <p:nvSpPr>
                <p:cNvPr id="4256" name="Google Shape;4256;p75"/>
                <p:cNvSpPr/>
                <p:nvPr/>
              </p:nvSpPr>
              <p:spPr>
                <a:xfrm>
                  <a:off x="4118873" y="3856637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75"/>
                <p:cNvSpPr/>
                <p:nvPr/>
              </p:nvSpPr>
              <p:spPr>
                <a:xfrm>
                  <a:off x="4133046" y="3866310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58" name="Google Shape;4258;p75"/>
              <p:cNvGrpSpPr/>
              <p:nvPr/>
            </p:nvGrpSpPr>
            <p:grpSpPr>
              <a:xfrm>
                <a:off x="4168541" y="3639523"/>
                <a:ext cx="31499" cy="26906"/>
                <a:chOff x="4168541" y="3639523"/>
                <a:chExt cx="31499" cy="26906"/>
              </a:xfrm>
            </p:grpSpPr>
            <p:sp>
              <p:nvSpPr>
                <p:cNvPr id="4259" name="Google Shape;4259;p75"/>
                <p:cNvSpPr/>
                <p:nvPr/>
              </p:nvSpPr>
              <p:spPr>
                <a:xfrm>
                  <a:off x="4168541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2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5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75"/>
                <p:cNvSpPr/>
                <p:nvPr/>
              </p:nvSpPr>
              <p:spPr>
                <a:xfrm>
                  <a:off x="4182713" y="3649197"/>
                  <a:ext cx="7716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969" extrusionOk="0">
                      <a:moveTo>
                        <a:pt x="496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96" y="968"/>
                      </a:cubicBezTo>
                      <a:cubicBezTo>
                        <a:pt x="763" y="968"/>
                        <a:pt x="980" y="751"/>
                        <a:pt x="980" y="485"/>
                      </a:cubicBezTo>
                      <a:cubicBezTo>
                        <a:pt x="980" y="218"/>
                        <a:pt x="763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61" name="Google Shape;4261;p75"/>
              <p:cNvGrpSpPr/>
              <p:nvPr/>
            </p:nvGrpSpPr>
            <p:grpSpPr>
              <a:xfrm>
                <a:off x="3965789" y="3393545"/>
                <a:ext cx="31405" cy="26945"/>
                <a:chOff x="3965789" y="3393545"/>
                <a:chExt cx="31405" cy="26945"/>
              </a:xfrm>
            </p:grpSpPr>
            <p:sp>
              <p:nvSpPr>
                <p:cNvPr id="4262" name="Google Shape;4262;p75"/>
                <p:cNvSpPr/>
                <p:nvPr/>
              </p:nvSpPr>
              <p:spPr>
                <a:xfrm>
                  <a:off x="3965789" y="3393545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0"/>
                      </a:moveTo>
                      <a:cubicBezTo>
                        <a:pt x="1854" y="0"/>
                        <a:pt x="1426" y="158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75"/>
                <p:cNvSpPr/>
                <p:nvPr/>
              </p:nvSpPr>
              <p:spPr>
                <a:xfrm>
                  <a:off x="3978632" y="3403259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9" y="1"/>
                        <a:pt x="1" y="509"/>
                        <a:pt x="315" y="823"/>
                      </a:cubicBezTo>
                      <a:cubicBezTo>
                        <a:pt x="413" y="921"/>
                        <a:pt x="533" y="964"/>
                        <a:pt x="651" y="964"/>
                      </a:cubicBezTo>
                      <a:cubicBezTo>
                        <a:pt x="899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64" name="Google Shape;4264;p75"/>
              <p:cNvGrpSpPr/>
              <p:nvPr/>
            </p:nvGrpSpPr>
            <p:grpSpPr>
              <a:xfrm>
                <a:off x="3925166" y="3491008"/>
                <a:ext cx="31405" cy="27001"/>
                <a:chOff x="3925166" y="3491008"/>
                <a:chExt cx="31405" cy="27001"/>
              </a:xfrm>
            </p:grpSpPr>
            <p:sp>
              <p:nvSpPr>
                <p:cNvPr id="4265" name="Google Shape;4265;p75"/>
                <p:cNvSpPr/>
                <p:nvPr/>
              </p:nvSpPr>
              <p:spPr>
                <a:xfrm>
                  <a:off x="3925166" y="349100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5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75"/>
                <p:cNvSpPr/>
                <p:nvPr/>
              </p:nvSpPr>
              <p:spPr>
                <a:xfrm>
                  <a:off x="3939339" y="350068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5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5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67" name="Google Shape;4267;p75"/>
              <p:cNvGrpSpPr/>
              <p:nvPr/>
            </p:nvGrpSpPr>
            <p:grpSpPr>
              <a:xfrm>
                <a:off x="3682845" y="3340976"/>
                <a:ext cx="31397" cy="26898"/>
                <a:chOff x="3682845" y="3340976"/>
                <a:chExt cx="31397" cy="26898"/>
              </a:xfrm>
            </p:grpSpPr>
            <p:sp>
              <p:nvSpPr>
                <p:cNvPr id="4268" name="Google Shape;4268;p75"/>
                <p:cNvSpPr/>
                <p:nvPr/>
              </p:nvSpPr>
              <p:spPr>
                <a:xfrm>
                  <a:off x="3682845" y="3340976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75"/>
                <p:cNvSpPr/>
                <p:nvPr/>
              </p:nvSpPr>
              <p:spPr>
                <a:xfrm>
                  <a:off x="3695783" y="3350650"/>
                  <a:ext cx="8856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2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23"/>
                      </a:cubicBezTo>
                      <a:cubicBezTo>
                        <a:pt x="401" y="926"/>
                        <a:pt x="524" y="972"/>
                        <a:pt x="643" y="972"/>
                      </a:cubicBezTo>
                      <a:cubicBezTo>
                        <a:pt x="890" y="972"/>
                        <a:pt x="1125" y="777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0" name="Google Shape;4270;p75"/>
              <p:cNvGrpSpPr/>
              <p:nvPr/>
            </p:nvGrpSpPr>
            <p:grpSpPr>
              <a:xfrm>
                <a:off x="3795393" y="3353725"/>
                <a:ext cx="31499" cy="26993"/>
                <a:chOff x="3795393" y="3353725"/>
                <a:chExt cx="31499" cy="26993"/>
              </a:xfrm>
            </p:grpSpPr>
            <p:sp>
              <p:nvSpPr>
                <p:cNvPr id="4271" name="Google Shape;4271;p75"/>
                <p:cNvSpPr/>
                <p:nvPr/>
              </p:nvSpPr>
              <p:spPr>
                <a:xfrm>
                  <a:off x="3795393" y="335372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32"/>
                        <a:pt x="2299" y="3432"/>
                      </a:cubicBezTo>
                      <a:cubicBezTo>
                        <a:pt x="3242" y="3432"/>
                        <a:pt x="4005" y="2658"/>
                        <a:pt x="4005" y="1714"/>
                      </a:cubicBezTo>
                      <a:cubicBezTo>
                        <a:pt x="4005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75"/>
                <p:cNvSpPr/>
                <p:nvPr/>
              </p:nvSpPr>
              <p:spPr>
                <a:xfrm>
                  <a:off x="3809668" y="3363399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06" y="0"/>
                        <a:pt x="0" y="218"/>
                        <a:pt x="0" y="484"/>
                      </a:cubicBezTo>
                      <a:cubicBezTo>
                        <a:pt x="0" y="750"/>
                        <a:pt x="206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3" name="Google Shape;4273;p75"/>
              <p:cNvGrpSpPr/>
              <p:nvPr/>
            </p:nvGrpSpPr>
            <p:grpSpPr>
              <a:xfrm>
                <a:off x="4176909" y="4363221"/>
                <a:ext cx="38924" cy="33316"/>
                <a:chOff x="4176909" y="4363221"/>
                <a:chExt cx="38924" cy="33316"/>
              </a:xfrm>
            </p:grpSpPr>
            <p:sp>
              <p:nvSpPr>
                <p:cNvPr id="4274" name="Google Shape;4274;p75"/>
                <p:cNvSpPr/>
                <p:nvPr/>
              </p:nvSpPr>
              <p:spPr>
                <a:xfrm>
                  <a:off x="4176909" y="4363221"/>
                  <a:ext cx="38924" cy="33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9" h="4236" extrusionOk="0">
                      <a:moveTo>
                        <a:pt x="2823" y="0"/>
                      </a:moveTo>
                      <a:cubicBezTo>
                        <a:pt x="2301" y="0"/>
                        <a:pt x="1767" y="195"/>
                        <a:pt x="1331" y="631"/>
                      </a:cubicBezTo>
                      <a:cubicBezTo>
                        <a:pt x="1" y="1961"/>
                        <a:pt x="944" y="4236"/>
                        <a:pt x="2831" y="4236"/>
                      </a:cubicBezTo>
                      <a:cubicBezTo>
                        <a:pt x="4005" y="4236"/>
                        <a:pt x="4948" y="3292"/>
                        <a:pt x="4948" y="2119"/>
                      </a:cubicBezTo>
                      <a:cubicBezTo>
                        <a:pt x="4948" y="844"/>
                        <a:pt x="3911" y="0"/>
                        <a:pt x="28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75"/>
                <p:cNvSpPr/>
                <p:nvPr/>
              </p:nvSpPr>
              <p:spPr>
                <a:xfrm>
                  <a:off x="4192230" y="4372934"/>
                  <a:ext cx="13897" cy="1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1779" extrusionOk="0">
                      <a:moveTo>
                        <a:pt x="883" y="1"/>
                      </a:moveTo>
                      <a:cubicBezTo>
                        <a:pt x="399" y="1"/>
                        <a:pt x="0" y="400"/>
                        <a:pt x="0" y="896"/>
                      </a:cubicBezTo>
                      <a:cubicBezTo>
                        <a:pt x="0" y="1380"/>
                        <a:pt x="399" y="1779"/>
                        <a:pt x="883" y="1779"/>
                      </a:cubicBezTo>
                      <a:cubicBezTo>
                        <a:pt x="1379" y="1779"/>
                        <a:pt x="1766" y="1380"/>
                        <a:pt x="1766" y="896"/>
                      </a:cubicBezTo>
                      <a:cubicBezTo>
                        <a:pt x="1766" y="400"/>
                        <a:pt x="1379" y="1"/>
                        <a:pt x="88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6" name="Google Shape;4276;p75"/>
              <p:cNvGrpSpPr/>
              <p:nvPr/>
            </p:nvGrpSpPr>
            <p:grpSpPr>
              <a:xfrm>
                <a:off x="4226191" y="4007660"/>
                <a:ext cx="33560" cy="28770"/>
                <a:chOff x="4226191" y="4007660"/>
                <a:chExt cx="33560" cy="28770"/>
              </a:xfrm>
            </p:grpSpPr>
            <p:sp>
              <p:nvSpPr>
                <p:cNvPr id="4277" name="Google Shape;4277;p75"/>
                <p:cNvSpPr/>
                <p:nvPr/>
              </p:nvSpPr>
              <p:spPr>
                <a:xfrm>
                  <a:off x="4226191" y="4007660"/>
                  <a:ext cx="33560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7" h="3658" extrusionOk="0">
                      <a:moveTo>
                        <a:pt x="2427" y="1"/>
                      </a:moveTo>
                      <a:cubicBezTo>
                        <a:pt x="1980" y="1"/>
                        <a:pt x="1524" y="167"/>
                        <a:pt x="1150" y="537"/>
                      </a:cubicBezTo>
                      <a:cubicBezTo>
                        <a:pt x="1" y="1686"/>
                        <a:pt x="811" y="3645"/>
                        <a:pt x="2444" y="3658"/>
                      </a:cubicBezTo>
                      <a:cubicBezTo>
                        <a:pt x="3436" y="3645"/>
                        <a:pt x="4259" y="2835"/>
                        <a:pt x="4259" y="1843"/>
                      </a:cubicBezTo>
                      <a:cubicBezTo>
                        <a:pt x="4267" y="736"/>
                        <a:pt x="3369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75"/>
                <p:cNvSpPr/>
                <p:nvPr/>
              </p:nvSpPr>
              <p:spPr>
                <a:xfrm>
                  <a:off x="4239129" y="4017397"/>
                  <a:ext cx="1094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93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8"/>
                        <a:pt x="647" y="1192"/>
                        <a:pt x="794" y="1192"/>
                      </a:cubicBezTo>
                      <a:cubicBezTo>
                        <a:pt x="1099" y="1192"/>
                        <a:pt x="1392" y="957"/>
                        <a:pt x="1392" y="605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9" name="Google Shape;4279;p75"/>
              <p:cNvGrpSpPr/>
              <p:nvPr/>
            </p:nvGrpSpPr>
            <p:grpSpPr>
              <a:xfrm>
                <a:off x="3597785" y="3377045"/>
                <a:ext cx="33591" cy="28699"/>
                <a:chOff x="3597785" y="3377045"/>
                <a:chExt cx="33591" cy="28699"/>
              </a:xfrm>
            </p:grpSpPr>
            <p:sp>
              <p:nvSpPr>
                <p:cNvPr id="4280" name="Google Shape;4280;p75"/>
                <p:cNvSpPr/>
                <p:nvPr/>
              </p:nvSpPr>
              <p:spPr>
                <a:xfrm>
                  <a:off x="3597785" y="3377045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28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0" y="1676"/>
                        <a:pt x="811" y="3648"/>
                        <a:pt x="2444" y="3648"/>
                      </a:cubicBezTo>
                      <a:cubicBezTo>
                        <a:pt x="3448" y="3648"/>
                        <a:pt x="4259" y="2826"/>
                        <a:pt x="4271" y="1822"/>
                      </a:cubicBezTo>
                      <a:cubicBezTo>
                        <a:pt x="4262" y="726"/>
                        <a:pt x="3364" y="0"/>
                        <a:pt x="242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75"/>
                <p:cNvSpPr/>
                <p:nvPr/>
              </p:nvSpPr>
              <p:spPr>
                <a:xfrm>
                  <a:off x="3612343" y="3386703"/>
                  <a:ext cx="9328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20" y="1186"/>
                        <a:pt x="1186" y="920"/>
                        <a:pt x="1186" y="594"/>
                      </a:cubicBezTo>
                      <a:cubicBezTo>
                        <a:pt x="1186" y="267"/>
                        <a:pt x="920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82" name="Google Shape;4282;p75"/>
              <p:cNvGrpSpPr/>
              <p:nvPr/>
            </p:nvGrpSpPr>
            <p:grpSpPr>
              <a:xfrm>
                <a:off x="3887870" y="3669796"/>
                <a:ext cx="33591" cy="28692"/>
                <a:chOff x="3887870" y="3669796"/>
                <a:chExt cx="33591" cy="28692"/>
              </a:xfrm>
            </p:grpSpPr>
            <p:sp>
              <p:nvSpPr>
                <p:cNvPr id="4283" name="Google Shape;4283;p75"/>
                <p:cNvSpPr/>
                <p:nvPr/>
              </p:nvSpPr>
              <p:spPr>
                <a:xfrm>
                  <a:off x="3887870" y="3669796"/>
                  <a:ext cx="33591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8" extrusionOk="0">
                      <a:moveTo>
                        <a:pt x="2431" y="0"/>
                      </a:moveTo>
                      <a:cubicBezTo>
                        <a:pt x="1981" y="0"/>
                        <a:pt x="1522" y="167"/>
                        <a:pt x="1150" y="539"/>
                      </a:cubicBezTo>
                      <a:cubicBezTo>
                        <a:pt x="1" y="1676"/>
                        <a:pt x="823" y="3648"/>
                        <a:pt x="2444" y="3648"/>
                      </a:cubicBezTo>
                      <a:cubicBezTo>
                        <a:pt x="3448" y="3648"/>
                        <a:pt x="4271" y="2825"/>
                        <a:pt x="4271" y="1821"/>
                      </a:cubicBezTo>
                      <a:cubicBezTo>
                        <a:pt x="4271" y="725"/>
                        <a:pt x="3370" y="0"/>
                        <a:pt x="24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75"/>
                <p:cNvSpPr/>
                <p:nvPr/>
              </p:nvSpPr>
              <p:spPr>
                <a:xfrm>
                  <a:off x="3902428" y="3679454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3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85" name="Google Shape;4285;p75"/>
              <p:cNvGrpSpPr/>
              <p:nvPr/>
            </p:nvGrpSpPr>
            <p:grpSpPr>
              <a:xfrm>
                <a:off x="3818320" y="3481625"/>
                <a:ext cx="33497" cy="28770"/>
                <a:chOff x="3818320" y="3481625"/>
                <a:chExt cx="33497" cy="28770"/>
              </a:xfrm>
            </p:grpSpPr>
            <p:sp>
              <p:nvSpPr>
                <p:cNvPr id="4286" name="Google Shape;4286;p75"/>
                <p:cNvSpPr/>
                <p:nvPr/>
              </p:nvSpPr>
              <p:spPr>
                <a:xfrm>
                  <a:off x="3818320" y="3481625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1"/>
                      </a:moveTo>
                      <a:cubicBezTo>
                        <a:pt x="1975" y="1"/>
                        <a:pt x="1520" y="166"/>
                        <a:pt x="1150" y="537"/>
                      </a:cubicBezTo>
                      <a:cubicBezTo>
                        <a:pt x="1" y="1686"/>
                        <a:pt x="811" y="3658"/>
                        <a:pt x="2432" y="3658"/>
                      </a:cubicBezTo>
                      <a:cubicBezTo>
                        <a:pt x="3448" y="3658"/>
                        <a:pt x="4259" y="2835"/>
                        <a:pt x="4259" y="1831"/>
                      </a:cubicBezTo>
                      <a:cubicBezTo>
                        <a:pt x="4259" y="732"/>
                        <a:pt x="3359" y="1"/>
                        <a:pt x="242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75"/>
                <p:cNvSpPr/>
                <p:nvPr/>
              </p:nvSpPr>
              <p:spPr>
                <a:xfrm>
                  <a:off x="3831258" y="3491362"/>
                  <a:ext cx="10956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2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6" y="1192"/>
                        <a:pt x="792" y="1192"/>
                      </a:cubicBezTo>
                      <a:cubicBezTo>
                        <a:pt x="1098" y="1192"/>
                        <a:pt x="1392" y="953"/>
                        <a:pt x="1392" y="593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88" name="Google Shape;4288;p75"/>
              <p:cNvGrpSpPr/>
              <p:nvPr/>
            </p:nvGrpSpPr>
            <p:grpSpPr>
              <a:xfrm>
                <a:off x="4278139" y="4120948"/>
                <a:ext cx="37492" cy="32129"/>
                <a:chOff x="4278139" y="4120948"/>
                <a:chExt cx="37492" cy="32129"/>
              </a:xfrm>
            </p:grpSpPr>
            <p:sp>
              <p:nvSpPr>
                <p:cNvPr id="4289" name="Google Shape;4289;p75"/>
                <p:cNvSpPr/>
                <p:nvPr/>
              </p:nvSpPr>
              <p:spPr>
                <a:xfrm>
                  <a:off x="4278139" y="4120948"/>
                  <a:ext cx="37492" cy="32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7" h="4085" extrusionOk="0">
                      <a:moveTo>
                        <a:pt x="2708" y="0"/>
                      </a:moveTo>
                      <a:cubicBezTo>
                        <a:pt x="2207" y="0"/>
                        <a:pt x="1697" y="186"/>
                        <a:pt x="1283" y="600"/>
                      </a:cubicBezTo>
                      <a:cubicBezTo>
                        <a:pt x="1" y="1895"/>
                        <a:pt x="908" y="4084"/>
                        <a:pt x="2722" y="4084"/>
                      </a:cubicBezTo>
                      <a:cubicBezTo>
                        <a:pt x="3847" y="4084"/>
                        <a:pt x="4755" y="3177"/>
                        <a:pt x="4767" y="2052"/>
                      </a:cubicBezTo>
                      <a:cubicBezTo>
                        <a:pt x="4767" y="815"/>
                        <a:pt x="3758" y="0"/>
                        <a:pt x="27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0" name="Google Shape;4290;p75"/>
                <p:cNvSpPr/>
                <p:nvPr/>
              </p:nvSpPr>
              <p:spPr>
                <a:xfrm>
                  <a:off x="4290983" y="4130614"/>
                  <a:ext cx="14943" cy="12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9" extrusionOk="0">
                      <a:moveTo>
                        <a:pt x="1089" y="0"/>
                      </a:moveTo>
                      <a:cubicBezTo>
                        <a:pt x="363" y="0"/>
                        <a:pt x="1" y="883"/>
                        <a:pt x="509" y="1391"/>
                      </a:cubicBezTo>
                      <a:cubicBezTo>
                        <a:pt x="673" y="1555"/>
                        <a:pt x="876" y="1629"/>
                        <a:pt x="1076" y="1629"/>
                      </a:cubicBezTo>
                      <a:cubicBezTo>
                        <a:pt x="1495" y="1629"/>
                        <a:pt x="1900" y="1306"/>
                        <a:pt x="1900" y="823"/>
                      </a:cubicBezTo>
                      <a:cubicBezTo>
                        <a:pt x="1900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91" name="Google Shape;4291;p75"/>
              <p:cNvGrpSpPr/>
              <p:nvPr/>
            </p:nvGrpSpPr>
            <p:grpSpPr>
              <a:xfrm>
                <a:off x="4419898" y="3977388"/>
                <a:ext cx="33497" cy="28692"/>
                <a:chOff x="4419898" y="3977388"/>
                <a:chExt cx="33497" cy="28692"/>
              </a:xfrm>
            </p:grpSpPr>
            <p:sp>
              <p:nvSpPr>
                <p:cNvPr id="4292" name="Google Shape;4292;p75"/>
                <p:cNvSpPr/>
                <p:nvPr/>
              </p:nvSpPr>
              <p:spPr>
                <a:xfrm>
                  <a:off x="4419898" y="3977388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1" y="1688"/>
                        <a:pt x="811" y="3648"/>
                        <a:pt x="2432" y="3648"/>
                      </a:cubicBezTo>
                      <a:cubicBezTo>
                        <a:pt x="3448" y="3648"/>
                        <a:pt x="4259" y="2837"/>
                        <a:pt x="4259" y="1833"/>
                      </a:cubicBezTo>
                      <a:cubicBezTo>
                        <a:pt x="4259" y="729"/>
                        <a:pt x="3362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3" name="Google Shape;4293;p75"/>
                <p:cNvSpPr/>
                <p:nvPr/>
              </p:nvSpPr>
              <p:spPr>
                <a:xfrm>
                  <a:off x="4432742" y="3987046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9" y="1139"/>
                        <a:pt x="650" y="1195"/>
                        <a:pt x="799" y="1195"/>
                      </a:cubicBezTo>
                      <a:cubicBezTo>
                        <a:pt x="1104" y="1195"/>
                        <a:pt x="1396" y="963"/>
                        <a:pt x="1404" y="605"/>
                      </a:cubicBezTo>
                      <a:cubicBezTo>
                        <a:pt x="1404" y="266"/>
                        <a:pt x="1138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94" name="Google Shape;4294;p75"/>
              <p:cNvGrpSpPr/>
              <p:nvPr/>
            </p:nvGrpSpPr>
            <p:grpSpPr>
              <a:xfrm>
                <a:off x="4158930" y="4034684"/>
                <a:ext cx="33497" cy="28762"/>
                <a:chOff x="4158930" y="4034684"/>
                <a:chExt cx="33497" cy="28762"/>
              </a:xfrm>
            </p:grpSpPr>
            <p:sp>
              <p:nvSpPr>
                <p:cNvPr id="4295" name="Google Shape;4295;p75"/>
                <p:cNvSpPr/>
                <p:nvPr/>
              </p:nvSpPr>
              <p:spPr>
                <a:xfrm>
                  <a:off x="4158930" y="4034684"/>
                  <a:ext cx="33497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7" extrusionOk="0">
                      <a:moveTo>
                        <a:pt x="2421" y="0"/>
                      </a:moveTo>
                      <a:cubicBezTo>
                        <a:pt x="1974" y="0"/>
                        <a:pt x="1520" y="166"/>
                        <a:pt x="1149" y="536"/>
                      </a:cubicBezTo>
                      <a:cubicBezTo>
                        <a:pt x="0" y="1685"/>
                        <a:pt x="811" y="3645"/>
                        <a:pt x="2432" y="3657"/>
                      </a:cubicBezTo>
                      <a:cubicBezTo>
                        <a:pt x="3436" y="3645"/>
                        <a:pt x="4258" y="2834"/>
                        <a:pt x="4258" y="1830"/>
                      </a:cubicBezTo>
                      <a:cubicBezTo>
                        <a:pt x="4258" y="732"/>
                        <a:pt x="3358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6" name="Google Shape;4296;p75"/>
                <p:cNvSpPr/>
                <p:nvPr/>
              </p:nvSpPr>
              <p:spPr>
                <a:xfrm>
                  <a:off x="4173385" y="4044319"/>
                  <a:ext cx="9336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99" extrusionOk="0">
                      <a:moveTo>
                        <a:pt x="594" y="1"/>
                      </a:moveTo>
                      <a:cubicBezTo>
                        <a:pt x="267" y="1"/>
                        <a:pt x="1" y="279"/>
                        <a:pt x="1" y="605"/>
                      </a:cubicBezTo>
                      <a:cubicBezTo>
                        <a:pt x="1" y="932"/>
                        <a:pt x="267" y="1198"/>
                        <a:pt x="594" y="1198"/>
                      </a:cubicBezTo>
                      <a:cubicBezTo>
                        <a:pt x="920" y="1198"/>
                        <a:pt x="1186" y="932"/>
                        <a:pt x="1186" y="605"/>
                      </a:cubicBezTo>
                      <a:cubicBezTo>
                        <a:pt x="1186" y="279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97" name="Google Shape;4297;p75"/>
              <p:cNvGrpSpPr/>
              <p:nvPr/>
            </p:nvGrpSpPr>
            <p:grpSpPr>
              <a:xfrm>
                <a:off x="4134949" y="3957049"/>
                <a:ext cx="33497" cy="28770"/>
                <a:chOff x="4134949" y="3957049"/>
                <a:chExt cx="33497" cy="28770"/>
              </a:xfrm>
            </p:grpSpPr>
            <p:sp>
              <p:nvSpPr>
                <p:cNvPr id="4298" name="Google Shape;4298;p75"/>
                <p:cNvSpPr/>
                <p:nvPr/>
              </p:nvSpPr>
              <p:spPr>
                <a:xfrm>
                  <a:off x="4134949" y="3957049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0"/>
                      </a:moveTo>
                      <a:cubicBezTo>
                        <a:pt x="1975" y="0"/>
                        <a:pt x="1520" y="166"/>
                        <a:pt x="1150" y="536"/>
                      </a:cubicBezTo>
                      <a:cubicBezTo>
                        <a:pt x="1" y="1685"/>
                        <a:pt x="811" y="3657"/>
                        <a:pt x="2432" y="3657"/>
                      </a:cubicBezTo>
                      <a:cubicBezTo>
                        <a:pt x="3436" y="3657"/>
                        <a:pt x="4259" y="2834"/>
                        <a:pt x="4259" y="1830"/>
                      </a:cubicBezTo>
                      <a:cubicBezTo>
                        <a:pt x="4259" y="732"/>
                        <a:pt x="3359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9" name="Google Shape;4299;p75"/>
                <p:cNvSpPr/>
                <p:nvPr/>
              </p:nvSpPr>
              <p:spPr>
                <a:xfrm>
                  <a:off x="4147793" y="3966778"/>
                  <a:ext cx="109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3" extrusionOk="0">
                      <a:moveTo>
                        <a:pt x="799" y="1"/>
                      </a:moveTo>
                      <a:cubicBezTo>
                        <a:pt x="267" y="1"/>
                        <a:pt x="1" y="642"/>
                        <a:pt x="376" y="1017"/>
                      </a:cubicBezTo>
                      <a:cubicBezTo>
                        <a:pt x="497" y="1138"/>
                        <a:pt x="646" y="1192"/>
                        <a:pt x="792" y="1192"/>
                      </a:cubicBezTo>
                      <a:cubicBezTo>
                        <a:pt x="1098" y="1192"/>
                        <a:pt x="1392" y="954"/>
                        <a:pt x="1392" y="593"/>
                      </a:cubicBezTo>
                      <a:cubicBezTo>
                        <a:pt x="1392" y="267"/>
                        <a:pt x="1126" y="1"/>
                        <a:pt x="799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00" name="Google Shape;4300;p75"/>
              <p:cNvGrpSpPr/>
              <p:nvPr/>
            </p:nvGrpSpPr>
            <p:grpSpPr>
              <a:xfrm>
                <a:off x="4193653" y="4184403"/>
                <a:ext cx="43580" cy="37264"/>
                <a:chOff x="4193653" y="4184403"/>
                <a:chExt cx="43580" cy="37264"/>
              </a:xfrm>
            </p:grpSpPr>
            <p:sp>
              <p:nvSpPr>
                <p:cNvPr id="4301" name="Google Shape;4301;p75"/>
                <p:cNvSpPr/>
                <p:nvPr/>
              </p:nvSpPr>
              <p:spPr>
                <a:xfrm>
                  <a:off x="4193653" y="4184403"/>
                  <a:ext cx="43580" cy="3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38" extrusionOk="0">
                      <a:moveTo>
                        <a:pt x="3156" y="1"/>
                      </a:moveTo>
                      <a:cubicBezTo>
                        <a:pt x="2575" y="1"/>
                        <a:pt x="1982" y="216"/>
                        <a:pt x="1501" y="698"/>
                      </a:cubicBezTo>
                      <a:cubicBezTo>
                        <a:pt x="1" y="2185"/>
                        <a:pt x="1065" y="4738"/>
                        <a:pt x="3170" y="4738"/>
                      </a:cubicBezTo>
                      <a:cubicBezTo>
                        <a:pt x="4476" y="4738"/>
                        <a:pt x="5529" y="3673"/>
                        <a:pt x="5541" y="2367"/>
                      </a:cubicBezTo>
                      <a:cubicBezTo>
                        <a:pt x="5541" y="943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2" name="Google Shape;4302;p75"/>
                <p:cNvSpPr/>
                <p:nvPr/>
              </p:nvSpPr>
              <p:spPr>
                <a:xfrm>
                  <a:off x="4206591" y="4194069"/>
                  <a:ext cx="20944" cy="1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2282" extrusionOk="0">
                      <a:moveTo>
                        <a:pt x="1525" y="1"/>
                      </a:moveTo>
                      <a:cubicBezTo>
                        <a:pt x="509" y="1"/>
                        <a:pt x="1" y="1223"/>
                        <a:pt x="714" y="1948"/>
                      </a:cubicBezTo>
                      <a:cubicBezTo>
                        <a:pt x="948" y="2179"/>
                        <a:pt x="1234" y="2282"/>
                        <a:pt x="1514" y="2282"/>
                      </a:cubicBezTo>
                      <a:cubicBezTo>
                        <a:pt x="2101" y="2282"/>
                        <a:pt x="2662" y="1826"/>
                        <a:pt x="2662" y="1138"/>
                      </a:cubicBezTo>
                      <a:cubicBezTo>
                        <a:pt x="2662" y="509"/>
                        <a:pt x="2154" y="1"/>
                        <a:pt x="152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03" name="Google Shape;4303;p75"/>
              <p:cNvGrpSpPr/>
              <p:nvPr/>
            </p:nvGrpSpPr>
            <p:grpSpPr>
              <a:xfrm>
                <a:off x="4343600" y="3943844"/>
                <a:ext cx="43580" cy="37312"/>
                <a:chOff x="4343600" y="3943844"/>
                <a:chExt cx="43580" cy="37312"/>
              </a:xfrm>
            </p:grpSpPr>
            <p:sp>
              <p:nvSpPr>
                <p:cNvPr id="4304" name="Google Shape;4304;p75"/>
                <p:cNvSpPr/>
                <p:nvPr/>
              </p:nvSpPr>
              <p:spPr>
                <a:xfrm>
                  <a:off x="4343600" y="3943844"/>
                  <a:ext cx="43580" cy="3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44" extrusionOk="0">
                      <a:moveTo>
                        <a:pt x="3156" y="1"/>
                      </a:moveTo>
                      <a:cubicBezTo>
                        <a:pt x="2574" y="1"/>
                        <a:pt x="1982" y="218"/>
                        <a:pt x="1500" y="703"/>
                      </a:cubicBezTo>
                      <a:cubicBezTo>
                        <a:pt x="0" y="2191"/>
                        <a:pt x="1065" y="4743"/>
                        <a:pt x="3169" y="4743"/>
                      </a:cubicBezTo>
                      <a:cubicBezTo>
                        <a:pt x="4476" y="4731"/>
                        <a:pt x="5528" y="3679"/>
                        <a:pt x="5540" y="2372"/>
                      </a:cubicBezTo>
                      <a:cubicBezTo>
                        <a:pt x="5540" y="949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5" name="Google Shape;4305;p75"/>
                <p:cNvSpPr/>
                <p:nvPr/>
              </p:nvSpPr>
              <p:spPr>
                <a:xfrm>
                  <a:off x="4359581" y="3953557"/>
                  <a:ext cx="17893" cy="1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" h="2275" extrusionOk="0">
                      <a:moveTo>
                        <a:pt x="1137" y="0"/>
                      </a:moveTo>
                      <a:cubicBezTo>
                        <a:pt x="508" y="0"/>
                        <a:pt x="0" y="508"/>
                        <a:pt x="0" y="1137"/>
                      </a:cubicBezTo>
                      <a:cubicBezTo>
                        <a:pt x="0" y="1766"/>
                        <a:pt x="508" y="2274"/>
                        <a:pt x="1137" y="2274"/>
                      </a:cubicBezTo>
                      <a:cubicBezTo>
                        <a:pt x="1766" y="2274"/>
                        <a:pt x="2275" y="1766"/>
                        <a:pt x="2275" y="1137"/>
                      </a:cubicBezTo>
                      <a:cubicBezTo>
                        <a:pt x="2275" y="508"/>
                        <a:pt x="1766" y="0"/>
                        <a:pt x="113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06" name="Google Shape;4306;p75"/>
              <p:cNvGrpSpPr/>
              <p:nvPr/>
            </p:nvGrpSpPr>
            <p:grpSpPr>
              <a:xfrm>
                <a:off x="4172339" y="3381693"/>
                <a:ext cx="31499" cy="27001"/>
                <a:chOff x="4172339" y="3381693"/>
                <a:chExt cx="31499" cy="27001"/>
              </a:xfrm>
            </p:grpSpPr>
            <p:sp>
              <p:nvSpPr>
                <p:cNvPr id="4307" name="Google Shape;4307;p75"/>
                <p:cNvSpPr/>
                <p:nvPr/>
              </p:nvSpPr>
              <p:spPr>
                <a:xfrm>
                  <a:off x="4172339" y="33816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20"/>
                        <a:pt x="2299" y="3432"/>
                      </a:cubicBezTo>
                      <a:cubicBezTo>
                        <a:pt x="3243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8" name="Google Shape;4308;p75"/>
                <p:cNvSpPr/>
                <p:nvPr/>
              </p:nvSpPr>
              <p:spPr>
                <a:xfrm>
                  <a:off x="4185285" y="3391367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2" y="823"/>
                      </a:cubicBezTo>
                      <a:cubicBezTo>
                        <a:pt x="401" y="922"/>
                        <a:pt x="523" y="967"/>
                        <a:pt x="643" y="967"/>
                      </a:cubicBezTo>
                      <a:cubicBezTo>
                        <a:pt x="889" y="967"/>
                        <a:pt x="1125" y="778"/>
                        <a:pt x="1125" y="484"/>
                      </a:cubicBezTo>
                      <a:cubicBezTo>
                        <a:pt x="1125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3" name="Google Shape;4313;p76"/>
          <p:cNvGrpSpPr/>
          <p:nvPr/>
        </p:nvGrpSpPr>
        <p:grpSpPr>
          <a:xfrm>
            <a:off x="729274" y="1175734"/>
            <a:ext cx="2507799" cy="206239"/>
            <a:chOff x="106648" y="895722"/>
            <a:chExt cx="4481413" cy="374300"/>
          </a:xfrm>
        </p:grpSpPr>
        <p:grpSp>
          <p:nvGrpSpPr>
            <p:cNvPr id="4314" name="Google Shape;4314;p76"/>
            <p:cNvGrpSpPr/>
            <p:nvPr/>
          </p:nvGrpSpPr>
          <p:grpSpPr>
            <a:xfrm>
              <a:off x="2233276" y="895722"/>
              <a:ext cx="1082667" cy="223591"/>
              <a:chOff x="4808316" y="2800065"/>
              <a:chExt cx="1999386" cy="412910"/>
            </a:xfrm>
          </p:grpSpPr>
          <p:sp>
            <p:nvSpPr>
              <p:cNvPr id="4315" name="Google Shape;4315;p76"/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16" name="Google Shape;4316;p76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317" name="Google Shape;4317;p7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318" name="Google Shape;4318;p7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19" name="Google Shape;4319;p76"/>
            <p:cNvGrpSpPr/>
            <p:nvPr/>
          </p:nvGrpSpPr>
          <p:grpSpPr>
            <a:xfrm>
              <a:off x="106648" y="895722"/>
              <a:ext cx="1088401" cy="223591"/>
              <a:chOff x="881025" y="2800065"/>
              <a:chExt cx="2009975" cy="412910"/>
            </a:xfrm>
          </p:grpSpPr>
          <p:sp>
            <p:nvSpPr>
              <p:cNvPr id="4320" name="Google Shape;4320;p76"/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21" name="Google Shape;4321;p7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322" name="Google Shape;4322;p7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323" name="Google Shape;4323;p7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24" name="Google Shape;4324;p76"/>
            <p:cNvGrpSpPr/>
            <p:nvPr/>
          </p:nvGrpSpPr>
          <p:grpSpPr>
            <a:xfrm>
              <a:off x="1172346" y="1047018"/>
              <a:ext cx="1083151" cy="223003"/>
              <a:chOff x="2849073" y="3079467"/>
              <a:chExt cx="2000279" cy="411825"/>
            </a:xfrm>
          </p:grpSpPr>
          <p:sp>
            <p:nvSpPr>
              <p:cNvPr id="4325" name="Google Shape;4325;p76"/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26" name="Google Shape;4326;p76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327" name="Google Shape;4327;p7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328" name="Google Shape;4328;p7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29" name="Google Shape;4329;p76"/>
            <p:cNvGrpSpPr/>
            <p:nvPr/>
          </p:nvGrpSpPr>
          <p:grpSpPr>
            <a:xfrm>
              <a:off x="3290132" y="1047018"/>
              <a:ext cx="1297929" cy="223003"/>
              <a:chOff x="6760035" y="3079467"/>
              <a:chExt cx="2396914" cy="411825"/>
            </a:xfrm>
          </p:grpSpPr>
          <p:sp>
            <p:nvSpPr>
              <p:cNvPr id="4330" name="Google Shape;4330;p76"/>
              <p:cNvSpPr/>
              <p:nvPr/>
            </p:nvSpPr>
            <p:spPr>
              <a:xfrm>
                <a:off x="6807650" y="3079475"/>
                <a:ext cx="23493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31" name="Google Shape;4331;p76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332" name="Google Shape;4332;p7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333" name="Google Shape;4333;p7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334" name="Google Shape;4334;p76"/>
          <p:cNvGrpSpPr/>
          <p:nvPr/>
        </p:nvGrpSpPr>
        <p:grpSpPr>
          <a:xfrm>
            <a:off x="2147036" y="3575105"/>
            <a:ext cx="1086701" cy="799429"/>
            <a:chOff x="2183288" y="3555572"/>
            <a:chExt cx="1136241" cy="835873"/>
          </a:xfrm>
        </p:grpSpPr>
        <p:sp>
          <p:nvSpPr>
            <p:cNvPr id="4335" name="Google Shape;4335;p76"/>
            <p:cNvSpPr/>
            <p:nvPr/>
          </p:nvSpPr>
          <p:spPr>
            <a:xfrm>
              <a:off x="2673740" y="4350566"/>
              <a:ext cx="270028" cy="11697"/>
            </a:xfrm>
            <a:custGeom>
              <a:avLst/>
              <a:gdLst/>
              <a:ahLst/>
              <a:cxnLst/>
              <a:rect l="l" t="t" r="r" b="b"/>
              <a:pathLst>
                <a:path w="106520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106520" y="2705"/>
                  </a:lnTo>
                  <a:lnTo>
                    <a:pt x="106520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6" name="Google Shape;4336;p76"/>
            <p:cNvGrpSpPr/>
            <p:nvPr/>
          </p:nvGrpSpPr>
          <p:grpSpPr>
            <a:xfrm>
              <a:off x="2205895" y="3637269"/>
              <a:ext cx="1089848" cy="724993"/>
              <a:chOff x="2205895" y="3637269"/>
              <a:chExt cx="1089848" cy="724993"/>
            </a:xfrm>
          </p:grpSpPr>
          <p:sp>
            <p:nvSpPr>
              <p:cNvPr id="4337" name="Google Shape;4337;p76"/>
              <p:cNvSpPr/>
              <p:nvPr/>
            </p:nvSpPr>
            <p:spPr>
              <a:xfrm>
                <a:off x="2205895" y="4204394"/>
                <a:ext cx="555376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76"/>
              <p:cNvSpPr/>
              <p:nvPr/>
            </p:nvSpPr>
            <p:spPr>
              <a:xfrm>
                <a:off x="2206834" y="3993916"/>
                <a:ext cx="218757" cy="15340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76"/>
              <p:cNvSpPr/>
              <p:nvPr/>
            </p:nvSpPr>
            <p:spPr>
              <a:xfrm>
                <a:off x="2487003" y="3847747"/>
                <a:ext cx="808740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76"/>
              <p:cNvSpPr/>
              <p:nvPr/>
            </p:nvSpPr>
            <p:spPr>
              <a:xfrm>
                <a:off x="2919192" y="3637269"/>
                <a:ext cx="375081" cy="14849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76"/>
              <p:cNvSpPr/>
              <p:nvPr/>
            </p:nvSpPr>
            <p:spPr>
              <a:xfrm>
                <a:off x="2233143" y="3637269"/>
                <a:ext cx="621199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76"/>
              <p:cNvSpPr/>
              <p:nvPr/>
            </p:nvSpPr>
            <p:spPr>
              <a:xfrm>
                <a:off x="3004568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43" name="Google Shape;4343;p76"/>
            <p:cNvSpPr/>
            <p:nvPr/>
          </p:nvSpPr>
          <p:spPr>
            <a:xfrm rot="5400000">
              <a:off x="2852961" y="3612770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44" name="Google Shape;4344;p76"/>
            <p:cNvCxnSpPr/>
            <p:nvPr/>
          </p:nvCxnSpPr>
          <p:spPr>
            <a:xfrm>
              <a:off x="2887992" y="3555572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345" name="Google Shape;4345;p76"/>
            <p:cNvGrpSpPr/>
            <p:nvPr/>
          </p:nvGrpSpPr>
          <p:grpSpPr>
            <a:xfrm>
              <a:off x="3173850" y="3779426"/>
              <a:ext cx="145679" cy="70048"/>
              <a:chOff x="3173850" y="3779426"/>
              <a:chExt cx="145679" cy="70048"/>
            </a:xfrm>
          </p:grpSpPr>
          <p:cxnSp>
            <p:nvCxnSpPr>
              <p:cNvPr id="4346" name="Google Shape;4346;p76"/>
              <p:cNvCxnSpPr/>
              <p:nvPr/>
            </p:nvCxnSpPr>
            <p:spPr>
              <a:xfrm rot="10800000">
                <a:off x="3173850" y="3817250"/>
                <a:ext cx="94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347" name="Google Shape;4347;p76"/>
              <p:cNvSpPr/>
              <p:nvPr/>
            </p:nvSpPr>
            <p:spPr>
              <a:xfrm rot="5400000">
                <a:off x="3254146" y="378409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8" name="Google Shape;4348;p76"/>
            <p:cNvGrpSpPr/>
            <p:nvPr/>
          </p:nvGrpSpPr>
          <p:grpSpPr>
            <a:xfrm>
              <a:off x="2183288" y="4139483"/>
              <a:ext cx="145133" cy="70048"/>
              <a:chOff x="2183288" y="4139483"/>
              <a:chExt cx="145133" cy="70048"/>
            </a:xfrm>
          </p:grpSpPr>
          <p:cxnSp>
            <p:nvCxnSpPr>
              <p:cNvPr id="4349" name="Google Shape;4349;p76"/>
              <p:cNvCxnSpPr/>
              <p:nvPr/>
            </p:nvCxnSpPr>
            <p:spPr>
              <a:xfrm rot="10800000">
                <a:off x="2239021" y="4174494"/>
                <a:ext cx="89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sp>
            <p:nvSpPr>
              <p:cNvPr id="4350" name="Google Shape;4350;p76"/>
              <p:cNvSpPr/>
              <p:nvPr/>
            </p:nvSpPr>
            <p:spPr>
              <a:xfrm rot="5400000">
                <a:off x="2178622" y="4144149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51" name="Google Shape;4351;p76"/>
            <p:cNvSpPr/>
            <p:nvPr/>
          </p:nvSpPr>
          <p:spPr>
            <a:xfrm rot="5400000">
              <a:off x="2420934" y="3967554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52" name="Google Shape;4352;p76"/>
            <p:cNvCxnSpPr/>
            <p:nvPr/>
          </p:nvCxnSpPr>
          <p:spPr>
            <a:xfrm>
              <a:off x="2455973" y="3911736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353" name="Google Shape;4353;p76"/>
            <p:cNvGrpSpPr/>
            <p:nvPr/>
          </p:nvGrpSpPr>
          <p:grpSpPr>
            <a:xfrm>
              <a:off x="2943836" y="4268886"/>
              <a:ext cx="60717" cy="122559"/>
              <a:chOff x="2943836" y="4268886"/>
              <a:chExt cx="60717" cy="122559"/>
            </a:xfrm>
          </p:grpSpPr>
          <p:sp>
            <p:nvSpPr>
              <p:cNvPr id="4354" name="Google Shape;4354;p76"/>
              <p:cNvSpPr/>
              <p:nvPr/>
            </p:nvSpPr>
            <p:spPr>
              <a:xfrm rot="5400000">
                <a:off x="2939170" y="432606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355" name="Google Shape;4355;p76"/>
              <p:cNvCxnSpPr/>
              <p:nvPr/>
            </p:nvCxnSpPr>
            <p:spPr>
              <a:xfrm>
                <a:off x="2974204" y="426888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</p:grpSp>
      </p:grpSp>
      <p:grpSp>
        <p:nvGrpSpPr>
          <p:cNvPr id="4356" name="Google Shape;4356;p76"/>
          <p:cNvGrpSpPr/>
          <p:nvPr/>
        </p:nvGrpSpPr>
        <p:grpSpPr>
          <a:xfrm>
            <a:off x="3409981" y="1496104"/>
            <a:ext cx="1675870" cy="758251"/>
            <a:chOff x="3530532" y="1496185"/>
            <a:chExt cx="1562000" cy="706730"/>
          </a:xfrm>
        </p:grpSpPr>
        <p:cxnSp>
          <p:nvCxnSpPr>
            <p:cNvPr id="4357" name="Google Shape;4357;p76"/>
            <p:cNvCxnSpPr/>
            <p:nvPr/>
          </p:nvCxnSpPr>
          <p:spPr>
            <a:xfrm>
              <a:off x="3583832" y="1857562"/>
              <a:ext cx="1508700" cy="0"/>
            </a:xfrm>
            <a:prstGeom prst="straightConnector1">
              <a:avLst/>
            </a:prstGeom>
            <a:noFill/>
            <a:ln w="28575" cap="flat" cmpd="sng">
              <a:solidFill>
                <a:srgbClr val="A5B7C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358" name="Google Shape;4358;p76"/>
            <p:cNvGrpSpPr/>
            <p:nvPr/>
          </p:nvGrpSpPr>
          <p:grpSpPr>
            <a:xfrm>
              <a:off x="3530532" y="1496185"/>
              <a:ext cx="323430" cy="463587"/>
              <a:chOff x="3530532" y="1496185"/>
              <a:chExt cx="323430" cy="463587"/>
            </a:xfrm>
          </p:grpSpPr>
          <p:grpSp>
            <p:nvGrpSpPr>
              <p:cNvPr id="4359" name="Google Shape;4359;p76"/>
              <p:cNvGrpSpPr/>
              <p:nvPr/>
            </p:nvGrpSpPr>
            <p:grpSpPr>
              <a:xfrm>
                <a:off x="3567462" y="1496185"/>
                <a:ext cx="286500" cy="361376"/>
                <a:chOff x="3567462" y="1496185"/>
                <a:chExt cx="286500" cy="361376"/>
              </a:xfrm>
            </p:grpSpPr>
            <p:cxnSp>
              <p:nvCxnSpPr>
                <p:cNvPr id="4360" name="Google Shape;4360;p76"/>
                <p:cNvCxnSpPr/>
                <p:nvPr/>
              </p:nvCxnSpPr>
              <p:spPr>
                <a:xfrm rot="10800000">
                  <a:off x="3626630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61" name="Google Shape;4361;p76"/>
                <p:cNvSpPr/>
                <p:nvPr/>
              </p:nvSpPr>
              <p:spPr>
                <a:xfrm>
                  <a:off x="3567462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62" name="Google Shape;4362;p76"/>
              <p:cNvSpPr/>
              <p:nvPr/>
            </p:nvSpPr>
            <p:spPr>
              <a:xfrm>
                <a:off x="3530532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3" name="Google Shape;4363;p76"/>
            <p:cNvGrpSpPr/>
            <p:nvPr/>
          </p:nvGrpSpPr>
          <p:grpSpPr>
            <a:xfrm>
              <a:off x="3891569" y="1779209"/>
              <a:ext cx="323945" cy="423706"/>
              <a:chOff x="3891569" y="1779209"/>
              <a:chExt cx="323945" cy="423706"/>
            </a:xfrm>
          </p:grpSpPr>
          <p:grpSp>
            <p:nvGrpSpPr>
              <p:cNvPr id="4364" name="Google Shape;4364;p76"/>
              <p:cNvGrpSpPr/>
              <p:nvPr/>
            </p:nvGrpSpPr>
            <p:grpSpPr>
              <a:xfrm>
                <a:off x="3929014" y="1881638"/>
                <a:ext cx="286500" cy="321278"/>
                <a:chOff x="3929014" y="1881638"/>
                <a:chExt cx="286500" cy="321278"/>
              </a:xfrm>
            </p:grpSpPr>
            <p:cxnSp>
              <p:nvCxnSpPr>
                <p:cNvPr id="4365" name="Google Shape;4365;p76"/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66" name="Google Shape;4366;p76"/>
                <p:cNvSpPr/>
                <p:nvPr/>
              </p:nvSpPr>
              <p:spPr>
                <a:xfrm>
                  <a:off x="3929014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67" name="Google Shape;4367;p76"/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8" name="Google Shape;4368;p76"/>
            <p:cNvGrpSpPr/>
            <p:nvPr/>
          </p:nvGrpSpPr>
          <p:grpSpPr>
            <a:xfrm>
              <a:off x="4252606" y="1496185"/>
              <a:ext cx="324721" cy="463587"/>
              <a:chOff x="4252606" y="1496185"/>
              <a:chExt cx="324721" cy="463587"/>
            </a:xfrm>
          </p:grpSpPr>
          <p:grpSp>
            <p:nvGrpSpPr>
              <p:cNvPr id="4369" name="Google Shape;4369;p76"/>
              <p:cNvGrpSpPr/>
              <p:nvPr/>
            </p:nvGrpSpPr>
            <p:grpSpPr>
              <a:xfrm>
                <a:off x="4290828" y="1496185"/>
                <a:ext cx="286500" cy="361376"/>
                <a:chOff x="4290828" y="1496185"/>
                <a:chExt cx="286500" cy="361376"/>
              </a:xfrm>
            </p:grpSpPr>
            <p:cxnSp>
              <p:nvCxnSpPr>
                <p:cNvPr id="4370" name="Google Shape;4370;p76"/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71" name="Google Shape;4371;p76"/>
                <p:cNvSpPr/>
                <p:nvPr/>
              </p:nvSpPr>
              <p:spPr>
                <a:xfrm>
                  <a:off x="4290828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72" name="Google Shape;4372;p76"/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73" name="Google Shape;4373;p76"/>
            <p:cNvGrpSpPr/>
            <p:nvPr/>
          </p:nvGrpSpPr>
          <p:grpSpPr>
            <a:xfrm>
              <a:off x="4613643" y="1763716"/>
              <a:ext cx="325308" cy="439200"/>
              <a:chOff x="4613643" y="1763716"/>
              <a:chExt cx="325308" cy="439200"/>
            </a:xfrm>
          </p:grpSpPr>
          <p:grpSp>
            <p:nvGrpSpPr>
              <p:cNvPr id="4374" name="Google Shape;4374;p76"/>
              <p:cNvGrpSpPr/>
              <p:nvPr/>
            </p:nvGrpSpPr>
            <p:grpSpPr>
              <a:xfrm>
                <a:off x="4652451" y="1879538"/>
                <a:ext cx="286500" cy="323378"/>
                <a:chOff x="4652451" y="1879538"/>
                <a:chExt cx="286500" cy="323378"/>
              </a:xfrm>
            </p:grpSpPr>
            <p:cxnSp>
              <p:nvCxnSpPr>
                <p:cNvPr id="4375" name="Google Shape;4375;p76"/>
                <p:cNvCxnSpPr/>
                <p:nvPr/>
              </p:nvCxnSpPr>
              <p:spPr>
                <a:xfrm rot="10800000">
                  <a:off x="4707486" y="1879538"/>
                  <a:ext cx="0" cy="294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76" name="Google Shape;4376;p76"/>
                <p:cNvSpPr/>
                <p:nvPr/>
              </p:nvSpPr>
              <p:spPr>
                <a:xfrm>
                  <a:off x="4652451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77" name="Google Shape;4377;p76"/>
              <p:cNvSpPr/>
              <p:nvPr/>
            </p:nvSpPr>
            <p:spPr>
              <a:xfrm>
                <a:off x="4613643" y="1763716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78" name="Google Shape;4378;p76"/>
          <p:cNvGrpSpPr/>
          <p:nvPr/>
        </p:nvGrpSpPr>
        <p:grpSpPr>
          <a:xfrm>
            <a:off x="3421841" y="2349730"/>
            <a:ext cx="1652173" cy="391517"/>
            <a:chOff x="3512551" y="2358270"/>
            <a:chExt cx="1597383" cy="378533"/>
          </a:xfrm>
        </p:grpSpPr>
        <p:cxnSp>
          <p:nvCxnSpPr>
            <p:cNvPr id="4379" name="Google Shape;4379;p76"/>
            <p:cNvCxnSpPr>
              <a:stCxn id="4380" idx="6"/>
              <a:endCxn id="4381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382" name="Google Shape;4382;p76"/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4383" name="Google Shape;4383;p76"/>
              <p:cNvCxnSpPr>
                <a:stCxn id="4384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80" name="Google Shape;4380;p76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76"/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5" name="Google Shape;4385;p76"/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4386" name="Google Shape;4386;p76"/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87" name="Google Shape;4387;p76"/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76"/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9" name="Google Shape;4389;p76"/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4390" name="Google Shape;4390;p76"/>
              <p:cNvCxnSpPr>
                <a:stCxn id="4391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92" name="Google Shape;4392;p76"/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76"/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3" name="Google Shape;4393;p76"/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4394" name="Google Shape;4394;p76"/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81" name="Google Shape;4381;p76"/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76"/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96" name="Google Shape;4396;p76"/>
          <p:cNvGrpSpPr/>
          <p:nvPr/>
        </p:nvGrpSpPr>
        <p:grpSpPr>
          <a:xfrm>
            <a:off x="6842649" y="1185930"/>
            <a:ext cx="1581844" cy="732818"/>
            <a:chOff x="634175" y="2986275"/>
            <a:chExt cx="3147949" cy="1458344"/>
          </a:xfrm>
        </p:grpSpPr>
        <p:cxnSp>
          <p:nvCxnSpPr>
            <p:cNvPr id="4397" name="Google Shape;4397;p76"/>
            <p:cNvCxnSpPr>
              <a:stCxn id="4398" idx="4"/>
              <a:endCxn id="4399" idx="0"/>
            </p:cNvCxnSpPr>
            <p:nvPr/>
          </p:nvCxnSpPr>
          <p:spPr>
            <a:xfrm>
              <a:off x="929975" y="3577875"/>
              <a:ext cx="5916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0" name="Google Shape;4400;p76"/>
            <p:cNvCxnSpPr>
              <a:stCxn id="4399" idx="0"/>
              <a:endCxn id="4401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2" name="Google Shape;4402;p76"/>
            <p:cNvCxnSpPr>
              <a:stCxn id="4401" idx="4"/>
              <a:endCxn id="4403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4" name="Google Shape;4404;p76"/>
            <p:cNvCxnSpPr>
              <a:stCxn id="4403" idx="0"/>
              <a:endCxn id="4405" idx="4"/>
            </p:cNvCxnSpPr>
            <p:nvPr/>
          </p:nvCxnSpPr>
          <p:spPr>
            <a:xfrm rot="10800000" flipH="1">
              <a:off x="2894933" y="3577918"/>
              <a:ext cx="5916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05" name="Google Shape;4405;p76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76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8" name="Google Shape;4398;p76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3" name="Google Shape;4403;p76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9" name="Google Shape;4399;p76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6" name="Google Shape;4406;p76"/>
          <p:cNvGrpSpPr/>
          <p:nvPr/>
        </p:nvGrpSpPr>
        <p:grpSpPr>
          <a:xfrm>
            <a:off x="3410364" y="2880240"/>
            <a:ext cx="1675128" cy="313674"/>
            <a:chOff x="998425" y="1182125"/>
            <a:chExt cx="1065400" cy="199500"/>
          </a:xfrm>
        </p:grpSpPr>
        <p:sp>
          <p:nvSpPr>
            <p:cNvPr id="4407" name="Google Shape;4407;p76"/>
            <p:cNvSpPr/>
            <p:nvPr/>
          </p:nvSpPr>
          <p:spPr>
            <a:xfrm>
              <a:off x="998425" y="1182125"/>
              <a:ext cx="1065400" cy="199500"/>
            </a:xfrm>
            <a:custGeom>
              <a:avLst/>
              <a:gdLst/>
              <a:ahLst/>
              <a:cxnLst/>
              <a:rect l="l" t="t" r="r" b="b"/>
              <a:pathLst>
                <a:path w="42616" h="7980" extrusionOk="0">
                  <a:moveTo>
                    <a:pt x="4324" y="1"/>
                  </a:moveTo>
                  <a:cubicBezTo>
                    <a:pt x="3159" y="1"/>
                    <a:pt x="1997" y="512"/>
                    <a:pt x="1246" y="1424"/>
                  </a:cubicBezTo>
                  <a:cubicBezTo>
                    <a:pt x="180" y="2720"/>
                    <a:pt x="1" y="4577"/>
                    <a:pt x="867" y="6031"/>
                  </a:cubicBezTo>
                  <a:cubicBezTo>
                    <a:pt x="1600" y="7262"/>
                    <a:pt x="2935" y="7980"/>
                    <a:pt x="4331" y="7980"/>
                  </a:cubicBezTo>
                  <a:cubicBezTo>
                    <a:pt x="4576" y="7980"/>
                    <a:pt x="4822" y="7958"/>
                    <a:pt x="5067" y="7913"/>
                  </a:cubicBezTo>
                  <a:cubicBezTo>
                    <a:pt x="6219" y="7700"/>
                    <a:pt x="7170" y="6971"/>
                    <a:pt x="7733" y="6006"/>
                  </a:cubicBezTo>
                  <a:cubicBezTo>
                    <a:pt x="8105" y="5370"/>
                    <a:pt x="8773" y="4970"/>
                    <a:pt x="9508" y="4970"/>
                  </a:cubicBezTo>
                  <a:lnTo>
                    <a:pt x="10488" y="4970"/>
                  </a:lnTo>
                  <a:cubicBezTo>
                    <a:pt x="11237" y="4970"/>
                    <a:pt x="11919" y="5376"/>
                    <a:pt x="12300" y="6020"/>
                  </a:cubicBezTo>
                  <a:lnTo>
                    <a:pt x="12307" y="6031"/>
                  </a:lnTo>
                  <a:cubicBezTo>
                    <a:pt x="13039" y="7262"/>
                    <a:pt x="14375" y="7980"/>
                    <a:pt x="15771" y="7980"/>
                  </a:cubicBezTo>
                  <a:cubicBezTo>
                    <a:pt x="16016" y="7980"/>
                    <a:pt x="16262" y="7958"/>
                    <a:pt x="16507" y="7913"/>
                  </a:cubicBezTo>
                  <a:cubicBezTo>
                    <a:pt x="17658" y="7700"/>
                    <a:pt x="18610" y="6971"/>
                    <a:pt x="19173" y="6006"/>
                  </a:cubicBezTo>
                  <a:cubicBezTo>
                    <a:pt x="19545" y="5370"/>
                    <a:pt x="20213" y="4970"/>
                    <a:pt x="20946" y="4970"/>
                  </a:cubicBezTo>
                  <a:lnTo>
                    <a:pt x="21928" y="4970"/>
                  </a:lnTo>
                  <a:cubicBezTo>
                    <a:pt x="22677" y="4970"/>
                    <a:pt x="23359" y="5376"/>
                    <a:pt x="23740" y="6020"/>
                  </a:cubicBezTo>
                  <a:lnTo>
                    <a:pt x="23747" y="6031"/>
                  </a:lnTo>
                  <a:cubicBezTo>
                    <a:pt x="24479" y="7262"/>
                    <a:pt x="25815" y="7980"/>
                    <a:pt x="27210" y="7980"/>
                  </a:cubicBezTo>
                  <a:cubicBezTo>
                    <a:pt x="27454" y="7980"/>
                    <a:pt x="27700" y="7958"/>
                    <a:pt x="27945" y="7913"/>
                  </a:cubicBezTo>
                  <a:cubicBezTo>
                    <a:pt x="29098" y="7700"/>
                    <a:pt x="30048" y="6971"/>
                    <a:pt x="30613" y="6006"/>
                  </a:cubicBezTo>
                  <a:cubicBezTo>
                    <a:pt x="30985" y="5370"/>
                    <a:pt x="31652" y="4970"/>
                    <a:pt x="32388" y="4970"/>
                  </a:cubicBezTo>
                  <a:lnTo>
                    <a:pt x="33368" y="4970"/>
                  </a:lnTo>
                  <a:cubicBezTo>
                    <a:pt x="34117" y="4970"/>
                    <a:pt x="34799" y="5376"/>
                    <a:pt x="35180" y="6020"/>
                  </a:cubicBezTo>
                  <a:lnTo>
                    <a:pt x="35187" y="6031"/>
                  </a:lnTo>
                  <a:cubicBezTo>
                    <a:pt x="35920" y="7262"/>
                    <a:pt x="37255" y="7980"/>
                    <a:pt x="38651" y="7980"/>
                  </a:cubicBezTo>
                  <a:cubicBezTo>
                    <a:pt x="38896" y="7980"/>
                    <a:pt x="39142" y="7958"/>
                    <a:pt x="39387" y="7913"/>
                  </a:cubicBezTo>
                  <a:cubicBezTo>
                    <a:pt x="41256" y="7567"/>
                    <a:pt x="42594" y="5866"/>
                    <a:pt x="42615" y="3993"/>
                  </a:cubicBezTo>
                  <a:cubicBezTo>
                    <a:pt x="42599" y="2323"/>
                    <a:pt x="41557" y="833"/>
                    <a:pt x="39994" y="246"/>
                  </a:cubicBezTo>
                  <a:cubicBezTo>
                    <a:pt x="39559" y="81"/>
                    <a:pt x="39100" y="2"/>
                    <a:pt x="38642" y="2"/>
                  </a:cubicBezTo>
                  <a:cubicBezTo>
                    <a:pt x="37477" y="2"/>
                    <a:pt x="36315" y="513"/>
                    <a:pt x="35565" y="1426"/>
                  </a:cubicBezTo>
                  <a:cubicBezTo>
                    <a:pt x="35428" y="1592"/>
                    <a:pt x="35304" y="1770"/>
                    <a:pt x="35195" y="1957"/>
                  </a:cubicBezTo>
                  <a:cubicBezTo>
                    <a:pt x="34817" y="2606"/>
                    <a:pt x="34133" y="3018"/>
                    <a:pt x="33382" y="3018"/>
                  </a:cubicBezTo>
                  <a:lnTo>
                    <a:pt x="32420" y="3018"/>
                  </a:lnTo>
                  <a:cubicBezTo>
                    <a:pt x="31683" y="3018"/>
                    <a:pt x="30996" y="2632"/>
                    <a:pt x="30624" y="1994"/>
                  </a:cubicBezTo>
                  <a:cubicBezTo>
                    <a:pt x="30157" y="1190"/>
                    <a:pt x="29425" y="572"/>
                    <a:pt x="28556" y="244"/>
                  </a:cubicBezTo>
                  <a:cubicBezTo>
                    <a:pt x="28121" y="80"/>
                    <a:pt x="27663" y="1"/>
                    <a:pt x="27205" y="1"/>
                  </a:cubicBezTo>
                  <a:cubicBezTo>
                    <a:pt x="26039" y="1"/>
                    <a:pt x="24877" y="513"/>
                    <a:pt x="24125" y="1426"/>
                  </a:cubicBezTo>
                  <a:cubicBezTo>
                    <a:pt x="23989" y="1592"/>
                    <a:pt x="23865" y="1770"/>
                    <a:pt x="23755" y="1957"/>
                  </a:cubicBezTo>
                  <a:cubicBezTo>
                    <a:pt x="23377" y="2606"/>
                    <a:pt x="22695" y="3018"/>
                    <a:pt x="21944" y="3018"/>
                  </a:cubicBezTo>
                  <a:lnTo>
                    <a:pt x="20981" y="3018"/>
                  </a:lnTo>
                  <a:cubicBezTo>
                    <a:pt x="20243" y="3018"/>
                    <a:pt x="19556" y="2632"/>
                    <a:pt x="19185" y="1994"/>
                  </a:cubicBezTo>
                  <a:cubicBezTo>
                    <a:pt x="18717" y="1190"/>
                    <a:pt x="17987" y="572"/>
                    <a:pt x="17116" y="244"/>
                  </a:cubicBezTo>
                  <a:cubicBezTo>
                    <a:pt x="16681" y="80"/>
                    <a:pt x="16223" y="1"/>
                    <a:pt x="15766" y="1"/>
                  </a:cubicBezTo>
                  <a:cubicBezTo>
                    <a:pt x="14600" y="1"/>
                    <a:pt x="13437" y="513"/>
                    <a:pt x="12686" y="1426"/>
                  </a:cubicBezTo>
                  <a:cubicBezTo>
                    <a:pt x="12549" y="1592"/>
                    <a:pt x="12425" y="1770"/>
                    <a:pt x="12316" y="1957"/>
                  </a:cubicBezTo>
                  <a:cubicBezTo>
                    <a:pt x="11937" y="2606"/>
                    <a:pt x="11255" y="3016"/>
                    <a:pt x="10504" y="3016"/>
                  </a:cubicBezTo>
                  <a:lnTo>
                    <a:pt x="9541" y="3016"/>
                  </a:lnTo>
                  <a:cubicBezTo>
                    <a:pt x="8805" y="3016"/>
                    <a:pt x="8116" y="2632"/>
                    <a:pt x="7745" y="1994"/>
                  </a:cubicBezTo>
                  <a:cubicBezTo>
                    <a:pt x="7277" y="1190"/>
                    <a:pt x="6547" y="572"/>
                    <a:pt x="5676" y="244"/>
                  </a:cubicBezTo>
                  <a:cubicBezTo>
                    <a:pt x="5241" y="80"/>
                    <a:pt x="4782" y="1"/>
                    <a:pt x="432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76"/>
            <p:cNvSpPr/>
            <p:nvPr/>
          </p:nvSpPr>
          <p:spPr>
            <a:xfrm>
              <a:off x="1017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76"/>
            <p:cNvSpPr/>
            <p:nvPr/>
          </p:nvSpPr>
          <p:spPr>
            <a:xfrm>
              <a:off x="1303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76"/>
            <p:cNvSpPr/>
            <p:nvPr/>
          </p:nvSpPr>
          <p:spPr>
            <a:xfrm>
              <a:off x="1589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49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49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49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76"/>
            <p:cNvSpPr/>
            <p:nvPr/>
          </p:nvSpPr>
          <p:spPr>
            <a:xfrm>
              <a:off x="1875200" y="1193175"/>
              <a:ext cx="177525" cy="177500"/>
            </a:xfrm>
            <a:custGeom>
              <a:avLst/>
              <a:gdLst/>
              <a:ahLst/>
              <a:cxnLst/>
              <a:rect l="l" t="t" r="r" b="b"/>
              <a:pathLst>
                <a:path w="7101" h="7100" extrusionOk="0">
                  <a:moveTo>
                    <a:pt x="3551" y="1"/>
                  </a:moveTo>
                  <a:cubicBezTo>
                    <a:pt x="1590" y="1"/>
                    <a:pt x="0" y="1589"/>
                    <a:pt x="0" y="3551"/>
                  </a:cubicBezTo>
                  <a:cubicBezTo>
                    <a:pt x="0" y="5511"/>
                    <a:pt x="1590" y="7099"/>
                    <a:pt x="3551" y="7099"/>
                  </a:cubicBezTo>
                  <a:cubicBezTo>
                    <a:pt x="5511" y="7099"/>
                    <a:pt x="7101" y="5511"/>
                    <a:pt x="7101" y="3551"/>
                  </a:cubicBezTo>
                  <a:cubicBezTo>
                    <a:pt x="7101" y="1589"/>
                    <a:pt x="5511" y="1"/>
                    <a:pt x="355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2" name="Google Shape;4412;p76"/>
          <p:cNvGrpSpPr/>
          <p:nvPr/>
        </p:nvGrpSpPr>
        <p:grpSpPr>
          <a:xfrm>
            <a:off x="3410363" y="3836206"/>
            <a:ext cx="1675129" cy="525345"/>
            <a:chOff x="5194708" y="3484366"/>
            <a:chExt cx="3148148" cy="987304"/>
          </a:xfrm>
        </p:grpSpPr>
        <p:grpSp>
          <p:nvGrpSpPr>
            <p:cNvPr id="4413" name="Google Shape;4413;p76"/>
            <p:cNvGrpSpPr/>
            <p:nvPr/>
          </p:nvGrpSpPr>
          <p:grpSpPr>
            <a:xfrm>
              <a:off x="7531521" y="3484366"/>
              <a:ext cx="811335" cy="987304"/>
              <a:chOff x="3379425" y="1617275"/>
              <a:chExt cx="1090650" cy="1327200"/>
            </a:xfrm>
          </p:grpSpPr>
          <p:sp>
            <p:nvSpPr>
              <p:cNvPr id="4414" name="Google Shape;4414;p76"/>
              <p:cNvSpPr/>
              <p:nvPr/>
            </p:nvSpPr>
            <p:spPr>
              <a:xfrm>
                <a:off x="3554475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76"/>
              <p:cNvSpPr/>
              <p:nvPr/>
            </p:nvSpPr>
            <p:spPr>
              <a:xfrm>
                <a:off x="3379425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76"/>
              <p:cNvSpPr/>
              <p:nvPr/>
            </p:nvSpPr>
            <p:spPr>
              <a:xfrm>
                <a:off x="3775050" y="2771175"/>
                <a:ext cx="3008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7" name="Google Shape;4417;p76"/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4418" name="Google Shape;4418;p76"/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76"/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76"/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21" name="Google Shape;4421;p76"/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4422" name="Google Shape;4422;p76"/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76"/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76"/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25" name="Google Shape;4425;p76"/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4426" name="Google Shape;4426;p76"/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76"/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76"/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29" name="Google Shape;4429;p76"/>
          <p:cNvGrpSpPr/>
          <p:nvPr/>
        </p:nvGrpSpPr>
        <p:grpSpPr>
          <a:xfrm>
            <a:off x="6844048" y="2482095"/>
            <a:ext cx="1579046" cy="522230"/>
            <a:chOff x="6853641" y="2534077"/>
            <a:chExt cx="1515545" cy="501229"/>
          </a:xfrm>
        </p:grpSpPr>
        <p:grpSp>
          <p:nvGrpSpPr>
            <p:cNvPr id="4430" name="Google Shape;4430;p76"/>
            <p:cNvGrpSpPr/>
            <p:nvPr/>
          </p:nvGrpSpPr>
          <p:grpSpPr>
            <a:xfrm>
              <a:off x="6853641" y="2618923"/>
              <a:ext cx="1515545" cy="324556"/>
              <a:chOff x="6853641" y="2618923"/>
              <a:chExt cx="1515545" cy="324556"/>
            </a:xfrm>
          </p:grpSpPr>
          <p:sp>
            <p:nvSpPr>
              <p:cNvPr id="4431" name="Google Shape;4431;p76"/>
              <p:cNvSpPr/>
              <p:nvPr/>
            </p:nvSpPr>
            <p:spPr>
              <a:xfrm>
                <a:off x="7747010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3" y="1075"/>
                      <a:pt x="327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6132" y="3951"/>
                      <a:pt x="7903" y="2178"/>
                      <a:pt x="7903" y="0"/>
                    </a:cubicBezTo>
                    <a:lnTo>
                      <a:pt x="7248" y="0"/>
                    </a:lnTo>
                    <a:cubicBezTo>
                      <a:pt x="7248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76"/>
              <p:cNvSpPr/>
              <p:nvPr/>
            </p:nvSpPr>
            <p:spPr>
              <a:xfrm>
                <a:off x="7449412" y="2618923"/>
                <a:ext cx="324496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2" h="3951" extrusionOk="0">
                    <a:moveTo>
                      <a:pt x="3951" y="0"/>
                    </a:moveTo>
                    <a:cubicBezTo>
                      <a:pt x="2330" y="0"/>
                      <a:pt x="935" y="982"/>
                      <a:pt x="327" y="2380"/>
                    </a:cubicBezTo>
                    <a:cubicBezTo>
                      <a:pt x="111" y="2874"/>
                      <a:pt x="0" y="3409"/>
                      <a:pt x="0" y="3951"/>
                    </a:cubicBezTo>
                    <a:lnTo>
                      <a:pt x="653" y="3951"/>
                    </a:lnTo>
                    <a:cubicBezTo>
                      <a:pt x="653" y="2135"/>
                      <a:pt x="2133" y="657"/>
                      <a:pt x="3951" y="657"/>
                    </a:cubicBezTo>
                    <a:cubicBezTo>
                      <a:pt x="5767" y="657"/>
                      <a:pt x="7246" y="2135"/>
                      <a:pt x="7246" y="3951"/>
                    </a:cubicBezTo>
                    <a:lnTo>
                      <a:pt x="7901" y="3951"/>
                    </a:lnTo>
                    <a:cubicBezTo>
                      <a:pt x="7901" y="3411"/>
                      <a:pt x="7791" y="2876"/>
                      <a:pt x="7574" y="2381"/>
                    </a:cubicBezTo>
                    <a:cubicBezTo>
                      <a:pt x="6966" y="982"/>
                      <a:pt x="5571" y="0"/>
                      <a:pt x="39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76"/>
              <p:cNvSpPr/>
              <p:nvPr/>
            </p:nvSpPr>
            <p:spPr>
              <a:xfrm>
                <a:off x="6853641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8" y="0"/>
                    </a:moveTo>
                    <a:cubicBezTo>
                      <a:pt x="3954" y="0"/>
                      <a:pt x="3950" y="0"/>
                      <a:pt x="3946" y="0"/>
                    </a:cubicBezTo>
                    <a:cubicBezTo>
                      <a:pt x="1768" y="6"/>
                      <a:pt x="0" y="1784"/>
                      <a:pt x="6" y="3963"/>
                    </a:cubicBezTo>
                    <a:lnTo>
                      <a:pt x="661" y="3962"/>
                    </a:lnTo>
                    <a:cubicBezTo>
                      <a:pt x="657" y="2144"/>
                      <a:pt x="2131" y="661"/>
                      <a:pt x="3947" y="655"/>
                    </a:cubicBezTo>
                    <a:cubicBezTo>
                      <a:pt x="3951" y="655"/>
                      <a:pt x="3955" y="655"/>
                      <a:pt x="3959" y="655"/>
                    </a:cubicBezTo>
                    <a:cubicBezTo>
                      <a:pt x="5771" y="655"/>
                      <a:pt x="7248" y="2127"/>
                      <a:pt x="7254" y="3939"/>
                    </a:cubicBezTo>
                    <a:lnTo>
                      <a:pt x="7256" y="3939"/>
                    </a:lnTo>
                    <a:lnTo>
                      <a:pt x="7909" y="3938"/>
                    </a:lnTo>
                    <a:cubicBezTo>
                      <a:pt x="7907" y="3398"/>
                      <a:pt x="7795" y="2863"/>
                      <a:pt x="7578" y="2368"/>
                    </a:cubicBezTo>
                    <a:cubicBezTo>
                      <a:pt x="6966" y="976"/>
                      <a:pt x="5573" y="0"/>
                      <a:pt x="395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76"/>
              <p:cNvSpPr/>
              <p:nvPr/>
            </p:nvSpPr>
            <p:spPr>
              <a:xfrm>
                <a:off x="7151691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1" y="1075"/>
                      <a:pt x="328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5574" y="3951"/>
                      <a:pt x="6967" y="2971"/>
                      <a:pt x="7575" y="1573"/>
                    </a:cubicBezTo>
                    <a:cubicBezTo>
                      <a:pt x="7791" y="1076"/>
                      <a:pt x="7903" y="541"/>
                      <a:pt x="7903" y="0"/>
                    </a:cubicBezTo>
                    <a:lnTo>
                      <a:pt x="7249" y="0"/>
                    </a:lnTo>
                    <a:cubicBezTo>
                      <a:pt x="7249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76"/>
              <p:cNvSpPr/>
              <p:nvPr/>
            </p:nvSpPr>
            <p:spPr>
              <a:xfrm>
                <a:off x="8044362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9" y="0"/>
                    </a:moveTo>
                    <a:cubicBezTo>
                      <a:pt x="3955" y="0"/>
                      <a:pt x="3951" y="0"/>
                      <a:pt x="3947" y="0"/>
                    </a:cubicBezTo>
                    <a:cubicBezTo>
                      <a:pt x="1769" y="8"/>
                      <a:pt x="1" y="1786"/>
                      <a:pt x="7" y="3963"/>
                    </a:cubicBezTo>
                    <a:lnTo>
                      <a:pt x="664" y="3962"/>
                    </a:lnTo>
                    <a:cubicBezTo>
                      <a:pt x="658" y="2144"/>
                      <a:pt x="2132" y="661"/>
                      <a:pt x="3948" y="657"/>
                    </a:cubicBezTo>
                    <a:cubicBezTo>
                      <a:pt x="3952" y="657"/>
                      <a:pt x="3956" y="657"/>
                      <a:pt x="3960" y="657"/>
                    </a:cubicBezTo>
                    <a:cubicBezTo>
                      <a:pt x="5772" y="657"/>
                      <a:pt x="7249" y="2127"/>
                      <a:pt x="7255" y="3941"/>
                    </a:cubicBezTo>
                    <a:lnTo>
                      <a:pt x="7257" y="3941"/>
                    </a:lnTo>
                    <a:lnTo>
                      <a:pt x="7910" y="3939"/>
                    </a:lnTo>
                    <a:cubicBezTo>
                      <a:pt x="7908" y="3398"/>
                      <a:pt x="7796" y="2865"/>
                      <a:pt x="7578" y="2370"/>
                    </a:cubicBezTo>
                    <a:cubicBezTo>
                      <a:pt x="6967" y="976"/>
                      <a:pt x="5574" y="0"/>
                      <a:pt x="3959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36" name="Google Shape;4436;p76"/>
            <p:cNvSpPr/>
            <p:nvPr/>
          </p:nvSpPr>
          <p:spPr>
            <a:xfrm>
              <a:off x="6899264" y="2673830"/>
              <a:ext cx="225242" cy="361476"/>
            </a:xfrm>
            <a:custGeom>
              <a:avLst/>
              <a:gdLst/>
              <a:ahLst/>
              <a:cxnLst/>
              <a:rect l="l" t="t" r="r" b="b"/>
              <a:pathLst>
                <a:path w="5485" h="8802" extrusionOk="0">
                  <a:moveTo>
                    <a:pt x="2798" y="1197"/>
                  </a:moveTo>
                  <a:cubicBezTo>
                    <a:pt x="2989" y="1197"/>
                    <a:pt x="3183" y="1234"/>
                    <a:pt x="3366" y="1310"/>
                  </a:cubicBezTo>
                  <a:cubicBezTo>
                    <a:pt x="3924" y="1542"/>
                    <a:pt x="4287" y="2085"/>
                    <a:pt x="4287" y="2689"/>
                  </a:cubicBezTo>
                  <a:cubicBezTo>
                    <a:pt x="4287" y="3512"/>
                    <a:pt x="3619" y="4178"/>
                    <a:pt x="2796" y="4180"/>
                  </a:cubicBezTo>
                  <a:cubicBezTo>
                    <a:pt x="2194" y="4180"/>
                    <a:pt x="1650" y="3816"/>
                    <a:pt x="1419" y="3259"/>
                  </a:cubicBezTo>
                  <a:cubicBezTo>
                    <a:pt x="1189" y="2702"/>
                    <a:pt x="1317" y="2061"/>
                    <a:pt x="1743" y="1634"/>
                  </a:cubicBezTo>
                  <a:cubicBezTo>
                    <a:pt x="2028" y="1348"/>
                    <a:pt x="2410" y="1197"/>
                    <a:pt x="2798" y="1197"/>
                  </a:cubicBezTo>
                  <a:close/>
                  <a:moveTo>
                    <a:pt x="2796" y="1"/>
                  </a:moveTo>
                  <a:cubicBezTo>
                    <a:pt x="2254" y="1"/>
                    <a:pt x="1714" y="165"/>
                    <a:pt x="1253" y="489"/>
                  </a:cubicBezTo>
                  <a:cubicBezTo>
                    <a:pt x="433" y="1063"/>
                    <a:pt x="0" y="2048"/>
                    <a:pt x="132" y="3043"/>
                  </a:cubicBezTo>
                  <a:cubicBezTo>
                    <a:pt x="263" y="4037"/>
                    <a:pt x="937" y="4875"/>
                    <a:pt x="1880" y="5216"/>
                  </a:cubicBezTo>
                  <a:lnTo>
                    <a:pt x="1880" y="6705"/>
                  </a:lnTo>
                  <a:lnTo>
                    <a:pt x="1067" y="6705"/>
                  </a:lnTo>
                  <a:lnTo>
                    <a:pt x="2723" y="8801"/>
                  </a:lnTo>
                  <a:lnTo>
                    <a:pt x="4377" y="6705"/>
                  </a:lnTo>
                  <a:lnTo>
                    <a:pt x="3563" y="6705"/>
                  </a:lnTo>
                  <a:lnTo>
                    <a:pt x="3563" y="5265"/>
                  </a:lnTo>
                  <a:cubicBezTo>
                    <a:pt x="4703" y="4926"/>
                    <a:pt x="5485" y="3877"/>
                    <a:pt x="5485" y="2689"/>
                  </a:cubicBezTo>
                  <a:cubicBezTo>
                    <a:pt x="5485" y="1685"/>
                    <a:pt x="4926" y="766"/>
                    <a:pt x="4037" y="304"/>
                  </a:cubicBezTo>
                  <a:cubicBezTo>
                    <a:pt x="3647" y="101"/>
                    <a:pt x="3221" y="1"/>
                    <a:pt x="279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76"/>
            <p:cNvSpPr/>
            <p:nvPr/>
          </p:nvSpPr>
          <p:spPr>
            <a:xfrm>
              <a:off x="7198259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58" y="4600"/>
                  </a:moveTo>
                  <a:cubicBezTo>
                    <a:pt x="3050" y="4600"/>
                    <a:pt x="3243" y="4637"/>
                    <a:pt x="3427" y="4713"/>
                  </a:cubicBezTo>
                  <a:cubicBezTo>
                    <a:pt x="3985" y="4945"/>
                    <a:pt x="4347" y="5488"/>
                    <a:pt x="4347" y="6092"/>
                  </a:cubicBezTo>
                  <a:cubicBezTo>
                    <a:pt x="4347" y="6915"/>
                    <a:pt x="3679" y="7581"/>
                    <a:pt x="2856" y="7583"/>
                  </a:cubicBezTo>
                  <a:cubicBezTo>
                    <a:pt x="2254" y="7583"/>
                    <a:pt x="1709" y="7219"/>
                    <a:pt x="1479" y="6662"/>
                  </a:cubicBezTo>
                  <a:cubicBezTo>
                    <a:pt x="1248" y="6105"/>
                    <a:pt x="1376" y="5464"/>
                    <a:pt x="1802" y="5037"/>
                  </a:cubicBezTo>
                  <a:cubicBezTo>
                    <a:pt x="2087" y="4751"/>
                    <a:pt x="2469" y="4600"/>
                    <a:pt x="2858" y="4600"/>
                  </a:cubicBezTo>
                  <a:close/>
                  <a:moveTo>
                    <a:pt x="2883" y="0"/>
                  </a:moveTo>
                  <a:lnTo>
                    <a:pt x="1227" y="2097"/>
                  </a:lnTo>
                  <a:lnTo>
                    <a:pt x="2041" y="2097"/>
                  </a:lnTo>
                  <a:lnTo>
                    <a:pt x="2041" y="3530"/>
                  </a:lnTo>
                  <a:cubicBezTo>
                    <a:pt x="782" y="3930"/>
                    <a:pt x="1" y="5184"/>
                    <a:pt x="196" y="6491"/>
                  </a:cubicBezTo>
                  <a:cubicBezTo>
                    <a:pt x="393" y="7796"/>
                    <a:pt x="1507" y="8766"/>
                    <a:pt x="2827" y="8779"/>
                  </a:cubicBezTo>
                  <a:cubicBezTo>
                    <a:pt x="2837" y="8779"/>
                    <a:pt x="2847" y="8779"/>
                    <a:pt x="2857" y="8779"/>
                  </a:cubicBezTo>
                  <a:cubicBezTo>
                    <a:pt x="4165" y="8779"/>
                    <a:pt x="5285" y="7837"/>
                    <a:pt x="5506" y="6545"/>
                  </a:cubicBezTo>
                  <a:cubicBezTo>
                    <a:pt x="5729" y="5245"/>
                    <a:pt x="4974" y="3973"/>
                    <a:pt x="3724" y="3547"/>
                  </a:cubicBezTo>
                  <a:lnTo>
                    <a:pt x="3724" y="2097"/>
                  </a:lnTo>
                  <a:lnTo>
                    <a:pt x="4539" y="2097"/>
                  </a:lnTo>
                  <a:lnTo>
                    <a:pt x="28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76"/>
            <p:cNvSpPr/>
            <p:nvPr/>
          </p:nvSpPr>
          <p:spPr>
            <a:xfrm>
              <a:off x="7493639" y="2673830"/>
              <a:ext cx="225200" cy="361476"/>
            </a:xfrm>
            <a:custGeom>
              <a:avLst/>
              <a:gdLst/>
              <a:ahLst/>
              <a:cxnLst/>
              <a:rect l="l" t="t" r="r" b="b"/>
              <a:pathLst>
                <a:path w="5484" h="8802" extrusionOk="0">
                  <a:moveTo>
                    <a:pt x="2796" y="1197"/>
                  </a:moveTo>
                  <a:cubicBezTo>
                    <a:pt x="2988" y="1197"/>
                    <a:pt x="3181" y="1234"/>
                    <a:pt x="3365" y="1310"/>
                  </a:cubicBezTo>
                  <a:cubicBezTo>
                    <a:pt x="3922" y="1542"/>
                    <a:pt x="4286" y="2085"/>
                    <a:pt x="4286" y="2689"/>
                  </a:cubicBezTo>
                  <a:cubicBezTo>
                    <a:pt x="4284" y="3512"/>
                    <a:pt x="3618" y="4178"/>
                    <a:pt x="2795" y="4180"/>
                  </a:cubicBezTo>
                  <a:cubicBezTo>
                    <a:pt x="2191" y="4180"/>
                    <a:pt x="1649" y="3816"/>
                    <a:pt x="1418" y="3259"/>
                  </a:cubicBezTo>
                  <a:cubicBezTo>
                    <a:pt x="1187" y="2702"/>
                    <a:pt x="1314" y="2061"/>
                    <a:pt x="1740" y="1634"/>
                  </a:cubicBezTo>
                  <a:cubicBezTo>
                    <a:pt x="2026" y="1348"/>
                    <a:pt x="2408" y="1197"/>
                    <a:pt x="2796" y="1197"/>
                  </a:cubicBezTo>
                  <a:close/>
                  <a:moveTo>
                    <a:pt x="2794" y="1"/>
                  </a:moveTo>
                  <a:cubicBezTo>
                    <a:pt x="2254" y="1"/>
                    <a:pt x="1717" y="163"/>
                    <a:pt x="1258" y="484"/>
                  </a:cubicBezTo>
                  <a:cubicBezTo>
                    <a:pt x="436" y="1055"/>
                    <a:pt x="1" y="2037"/>
                    <a:pt x="127" y="3030"/>
                  </a:cubicBezTo>
                  <a:cubicBezTo>
                    <a:pt x="255" y="4023"/>
                    <a:pt x="923" y="4863"/>
                    <a:pt x="1862" y="5211"/>
                  </a:cubicBezTo>
                  <a:lnTo>
                    <a:pt x="1862" y="6705"/>
                  </a:lnTo>
                  <a:lnTo>
                    <a:pt x="1048" y="6705"/>
                  </a:lnTo>
                  <a:lnTo>
                    <a:pt x="2704" y="8801"/>
                  </a:lnTo>
                  <a:lnTo>
                    <a:pt x="4360" y="6705"/>
                  </a:lnTo>
                  <a:lnTo>
                    <a:pt x="3545" y="6705"/>
                  </a:lnTo>
                  <a:lnTo>
                    <a:pt x="3545" y="5270"/>
                  </a:lnTo>
                  <a:cubicBezTo>
                    <a:pt x="4693" y="4935"/>
                    <a:pt x="5484" y="3883"/>
                    <a:pt x="5484" y="2689"/>
                  </a:cubicBezTo>
                  <a:cubicBezTo>
                    <a:pt x="5482" y="1688"/>
                    <a:pt x="4927" y="769"/>
                    <a:pt x="4039" y="306"/>
                  </a:cubicBezTo>
                  <a:cubicBezTo>
                    <a:pt x="3647" y="102"/>
                    <a:pt x="3220" y="1"/>
                    <a:pt x="27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76"/>
            <p:cNvSpPr/>
            <p:nvPr/>
          </p:nvSpPr>
          <p:spPr>
            <a:xfrm>
              <a:off x="7792387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61" y="4601"/>
                  </a:moveTo>
                  <a:cubicBezTo>
                    <a:pt x="3053" y="4601"/>
                    <a:pt x="3247" y="4638"/>
                    <a:pt x="3431" y="4715"/>
                  </a:cubicBezTo>
                  <a:cubicBezTo>
                    <a:pt x="3988" y="4945"/>
                    <a:pt x="4351" y="5488"/>
                    <a:pt x="4351" y="6092"/>
                  </a:cubicBezTo>
                  <a:cubicBezTo>
                    <a:pt x="4350" y="6915"/>
                    <a:pt x="3684" y="7581"/>
                    <a:pt x="2861" y="7583"/>
                  </a:cubicBezTo>
                  <a:cubicBezTo>
                    <a:pt x="2259" y="7583"/>
                    <a:pt x="1714" y="7219"/>
                    <a:pt x="1483" y="6662"/>
                  </a:cubicBezTo>
                  <a:cubicBezTo>
                    <a:pt x="1253" y="6105"/>
                    <a:pt x="1381" y="5464"/>
                    <a:pt x="1807" y="5038"/>
                  </a:cubicBezTo>
                  <a:cubicBezTo>
                    <a:pt x="2092" y="4752"/>
                    <a:pt x="2473" y="4601"/>
                    <a:pt x="2861" y="4601"/>
                  </a:cubicBezTo>
                  <a:close/>
                  <a:moveTo>
                    <a:pt x="2870" y="0"/>
                  </a:moveTo>
                  <a:lnTo>
                    <a:pt x="1214" y="2097"/>
                  </a:lnTo>
                  <a:lnTo>
                    <a:pt x="2028" y="2097"/>
                  </a:lnTo>
                  <a:lnTo>
                    <a:pt x="2028" y="3536"/>
                  </a:lnTo>
                  <a:cubicBezTo>
                    <a:pt x="773" y="3944"/>
                    <a:pt x="1" y="5205"/>
                    <a:pt x="204" y="6508"/>
                  </a:cubicBezTo>
                  <a:cubicBezTo>
                    <a:pt x="409" y="7813"/>
                    <a:pt x="1532" y="8776"/>
                    <a:pt x="2851" y="8779"/>
                  </a:cubicBezTo>
                  <a:cubicBezTo>
                    <a:pt x="2854" y="8779"/>
                    <a:pt x="2858" y="8779"/>
                    <a:pt x="2861" y="8779"/>
                  </a:cubicBezTo>
                  <a:cubicBezTo>
                    <a:pt x="4178" y="8779"/>
                    <a:pt x="5300" y="7828"/>
                    <a:pt x="5514" y="6527"/>
                  </a:cubicBezTo>
                  <a:cubicBezTo>
                    <a:pt x="5729" y="5225"/>
                    <a:pt x="4965" y="3959"/>
                    <a:pt x="3713" y="3543"/>
                  </a:cubicBezTo>
                  <a:lnTo>
                    <a:pt x="3713" y="2097"/>
                  </a:lnTo>
                  <a:lnTo>
                    <a:pt x="4526" y="2097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76"/>
            <p:cNvSpPr/>
            <p:nvPr/>
          </p:nvSpPr>
          <p:spPr>
            <a:xfrm>
              <a:off x="8090150" y="2673789"/>
              <a:ext cx="225857" cy="361517"/>
            </a:xfrm>
            <a:custGeom>
              <a:avLst/>
              <a:gdLst/>
              <a:ahLst/>
              <a:cxnLst/>
              <a:rect l="l" t="t" r="r" b="b"/>
              <a:pathLst>
                <a:path w="5500" h="8803" extrusionOk="0">
                  <a:moveTo>
                    <a:pt x="2811" y="1198"/>
                  </a:moveTo>
                  <a:cubicBezTo>
                    <a:pt x="3003" y="1198"/>
                    <a:pt x="3197" y="1235"/>
                    <a:pt x="3381" y="1311"/>
                  </a:cubicBezTo>
                  <a:cubicBezTo>
                    <a:pt x="3938" y="1543"/>
                    <a:pt x="4302" y="2086"/>
                    <a:pt x="4302" y="2690"/>
                  </a:cubicBezTo>
                  <a:cubicBezTo>
                    <a:pt x="4300" y="3513"/>
                    <a:pt x="3634" y="4179"/>
                    <a:pt x="2811" y="4181"/>
                  </a:cubicBezTo>
                  <a:cubicBezTo>
                    <a:pt x="2209" y="4181"/>
                    <a:pt x="1664" y="3817"/>
                    <a:pt x="1434" y="3260"/>
                  </a:cubicBezTo>
                  <a:cubicBezTo>
                    <a:pt x="1203" y="2703"/>
                    <a:pt x="1330" y="2062"/>
                    <a:pt x="1757" y="1635"/>
                  </a:cubicBezTo>
                  <a:cubicBezTo>
                    <a:pt x="2042" y="1349"/>
                    <a:pt x="2423" y="1198"/>
                    <a:pt x="2811" y="1198"/>
                  </a:cubicBezTo>
                  <a:close/>
                  <a:moveTo>
                    <a:pt x="2812" y="1"/>
                  </a:moveTo>
                  <a:cubicBezTo>
                    <a:pt x="2257" y="1"/>
                    <a:pt x="1706" y="172"/>
                    <a:pt x="1238" y="509"/>
                  </a:cubicBezTo>
                  <a:cubicBezTo>
                    <a:pt x="420" y="1098"/>
                    <a:pt x="1" y="2097"/>
                    <a:pt x="154" y="3095"/>
                  </a:cubicBezTo>
                  <a:cubicBezTo>
                    <a:pt x="306" y="4093"/>
                    <a:pt x="1005" y="4920"/>
                    <a:pt x="1962" y="5239"/>
                  </a:cubicBezTo>
                  <a:lnTo>
                    <a:pt x="1962" y="6706"/>
                  </a:lnTo>
                  <a:lnTo>
                    <a:pt x="1149" y="6706"/>
                  </a:lnTo>
                  <a:lnTo>
                    <a:pt x="2804" y="8802"/>
                  </a:lnTo>
                  <a:lnTo>
                    <a:pt x="4460" y="6706"/>
                  </a:lnTo>
                  <a:lnTo>
                    <a:pt x="3645" y="6706"/>
                  </a:lnTo>
                  <a:lnTo>
                    <a:pt x="3645" y="5244"/>
                  </a:lnTo>
                  <a:cubicBezTo>
                    <a:pt x="4750" y="4882"/>
                    <a:pt x="5499" y="3852"/>
                    <a:pt x="5499" y="2690"/>
                  </a:cubicBezTo>
                  <a:cubicBezTo>
                    <a:pt x="5499" y="1679"/>
                    <a:pt x="4934" y="755"/>
                    <a:pt x="4036" y="296"/>
                  </a:cubicBezTo>
                  <a:cubicBezTo>
                    <a:pt x="3650" y="98"/>
                    <a:pt x="3230" y="1"/>
                    <a:pt x="28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1" name="Google Shape;4441;p76"/>
          <p:cNvGrpSpPr/>
          <p:nvPr/>
        </p:nvGrpSpPr>
        <p:grpSpPr>
          <a:xfrm>
            <a:off x="3438940" y="3357136"/>
            <a:ext cx="1617976" cy="346616"/>
            <a:chOff x="1808063" y="4294338"/>
            <a:chExt cx="3370782" cy="721817"/>
          </a:xfrm>
        </p:grpSpPr>
        <p:sp>
          <p:nvSpPr>
            <p:cNvPr id="4442" name="Google Shape;4442;p76"/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6"/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6"/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76"/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76"/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76"/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76"/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76"/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76"/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76"/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52" name="Google Shape;4452;p76"/>
          <p:cNvGrpSpPr/>
          <p:nvPr/>
        </p:nvGrpSpPr>
        <p:grpSpPr>
          <a:xfrm>
            <a:off x="5264936" y="4023886"/>
            <a:ext cx="1417067" cy="350605"/>
            <a:chOff x="4234950" y="2101012"/>
            <a:chExt cx="4219974" cy="1044090"/>
          </a:xfrm>
        </p:grpSpPr>
        <p:sp>
          <p:nvSpPr>
            <p:cNvPr id="4453" name="Google Shape;4453;p76"/>
            <p:cNvSpPr/>
            <p:nvPr/>
          </p:nvSpPr>
          <p:spPr>
            <a:xfrm rot="10800000">
              <a:off x="7528544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76"/>
            <p:cNvSpPr/>
            <p:nvPr/>
          </p:nvSpPr>
          <p:spPr>
            <a:xfrm rot="10800000">
              <a:off x="6487595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926" y="34892"/>
                  </a:lnTo>
                  <a:lnTo>
                    <a:pt x="34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76"/>
            <p:cNvSpPr/>
            <p:nvPr/>
          </p:nvSpPr>
          <p:spPr>
            <a:xfrm rot="10800000">
              <a:off x="5430819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0" y="1"/>
                  </a:moveTo>
                  <a:lnTo>
                    <a:pt x="0" y="34892"/>
                  </a:lnTo>
                  <a:lnTo>
                    <a:pt x="34925" y="34892"/>
                  </a:lnTo>
                  <a:lnTo>
                    <a:pt x="3492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76"/>
            <p:cNvSpPr/>
            <p:nvPr/>
          </p:nvSpPr>
          <p:spPr>
            <a:xfrm rot="10800000">
              <a:off x="4374848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76"/>
            <p:cNvSpPr/>
            <p:nvPr/>
          </p:nvSpPr>
          <p:spPr>
            <a:xfrm rot="10800000">
              <a:off x="7410780" y="2622683"/>
              <a:ext cx="1044144" cy="522420"/>
            </a:xfrm>
            <a:custGeom>
              <a:avLst/>
              <a:gdLst/>
              <a:ahLst/>
              <a:cxnLst/>
              <a:rect l="l" t="t" r="r" b="b"/>
              <a:pathLst>
                <a:path w="44066" h="22050" fill="none" extrusionOk="0">
                  <a:moveTo>
                    <a:pt x="1" y="22050"/>
                  </a:moveTo>
                  <a:cubicBezTo>
                    <a:pt x="1" y="9874"/>
                    <a:pt x="9874" y="1"/>
                    <a:pt x="22050" y="1"/>
                  </a:cubicBezTo>
                  <a:cubicBezTo>
                    <a:pt x="34192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435D74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76"/>
            <p:cNvSpPr/>
            <p:nvPr/>
          </p:nvSpPr>
          <p:spPr>
            <a:xfrm rot="10800000">
              <a:off x="6366656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5" y="1"/>
                  </a:moveTo>
                  <a:cubicBezTo>
                    <a:pt x="44065" y="12176"/>
                    <a:pt x="34191" y="22016"/>
                    <a:pt x="22049" y="22016"/>
                  </a:cubicBezTo>
                  <a:cubicBezTo>
                    <a:pt x="9874" y="22016"/>
                    <a:pt x="0" y="12176"/>
                    <a:pt x="0" y="1"/>
                  </a:cubicBezTo>
                </a:path>
              </a:pathLst>
            </a:custGeom>
            <a:noFill/>
            <a:ln w="20850" cap="rnd" cmpd="sng">
              <a:solidFill>
                <a:srgbClr val="5F7D9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76"/>
            <p:cNvSpPr/>
            <p:nvPr/>
          </p:nvSpPr>
          <p:spPr>
            <a:xfrm rot="10800000">
              <a:off x="5322557" y="2622683"/>
              <a:ext cx="1044120" cy="522420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869FB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76"/>
            <p:cNvSpPr/>
            <p:nvPr/>
          </p:nvSpPr>
          <p:spPr>
            <a:xfrm rot="10800000">
              <a:off x="4278434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noFill/>
            <a:ln w="20850" cap="rnd" cmpd="sng">
              <a:solidFill>
                <a:srgbClr val="BAC8D3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76"/>
            <p:cNvSpPr/>
            <p:nvPr/>
          </p:nvSpPr>
          <p:spPr>
            <a:xfrm rot="10800000">
              <a:off x="7367296" y="2570459"/>
              <a:ext cx="86984" cy="86975"/>
            </a:xfrm>
            <a:custGeom>
              <a:avLst/>
              <a:gdLst/>
              <a:ahLst/>
              <a:cxnLst/>
              <a:rect l="l" t="t" r="r" b="b"/>
              <a:pathLst>
                <a:path w="3671" h="3671" extrusionOk="0">
                  <a:moveTo>
                    <a:pt x="1835" y="1"/>
                  </a:moveTo>
                  <a:cubicBezTo>
                    <a:pt x="835" y="1"/>
                    <a:pt x="1" y="835"/>
                    <a:pt x="1" y="1836"/>
                  </a:cubicBezTo>
                  <a:cubicBezTo>
                    <a:pt x="1" y="2870"/>
                    <a:pt x="835" y="3670"/>
                    <a:pt x="1835" y="3670"/>
                  </a:cubicBezTo>
                  <a:cubicBezTo>
                    <a:pt x="2869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76"/>
            <p:cNvSpPr/>
            <p:nvPr/>
          </p:nvSpPr>
          <p:spPr>
            <a:xfrm rot="10800000">
              <a:off x="6323197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76"/>
            <p:cNvSpPr/>
            <p:nvPr/>
          </p:nvSpPr>
          <p:spPr>
            <a:xfrm rot="10800000">
              <a:off x="5279073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76"/>
            <p:cNvSpPr/>
            <p:nvPr/>
          </p:nvSpPr>
          <p:spPr>
            <a:xfrm rot="10800000">
              <a:off x="4234950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69" y="2870"/>
                    <a:pt x="3669" y="1836"/>
                  </a:cubicBezTo>
                  <a:cubicBezTo>
                    <a:pt x="3669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76"/>
            <p:cNvSpPr/>
            <p:nvPr/>
          </p:nvSpPr>
          <p:spPr>
            <a:xfrm rot="10800000">
              <a:off x="7541197" y="2231460"/>
              <a:ext cx="801483" cy="800617"/>
            </a:xfrm>
            <a:custGeom>
              <a:avLst/>
              <a:gdLst/>
              <a:ahLst/>
              <a:cxnLst/>
              <a:rect l="l" t="t" r="r" b="b"/>
              <a:pathLst>
                <a:path w="33825" h="33792" extrusionOk="0">
                  <a:moveTo>
                    <a:pt x="16912" y="1835"/>
                  </a:move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lose/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824" y="26219"/>
                    <a:pt x="33824" y="16879"/>
                  </a:cubicBezTo>
                  <a:cubicBezTo>
                    <a:pt x="33824" y="7539"/>
                    <a:pt x="26252" y="1"/>
                    <a:pt x="16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76"/>
            <p:cNvSpPr/>
            <p:nvPr/>
          </p:nvSpPr>
          <p:spPr>
            <a:xfrm rot="10800000">
              <a:off x="6488377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7" y="31923"/>
                    <a:pt x="1868" y="25185"/>
                    <a:pt x="1868" y="16879"/>
                  </a:cubicBezTo>
                  <a:cubicBezTo>
                    <a:pt x="1868" y="8573"/>
                    <a:pt x="8607" y="1835"/>
                    <a:pt x="16912" y="1835"/>
                  </a:cubicBezTo>
                  <a:cubicBezTo>
                    <a:pt x="25218" y="1835"/>
                    <a:pt x="31957" y="8573"/>
                    <a:pt x="31957" y="16879"/>
                  </a:cubicBezTo>
                  <a:cubicBezTo>
                    <a:pt x="31957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76"/>
            <p:cNvSpPr/>
            <p:nvPr/>
          </p:nvSpPr>
          <p:spPr>
            <a:xfrm rot="10800000">
              <a:off x="5434776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879" y="1"/>
                  </a:moveTo>
                  <a:cubicBezTo>
                    <a:pt x="7539" y="1"/>
                    <a:pt x="0" y="7539"/>
                    <a:pt x="0" y="16879"/>
                  </a:cubicBezTo>
                  <a:cubicBezTo>
                    <a:pt x="0" y="26219"/>
                    <a:pt x="7539" y="33791"/>
                    <a:pt x="16879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19" y="1"/>
                    <a:pt x="16879" y="1"/>
                  </a:cubicBezTo>
                  <a:close/>
                  <a:moveTo>
                    <a:pt x="16879" y="31923"/>
                  </a:moveTo>
                  <a:cubicBezTo>
                    <a:pt x="8573" y="31923"/>
                    <a:pt x="1835" y="25185"/>
                    <a:pt x="1835" y="16879"/>
                  </a:cubicBezTo>
                  <a:cubicBezTo>
                    <a:pt x="1835" y="8573"/>
                    <a:pt x="8573" y="1835"/>
                    <a:pt x="16879" y="1835"/>
                  </a:cubicBezTo>
                  <a:cubicBezTo>
                    <a:pt x="25185" y="1835"/>
                    <a:pt x="31923" y="8573"/>
                    <a:pt x="31923" y="16879"/>
                  </a:cubicBezTo>
                  <a:cubicBezTo>
                    <a:pt x="31923" y="25185"/>
                    <a:pt x="25185" y="31923"/>
                    <a:pt x="16879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76"/>
            <p:cNvSpPr/>
            <p:nvPr/>
          </p:nvSpPr>
          <p:spPr>
            <a:xfrm rot="10800000">
              <a:off x="4381980" y="2231460"/>
              <a:ext cx="800678" cy="800617"/>
            </a:xfrm>
            <a:custGeom>
              <a:avLst/>
              <a:gdLst/>
              <a:ahLst/>
              <a:cxnLst/>
              <a:rect l="l" t="t" r="r" b="b"/>
              <a:pathLst>
                <a:path w="33791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9" name="Google Shape;4469;p76"/>
          <p:cNvGrpSpPr/>
          <p:nvPr/>
        </p:nvGrpSpPr>
        <p:grpSpPr>
          <a:xfrm>
            <a:off x="6840408" y="2014643"/>
            <a:ext cx="1586327" cy="371557"/>
            <a:chOff x="1247650" y="2075423"/>
            <a:chExt cx="6648477" cy="1557238"/>
          </a:xfrm>
        </p:grpSpPr>
        <p:sp>
          <p:nvSpPr>
            <p:cNvPr id="4470" name="Google Shape;4470;p76"/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76"/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76"/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76"/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76"/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76"/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solidFill>
              <a:srgbClr val="191919"/>
            </a:solidFill>
            <a:ln w="19050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6" name="Google Shape;4476;p76"/>
          <p:cNvGrpSpPr/>
          <p:nvPr/>
        </p:nvGrpSpPr>
        <p:grpSpPr>
          <a:xfrm>
            <a:off x="5271678" y="1167833"/>
            <a:ext cx="1415601" cy="1648533"/>
            <a:chOff x="1839112" y="2209163"/>
            <a:chExt cx="1918159" cy="2233784"/>
          </a:xfrm>
        </p:grpSpPr>
        <p:sp>
          <p:nvSpPr>
            <p:cNvPr id="4477" name="Google Shape;4477;p76"/>
            <p:cNvSpPr/>
            <p:nvPr/>
          </p:nvSpPr>
          <p:spPr>
            <a:xfrm>
              <a:off x="1839112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76"/>
            <p:cNvSpPr/>
            <p:nvPr/>
          </p:nvSpPr>
          <p:spPr>
            <a:xfrm>
              <a:off x="3182171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76"/>
            <p:cNvSpPr/>
            <p:nvPr/>
          </p:nvSpPr>
          <p:spPr>
            <a:xfrm>
              <a:off x="3182171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80" name="Google Shape;4480;p76"/>
            <p:cNvCxnSpPr>
              <a:stCxn id="4477" idx="6"/>
              <a:endCxn id="4478" idx="2"/>
            </p:cNvCxnSpPr>
            <p:nvPr/>
          </p:nvCxnSpPr>
          <p:spPr>
            <a:xfrm>
              <a:off x="2414212" y="2496713"/>
              <a:ext cx="768000" cy="9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1" name="Google Shape;4481;p76"/>
            <p:cNvCxnSpPr>
              <a:stCxn id="4478" idx="4"/>
              <a:endCxn id="4482" idx="0"/>
            </p:cNvCxnSpPr>
            <p:nvPr/>
          </p:nvCxnSpPr>
          <p:spPr>
            <a:xfrm rot="5400000">
              <a:off x="2669921" y="2240963"/>
              <a:ext cx="256500" cy="1343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3" name="Google Shape;4483;p76"/>
            <p:cNvCxnSpPr>
              <a:stCxn id="4482" idx="6"/>
              <a:endCxn id="4479" idx="2"/>
            </p:cNvCxnSpPr>
            <p:nvPr/>
          </p:nvCxnSpPr>
          <p:spPr>
            <a:xfrm>
              <a:off x="2414212" y="3328316"/>
              <a:ext cx="768000" cy="9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4" name="Google Shape;4484;p76"/>
            <p:cNvCxnSpPr>
              <a:stCxn id="4479" idx="4"/>
              <a:endCxn id="4485" idx="0"/>
            </p:cNvCxnSpPr>
            <p:nvPr/>
          </p:nvCxnSpPr>
          <p:spPr>
            <a:xfrm rot="5400000">
              <a:off x="2672171" y="3070316"/>
              <a:ext cx="252000" cy="13431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82" name="Google Shape;4482;p76"/>
            <p:cNvSpPr/>
            <p:nvPr/>
          </p:nvSpPr>
          <p:spPr>
            <a:xfrm>
              <a:off x="1839112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76"/>
            <p:cNvSpPr/>
            <p:nvPr/>
          </p:nvSpPr>
          <p:spPr>
            <a:xfrm>
              <a:off x="1839112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76"/>
            <p:cNvSpPr/>
            <p:nvPr/>
          </p:nvSpPr>
          <p:spPr>
            <a:xfrm>
              <a:off x="3182171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87" name="Google Shape;4487;p76"/>
            <p:cNvCxnSpPr>
              <a:endCxn id="4486" idx="2"/>
            </p:cNvCxnSpPr>
            <p:nvPr/>
          </p:nvCxnSpPr>
          <p:spPr>
            <a:xfrm>
              <a:off x="2413871" y="4154498"/>
              <a:ext cx="768300" cy="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88" name="Google Shape;4488;p76"/>
          <p:cNvGrpSpPr/>
          <p:nvPr/>
        </p:nvGrpSpPr>
        <p:grpSpPr>
          <a:xfrm>
            <a:off x="3428944" y="1185917"/>
            <a:ext cx="1637968" cy="154942"/>
            <a:chOff x="238125" y="2506075"/>
            <a:chExt cx="7115411" cy="673075"/>
          </a:xfrm>
        </p:grpSpPr>
        <p:sp>
          <p:nvSpPr>
            <p:cNvPr id="4489" name="Google Shape;4489;p76"/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76"/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76"/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76"/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76"/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4" name="Google Shape;4494;p76"/>
          <p:cNvGrpSpPr/>
          <p:nvPr/>
        </p:nvGrpSpPr>
        <p:grpSpPr>
          <a:xfrm>
            <a:off x="1969680" y="1500635"/>
            <a:ext cx="1262932" cy="785408"/>
            <a:chOff x="548861" y="389676"/>
            <a:chExt cx="3843371" cy="2390163"/>
          </a:xfrm>
        </p:grpSpPr>
        <p:cxnSp>
          <p:nvCxnSpPr>
            <p:cNvPr id="4495" name="Google Shape;4495;p76"/>
            <p:cNvCxnSpPr/>
            <p:nvPr/>
          </p:nvCxnSpPr>
          <p:spPr>
            <a:xfrm rot="10800000" flipH="1">
              <a:off x="3486925" y="1918250"/>
              <a:ext cx="742200" cy="690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6" name="Google Shape;4496;p76"/>
            <p:cNvCxnSpPr/>
            <p:nvPr/>
          </p:nvCxnSpPr>
          <p:spPr>
            <a:xfrm rot="-5400000" flipH="1">
              <a:off x="3486925" y="577350"/>
              <a:ext cx="650100" cy="65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7" name="Google Shape;4497;p76"/>
            <p:cNvCxnSpPr/>
            <p:nvPr/>
          </p:nvCxnSpPr>
          <p:spPr>
            <a:xfrm>
              <a:off x="2725450" y="576000"/>
              <a:ext cx="14106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8" name="Google Shape;4498;p76"/>
            <p:cNvCxnSpPr/>
            <p:nvPr/>
          </p:nvCxnSpPr>
          <p:spPr>
            <a:xfrm rot="10800000" flipH="1">
              <a:off x="756500" y="577975"/>
              <a:ext cx="1705500" cy="1049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9" name="Google Shape;4499;p76"/>
            <p:cNvCxnSpPr/>
            <p:nvPr/>
          </p:nvCxnSpPr>
          <p:spPr>
            <a:xfrm>
              <a:off x="760067" y="1625791"/>
              <a:ext cx="1689000" cy="974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00" name="Google Shape;4500;p76"/>
            <p:cNvSpPr/>
            <p:nvPr/>
          </p:nvSpPr>
          <p:spPr>
            <a:xfrm>
              <a:off x="548861" y="1338125"/>
              <a:ext cx="502050" cy="502875"/>
            </a:xfrm>
            <a:custGeom>
              <a:avLst/>
              <a:gdLst/>
              <a:ahLst/>
              <a:cxnLst/>
              <a:rect l="l" t="t" r="r" b="b"/>
              <a:pathLst>
                <a:path w="20082" h="20115" extrusionOk="0">
                  <a:moveTo>
                    <a:pt x="10041" y="1"/>
                  </a:moveTo>
                  <a:cubicBezTo>
                    <a:pt x="4503" y="1"/>
                    <a:pt x="0" y="4504"/>
                    <a:pt x="0" y="10041"/>
                  </a:cubicBezTo>
                  <a:cubicBezTo>
                    <a:pt x="0" y="15612"/>
                    <a:pt x="4503" y="20115"/>
                    <a:pt x="10041" y="20115"/>
                  </a:cubicBezTo>
                  <a:cubicBezTo>
                    <a:pt x="15578" y="20115"/>
                    <a:pt x="20081" y="15612"/>
                    <a:pt x="20081" y="10041"/>
                  </a:cubicBezTo>
                  <a:cubicBezTo>
                    <a:pt x="20081" y="4504"/>
                    <a:pt x="15578" y="1"/>
                    <a:pt x="1004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01" name="Google Shape;4501;p76"/>
            <p:cNvCxnSpPr/>
            <p:nvPr/>
          </p:nvCxnSpPr>
          <p:spPr>
            <a:xfrm>
              <a:off x="2725450" y="2609025"/>
              <a:ext cx="14160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02" name="Google Shape;4502;p76"/>
            <p:cNvSpPr/>
            <p:nvPr/>
          </p:nvSpPr>
          <p:spPr>
            <a:xfrm>
              <a:off x="4095707" y="1083398"/>
              <a:ext cx="289400" cy="268650"/>
            </a:xfrm>
            <a:custGeom>
              <a:avLst/>
              <a:gdLst/>
              <a:ahLst/>
              <a:cxnLst/>
              <a:rect l="l" t="t" r="r" b="b"/>
              <a:pathLst>
                <a:path w="11576" h="10746" extrusionOk="0">
                  <a:moveTo>
                    <a:pt x="5775" y="1"/>
                  </a:moveTo>
                  <a:cubicBezTo>
                    <a:pt x="3179" y="1"/>
                    <a:pt x="889" y="1860"/>
                    <a:pt x="468" y="4506"/>
                  </a:cubicBezTo>
                  <a:cubicBezTo>
                    <a:pt x="1" y="7441"/>
                    <a:pt x="2002" y="10210"/>
                    <a:pt x="4904" y="10677"/>
                  </a:cubicBezTo>
                  <a:cubicBezTo>
                    <a:pt x="5194" y="10723"/>
                    <a:pt x="5483" y="10745"/>
                    <a:pt x="5768" y="10745"/>
                  </a:cubicBezTo>
                  <a:cubicBezTo>
                    <a:pt x="8364" y="10745"/>
                    <a:pt x="10655" y="8886"/>
                    <a:pt x="11075" y="6240"/>
                  </a:cubicBezTo>
                  <a:cubicBezTo>
                    <a:pt x="11576" y="3305"/>
                    <a:pt x="9574" y="536"/>
                    <a:pt x="6639" y="69"/>
                  </a:cubicBezTo>
                  <a:cubicBezTo>
                    <a:pt x="6349" y="23"/>
                    <a:pt x="6060" y="1"/>
                    <a:pt x="5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76"/>
            <p:cNvSpPr/>
            <p:nvPr/>
          </p:nvSpPr>
          <p:spPr>
            <a:xfrm>
              <a:off x="2421967" y="389676"/>
              <a:ext cx="383625" cy="371825"/>
            </a:xfrm>
            <a:custGeom>
              <a:avLst/>
              <a:gdLst/>
              <a:ahLst/>
              <a:cxnLst/>
              <a:rect l="l" t="t" r="r" b="b"/>
              <a:pathLst>
                <a:path w="15345" h="14873" extrusionOk="0">
                  <a:moveTo>
                    <a:pt x="7692" y="1"/>
                  </a:moveTo>
                  <a:cubicBezTo>
                    <a:pt x="7531" y="1"/>
                    <a:pt x="7369" y="6"/>
                    <a:pt x="7206" y="16"/>
                  </a:cubicBezTo>
                  <a:cubicBezTo>
                    <a:pt x="3136" y="283"/>
                    <a:pt x="0" y="3786"/>
                    <a:pt x="267" y="7889"/>
                  </a:cubicBezTo>
                  <a:cubicBezTo>
                    <a:pt x="493" y="11846"/>
                    <a:pt x="3790" y="14873"/>
                    <a:pt x="7706" y="14873"/>
                  </a:cubicBezTo>
                  <a:cubicBezTo>
                    <a:pt x="7850" y="14873"/>
                    <a:pt x="7994" y="14869"/>
                    <a:pt x="8140" y="14860"/>
                  </a:cubicBezTo>
                  <a:cubicBezTo>
                    <a:pt x="12243" y="14594"/>
                    <a:pt x="15345" y="11058"/>
                    <a:pt x="15111" y="6988"/>
                  </a:cubicBezTo>
                  <a:cubicBezTo>
                    <a:pt x="14855" y="3048"/>
                    <a:pt x="11585" y="1"/>
                    <a:pt x="76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76"/>
            <p:cNvSpPr/>
            <p:nvPr/>
          </p:nvSpPr>
          <p:spPr>
            <a:xfrm>
              <a:off x="4095707" y="426309"/>
              <a:ext cx="289400" cy="268850"/>
            </a:xfrm>
            <a:custGeom>
              <a:avLst/>
              <a:gdLst/>
              <a:ahLst/>
              <a:cxnLst/>
              <a:rect l="l" t="t" r="r" b="b"/>
              <a:pathLst>
                <a:path w="11576" h="10754" extrusionOk="0">
                  <a:moveTo>
                    <a:pt x="5736" y="0"/>
                  </a:moveTo>
                  <a:cubicBezTo>
                    <a:pt x="3156" y="0"/>
                    <a:pt x="887" y="1881"/>
                    <a:pt x="468" y="4513"/>
                  </a:cubicBezTo>
                  <a:cubicBezTo>
                    <a:pt x="1" y="7449"/>
                    <a:pt x="2002" y="10218"/>
                    <a:pt x="4904" y="10685"/>
                  </a:cubicBezTo>
                  <a:cubicBezTo>
                    <a:pt x="5194" y="10731"/>
                    <a:pt x="5483" y="10753"/>
                    <a:pt x="5768" y="10753"/>
                  </a:cubicBezTo>
                  <a:cubicBezTo>
                    <a:pt x="8364" y="10753"/>
                    <a:pt x="10655" y="8893"/>
                    <a:pt x="11075" y="6248"/>
                  </a:cubicBezTo>
                  <a:cubicBezTo>
                    <a:pt x="11576" y="3313"/>
                    <a:pt x="9574" y="544"/>
                    <a:pt x="6639" y="77"/>
                  </a:cubicBezTo>
                  <a:cubicBezTo>
                    <a:pt x="6335" y="25"/>
                    <a:pt x="6034" y="0"/>
                    <a:pt x="57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76"/>
            <p:cNvSpPr/>
            <p:nvPr/>
          </p:nvSpPr>
          <p:spPr>
            <a:xfrm>
              <a:off x="4102832" y="2474633"/>
              <a:ext cx="289400" cy="269425"/>
            </a:xfrm>
            <a:custGeom>
              <a:avLst/>
              <a:gdLst/>
              <a:ahLst/>
              <a:cxnLst/>
              <a:rect l="l" t="t" r="r" b="b"/>
              <a:pathLst>
                <a:path w="11576" h="10777" extrusionOk="0">
                  <a:moveTo>
                    <a:pt x="5787" y="0"/>
                  </a:moveTo>
                  <a:cubicBezTo>
                    <a:pt x="3185" y="0"/>
                    <a:pt x="889" y="1889"/>
                    <a:pt x="468" y="4538"/>
                  </a:cubicBezTo>
                  <a:cubicBezTo>
                    <a:pt x="1" y="7473"/>
                    <a:pt x="2002" y="10208"/>
                    <a:pt x="4938" y="10709"/>
                  </a:cubicBezTo>
                  <a:cubicBezTo>
                    <a:pt x="5221" y="10754"/>
                    <a:pt x="5503" y="10776"/>
                    <a:pt x="5781" y="10776"/>
                  </a:cubicBezTo>
                  <a:cubicBezTo>
                    <a:pt x="8358" y="10776"/>
                    <a:pt x="10654" y="8888"/>
                    <a:pt x="11075" y="6239"/>
                  </a:cubicBezTo>
                  <a:cubicBezTo>
                    <a:pt x="11576" y="3303"/>
                    <a:pt x="9574" y="535"/>
                    <a:pt x="6639" y="68"/>
                  </a:cubicBezTo>
                  <a:cubicBezTo>
                    <a:pt x="6352" y="22"/>
                    <a:pt x="6068" y="0"/>
                    <a:pt x="57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76"/>
            <p:cNvSpPr/>
            <p:nvPr/>
          </p:nvSpPr>
          <p:spPr>
            <a:xfrm>
              <a:off x="4095707" y="1772738"/>
              <a:ext cx="289400" cy="268825"/>
            </a:xfrm>
            <a:custGeom>
              <a:avLst/>
              <a:gdLst/>
              <a:ahLst/>
              <a:cxnLst/>
              <a:rect l="l" t="t" r="r" b="b"/>
              <a:pathLst>
                <a:path w="11576" h="10753" extrusionOk="0">
                  <a:moveTo>
                    <a:pt x="5786" y="1"/>
                  </a:moveTo>
                  <a:cubicBezTo>
                    <a:pt x="3185" y="1"/>
                    <a:pt x="889" y="1886"/>
                    <a:pt x="468" y="4505"/>
                  </a:cubicBezTo>
                  <a:cubicBezTo>
                    <a:pt x="1" y="7440"/>
                    <a:pt x="2002" y="10209"/>
                    <a:pt x="4904" y="10676"/>
                  </a:cubicBezTo>
                  <a:cubicBezTo>
                    <a:pt x="5208" y="10728"/>
                    <a:pt x="5509" y="10753"/>
                    <a:pt x="5807" y="10753"/>
                  </a:cubicBezTo>
                  <a:cubicBezTo>
                    <a:pt x="8387" y="10753"/>
                    <a:pt x="10657" y="8872"/>
                    <a:pt x="11075" y="6240"/>
                  </a:cubicBezTo>
                  <a:cubicBezTo>
                    <a:pt x="11576" y="3304"/>
                    <a:pt x="9574" y="535"/>
                    <a:pt x="6639" y="68"/>
                  </a:cubicBezTo>
                  <a:cubicBezTo>
                    <a:pt x="6352" y="23"/>
                    <a:pt x="6067" y="1"/>
                    <a:pt x="57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76"/>
            <p:cNvSpPr/>
            <p:nvPr/>
          </p:nvSpPr>
          <p:spPr>
            <a:xfrm>
              <a:off x="2422792" y="2408015"/>
              <a:ext cx="383650" cy="371825"/>
            </a:xfrm>
            <a:custGeom>
              <a:avLst/>
              <a:gdLst/>
              <a:ahLst/>
              <a:cxnLst/>
              <a:rect l="l" t="t" r="r" b="b"/>
              <a:pathLst>
                <a:path w="15346" h="14873" extrusionOk="0">
                  <a:moveTo>
                    <a:pt x="7697" y="0"/>
                  </a:moveTo>
                  <a:cubicBezTo>
                    <a:pt x="7535" y="0"/>
                    <a:pt x="7371" y="5"/>
                    <a:pt x="7206" y="16"/>
                  </a:cubicBezTo>
                  <a:cubicBezTo>
                    <a:pt x="3103" y="250"/>
                    <a:pt x="1" y="3785"/>
                    <a:pt x="268" y="7888"/>
                  </a:cubicBezTo>
                  <a:cubicBezTo>
                    <a:pt x="493" y="11846"/>
                    <a:pt x="3790" y="14872"/>
                    <a:pt x="7706" y="14872"/>
                  </a:cubicBezTo>
                  <a:cubicBezTo>
                    <a:pt x="7850" y="14872"/>
                    <a:pt x="7994" y="14868"/>
                    <a:pt x="8140" y="14860"/>
                  </a:cubicBezTo>
                  <a:cubicBezTo>
                    <a:pt x="12243" y="14593"/>
                    <a:pt x="15345" y="11057"/>
                    <a:pt x="15112" y="6954"/>
                  </a:cubicBezTo>
                  <a:cubicBezTo>
                    <a:pt x="14855" y="3016"/>
                    <a:pt x="11588" y="0"/>
                    <a:pt x="769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8" name="Google Shape;4508;p76"/>
          <p:cNvGrpSpPr/>
          <p:nvPr/>
        </p:nvGrpSpPr>
        <p:grpSpPr>
          <a:xfrm>
            <a:off x="757812" y="2607512"/>
            <a:ext cx="1412054" cy="633562"/>
            <a:chOff x="1187400" y="2529299"/>
            <a:chExt cx="6769193" cy="2241903"/>
          </a:xfrm>
        </p:grpSpPr>
        <p:sp>
          <p:nvSpPr>
            <p:cNvPr id="4509" name="Google Shape;4509;p76"/>
            <p:cNvSpPr/>
            <p:nvPr/>
          </p:nvSpPr>
          <p:spPr>
            <a:xfrm>
              <a:off x="3802943" y="2529299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0" name="Google Shape;4510;p76"/>
            <p:cNvSpPr/>
            <p:nvPr/>
          </p:nvSpPr>
          <p:spPr>
            <a:xfrm>
              <a:off x="5573240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1" name="Google Shape;4511;p76"/>
            <p:cNvSpPr/>
            <p:nvPr/>
          </p:nvSpPr>
          <p:spPr>
            <a:xfrm>
              <a:off x="2032647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2" name="Google Shape;4512;p76"/>
            <p:cNvSpPr/>
            <p:nvPr/>
          </p:nvSpPr>
          <p:spPr>
            <a:xfrm>
              <a:off x="11874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3" name="Google Shape;4513;p76"/>
            <p:cNvSpPr/>
            <p:nvPr/>
          </p:nvSpPr>
          <p:spPr>
            <a:xfrm>
              <a:off x="28778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4" name="Google Shape;4514;p76"/>
            <p:cNvSpPr/>
            <p:nvPr/>
          </p:nvSpPr>
          <p:spPr>
            <a:xfrm>
              <a:off x="47280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515" name="Google Shape;4515;p76"/>
            <p:cNvSpPr/>
            <p:nvPr/>
          </p:nvSpPr>
          <p:spPr>
            <a:xfrm>
              <a:off x="64184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4516" name="Google Shape;4516;p76"/>
            <p:cNvCxnSpPr>
              <a:stCxn id="4509" idx="2"/>
              <a:endCxn id="4510" idx="0"/>
            </p:cNvCxnSpPr>
            <p:nvPr/>
          </p:nvCxnSpPr>
          <p:spPr>
            <a:xfrm rot="-5400000" flipH="1">
              <a:off x="5228393" y="2315399"/>
              <a:ext cx="4575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17" name="Google Shape;4517;p76"/>
            <p:cNvCxnSpPr>
              <a:stCxn id="4511" idx="0"/>
              <a:endCxn id="4509" idx="2"/>
            </p:cNvCxnSpPr>
            <p:nvPr/>
          </p:nvCxnSpPr>
          <p:spPr>
            <a:xfrm rot="-5400000">
              <a:off x="3458097" y="2315100"/>
              <a:ext cx="4575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18" name="Google Shape;4518;p76"/>
            <p:cNvCxnSpPr>
              <a:stCxn id="4511" idx="2"/>
              <a:endCxn id="4513" idx="0"/>
            </p:cNvCxnSpPr>
            <p:nvPr/>
          </p:nvCxnSpPr>
          <p:spPr>
            <a:xfrm rot="-5400000" flipH="1">
              <a:off x="2995797" y="3677400"/>
              <a:ext cx="457500" cy="8457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19" name="Google Shape;4519;p76"/>
            <p:cNvCxnSpPr>
              <a:stCxn id="4512" idx="0"/>
              <a:endCxn id="4511" idx="2"/>
            </p:cNvCxnSpPr>
            <p:nvPr/>
          </p:nvCxnSpPr>
          <p:spPr>
            <a:xfrm rot="-5400000">
              <a:off x="2150550" y="3677101"/>
              <a:ext cx="457500" cy="8457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20" name="Google Shape;4520;p76"/>
            <p:cNvCxnSpPr>
              <a:stCxn id="4510" idx="2"/>
              <a:endCxn id="4515" idx="0"/>
            </p:cNvCxnSpPr>
            <p:nvPr/>
          </p:nvCxnSpPr>
          <p:spPr>
            <a:xfrm rot="-5400000" flipH="1">
              <a:off x="6536390" y="3677400"/>
              <a:ext cx="457500" cy="8457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21" name="Google Shape;4521;p76"/>
            <p:cNvCxnSpPr>
              <a:stCxn id="4514" idx="0"/>
              <a:endCxn id="4510" idx="2"/>
            </p:cNvCxnSpPr>
            <p:nvPr/>
          </p:nvCxnSpPr>
          <p:spPr>
            <a:xfrm rot="-5400000">
              <a:off x="5691150" y="3677101"/>
              <a:ext cx="457500" cy="8457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522" name="Google Shape;4522;p76"/>
          <p:cNvGrpSpPr/>
          <p:nvPr/>
        </p:nvGrpSpPr>
        <p:grpSpPr>
          <a:xfrm>
            <a:off x="6844058" y="3100221"/>
            <a:ext cx="1579035" cy="540873"/>
            <a:chOff x="6895650" y="3126697"/>
            <a:chExt cx="1436662" cy="492105"/>
          </a:xfrm>
        </p:grpSpPr>
        <p:sp>
          <p:nvSpPr>
            <p:cNvPr id="4523" name="Google Shape;4523;p76"/>
            <p:cNvSpPr/>
            <p:nvPr/>
          </p:nvSpPr>
          <p:spPr>
            <a:xfrm>
              <a:off x="715182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76"/>
            <p:cNvSpPr/>
            <p:nvPr/>
          </p:nvSpPr>
          <p:spPr>
            <a:xfrm>
              <a:off x="766416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76"/>
            <p:cNvSpPr/>
            <p:nvPr/>
          </p:nvSpPr>
          <p:spPr>
            <a:xfrm>
              <a:off x="6895650" y="3127761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76"/>
            <p:cNvSpPr/>
            <p:nvPr/>
          </p:nvSpPr>
          <p:spPr>
            <a:xfrm>
              <a:off x="7399482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76"/>
            <p:cNvSpPr/>
            <p:nvPr/>
          </p:nvSpPr>
          <p:spPr>
            <a:xfrm>
              <a:off x="7911823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8" name="Google Shape;4528;p76"/>
            <p:cNvGrpSpPr/>
            <p:nvPr/>
          </p:nvGrpSpPr>
          <p:grpSpPr>
            <a:xfrm>
              <a:off x="6995957" y="3335810"/>
              <a:ext cx="1230393" cy="71754"/>
              <a:chOff x="6995957" y="3287964"/>
              <a:chExt cx="1230393" cy="71754"/>
            </a:xfrm>
          </p:grpSpPr>
          <p:sp>
            <p:nvSpPr>
              <p:cNvPr id="4529" name="Google Shape;4529;p76"/>
              <p:cNvSpPr/>
              <p:nvPr/>
            </p:nvSpPr>
            <p:spPr>
              <a:xfrm>
                <a:off x="800673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1" y="647"/>
                    </a:moveTo>
                    <a:cubicBezTo>
                      <a:pt x="3723" y="647"/>
                      <a:pt x="3935" y="820"/>
                      <a:pt x="3936" y="1080"/>
                    </a:cubicBezTo>
                    <a:cubicBezTo>
                      <a:pt x="3936" y="1318"/>
                      <a:pt x="3743" y="1512"/>
                      <a:pt x="3504" y="1512"/>
                    </a:cubicBezTo>
                    <a:cubicBezTo>
                      <a:pt x="3118" y="1512"/>
                      <a:pt x="2924" y="1048"/>
                      <a:pt x="3198" y="775"/>
                    </a:cubicBezTo>
                    <a:cubicBezTo>
                      <a:pt x="3286" y="687"/>
                      <a:pt x="3395" y="647"/>
                      <a:pt x="3501" y="647"/>
                    </a:cubicBezTo>
                    <a:close/>
                    <a:moveTo>
                      <a:pt x="3504" y="0"/>
                    </a:moveTo>
                    <a:cubicBezTo>
                      <a:pt x="3051" y="0"/>
                      <a:pt x="2646" y="282"/>
                      <a:pt x="2490" y="708"/>
                    </a:cubicBezTo>
                    <a:lnTo>
                      <a:pt x="357" y="708"/>
                    </a:lnTo>
                    <a:cubicBezTo>
                      <a:pt x="160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60" y="1486"/>
                      <a:pt x="357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2" y="2159"/>
                    </a:cubicBezTo>
                    <a:cubicBezTo>
                      <a:pt x="3943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7" y="1336"/>
                      <a:pt x="6607" y="1150"/>
                    </a:cubicBezTo>
                    <a:lnTo>
                      <a:pt x="6607" y="1044"/>
                    </a:lnTo>
                    <a:cubicBezTo>
                      <a:pt x="6607" y="859"/>
                      <a:pt x="6457" y="710"/>
                      <a:pt x="6271" y="708"/>
                    </a:cubicBezTo>
                    <a:lnTo>
                      <a:pt x="4518" y="708"/>
                    </a:lnTo>
                    <a:cubicBezTo>
                      <a:pt x="4362" y="282"/>
                      <a:pt x="3957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0" name="Google Shape;4530;p76"/>
              <p:cNvSpPr/>
              <p:nvPr/>
            </p:nvSpPr>
            <p:spPr>
              <a:xfrm>
                <a:off x="7756540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1" y="1512"/>
                      <a:pt x="3503" y="1512"/>
                    </a:cubicBezTo>
                    <a:cubicBezTo>
                      <a:pt x="3117" y="1512"/>
                      <a:pt x="2925" y="1048"/>
                      <a:pt x="3197" y="775"/>
                    </a:cubicBezTo>
                    <a:cubicBezTo>
                      <a:pt x="3285" y="687"/>
                      <a:pt x="3393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49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1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6" y="859"/>
                      <a:pt x="6455" y="708"/>
                      <a:pt x="6270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1" name="Google Shape;4531;p76"/>
              <p:cNvSpPr/>
              <p:nvPr/>
            </p:nvSpPr>
            <p:spPr>
              <a:xfrm>
                <a:off x="749644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4" y="1512"/>
                    </a:cubicBezTo>
                    <a:cubicBezTo>
                      <a:pt x="3119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4" y="0"/>
                    </a:moveTo>
                    <a:cubicBezTo>
                      <a:pt x="3050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9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1" y="282"/>
                      <a:pt x="3958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2" name="Google Shape;4532;p76"/>
              <p:cNvSpPr/>
              <p:nvPr/>
            </p:nvSpPr>
            <p:spPr>
              <a:xfrm>
                <a:off x="72437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3" y="1512"/>
                    </a:cubicBezTo>
                    <a:cubicBezTo>
                      <a:pt x="3118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50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1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3" name="Google Shape;4533;p76"/>
              <p:cNvSpPr/>
              <p:nvPr/>
            </p:nvSpPr>
            <p:spPr>
              <a:xfrm>
                <a:off x="69959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2" y="647"/>
                    </a:moveTo>
                    <a:cubicBezTo>
                      <a:pt x="3724" y="647"/>
                      <a:pt x="3937" y="820"/>
                      <a:pt x="3937" y="1080"/>
                    </a:cubicBezTo>
                    <a:cubicBezTo>
                      <a:pt x="3937" y="1318"/>
                      <a:pt x="3743" y="1512"/>
                      <a:pt x="3505" y="1512"/>
                    </a:cubicBezTo>
                    <a:cubicBezTo>
                      <a:pt x="3119" y="1512"/>
                      <a:pt x="2926" y="1048"/>
                      <a:pt x="3199" y="775"/>
                    </a:cubicBezTo>
                    <a:cubicBezTo>
                      <a:pt x="3287" y="687"/>
                      <a:pt x="3395" y="647"/>
                      <a:pt x="3502" y="647"/>
                    </a:cubicBezTo>
                    <a:close/>
                    <a:moveTo>
                      <a:pt x="3505" y="0"/>
                    </a:moveTo>
                    <a:cubicBezTo>
                      <a:pt x="3051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61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61" y="1486"/>
                      <a:pt x="358" y="1486"/>
                    </a:cubicBezTo>
                    <a:lnTo>
                      <a:pt x="2504" y="1486"/>
                    </a:lnTo>
                    <a:cubicBezTo>
                      <a:pt x="2669" y="1893"/>
                      <a:pt x="3064" y="2159"/>
                      <a:pt x="3505" y="2159"/>
                    </a:cubicBezTo>
                    <a:cubicBezTo>
                      <a:pt x="3943" y="2159"/>
                      <a:pt x="4339" y="1893"/>
                      <a:pt x="4505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3" y="282"/>
                      <a:pt x="3958" y="0"/>
                      <a:pt x="3505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4" name="Google Shape;4534;p76"/>
          <p:cNvGrpSpPr/>
          <p:nvPr/>
        </p:nvGrpSpPr>
        <p:grpSpPr>
          <a:xfrm>
            <a:off x="6842640" y="3736984"/>
            <a:ext cx="1581862" cy="650625"/>
            <a:chOff x="6777990" y="3710194"/>
            <a:chExt cx="1646915" cy="677382"/>
          </a:xfrm>
        </p:grpSpPr>
        <p:grpSp>
          <p:nvGrpSpPr>
            <p:cNvPr id="4535" name="Google Shape;4535;p76"/>
            <p:cNvGrpSpPr/>
            <p:nvPr/>
          </p:nvGrpSpPr>
          <p:grpSpPr>
            <a:xfrm>
              <a:off x="6777990" y="3874492"/>
              <a:ext cx="411129" cy="513083"/>
              <a:chOff x="6777990" y="3874492"/>
              <a:chExt cx="411129" cy="513083"/>
            </a:xfrm>
          </p:grpSpPr>
          <p:cxnSp>
            <p:nvCxnSpPr>
              <p:cNvPr id="4536" name="Google Shape;4536;p76"/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537" name="Google Shape;4537;p76"/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8" name="Google Shape;4538;p76"/>
            <p:cNvGrpSpPr/>
            <p:nvPr/>
          </p:nvGrpSpPr>
          <p:grpSpPr>
            <a:xfrm>
              <a:off x="7188425" y="3710194"/>
              <a:ext cx="411123" cy="520535"/>
              <a:chOff x="7188425" y="3710194"/>
              <a:chExt cx="411123" cy="520535"/>
            </a:xfrm>
          </p:grpSpPr>
          <p:cxnSp>
            <p:nvCxnSpPr>
              <p:cNvPr id="4539" name="Google Shape;4539;p76"/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540" name="Google Shape;4540;p76"/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1" h="60023" extrusionOk="0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1" name="Google Shape;4541;p76"/>
            <p:cNvGrpSpPr/>
            <p:nvPr/>
          </p:nvGrpSpPr>
          <p:grpSpPr>
            <a:xfrm>
              <a:off x="7603341" y="3874492"/>
              <a:ext cx="411474" cy="513083"/>
              <a:chOff x="7603341" y="3874492"/>
              <a:chExt cx="411474" cy="513083"/>
            </a:xfrm>
          </p:grpSpPr>
          <p:cxnSp>
            <p:nvCxnSpPr>
              <p:cNvPr id="4542" name="Google Shape;4542;p76"/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543" name="Google Shape;4543;p76"/>
              <p:cNvSpPr/>
              <p:nvPr/>
            </p:nvSpPr>
            <p:spPr>
              <a:xfrm>
                <a:off x="7603341" y="3874492"/>
                <a:ext cx="411474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330" h="60023" extrusionOk="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4" name="Google Shape;4544;p76"/>
            <p:cNvGrpSpPr/>
            <p:nvPr/>
          </p:nvGrpSpPr>
          <p:grpSpPr>
            <a:xfrm>
              <a:off x="8013776" y="3722847"/>
              <a:ext cx="411129" cy="507881"/>
              <a:chOff x="8013776" y="3722847"/>
              <a:chExt cx="411129" cy="507881"/>
            </a:xfrm>
          </p:grpSpPr>
          <p:cxnSp>
            <p:nvCxnSpPr>
              <p:cNvPr id="4545" name="Google Shape;4545;p76"/>
              <p:cNvCxnSpPr/>
              <p:nvPr/>
            </p:nvCxnSpPr>
            <p:spPr>
              <a:xfrm rot="10800000">
                <a:off x="8219339" y="3722847"/>
                <a:ext cx="0" cy="169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546" name="Google Shape;4546;p76"/>
              <p:cNvSpPr/>
              <p:nvPr/>
            </p:nvSpPr>
            <p:spPr>
              <a:xfrm>
                <a:off x="8013776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47" name="Google Shape;4547;p76"/>
          <p:cNvGrpSpPr/>
          <p:nvPr/>
        </p:nvGrpSpPr>
        <p:grpSpPr>
          <a:xfrm>
            <a:off x="5262155" y="2909824"/>
            <a:ext cx="1421889" cy="1020603"/>
            <a:chOff x="5190863" y="2824811"/>
            <a:chExt cx="1544860" cy="1108869"/>
          </a:xfrm>
        </p:grpSpPr>
        <p:grpSp>
          <p:nvGrpSpPr>
            <p:cNvPr id="4548" name="Google Shape;4548;p76"/>
            <p:cNvGrpSpPr/>
            <p:nvPr/>
          </p:nvGrpSpPr>
          <p:grpSpPr>
            <a:xfrm>
              <a:off x="5938695" y="3176919"/>
              <a:ext cx="685761" cy="404739"/>
              <a:chOff x="5938695" y="3176919"/>
              <a:chExt cx="685761" cy="404739"/>
            </a:xfrm>
          </p:grpSpPr>
          <p:grpSp>
            <p:nvGrpSpPr>
              <p:cNvPr id="4549" name="Google Shape;4549;p76"/>
              <p:cNvGrpSpPr/>
              <p:nvPr/>
            </p:nvGrpSpPr>
            <p:grpSpPr>
              <a:xfrm>
                <a:off x="5938695" y="3176919"/>
                <a:ext cx="685761" cy="404739"/>
                <a:chOff x="5938695" y="3176919"/>
                <a:chExt cx="685761" cy="404739"/>
              </a:xfrm>
            </p:grpSpPr>
            <p:sp>
              <p:nvSpPr>
                <p:cNvPr id="4550" name="Google Shape;4550;p76"/>
                <p:cNvSpPr/>
                <p:nvPr/>
              </p:nvSpPr>
              <p:spPr>
                <a:xfrm>
                  <a:off x="5938695" y="3176919"/>
                  <a:ext cx="404679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51" extrusionOk="0">
                      <a:moveTo>
                        <a:pt x="4922" y="1"/>
                      </a:moveTo>
                      <a:cubicBezTo>
                        <a:pt x="4890" y="1"/>
                        <a:pt x="4858" y="2"/>
                        <a:pt x="4826" y="2"/>
                      </a:cubicBezTo>
                      <a:lnTo>
                        <a:pt x="4826" y="1251"/>
                      </a:lnTo>
                      <a:cubicBezTo>
                        <a:pt x="4858" y="1251"/>
                        <a:pt x="4890" y="1251"/>
                        <a:pt x="4922" y="1253"/>
                      </a:cubicBezTo>
                      <a:lnTo>
                        <a:pt x="4925" y="1253"/>
                      </a:lnTo>
                      <a:cubicBezTo>
                        <a:pt x="6858" y="1309"/>
                        <a:pt x="8395" y="2891"/>
                        <a:pt x="8395" y="4825"/>
                      </a:cubicBezTo>
                      <a:cubicBezTo>
                        <a:pt x="8395" y="4845"/>
                        <a:pt x="8393" y="4864"/>
                        <a:pt x="8393" y="4883"/>
                      </a:cubicBezTo>
                      <a:cubicBezTo>
                        <a:pt x="8361" y="6814"/>
                        <a:pt x="6800" y="8371"/>
                        <a:pt x="4869" y="8396"/>
                      </a:cubicBezTo>
                      <a:cubicBezTo>
                        <a:pt x="4853" y="8397"/>
                        <a:pt x="4837" y="8397"/>
                        <a:pt x="4820" y="8397"/>
                      </a:cubicBezTo>
                      <a:cubicBezTo>
                        <a:pt x="2911" y="8397"/>
                        <a:pt x="1336" y="6893"/>
                        <a:pt x="1253" y="4979"/>
                      </a:cubicBezTo>
                      <a:lnTo>
                        <a:pt x="1253" y="4971"/>
                      </a:lnTo>
                      <a:cubicBezTo>
                        <a:pt x="1251" y="4942"/>
                        <a:pt x="1251" y="4912"/>
                        <a:pt x="1251" y="4883"/>
                      </a:cubicBezTo>
                      <a:lnTo>
                        <a:pt x="2" y="4883"/>
                      </a:lnTo>
                      <a:cubicBezTo>
                        <a:pt x="2" y="4913"/>
                        <a:pt x="2" y="4944"/>
                        <a:pt x="1" y="4976"/>
                      </a:cubicBezTo>
                      <a:lnTo>
                        <a:pt x="1" y="4979"/>
                      </a:lnTo>
                      <a:cubicBezTo>
                        <a:pt x="23" y="5762"/>
                        <a:pt x="238" y="6528"/>
                        <a:pt x="627" y="7208"/>
                      </a:cubicBezTo>
                      <a:cubicBezTo>
                        <a:pt x="1484" y="8717"/>
                        <a:pt x="3085" y="9650"/>
                        <a:pt x="4822" y="9650"/>
                      </a:cubicBezTo>
                      <a:cubicBezTo>
                        <a:pt x="7468" y="9650"/>
                        <a:pt x="9614" y="7520"/>
                        <a:pt x="9646" y="4883"/>
                      </a:cubicBezTo>
                      <a:cubicBezTo>
                        <a:pt x="9646" y="4864"/>
                        <a:pt x="9647" y="4845"/>
                        <a:pt x="9647" y="4825"/>
                      </a:cubicBezTo>
                      <a:cubicBezTo>
                        <a:pt x="9649" y="3088"/>
                        <a:pt x="8714" y="1483"/>
                        <a:pt x="7200" y="628"/>
                      </a:cubicBezTo>
                      <a:cubicBezTo>
                        <a:pt x="6746" y="369"/>
                        <a:pt x="6251" y="186"/>
                        <a:pt x="5737" y="87"/>
                      </a:cubicBezTo>
                      <a:cubicBezTo>
                        <a:pt x="5468" y="36"/>
                        <a:pt x="5195" y="7"/>
                        <a:pt x="4922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76"/>
                <p:cNvSpPr/>
                <p:nvPr/>
              </p:nvSpPr>
              <p:spPr>
                <a:xfrm>
                  <a:off x="6256893" y="3285705"/>
                  <a:ext cx="367562" cy="187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4" h="4477" extrusionOk="0">
                      <a:moveTo>
                        <a:pt x="6645" y="1"/>
                      </a:moveTo>
                      <a:cubicBezTo>
                        <a:pt x="6644" y="1"/>
                        <a:pt x="6643" y="1"/>
                        <a:pt x="6642" y="1"/>
                      </a:cubicBezTo>
                      <a:lnTo>
                        <a:pt x="14" y="1"/>
                      </a:lnTo>
                      <a:cubicBezTo>
                        <a:pt x="1061" y="1309"/>
                        <a:pt x="1055" y="3173"/>
                        <a:pt x="1" y="4476"/>
                      </a:cubicBezTo>
                      <a:lnTo>
                        <a:pt x="6642" y="4476"/>
                      </a:lnTo>
                      <a:cubicBezTo>
                        <a:pt x="7814" y="4476"/>
                        <a:pt x="8763" y="3527"/>
                        <a:pt x="8763" y="2355"/>
                      </a:cubicBezTo>
                      <a:lnTo>
                        <a:pt x="8763" y="2121"/>
                      </a:lnTo>
                      <a:cubicBezTo>
                        <a:pt x="8762" y="950"/>
                        <a:pt x="7814" y="1"/>
                        <a:pt x="6645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52" name="Google Shape;4552;p76"/>
              <p:cNvSpPr/>
              <p:nvPr/>
            </p:nvSpPr>
            <p:spPr>
              <a:xfrm>
                <a:off x="6044300" y="3282475"/>
                <a:ext cx="191959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4578" extrusionOk="0">
                    <a:moveTo>
                      <a:pt x="2288" y="1"/>
                    </a:moveTo>
                    <a:cubicBezTo>
                      <a:pt x="1025" y="1"/>
                      <a:pt x="0" y="1024"/>
                      <a:pt x="0" y="2289"/>
                    </a:cubicBezTo>
                    <a:cubicBezTo>
                      <a:pt x="0" y="3553"/>
                      <a:pt x="1025" y="4577"/>
                      <a:pt x="2288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53" name="Google Shape;4553;p76"/>
            <p:cNvGrpSpPr/>
            <p:nvPr/>
          </p:nvGrpSpPr>
          <p:grpSpPr>
            <a:xfrm>
              <a:off x="5305233" y="3176835"/>
              <a:ext cx="685971" cy="404655"/>
              <a:chOff x="5305233" y="3176835"/>
              <a:chExt cx="685971" cy="404655"/>
            </a:xfrm>
          </p:grpSpPr>
          <p:grpSp>
            <p:nvGrpSpPr>
              <p:cNvPr id="4554" name="Google Shape;4554;p76"/>
              <p:cNvGrpSpPr/>
              <p:nvPr/>
            </p:nvGrpSpPr>
            <p:grpSpPr>
              <a:xfrm>
                <a:off x="5305233" y="3176835"/>
                <a:ext cx="685971" cy="404655"/>
                <a:chOff x="5305233" y="3176835"/>
                <a:chExt cx="685971" cy="404655"/>
              </a:xfrm>
            </p:grpSpPr>
            <p:sp>
              <p:nvSpPr>
                <p:cNvPr id="4555" name="Google Shape;4555;p76"/>
                <p:cNvSpPr/>
                <p:nvPr/>
              </p:nvSpPr>
              <p:spPr>
                <a:xfrm>
                  <a:off x="5586650" y="3176835"/>
                  <a:ext cx="404553" cy="404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6" h="9649" extrusionOk="0">
                      <a:moveTo>
                        <a:pt x="4824" y="1"/>
                      </a:moveTo>
                      <a:cubicBezTo>
                        <a:pt x="2159" y="1"/>
                        <a:pt x="1" y="2161"/>
                        <a:pt x="1" y="4826"/>
                      </a:cubicBezTo>
                      <a:lnTo>
                        <a:pt x="1" y="4883"/>
                      </a:lnTo>
                      <a:cubicBezTo>
                        <a:pt x="31" y="7486"/>
                        <a:pt x="2121" y="9594"/>
                        <a:pt x="4724" y="9647"/>
                      </a:cubicBezTo>
                      <a:cubicBezTo>
                        <a:pt x="4756" y="9647"/>
                        <a:pt x="4790" y="9649"/>
                        <a:pt x="4824" y="9649"/>
                      </a:cubicBezTo>
                      <a:lnTo>
                        <a:pt x="4829" y="9649"/>
                      </a:lnTo>
                      <a:cubicBezTo>
                        <a:pt x="4861" y="9649"/>
                        <a:pt x="4893" y="9649"/>
                        <a:pt x="4925" y="9647"/>
                      </a:cubicBezTo>
                      <a:cubicBezTo>
                        <a:pt x="5725" y="9633"/>
                        <a:pt x="6508" y="9417"/>
                        <a:pt x="7205" y="9021"/>
                      </a:cubicBezTo>
                      <a:cubicBezTo>
                        <a:pt x="6508" y="8626"/>
                        <a:pt x="5725" y="8411"/>
                        <a:pt x="4925" y="8395"/>
                      </a:cubicBezTo>
                      <a:cubicBezTo>
                        <a:pt x="4893" y="8397"/>
                        <a:pt x="4861" y="8397"/>
                        <a:pt x="4829" y="8397"/>
                      </a:cubicBezTo>
                      <a:lnTo>
                        <a:pt x="4824" y="8397"/>
                      </a:lnTo>
                      <a:cubicBezTo>
                        <a:pt x="4790" y="8397"/>
                        <a:pt x="4756" y="8397"/>
                        <a:pt x="4724" y="8395"/>
                      </a:cubicBezTo>
                      <a:cubicBezTo>
                        <a:pt x="2817" y="8344"/>
                        <a:pt x="1283" y="6795"/>
                        <a:pt x="1253" y="4883"/>
                      </a:cubicBezTo>
                      <a:cubicBezTo>
                        <a:pt x="1253" y="4863"/>
                        <a:pt x="1251" y="4843"/>
                        <a:pt x="1251" y="4824"/>
                      </a:cubicBezTo>
                      <a:cubicBezTo>
                        <a:pt x="1251" y="2851"/>
                        <a:pt x="2851" y="1252"/>
                        <a:pt x="4824" y="1252"/>
                      </a:cubicBezTo>
                      <a:cubicBezTo>
                        <a:pt x="6745" y="1252"/>
                        <a:pt x="8313" y="2768"/>
                        <a:pt x="8393" y="4670"/>
                      </a:cubicBezTo>
                      <a:lnTo>
                        <a:pt x="8393" y="4674"/>
                      </a:lnTo>
                      <a:cubicBezTo>
                        <a:pt x="8396" y="4723"/>
                        <a:pt x="8396" y="4774"/>
                        <a:pt x="8396" y="4824"/>
                      </a:cubicBezTo>
                      <a:cubicBezTo>
                        <a:pt x="8396" y="4845"/>
                        <a:pt x="8396" y="4863"/>
                        <a:pt x="8396" y="4883"/>
                      </a:cubicBezTo>
                      <a:lnTo>
                        <a:pt x="9644" y="4883"/>
                      </a:lnTo>
                      <a:cubicBezTo>
                        <a:pt x="9644" y="4863"/>
                        <a:pt x="9642" y="4843"/>
                        <a:pt x="9642" y="4824"/>
                      </a:cubicBezTo>
                      <a:cubicBezTo>
                        <a:pt x="9644" y="4778"/>
                        <a:pt x="9644" y="4728"/>
                        <a:pt x="9645" y="4680"/>
                      </a:cubicBezTo>
                      <a:lnTo>
                        <a:pt x="9645" y="4672"/>
                      </a:lnTo>
                      <a:cubicBezTo>
                        <a:pt x="9623" y="3889"/>
                        <a:pt x="9407" y="3124"/>
                        <a:pt x="9019" y="2443"/>
                      </a:cubicBezTo>
                      <a:cubicBezTo>
                        <a:pt x="8163" y="933"/>
                        <a:pt x="6560" y="1"/>
                        <a:pt x="482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76"/>
                <p:cNvSpPr/>
                <p:nvPr/>
              </p:nvSpPr>
              <p:spPr>
                <a:xfrm>
                  <a:off x="5305233" y="3285914"/>
                  <a:ext cx="367352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9" h="4478" extrusionOk="0">
                      <a:moveTo>
                        <a:pt x="2123" y="0"/>
                      </a:moveTo>
                      <a:cubicBezTo>
                        <a:pt x="951" y="0"/>
                        <a:pt x="1" y="950"/>
                        <a:pt x="1" y="2122"/>
                      </a:cubicBezTo>
                      <a:lnTo>
                        <a:pt x="1" y="2356"/>
                      </a:lnTo>
                      <a:cubicBezTo>
                        <a:pt x="1" y="3528"/>
                        <a:pt x="951" y="4478"/>
                        <a:pt x="2123" y="4478"/>
                      </a:cubicBezTo>
                      <a:lnTo>
                        <a:pt x="8759" y="4478"/>
                      </a:lnTo>
                      <a:cubicBezTo>
                        <a:pt x="7702" y="3176"/>
                        <a:pt x="7694" y="1314"/>
                        <a:pt x="8739" y="2"/>
                      </a:cubicBezTo>
                      <a:lnTo>
                        <a:pt x="8739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57" name="Google Shape;4557;p76"/>
              <p:cNvSpPr/>
              <p:nvPr/>
            </p:nvSpPr>
            <p:spPr>
              <a:xfrm>
                <a:off x="5694436" y="32824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58" name="Google Shape;4558;p76"/>
            <p:cNvSpPr/>
            <p:nvPr/>
          </p:nvSpPr>
          <p:spPr>
            <a:xfrm>
              <a:off x="6103938" y="3114683"/>
              <a:ext cx="40933" cy="7549"/>
            </a:xfrm>
            <a:custGeom>
              <a:avLst/>
              <a:gdLst/>
              <a:ahLst/>
              <a:cxnLst/>
              <a:rect l="l" t="t" r="r" b="b"/>
              <a:pathLst>
                <a:path w="976" h="180" extrusionOk="0">
                  <a:moveTo>
                    <a:pt x="1" y="1"/>
                  </a:moveTo>
                  <a:lnTo>
                    <a:pt x="1" y="1"/>
                  </a:lnTo>
                  <a:cubicBezTo>
                    <a:pt x="279" y="119"/>
                    <a:pt x="578" y="179"/>
                    <a:pt x="881" y="179"/>
                  </a:cubicBezTo>
                  <a:cubicBezTo>
                    <a:pt x="881" y="179"/>
                    <a:pt x="881" y="179"/>
                    <a:pt x="881" y="179"/>
                  </a:cubicBezTo>
                  <a:lnTo>
                    <a:pt x="881" y="179"/>
                  </a:lnTo>
                  <a:cubicBezTo>
                    <a:pt x="882" y="179"/>
                    <a:pt x="882" y="179"/>
                    <a:pt x="882" y="179"/>
                  </a:cubicBezTo>
                  <a:cubicBezTo>
                    <a:pt x="913" y="179"/>
                    <a:pt x="945" y="178"/>
                    <a:pt x="975" y="176"/>
                  </a:cubicBezTo>
                  <a:lnTo>
                    <a:pt x="975" y="176"/>
                  </a:lnTo>
                  <a:cubicBezTo>
                    <a:pt x="943" y="178"/>
                    <a:pt x="913" y="179"/>
                    <a:pt x="881" y="179"/>
                  </a:cubicBezTo>
                  <a:lnTo>
                    <a:pt x="881" y="179"/>
                  </a:lnTo>
                  <a:cubicBezTo>
                    <a:pt x="579" y="179"/>
                    <a:pt x="279" y="119"/>
                    <a:pt x="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59" name="Google Shape;4559;p76"/>
            <p:cNvGrpSpPr/>
            <p:nvPr/>
          </p:nvGrpSpPr>
          <p:grpSpPr>
            <a:xfrm>
              <a:off x="5657361" y="2824811"/>
              <a:ext cx="1078361" cy="404655"/>
              <a:chOff x="5657361" y="2824811"/>
              <a:chExt cx="1078361" cy="404655"/>
            </a:xfrm>
          </p:grpSpPr>
          <p:grpSp>
            <p:nvGrpSpPr>
              <p:cNvPr id="4560" name="Google Shape;4560;p76"/>
              <p:cNvGrpSpPr/>
              <p:nvPr/>
            </p:nvGrpSpPr>
            <p:grpSpPr>
              <a:xfrm>
                <a:off x="5657361" y="2824811"/>
                <a:ext cx="1078361" cy="404655"/>
                <a:chOff x="5657361" y="2824811"/>
                <a:chExt cx="1078361" cy="404655"/>
              </a:xfrm>
            </p:grpSpPr>
            <p:grpSp>
              <p:nvGrpSpPr>
                <p:cNvPr id="4561" name="Google Shape;4561;p76"/>
                <p:cNvGrpSpPr/>
                <p:nvPr/>
              </p:nvGrpSpPr>
              <p:grpSpPr>
                <a:xfrm>
                  <a:off x="5938485" y="2824811"/>
                  <a:ext cx="797237" cy="404655"/>
                  <a:chOff x="5938485" y="2824811"/>
                  <a:chExt cx="797237" cy="404655"/>
                </a:xfrm>
              </p:grpSpPr>
              <p:sp>
                <p:nvSpPr>
                  <p:cNvPr id="4562" name="Google Shape;4562;p76"/>
                  <p:cNvSpPr/>
                  <p:nvPr/>
                </p:nvSpPr>
                <p:spPr>
                  <a:xfrm>
                    <a:off x="6137952" y="2824811"/>
                    <a:ext cx="597771" cy="301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53" h="7194" extrusionOk="0">
                        <a:moveTo>
                          <a:pt x="1" y="1"/>
                        </a:moveTo>
                        <a:lnTo>
                          <a:pt x="1" y="1255"/>
                        </a:lnTo>
                        <a:cubicBezTo>
                          <a:pt x="1972" y="1256"/>
                          <a:pt x="3570" y="2856"/>
                          <a:pt x="3570" y="4826"/>
                        </a:cubicBezTo>
                        <a:lnTo>
                          <a:pt x="3570" y="4827"/>
                        </a:lnTo>
                        <a:cubicBezTo>
                          <a:pt x="3570" y="4994"/>
                          <a:pt x="3578" y="5160"/>
                          <a:pt x="3594" y="5322"/>
                        </a:cubicBezTo>
                        <a:cubicBezTo>
                          <a:pt x="3703" y="6385"/>
                          <a:pt x="4598" y="7194"/>
                          <a:pt x="5668" y="7194"/>
                        </a:cubicBezTo>
                        <a:lnTo>
                          <a:pt x="14253" y="7194"/>
                        </a:lnTo>
                        <a:lnTo>
                          <a:pt x="14253" y="6015"/>
                        </a:lnTo>
                        <a:lnTo>
                          <a:pt x="5982" y="6017"/>
                        </a:lnTo>
                        <a:cubicBezTo>
                          <a:pt x="5333" y="6017"/>
                          <a:pt x="4819" y="5485"/>
                          <a:pt x="4821" y="4838"/>
                        </a:cubicBezTo>
                        <a:lnTo>
                          <a:pt x="4821" y="4826"/>
                        </a:lnTo>
                        <a:cubicBezTo>
                          <a:pt x="4821" y="2163"/>
                          <a:pt x="2662" y="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3" name="Google Shape;4563;p76"/>
                  <p:cNvSpPr/>
                  <p:nvPr/>
                </p:nvSpPr>
                <p:spPr>
                  <a:xfrm>
                    <a:off x="5938485" y="2824811"/>
                    <a:ext cx="202151" cy="404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0" h="9649" extrusionOk="0">
                        <a:moveTo>
                          <a:pt x="4819" y="1"/>
                        </a:moveTo>
                        <a:cubicBezTo>
                          <a:pt x="2161" y="4"/>
                          <a:pt x="1" y="2167"/>
                          <a:pt x="1" y="4827"/>
                        </a:cubicBezTo>
                        <a:cubicBezTo>
                          <a:pt x="1" y="6565"/>
                          <a:pt x="934" y="8168"/>
                          <a:pt x="2446" y="9023"/>
                        </a:cubicBezTo>
                        <a:cubicBezTo>
                          <a:pt x="3141" y="9418"/>
                          <a:pt x="3924" y="9634"/>
                          <a:pt x="4725" y="9649"/>
                        </a:cubicBezTo>
                        <a:cubicBezTo>
                          <a:pt x="4757" y="9649"/>
                          <a:pt x="4789" y="9647"/>
                          <a:pt x="4819" y="9647"/>
                        </a:cubicBezTo>
                        <a:lnTo>
                          <a:pt x="4819" y="8398"/>
                        </a:lnTo>
                        <a:cubicBezTo>
                          <a:pt x="4787" y="8398"/>
                          <a:pt x="4757" y="8398"/>
                          <a:pt x="4725" y="8397"/>
                        </a:cubicBezTo>
                        <a:lnTo>
                          <a:pt x="4723" y="8397"/>
                        </a:lnTo>
                        <a:cubicBezTo>
                          <a:pt x="2742" y="8342"/>
                          <a:pt x="1165" y="6672"/>
                          <a:pt x="1256" y="4657"/>
                        </a:cubicBezTo>
                        <a:cubicBezTo>
                          <a:pt x="1340" y="2818"/>
                          <a:pt x="2843" y="1327"/>
                          <a:pt x="4685" y="1255"/>
                        </a:cubicBezTo>
                        <a:cubicBezTo>
                          <a:pt x="4730" y="1253"/>
                          <a:pt x="4774" y="1253"/>
                          <a:pt x="4819" y="1253"/>
                        </a:cubicBezTo>
                        <a:lnTo>
                          <a:pt x="4819" y="1"/>
                        </a:ln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564" name="Google Shape;4564;p76"/>
                <p:cNvSpPr/>
                <p:nvPr/>
              </p:nvSpPr>
              <p:spPr>
                <a:xfrm>
                  <a:off x="5657361" y="2934478"/>
                  <a:ext cx="367688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7" h="4479" extrusionOk="0">
                      <a:moveTo>
                        <a:pt x="2123" y="1"/>
                      </a:moveTo>
                      <a:cubicBezTo>
                        <a:pt x="952" y="1"/>
                        <a:pt x="1" y="950"/>
                        <a:pt x="1" y="2123"/>
                      </a:cubicBezTo>
                      <a:lnTo>
                        <a:pt x="1" y="2356"/>
                      </a:lnTo>
                      <a:cubicBezTo>
                        <a:pt x="1" y="3527"/>
                        <a:pt x="952" y="4478"/>
                        <a:pt x="2123" y="4478"/>
                      </a:cubicBezTo>
                      <a:lnTo>
                        <a:pt x="8766" y="4478"/>
                      </a:lnTo>
                      <a:cubicBezTo>
                        <a:pt x="7702" y="3181"/>
                        <a:pt x="7684" y="1319"/>
                        <a:pt x="8723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65" name="Google Shape;4565;p76"/>
              <p:cNvSpPr/>
              <p:nvPr/>
            </p:nvSpPr>
            <p:spPr>
              <a:xfrm>
                <a:off x="6047361" y="29326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2"/>
                      <a:pt x="1026" y="4577"/>
                      <a:pt x="2289" y="4577"/>
                    </a:cubicBezTo>
                    <a:cubicBezTo>
                      <a:pt x="3552" y="4577"/>
                      <a:pt x="4577" y="3552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6" name="Google Shape;4566;p76"/>
            <p:cNvGrpSpPr/>
            <p:nvPr/>
          </p:nvGrpSpPr>
          <p:grpSpPr>
            <a:xfrm>
              <a:off x="5190863" y="3528942"/>
              <a:ext cx="1078026" cy="404739"/>
              <a:chOff x="5190863" y="3528942"/>
              <a:chExt cx="1078026" cy="404739"/>
            </a:xfrm>
          </p:grpSpPr>
          <p:sp>
            <p:nvSpPr>
              <p:cNvPr id="4567" name="Google Shape;4567;p76"/>
              <p:cNvSpPr/>
              <p:nvPr/>
            </p:nvSpPr>
            <p:spPr>
              <a:xfrm>
                <a:off x="5694436" y="3635379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68" name="Google Shape;4568;p76"/>
              <p:cNvGrpSpPr/>
              <p:nvPr/>
            </p:nvGrpSpPr>
            <p:grpSpPr>
              <a:xfrm>
                <a:off x="5190863" y="3528942"/>
                <a:ext cx="1078026" cy="404739"/>
                <a:chOff x="5190863" y="3528942"/>
                <a:chExt cx="1078026" cy="404739"/>
              </a:xfrm>
            </p:grpSpPr>
            <p:sp>
              <p:nvSpPr>
                <p:cNvPr id="4569" name="Google Shape;4569;p76"/>
                <p:cNvSpPr/>
                <p:nvPr/>
              </p:nvSpPr>
              <p:spPr>
                <a:xfrm>
                  <a:off x="5190863" y="3528942"/>
                  <a:ext cx="800551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8" h="9651" extrusionOk="0">
                      <a:moveTo>
                        <a:pt x="14266" y="1"/>
                      </a:moveTo>
                      <a:lnTo>
                        <a:pt x="14266" y="1253"/>
                      </a:lnTo>
                      <a:cubicBezTo>
                        <a:pt x="14298" y="1253"/>
                        <a:pt x="14330" y="1253"/>
                        <a:pt x="14362" y="1255"/>
                      </a:cubicBezTo>
                      <a:cubicBezTo>
                        <a:pt x="16314" y="1309"/>
                        <a:pt x="17861" y="2922"/>
                        <a:pt x="17833" y="4874"/>
                      </a:cubicBezTo>
                      <a:cubicBezTo>
                        <a:pt x="17808" y="6827"/>
                        <a:pt x="16218" y="8396"/>
                        <a:pt x="14266" y="8398"/>
                      </a:cubicBezTo>
                      <a:lnTo>
                        <a:pt x="14261" y="8398"/>
                      </a:lnTo>
                      <a:cubicBezTo>
                        <a:pt x="12331" y="8398"/>
                        <a:pt x="10757" y="6867"/>
                        <a:pt x="10691" y="4952"/>
                      </a:cubicBezTo>
                      <a:lnTo>
                        <a:pt x="10691" y="4950"/>
                      </a:lnTo>
                      <a:cubicBezTo>
                        <a:pt x="10688" y="4909"/>
                        <a:pt x="10688" y="4867"/>
                        <a:pt x="10688" y="4825"/>
                      </a:cubicBezTo>
                      <a:cubicBezTo>
                        <a:pt x="10688" y="4784"/>
                        <a:pt x="10688" y="4744"/>
                        <a:pt x="10691" y="4704"/>
                      </a:cubicBezTo>
                      <a:lnTo>
                        <a:pt x="10691" y="4680"/>
                      </a:lnTo>
                      <a:cubicBezTo>
                        <a:pt x="10653" y="3432"/>
                        <a:pt x="9614" y="2446"/>
                        <a:pt x="8364" y="2446"/>
                      </a:cubicBezTo>
                      <a:cubicBezTo>
                        <a:pt x="8363" y="2446"/>
                        <a:pt x="8362" y="2446"/>
                        <a:pt x="8361" y="2446"/>
                      </a:cubicBezTo>
                      <a:cubicBezTo>
                        <a:pt x="6936" y="2446"/>
                        <a:pt x="2798" y="2449"/>
                        <a:pt x="1" y="2449"/>
                      </a:cubicBezTo>
                      <a:lnTo>
                        <a:pt x="1" y="3626"/>
                      </a:lnTo>
                      <a:lnTo>
                        <a:pt x="8387" y="3626"/>
                      </a:lnTo>
                      <a:cubicBezTo>
                        <a:pt x="8978" y="3626"/>
                        <a:pt x="9452" y="4113"/>
                        <a:pt x="9438" y="4704"/>
                      </a:cubicBezTo>
                      <a:lnTo>
                        <a:pt x="9438" y="4715"/>
                      </a:lnTo>
                      <a:cubicBezTo>
                        <a:pt x="9438" y="4752"/>
                        <a:pt x="9438" y="4789"/>
                        <a:pt x="9438" y="4825"/>
                      </a:cubicBezTo>
                      <a:cubicBezTo>
                        <a:pt x="9438" y="4862"/>
                        <a:pt x="9438" y="4901"/>
                        <a:pt x="9438" y="4939"/>
                      </a:cubicBezTo>
                      <a:cubicBezTo>
                        <a:pt x="9498" y="7558"/>
                        <a:pt x="11639" y="9650"/>
                        <a:pt x="14259" y="9650"/>
                      </a:cubicBezTo>
                      <a:cubicBezTo>
                        <a:pt x="14260" y="9650"/>
                        <a:pt x="14261" y="9650"/>
                        <a:pt x="14262" y="9650"/>
                      </a:cubicBezTo>
                      <a:lnTo>
                        <a:pt x="14267" y="9650"/>
                      </a:lnTo>
                      <a:cubicBezTo>
                        <a:pt x="16929" y="9647"/>
                        <a:pt x="19087" y="7488"/>
                        <a:pt x="19087" y="4825"/>
                      </a:cubicBezTo>
                      <a:cubicBezTo>
                        <a:pt x="19087" y="3088"/>
                        <a:pt x="18154" y="1484"/>
                        <a:pt x="16640" y="628"/>
                      </a:cubicBezTo>
                      <a:cubicBezTo>
                        <a:pt x="15945" y="233"/>
                        <a:pt x="15162" y="17"/>
                        <a:pt x="14362" y="2"/>
                      </a:cubicBezTo>
                      <a:cubicBezTo>
                        <a:pt x="14330" y="2"/>
                        <a:pt x="14298" y="1"/>
                        <a:pt x="1426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0" name="Google Shape;4570;p76"/>
                <p:cNvSpPr/>
                <p:nvPr/>
              </p:nvSpPr>
              <p:spPr>
                <a:xfrm>
                  <a:off x="5905730" y="3637351"/>
                  <a:ext cx="363158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9" h="4478" extrusionOk="0">
                      <a:moveTo>
                        <a:pt x="0" y="0"/>
                      </a:moveTo>
                      <a:cubicBezTo>
                        <a:pt x="1051" y="1307"/>
                        <a:pt x="1051" y="3169"/>
                        <a:pt x="0" y="4478"/>
                      </a:cubicBezTo>
                      <a:lnTo>
                        <a:pt x="6537" y="4478"/>
                      </a:lnTo>
                      <a:cubicBezTo>
                        <a:pt x="7708" y="4478"/>
                        <a:pt x="8659" y="3526"/>
                        <a:pt x="8659" y="2356"/>
                      </a:cubicBezTo>
                      <a:lnTo>
                        <a:pt x="8659" y="2120"/>
                      </a:lnTo>
                      <a:cubicBezTo>
                        <a:pt x="8657" y="950"/>
                        <a:pt x="7708" y="0"/>
                        <a:pt x="65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571" name="Google Shape;4571;p76"/>
          <p:cNvGrpSpPr/>
          <p:nvPr/>
        </p:nvGrpSpPr>
        <p:grpSpPr>
          <a:xfrm>
            <a:off x="728162" y="1474292"/>
            <a:ext cx="1086719" cy="879487"/>
            <a:chOff x="803162" y="1474292"/>
            <a:chExt cx="1086719" cy="879487"/>
          </a:xfrm>
        </p:grpSpPr>
        <p:grpSp>
          <p:nvGrpSpPr>
            <p:cNvPr id="4572" name="Google Shape;4572;p76"/>
            <p:cNvGrpSpPr/>
            <p:nvPr/>
          </p:nvGrpSpPr>
          <p:grpSpPr>
            <a:xfrm>
              <a:off x="803162" y="1625948"/>
              <a:ext cx="445856" cy="576579"/>
              <a:chOff x="803162" y="1625948"/>
              <a:chExt cx="445856" cy="576579"/>
            </a:xfrm>
          </p:grpSpPr>
          <p:sp>
            <p:nvSpPr>
              <p:cNvPr id="4573" name="Google Shape;4573;p76"/>
              <p:cNvSpPr/>
              <p:nvPr/>
            </p:nvSpPr>
            <p:spPr>
              <a:xfrm>
                <a:off x="803162" y="1847356"/>
                <a:ext cx="133646" cy="133865"/>
              </a:xfrm>
              <a:custGeom>
                <a:avLst/>
                <a:gdLst/>
                <a:ahLst/>
                <a:cxnLst/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74" name="Google Shape;4574;p76"/>
              <p:cNvGrpSpPr/>
              <p:nvPr/>
            </p:nvGrpSpPr>
            <p:grpSpPr>
              <a:xfrm>
                <a:off x="1056023" y="1625948"/>
                <a:ext cx="192995" cy="576579"/>
                <a:chOff x="1056023" y="1625948"/>
                <a:chExt cx="192995" cy="576579"/>
              </a:xfrm>
            </p:grpSpPr>
            <p:sp>
              <p:nvSpPr>
                <p:cNvPr id="4575" name="Google Shape;4575;p76"/>
                <p:cNvSpPr/>
                <p:nvPr/>
              </p:nvSpPr>
              <p:spPr>
                <a:xfrm>
                  <a:off x="1066902" y="1914079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40463"/>
                      </a:moveTo>
                      <a:cubicBezTo>
                        <a:pt x="19315" y="40463"/>
                        <a:pt x="14378" y="32724"/>
                        <a:pt x="12777" y="22150"/>
                      </a:cubicBezTo>
                      <a:lnTo>
                        <a:pt x="12810" y="22350"/>
                      </a:lnTo>
                      <a:cubicBezTo>
                        <a:pt x="10542" y="7606"/>
                        <a:pt x="6372" y="1"/>
                        <a:pt x="1" y="1"/>
                      </a:cubicBezTo>
                      <a:lnTo>
                        <a:pt x="1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6" name="Google Shape;4576;p76"/>
                <p:cNvSpPr/>
                <p:nvPr/>
              </p:nvSpPr>
              <p:spPr>
                <a:xfrm>
                  <a:off x="1066902" y="1645136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0"/>
                      </a:moveTo>
                      <a:cubicBezTo>
                        <a:pt x="19315" y="0"/>
                        <a:pt x="14378" y="7706"/>
                        <a:pt x="12777" y="18313"/>
                      </a:cubicBezTo>
                      <a:lnTo>
                        <a:pt x="12810" y="18113"/>
                      </a:lnTo>
                      <a:cubicBezTo>
                        <a:pt x="10542" y="32857"/>
                        <a:pt x="6372" y="40462"/>
                        <a:pt x="1" y="40462"/>
                      </a:cubicBezTo>
                      <a:lnTo>
                        <a:pt x="1" y="40462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7" name="Google Shape;4577;p76"/>
                <p:cNvSpPr/>
                <p:nvPr/>
              </p:nvSpPr>
              <p:spPr>
                <a:xfrm>
                  <a:off x="1056023" y="1893872"/>
                  <a:ext cx="40644" cy="40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5" h="6105" extrusionOk="0">
                      <a:moveTo>
                        <a:pt x="3069" y="0"/>
                      </a:moveTo>
                      <a:cubicBezTo>
                        <a:pt x="1368" y="0"/>
                        <a:pt x="0" y="1368"/>
                        <a:pt x="0" y="3036"/>
                      </a:cubicBezTo>
                      <a:cubicBezTo>
                        <a:pt x="0" y="4737"/>
                        <a:pt x="1368" y="6105"/>
                        <a:pt x="3069" y="6105"/>
                      </a:cubicBezTo>
                      <a:cubicBezTo>
                        <a:pt x="4737" y="6105"/>
                        <a:pt x="6105" y="4737"/>
                        <a:pt x="6105" y="3036"/>
                      </a:cubicBezTo>
                      <a:cubicBezTo>
                        <a:pt x="6105" y="1368"/>
                        <a:pt x="4737" y="0"/>
                        <a:pt x="30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8" name="Google Shape;4578;p76"/>
                <p:cNvSpPr/>
                <p:nvPr/>
              </p:nvSpPr>
              <p:spPr>
                <a:xfrm>
                  <a:off x="1220365" y="2164199"/>
                  <a:ext cx="28654" cy="38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57" extrusionOk="0">
                      <a:moveTo>
                        <a:pt x="509" y="0"/>
                      </a:moveTo>
                      <a:cubicBezTo>
                        <a:pt x="247" y="0"/>
                        <a:pt x="1" y="203"/>
                        <a:pt x="1" y="493"/>
                      </a:cubicBezTo>
                      <a:lnTo>
                        <a:pt x="1" y="5263"/>
                      </a:lnTo>
                      <a:cubicBezTo>
                        <a:pt x="1" y="5554"/>
                        <a:pt x="229" y="5757"/>
                        <a:pt x="482" y="5757"/>
                      </a:cubicBezTo>
                      <a:cubicBezTo>
                        <a:pt x="577" y="5757"/>
                        <a:pt x="676" y="5728"/>
                        <a:pt x="768" y="5664"/>
                      </a:cubicBezTo>
                      <a:lnTo>
                        <a:pt x="4003" y="3395"/>
                      </a:lnTo>
                      <a:cubicBezTo>
                        <a:pt x="4304" y="3195"/>
                        <a:pt x="4304" y="2795"/>
                        <a:pt x="4037" y="2595"/>
                      </a:cubicBezTo>
                      <a:lnTo>
                        <a:pt x="801" y="93"/>
                      </a:lnTo>
                      <a:cubicBezTo>
                        <a:pt x="710" y="29"/>
                        <a:pt x="608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9" name="Google Shape;4579;p76"/>
                <p:cNvSpPr/>
                <p:nvPr/>
              </p:nvSpPr>
              <p:spPr>
                <a:xfrm>
                  <a:off x="1220365" y="1625948"/>
                  <a:ext cx="28654" cy="3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78" extrusionOk="0">
                      <a:moveTo>
                        <a:pt x="489" y="0"/>
                      </a:moveTo>
                      <a:cubicBezTo>
                        <a:pt x="234" y="0"/>
                        <a:pt x="1" y="207"/>
                        <a:pt x="1" y="514"/>
                      </a:cubicBezTo>
                      <a:lnTo>
                        <a:pt x="1" y="5284"/>
                      </a:lnTo>
                      <a:cubicBezTo>
                        <a:pt x="1" y="5574"/>
                        <a:pt x="229" y="5777"/>
                        <a:pt x="482" y="5777"/>
                      </a:cubicBezTo>
                      <a:cubicBezTo>
                        <a:pt x="577" y="5777"/>
                        <a:pt x="676" y="5748"/>
                        <a:pt x="768" y="5684"/>
                      </a:cubicBezTo>
                      <a:lnTo>
                        <a:pt x="4003" y="3382"/>
                      </a:lnTo>
                      <a:cubicBezTo>
                        <a:pt x="4304" y="3182"/>
                        <a:pt x="4304" y="2782"/>
                        <a:pt x="4037" y="2582"/>
                      </a:cubicBezTo>
                      <a:lnTo>
                        <a:pt x="801" y="113"/>
                      </a:lnTo>
                      <a:cubicBezTo>
                        <a:pt x="704" y="35"/>
                        <a:pt x="595" y="0"/>
                        <a:pt x="48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80" name="Google Shape;4580;p76"/>
            <p:cNvGrpSpPr/>
            <p:nvPr/>
          </p:nvGrpSpPr>
          <p:grpSpPr>
            <a:xfrm>
              <a:off x="1371406" y="1474292"/>
              <a:ext cx="518475" cy="879487"/>
              <a:chOff x="1398231" y="1474292"/>
              <a:chExt cx="518475" cy="879487"/>
            </a:xfrm>
          </p:grpSpPr>
          <p:grpSp>
            <p:nvGrpSpPr>
              <p:cNvPr id="4581" name="Google Shape;4581;p76"/>
              <p:cNvGrpSpPr/>
              <p:nvPr/>
            </p:nvGrpSpPr>
            <p:grpSpPr>
              <a:xfrm>
                <a:off x="1398231" y="1474292"/>
                <a:ext cx="518475" cy="341643"/>
                <a:chOff x="1398231" y="1474292"/>
                <a:chExt cx="518475" cy="341643"/>
              </a:xfrm>
            </p:grpSpPr>
            <p:sp>
              <p:nvSpPr>
                <p:cNvPr id="4582" name="Google Shape;4582;p76"/>
                <p:cNvSpPr/>
                <p:nvPr/>
              </p:nvSpPr>
              <p:spPr>
                <a:xfrm>
                  <a:off x="1398231" y="1595601"/>
                  <a:ext cx="102159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5" h="14873" extrusionOk="0">
                      <a:moveTo>
                        <a:pt x="7692" y="1"/>
                      </a:moveTo>
                      <a:cubicBezTo>
                        <a:pt x="7531" y="1"/>
                        <a:pt x="7369" y="6"/>
                        <a:pt x="7206" y="16"/>
                      </a:cubicBezTo>
                      <a:cubicBezTo>
                        <a:pt x="3136" y="283"/>
                        <a:pt x="0" y="3786"/>
                        <a:pt x="267" y="7889"/>
                      </a:cubicBezTo>
                      <a:cubicBezTo>
                        <a:pt x="493" y="11846"/>
                        <a:pt x="3790" y="14873"/>
                        <a:pt x="7706" y="14873"/>
                      </a:cubicBezTo>
                      <a:cubicBezTo>
                        <a:pt x="7850" y="14873"/>
                        <a:pt x="7994" y="14869"/>
                        <a:pt x="8140" y="14860"/>
                      </a:cubicBezTo>
                      <a:cubicBezTo>
                        <a:pt x="12243" y="14594"/>
                        <a:pt x="15345" y="11058"/>
                        <a:pt x="15111" y="6988"/>
                      </a:cubicBezTo>
                      <a:cubicBezTo>
                        <a:pt x="14855" y="3048"/>
                        <a:pt x="11585" y="1"/>
                        <a:pt x="769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583" name="Google Shape;4583;p76"/>
                <p:cNvGrpSpPr/>
                <p:nvPr/>
              </p:nvGrpSpPr>
              <p:grpSpPr>
                <a:xfrm>
                  <a:off x="1616453" y="1474292"/>
                  <a:ext cx="300253" cy="341643"/>
                  <a:chOff x="1616453" y="1475379"/>
                  <a:chExt cx="300253" cy="341643"/>
                </a:xfrm>
              </p:grpSpPr>
              <p:sp>
                <p:nvSpPr>
                  <p:cNvPr id="4584" name="Google Shape;4584;p76"/>
                  <p:cNvSpPr/>
                  <p:nvPr/>
                </p:nvSpPr>
                <p:spPr>
                  <a:xfrm>
                    <a:off x="1631387" y="1645136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5" name="Google Shape;4585;p76"/>
                  <p:cNvSpPr/>
                  <p:nvPr/>
                </p:nvSpPr>
                <p:spPr>
                  <a:xfrm>
                    <a:off x="1716447" y="1509882"/>
                    <a:ext cx="82400" cy="61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208" fill="none" extrusionOk="0">
                        <a:moveTo>
                          <a:pt x="1" y="9207"/>
                        </a:moveTo>
                        <a:cubicBezTo>
                          <a:pt x="1635" y="3870"/>
                          <a:pt x="6539" y="1"/>
                          <a:pt x="12376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6" name="Google Shape;4586;p76"/>
                  <p:cNvSpPr/>
                  <p:nvPr/>
                </p:nvSpPr>
                <p:spPr>
                  <a:xfrm>
                    <a:off x="1716447" y="1719091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0"/>
                        </a:moveTo>
                        <a:cubicBezTo>
                          <a:pt x="1635" y="5304"/>
                          <a:pt x="6539" y="9173"/>
                          <a:pt x="12376" y="9173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7" name="Google Shape;4587;p76"/>
                  <p:cNvSpPr/>
                  <p:nvPr/>
                </p:nvSpPr>
                <p:spPr>
                  <a:xfrm>
                    <a:off x="1631387" y="1570955"/>
                    <a:ext cx="85283" cy="74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43" fill="none" extrusionOk="0">
                        <a:moveTo>
                          <a:pt x="1" y="11142"/>
                        </a:moveTo>
                        <a:cubicBezTo>
                          <a:pt x="6539" y="11142"/>
                          <a:pt x="10275" y="7106"/>
                          <a:pt x="12810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8" name="Google Shape;4588;p76"/>
                  <p:cNvSpPr/>
                  <p:nvPr/>
                </p:nvSpPr>
                <p:spPr>
                  <a:xfrm>
                    <a:off x="1616453" y="1624776"/>
                    <a:ext cx="42868" cy="40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116" extrusionOk="0">
                        <a:moveTo>
                          <a:pt x="3199" y="1"/>
                        </a:moveTo>
                        <a:cubicBezTo>
                          <a:pt x="3079" y="1"/>
                          <a:pt x="2958" y="8"/>
                          <a:pt x="2835" y="23"/>
                        </a:cubicBezTo>
                        <a:cubicBezTo>
                          <a:pt x="1168" y="256"/>
                          <a:pt x="0" y="1757"/>
                          <a:pt x="200" y="3425"/>
                        </a:cubicBezTo>
                        <a:cubicBezTo>
                          <a:pt x="386" y="4971"/>
                          <a:pt x="1717" y="6115"/>
                          <a:pt x="3239" y="6115"/>
                        </a:cubicBezTo>
                        <a:cubicBezTo>
                          <a:pt x="3359" y="6115"/>
                          <a:pt x="3481" y="6108"/>
                          <a:pt x="3603" y="6094"/>
                        </a:cubicBezTo>
                        <a:cubicBezTo>
                          <a:pt x="5271" y="5860"/>
                          <a:pt x="6438" y="4359"/>
                          <a:pt x="6238" y="2691"/>
                        </a:cubicBezTo>
                        <a:cubicBezTo>
                          <a:pt x="6052" y="1145"/>
                          <a:pt x="4721" y="1"/>
                          <a:pt x="319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9" name="Google Shape;4589;p76"/>
                  <p:cNvSpPr/>
                  <p:nvPr/>
                </p:nvSpPr>
                <p:spPr>
                  <a:xfrm>
                    <a:off x="1784849" y="1760975"/>
                    <a:ext cx="28654" cy="3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5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37" y="3383"/>
                        </a:lnTo>
                        <a:cubicBezTo>
                          <a:pt x="4304" y="3183"/>
                          <a:pt x="4304" y="2782"/>
                          <a:pt x="4037" y="2582"/>
                        </a:cubicBezTo>
                        <a:lnTo>
                          <a:pt x="801" y="114"/>
                        </a:lnTo>
                        <a:cubicBezTo>
                          <a:pt x="704" y="36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0" name="Google Shape;4590;p76"/>
                  <p:cNvSpPr/>
                  <p:nvPr/>
                </p:nvSpPr>
                <p:spPr>
                  <a:xfrm>
                    <a:off x="1784849" y="1490834"/>
                    <a:ext cx="28654" cy="38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37" y="3395"/>
                        </a:lnTo>
                        <a:cubicBezTo>
                          <a:pt x="4304" y="3195"/>
                          <a:pt x="4304" y="2795"/>
                          <a:pt x="4037" y="2561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591" name="Google Shape;4591;p76"/>
                  <p:cNvGrpSpPr/>
                  <p:nvPr/>
                </p:nvGrpSpPr>
                <p:grpSpPr>
                  <a:xfrm>
                    <a:off x="1839639" y="1475379"/>
                    <a:ext cx="77067" cy="341643"/>
                    <a:chOff x="1839639" y="1475379"/>
                    <a:chExt cx="77067" cy="341643"/>
                  </a:xfrm>
                </p:grpSpPr>
                <p:sp>
                  <p:nvSpPr>
                    <p:cNvPr id="4592" name="Google Shape;4592;p76"/>
                    <p:cNvSpPr/>
                    <p:nvPr/>
                  </p:nvSpPr>
                  <p:spPr>
                    <a:xfrm>
                      <a:off x="1839639" y="1745481"/>
                      <a:ext cx="77067" cy="715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46" extrusionOk="0">
                          <a:moveTo>
                            <a:pt x="5775" y="1"/>
                          </a:moveTo>
                          <a:cubicBezTo>
                            <a:pt x="3179" y="1"/>
                            <a:pt x="889" y="1860"/>
                            <a:pt x="468" y="4506"/>
                          </a:cubicBezTo>
                          <a:cubicBezTo>
                            <a:pt x="1" y="7441"/>
                            <a:pt x="2002" y="10210"/>
                            <a:pt x="4904" y="10677"/>
                          </a:cubicBezTo>
                          <a:cubicBezTo>
                            <a:pt x="5194" y="10723"/>
                            <a:pt x="5483" y="10745"/>
                            <a:pt x="5768" y="10745"/>
                          </a:cubicBezTo>
                          <a:cubicBezTo>
                            <a:pt x="8364" y="10745"/>
                            <a:pt x="10655" y="8886"/>
                            <a:pt x="11075" y="6240"/>
                          </a:cubicBezTo>
                          <a:cubicBezTo>
                            <a:pt x="11576" y="3305"/>
                            <a:pt x="9574" y="536"/>
                            <a:pt x="6639" y="69"/>
                          </a:cubicBezTo>
                          <a:cubicBezTo>
                            <a:pt x="6349" y="23"/>
                            <a:pt x="6060" y="1"/>
                            <a:pt x="5775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593" name="Google Shape;4593;p76"/>
                    <p:cNvSpPr/>
                    <p:nvPr/>
                  </p:nvSpPr>
                  <p:spPr>
                    <a:xfrm>
                      <a:off x="1839639" y="1475379"/>
                      <a:ext cx="77067" cy="715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4" extrusionOk="0">
                          <a:moveTo>
                            <a:pt x="5736" y="0"/>
                          </a:moveTo>
                          <a:cubicBezTo>
                            <a:pt x="3156" y="0"/>
                            <a:pt x="887" y="1881"/>
                            <a:pt x="468" y="4513"/>
                          </a:cubicBezTo>
                          <a:cubicBezTo>
                            <a:pt x="1" y="7449"/>
                            <a:pt x="2002" y="10218"/>
                            <a:pt x="4904" y="10685"/>
                          </a:cubicBezTo>
                          <a:cubicBezTo>
                            <a:pt x="5194" y="10731"/>
                            <a:pt x="5483" y="10753"/>
                            <a:pt x="5768" y="10753"/>
                          </a:cubicBezTo>
                          <a:cubicBezTo>
                            <a:pt x="8364" y="10753"/>
                            <a:pt x="10655" y="8893"/>
                            <a:pt x="11075" y="6248"/>
                          </a:cubicBezTo>
                          <a:cubicBezTo>
                            <a:pt x="11576" y="3313"/>
                            <a:pt x="9574" y="544"/>
                            <a:pt x="6639" y="77"/>
                          </a:cubicBezTo>
                          <a:cubicBezTo>
                            <a:pt x="6335" y="25"/>
                            <a:pt x="6034" y="0"/>
                            <a:pt x="5736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4594" name="Google Shape;4594;p76"/>
              <p:cNvGrpSpPr/>
              <p:nvPr/>
            </p:nvGrpSpPr>
            <p:grpSpPr>
              <a:xfrm>
                <a:off x="1398451" y="2012951"/>
                <a:ext cx="518255" cy="340828"/>
                <a:chOff x="1398451" y="2012951"/>
                <a:chExt cx="518255" cy="340828"/>
              </a:xfrm>
            </p:grpSpPr>
            <p:sp>
              <p:nvSpPr>
                <p:cNvPr id="4595" name="Google Shape;4595;p76"/>
                <p:cNvSpPr/>
                <p:nvPr/>
              </p:nvSpPr>
              <p:spPr>
                <a:xfrm>
                  <a:off x="1398451" y="2133928"/>
                  <a:ext cx="102166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6" h="14873" extrusionOk="0">
                      <a:moveTo>
                        <a:pt x="7697" y="0"/>
                      </a:moveTo>
                      <a:cubicBezTo>
                        <a:pt x="7535" y="0"/>
                        <a:pt x="7371" y="5"/>
                        <a:pt x="7206" y="16"/>
                      </a:cubicBezTo>
                      <a:cubicBezTo>
                        <a:pt x="3103" y="250"/>
                        <a:pt x="1" y="3785"/>
                        <a:pt x="268" y="7888"/>
                      </a:cubicBezTo>
                      <a:cubicBezTo>
                        <a:pt x="493" y="11846"/>
                        <a:pt x="3790" y="14872"/>
                        <a:pt x="7706" y="14872"/>
                      </a:cubicBezTo>
                      <a:cubicBezTo>
                        <a:pt x="7850" y="14872"/>
                        <a:pt x="7994" y="14868"/>
                        <a:pt x="8140" y="14860"/>
                      </a:cubicBezTo>
                      <a:cubicBezTo>
                        <a:pt x="12243" y="14593"/>
                        <a:pt x="15345" y="11057"/>
                        <a:pt x="15112" y="6954"/>
                      </a:cubicBezTo>
                      <a:cubicBezTo>
                        <a:pt x="14855" y="3016"/>
                        <a:pt x="11588" y="0"/>
                        <a:pt x="7697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596" name="Google Shape;4596;p76"/>
                <p:cNvGrpSpPr/>
                <p:nvPr/>
              </p:nvGrpSpPr>
              <p:grpSpPr>
                <a:xfrm>
                  <a:off x="1616453" y="2012951"/>
                  <a:ext cx="300253" cy="340828"/>
                  <a:chOff x="1616453" y="2013538"/>
                  <a:chExt cx="300253" cy="340828"/>
                </a:xfrm>
              </p:grpSpPr>
              <p:sp>
                <p:nvSpPr>
                  <p:cNvPr id="4597" name="Google Shape;4597;p76"/>
                  <p:cNvSpPr/>
                  <p:nvPr/>
                </p:nvSpPr>
                <p:spPr>
                  <a:xfrm>
                    <a:off x="1631387" y="2183474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8" name="Google Shape;4598;p76"/>
                  <p:cNvSpPr/>
                  <p:nvPr/>
                </p:nvSpPr>
                <p:spPr>
                  <a:xfrm>
                    <a:off x="1716447" y="2048220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9174"/>
                        </a:moveTo>
                        <a:cubicBezTo>
                          <a:pt x="1635" y="3870"/>
                          <a:pt x="6539" y="0"/>
                          <a:pt x="12376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9" name="Google Shape;4599;p76"/>
                  <p:cNvSpPr/>
                  <p:nvPr/>
                </p:nvSpPr>
                <p:spPr>
                  <a:xfrm>
                    <a:off x="1716447" y="2257422"/>
                    <a:ext cx="82400" cy="61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5" fill="none" extrusionOk="0">
                        <a:moveTo>
                          <a:pt x="1" y="1"/>
                        </a:moveTo>
                        <a:cubicBezTo>
                          <a:pt x="1635" y="5305"/>
                          <a:pt x="6539" y="9174"/>
                          <a:pt x="12376" y="9174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0" name="Google Shape;4600;p76"/>
                  <p:cNvSpPr/>
                  <p:nvPr/>
                </p:nvSpPr>
                <p:spPr>
                  <a:xfrm>
                    <a:off x="1631387" y="2109073"/>
                    <a:ext cx="85283" cy="743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75" fill="none" extrusionOk="0">
                        <a:moveTo>
                          <a:pt x="1" y="11175"/>
                        </a:moveTo>
                        <a:cubicBezTo>
                          <a:pt x="6539" y="11175"/>
                          <a:pt x="10275" y="7105"/>
                          <a:pt x="12810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1" name="Google Shape;4601;p76"/>
                  <p:cNvSpPr/>
                  <p:nvPr/>
                </p:nvSpPr>
                <p:spPr>
                  <a:xfrm>
                    <a:off x="1616453" y="2163114"/>
                    <a:ext cx="42868" cy="40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082" extrusionOk="0">
                        <a:moveTo>
                          <a:pt x="3241" y="0"/>
                        </a:moveTo>
                        <a:cubicBezTo>
                          <a:pt x="3118" y="0"/>
                          <a:pt x="2994" y="8"/>
                          <a:pt x="2869" y="23"/>
                        </a:cubicBezTo>
                        <a:cubicBezTo>
                          <a:pt x="1168" y="223"/>
                          <a:pt x="0" y="1724"/>
                          <a:pt x="200" y="3392"/>
                        </a:cubicBezTo>
                        <a:cubicBezTo>
                          <a:pt x="386" y="4937"/>
                          <a:pt x="1717" y="6082"/>
                          <a:pt x="3239" y="6082"/>
                        </a:cubicBezTo>
                        <a:cubicBezTo>
                          <a:pt x="3359" y="6082"/>
                          <a:pt x="3481" y="6075"/>
                          <a:pt x="3603" y="6060"/>
                        </a:cubicBezTo>
                        <a:cubicBezTo>
                          <a:pt x="5271" y="5860"/>
                          <a:pt x="6438" y="4326"/>
                          <a:pt x="6238" y="2658"/>
                        </a:cubicBezTo>
                        <a:cubicBezTo>
                          <a:pt x="6053" y="1115"/>
                          <a:pt x="4754" y="0"/>
                          <a:pt x="32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2" name="Google Shape;4602;p76"/>
                  <p:cNvSpPr/>
                  <p:nvPr/>
                </p:nvSpPr>
                <p:spPr>
                  <a:xfrm>
                    <a:off x="1784849" y="2299227"/>
                    <a:ext cx="28654" cy="38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85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4"/>
                        </a:lnTo>
                        <a:cubicBezTo>
                          <a:pt x="1" y="5561"/>
                          <a:pt x="240" y="5784"/>
                          <a:pt x="499" y="5784"/>
                        </a:cubicBezTo>
                        <a:cubicBezTo>
                          <a:pt x="589" y="5784"/>
                          <a:pt x="682" y="5757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3" name="Google Shape;4603;p76"/>
                  <p:cNvSpPr/>
                  <p:nvPr/>
                </p:nvSpPr>
                <p:spPr>
                  <a:xfrm>
                    <a:off x="1784849" y="2028946"/>
                    <a:ext cx="28654" cy="38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90" extrusionOk="0">
                        <a:moveTo>
                          <a:pt x="509" y="1"/>
                        </a:moveTo>
                        <a:cubicBezTo>
                          <a:pt x="247" y="1"/>
                          <a:pt x="1" y="203"/>
                          <a:pt x="1" y="494"/>
                        </a:cubicBezTo>
                        <a:lnTo>
                          <a:pt x="1" y="5264"/>
                        </a:lnTo>
                        <a:cubicBezTo>
                          <a:pt x="1" y="5580"/>
                          <a:pt x="231" y="5790"/>
                          <a:pt x="485" y="5790"/>
                        </a:cubicBezTo>
                        <a:cubicBezTo>
                          <a:pt x="580" y="5790"/>
                          <a:pt x="677" y="5761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6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1"/>
                          <a:pt x="50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604" name="Google Shape;4604;p76"/>
                  <p:cNvGrpSpPr/>
                  <p:nvPr/>
                </p:nvGrpSpPr>
                <p:grpSpPr>
                  <a:xfrm>
                    <a:off x="1839639" y="2013538"/>
                    <a:ext cx="77067" cy="340828"/>
                    <a:chOff x="1839639" y="2013538"/>
                    <a:chExt cx="77067" cy="340828"/>
                  </a:xfrm>
                </p:grpSpPr>
                <p:sp>
                  <p:nvSpPr>
                    <p:cNvPr id="4605" name="Google Shape;4605;p76"/>
                    <p:cNvSpPr/>
                    <p:nvPr/>
                  </p:nvSpPr>
                  <p:spPr>
                    <a:xfrm>
                      <a:off x="1839639" y="2282618"/>
                      <a:ext cx="77067" cy="717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77" extrusionOk="0">
                          <a:moveTo>
                            <a:pt x="5787" y="0"/>
                          </a:moveTo>
                          <a:cubicBezTo>
                            <a:pt x="3185" y="0"/>
                            <a:pt x="889" y="1889"/>
                            <a:pt x="468" y="4538"/>
                          </a:cubicBezTo>
                          <a:cubicBezTo>
                            <a:pt x="1" y="7473"/>
                            <a:pt x="2002" y="10208"/>
                            <a:pt x="4938" y="10709"/>
                          </a:cubicBezTo>
                          <a:cubicBezTo>
                            <a:pt x="5221" y="10754"/>
                            <a:pt x="5503" y="10776"/>
                            <a:pt x="5781" y="10776"/>
                          </a:cubicBezTo>
                          <a:cubicBezTo>
                            <a:pt x="8358" y="10776"/>
                            <a:pt x="10654" y="8888"/>
                            <a:pt x="11075" y="6239"/>
                          </a:cubicBezTo>
                          <a:cubicBezTo>
                            <a:pt x="11576" y="3303"/>
                            <a:pt x="9574" y="535"/>
                            <a:pt x="6639" y="68"/>
                          </a:cubicBezTo>
                          <a:cubicBezTo>
                            <a:pt x="6352" y="22"/>
                            <a:pt x="6068" y="0"/>
                            <a:pt x="5787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06" name="Google Shape;4606;p76"/>
                    <p:cNvSpPr/>
                    <p:nvPr/>
                  </p:nvSpPr>
                  <p:spPr>
                    <a:xfrm>
                      <a:off x="1839639" y="2013538"/>
                      <a:ext cx="77067" cy="715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3" extrusionOk="0">
                          <a:moveTo>
                            <a:pt x="5786" y="1"/>
                          </a:moveTo>
                          <a:cubicBezTo>
                            <a:pt x="3185" y="1"/>
                            <a:pt x="889" y="1886"/>
                            <a:pt x="468" y="4505"/>
                          </a:cubicBezTo>
                          <a:cubicBezTo>
                            <a:pt x="1" y="7440"/>
                            <a:pt x="2002" y="10209"/>
                            <a:pt x="4904" y="10676"/>
                          </a:cubicBezTo>
                          <a:cubicBezTo>
                            <a:pt x="5208" y="10728"/>
                            <a:pt x="5509" y="10753"/>
                            <a:pt x="5807" y="10753"/>
                          </a:cubicBezTo>
                          <a:cubicBezTo>
                            <a:pt x="8387" y="10753"/>
                            <a:pt x="10657" y="8872"/>
                            <a:pt x="11075" y="6240"/>
                          </a:cubicBezTo>
                          <a:cubicBezTo>
                            <a:pt x="11576" y="3304"/>
                            <a:pt x="9574" y="535"/>
                            <a:pt x="6639" y="68"/>
                          </a:cubicBezTo>
                          <a:cubicBezTo>
                            <a:pt x="6352" y="23"/>
                            <a:pt x="6067" y="1"/>
                            <a:pt x="5786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</p:grpSp>
      <p:grpSp>
        <p:nvGrpSpPr>
          <p:cNvPr id="4607" name="Google Shape;4607;p76"/>
          <p:cNvGrpSpPr/>
          <p:nvPr/>
        </p:nvGrpSpPr>
        <p:grpSpPr>
          <a:xfrm>
            <a:off x="724986" y="3605478"/>
            <a:ext cx="1368681" cy="682918"/>
            <a:chOff x="724986" y="3605478"/>
            <a:chExt cx="1368681" cy="682918"/>
          </a:xfrm>
        </p:grpSpPr>
        <p:grpSp>
          <p:nvGrpSpPr>
            <p:cNvPr id="4608" name="Google Shape;4608;p76"/>
            <p:cNvGrpSpPr/>
            <p:nvPr/>
          </p:nvGrpSpPr>
          <p:grpSpPr>
            <a:xfrm>
              <a:off x="1289102" y="3823629"/>
              <a:ext cx="240442" cy="250435"/>
              <a:chOff x="-165066" y="3843615"/>
              <a:chExt cx="221259" cy="230455"/>
            </a:xfrm>
          </p:grpSpPr>
          <p:sp>
            <p:nvSpPr>
              <p:cNvPr id="4609" name="Google Shape;4609;p76"/>
              <p:cNvSpPr/>
              <p:nvPr/>
            </p:nvSpPr>
            <p:spPr>
              <a:xfrm>
                <a:off x="-16506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7950" y="0"/>
                    </a:moveTo>
                    <a:cubicBezTo>
                      <a:pt x="7325" y="0"/>
                      <a:pt x="7031" y="353"/>
                      <a:pt x="6905" y="861"/>
                    </a:cubicBezTo>
                    <a:cubicBezTo>
                      <a:pt x="6789" y="843"/>
                      <a:pt x="6673" y="834"/>
                      <a:pt x="6560" y="834"/>
                    </a:cubicBezTo>
                    <a:cubicBezTo>
                      <a:pt x="5374" y="834"/>
                      <a:pt x="4369" y="1804"/>
                      <a:pt x="4378" y="3035"/>
                    </a:cubicBezTo>
                    <a:cubicBezTo>
                      <a:pt x="4378" y="3093"/>
                      <a:pt x="4384" y="3152"/>
                      <a:pt x="4388" y="3210"/>
                    </a:cubicBezTo>
                    <a:cubicBezTo>
                      <a:pt x="4095" y="3091"/>
                      <a:pt x="3789" y="3034"/>
                      <a:pt x="3486" y="3034"/>
                    </a:cubicBezTo>
                    <a:cubicBezTo>
                      <a:pt x="2814" y="3034"/>
                      <a:pt x="2155" y="3317"/>
                      <a:pt x="1689" y="3841"/>
                    </a:cubicBezTo>
                    <a:cubicBezTo>
                      <a:pt x="1013" y="4601"/>
                      <a:pt x="893" y="5704"/>
                      <a:pt x="1385" y="6594"/>
                    </a:cubicBezTo>
                    <a:cubicBezTo>
                      <a:pt x="0" y="7697"/>
                      <a:pt x="117" y="9839"/>
                      <a:pt x="1618" y="10780"/>
                    </a:cubicBezTo>
                    <a:cubicBezTo>
                      <a:pt x="664" y="11961"/>
                      <a:pt x="1036" y="13721"/>
                      <a:pt x="2388" y="14417"/>
                    </a:cubicBezTo>
                    <a:cubicBezTo>
                      <a:pt x="2375" y="14508"/>
                      <a:pt x="2372" y="14595"/>
                      <a:pt x="2372" y="14685"/>
                    </a:cubicBezTo>
                    <a:cubicBezTo>
                      <a:pt x="2372" y="15776"/>
                      <a:pt x="3106" y="16727"/>
                      <a:pt x="4161" y="17002"/>
                    </a:cubicBezTo>
                    <a:cubicBezTo>
                      <a:pt x="4473" y="17901"/>
                      <a:pt x="5317" y="18472"/>
                      <a:pt x="6226" y="18472"/>
                    </a:cubicBezTo>
                    <a:cubicBezTo>
                      <a:pt x="6429" y="18472"/>
                      <a:pt x="6635" y="18443"/>
                      <a:pt x="6840" y="18383"/>
                    </a:cubicBezTo>
                    <a:cubicBezTo>
                      <a:pt x="6888" y="19128"/>
                      <a:pt x="7157" y="19697"/>
                      <a:pt x="7953" y="19697"/>
                    </a:cubicBezTo>
                    <a:cubicBezTo>
                      <a:pt x="9074" y="19697"/>
                      <a:pt x="9059" y="18730"/>
                      <a:pt x="9075" y="18730"/>
                    </a:cubicBezTo>
                    <a:cubicBezTo>
                      <a:pt x="9075" y="18730"/>
                      <a:pt x="9075" y="18730"/>
                      <a:pt x="9075" y="18730"/>
                    </a:cubicBezTo>
                    <a:cubicBezTo>
                      <a:pt x="9072" y="18726"/>
                      <a:pt x="9046" y="1055"/>
                      <a:pt x="9033" y="1055"/>
                    </a:cubicBezTo>
                    <a:cubicBezTo>
                      <a:pt x="9033" y="1055"/>
                      <a:pt x="9033" y="1055"/>
                      <a:pt x="9033" y="1055"/>
                    </a:cubicBezTo>
                    <a:cubicBezTo>
                      <a:pt x="9014" y="919"/>
                      <a:pt x="8982" y="790"/>
                      <a:pt x="8936" y="660"/>
                    </a:cubicBezTo>
                    <a:cubicBezTo>
                      <a:pt x="8784" y="259"/>
                      <a:pt x="8490" y="0"/>
                      <a:pt x="7950" y="0"/>
                    </a:cubicBezTo>
                    <a:close/>
                  </a:path>
                </a:pathLst>
              </a:custGeom>
              <a:solidFill>
                <a:srgbClr val="E4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76"/>
              <p:cNvSpPr/>
              <p:nvPr/>
            </p:nvSpPr>
            <p:spPr>
              <a:xfrm>
                <a:off x="-100985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3573" y="1"/>
                    </a:moveTo>
                    <a:cubicBezTo>
                      <a:pt x="3573" y="1"/>
                      <a:pt x="1" y="221"/>
                      <a:pt x="997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76"/>
              <p:cNvSpPr/>
              <p:nvPr/>
            </p:nvSpPr>
            <p:spPr>
              <a:xfrm>
                <a:off x="-86594" y="3875146"/>
                <a:ext cx="27296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198" fill="none" extrusionOk="0">
                    <a:moveTo>
                      <a:pt x="0" y="696"/>
                    </a:moveTo>
                    <a:cubicBezTo>
                      <a:pt x="0" y="696"/>
                      <a:pt x="2333" y="0"/>
                      <a:pt x="2333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76"/>
              <p:cNvSpPr/>
              <p:nvPr/>
            </p:nvSpPr>
            <p:spPr>
              <a:xfrm>
                <a:off x="-113855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1" y="1"/>
                    </a:moveTo>
                    <a:cubicBezTo>
                      <a:pt x="1" y="1"/>
                      <a:pt x="1" y="1056"/>
                      <a:pt x="768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76"/>
              <p:cNvSpPr/>
              <p:nvPr/>
            </p:nvSpPr>
            <p:spPr>
              <a:xfrm>
                <a:off x="-148861" y="3908679"/>
                <a:ext cx="53340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1328" fill="none" extrusionOk="0">
                    <a:moveTo>
                      <a:pt x="0" y="1030"/>
                    </a:moveTo>
                    <a:cubicBezTo>
                      <a:pt x="1301" y="1"/>
                      <a:pt x="2559" y="1327"/>
                      <a:pt x="2559" y="1327"/>
                    </a:cubicBezTo>
                    <a:cubicBezTo>
                      <a:pt x="2559" y="1327"/>
                      <a:pt x="2828" y="150"/>
                      <a:pt x="4559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76"/>
              <p:cNvSpPr/>
              <p:nvPr/>
            </p:nvSpPr>
            <p:spPr>
              <a:xfrm>
                <a:off x="-137430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10" y="4439"/>
                    </a:moveTo>
                    <a:cubicBezTo>
                      <a:pt x="10" y="4439"/>
                      <a:pt x="0" y="2220"/>
                      <a:pt x="1718" y="2437"/>
                    </a:cubicBezTo>
                    <a:cubicBezTo>
                      <a:pt x="1718" y="2437"/>
                      <a:pt x="828" y="1217"/>
                      <a:pt x="2401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76"/>
              <p:cNvSpPr/>
              <p:nvPr/>
            </p:nvSpPr>
            <p:spPr>
              <a:xfrm>
                <a:off x="-122021" y="4015429"/>
                <a:ext cx="12461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2767" fill="none" extrusionOk="0">
                    <a:moveTo>
                      <a:pt x="1064" y="0"/>
                    </a:moveTo>
                    <a:cubicBezTo>
                      <a:pt x="1064" y="0"/>
                      <a:pt x="0" y="1146"/>
                      <a:pt x="702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76"/>
              <p:cNvSpPr/>
              <p:nvPr/>
            </p:nvSpPr>
            <p:spPr>
              <a:xfrm>
                <a:off x="-95533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3097" y="197"/>
                    </a:moveTo>
                    <a:cubicBezTo>
                      <a:pt x="1463" y="0"/>
                      <a:pt x="764" y="1579"/>
                      <a:pt x="764" y="1579"/>
                    </a:cubicBezTo>
                    <a:cubicBezTo>
                      <a:pt x="764" y="1579"/>
                      <a:pt x="334" y="1391"/>
                      <a:pt x="1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76"/>
              <p:cNvSpPr/>
              <p:nvPr/>
            </p:nvSpPr>
            <p:spPr>
              <a:xfrm>
                <a:off x="-123355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2735" y="0"/>
                    </a:moveTo>
                    <a:cubicBezTo>
                      <a:pt x="2735" y="0"/>
                      <a:pt x="1085" y="1530"/>
                      <a:pt x="1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76"/>
              <p:cNvSpPr/>
              <p:nvPr/>
            </p:nvSpPr>
            <p:spPr>
              <a:xfrm>
                <a:off x="-91367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1" y="434"/>
                    </a:moveTo>
                    <a:cubicBezTo>
                      <a:pt x="1" y="434"/>
                      <a:pt x="1709" y="1"/>
                      <a:pt x="2741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76"/>
              <p:cNvSpPr/>
              <p:nvPr/>
            </p:nvSpPr>
            <p:spPr>
              <a:xfrm>
                <a:off x="-4999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1127" y="0"/>
                    </a:moveTo>
                    <a:cubicBezTo>
                      <a:pt x="586" y="0"/>
                      <a:pt x="292" y="259"/>
                      <a:pt x="140" y="660"/>
                    </a:cubicBezTo>
                    <a:cubicBezTo>
                      <a:pt x="95" y="790"/>
                      <a:pt x="62" y="919"/>
                      <a:pt x="43" y="1055"/>
                    </a:cubicBezTo>
                    <a:cubicBezTo>
                      <a:pt x="43" y="1055"/>
                      <a:pt x="43" y="1055"/>
                      <a:pt x="43" y="1055"/>
                    </a:cubicBezTo>
                    <a:cubicBezTo>
                      <a:pt x="30" y="1055"/>
                      <a:pt x="4" y="18726"/>
                      <a:pt x="1" y="18730"/>
                    </a:cubicBezTo>
                    <a:cubicBezTo>
                      <a:pt x="1" y="18730"/>
                      <a:pt x="1" y="18730"/>
                      <a:pt x="1" y="18730"/>
                    </a:cubicBezTo>
                    <a:cubicBezTo>
                      <a:pt x="17" y="18730"/>
                      <a:pt x="3" y="19697"/>
                      <a:pt x="1123" y="19697"/>
                    </a:cubicBezTo>
                    <a:cubicBezTo>
                      <a:pt x="1919" y="19697"/>
                      <a:pt x="2188" y="19128"/>
                      <a:pt x="2236" y="18383"/>
                    </a:cubicBezTo>
                    <a:cubicBezTo>
                      <a:pt x="2441" y="18443"/>
                      <a:pt x="2647" y="18472"/>
                      <a:pt x="2850" y="18472"/>
                    </a:cubicBezTo>
                    <a:cubicBezTo>
                      <a:pt x="3758" y="18472"/>
                      <a:pt x="4600" y="17901"/>
                      <a:pt x="4915" y="17002"/>
                    </a:cubicBezTo>
                    <a:cubicBezTo>
                      <a:pt x="5970" y="16727"/>
                      <a:pt x="6704" y="15776"/>
                      <a:pt x="6704" y="14685"/>
                    </a:cubicBezTo>
                    <a:cubicBezTo>
                      <a:pt x="6704" y="14595"/>
                      <a:pt x="6698" y="14508"/>
                      <a:pt x="6688" y="14417"/>
                    </a:cubicBezTo>
                    <a:cubicBezTo>
                      <a:pt x="8040" y="13725"/>
                      <a:pt x="8412" y="11961"/>
                      <a:pt x="7458" y="10780"/>
                    </a:cubicBezTo>
                    <a:cubicBezTo>
                      <a:pt x="8956" y="9839"/>
                      <a:pt x="9076" y="7697"/>
                      <a:pt x="7691" y="6594"/>
                    </a:cubicBezTo>
                    <a:cubicBezTo>
                      <a:pt x="8183" y="5704"/>
                      <a:pt x="8060" y="4601"/>
                      <a:pt x="7387" y="3841"/>
                    </a:cubicBezTo>
                    <a:cubicBezTo>
                      <a:pt x="6921" y="3315"/>
                      <a:pt x="6264" y="3033"/>
                      <a:pt x="5593" y="3033"/>
                    </a:cubicBezTo>
                    <a:cubicBezTo>
                      <a:pt x="5289" y="3033"/>
                      <a:pt x="4982" y="3091"/>
                      <a:pt x="4689" y="3210"/>
                    </a:cubicBezTo>
                    <a:cubicBezTo>
                      <a:pt x="4692" y="3152"/>
                      <a:pt x="4695" y="3093"/>
                      <a:pt x="4695" y="3035"/>
                    </a:cubicBezTo>
                    <a:cubicBezTo>
                      <a:pt x="4704" y="1804"/>
                      <a:pt x="3702" y="834"/>
                      <a:pt x="2514" y="834"/>
                    </a:cubicBezTo>
                    <a:cubicBezTo>
                      <a:pt x="2400" y="834"/>
                      <a:pt x="2285" y="843"/>
                      <a:pt x="2168" y="861"/>
                    </a:cubicBezTo>
                    <a:cubicBezTo>
                      <a:pt x="2045" y="353"/>
                      <a:pt x="1751" y="0"/>
                      <a:pt x="1127" y="0"/>
                    </a:cubicBezTo>
                    <a:close/>
                  </a:path>
                </a:pathLst>
              </a:custGeom>
              <a:solidFill>
                <a:srgbClr val="4056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76"/>
              <p:cNvSpPr/>
              <p:nvPr/>
            </p:nvSpPr>
            <p:spPr>
              <a:xfrm>
                <a:off x="-49692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1" y="1"/>
                    </a:moveTo>
                    <a:cubicBezTo>
                      <a:pt x="1" y="1"/>
                      <a:pt x="3572" y="221"/>
                      <a:pt x="2573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76"/>
              <p:cNvSpPr/>
              <p:nvPr/>
            </p:nvSpPr>
            <p:spPr>
              <a:xfrm>
                <a:off x="-49575" y="3875146"/>
                <a:ext cx="27261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2198" fill="none" extrusionOk="0">
                    <a:moveTo>
                      <a:pt x="2330" y="696"/>
                    </a:moveTo>
                    <a:cubicBezTo>
                      <a:pt x="2330" y="696"/>
                      <a:pt x="0" y="0"/>
                      <a:pt x="0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76"/>
              <p:cNvSpPr/>
              <p:nvPr/>
            </p:nvSpPr>
            <p:spPr>
              <a:xfrm>
                <a:off x="-4003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767" y="1"/>
                    </a:moveTo>
                    <a:cubicBezTo>
                      <a:pt x="767" y="1"/>
                      <a:pt x="767" y="1056"/>
                      <a:pt x="1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76"/>
              <p:cNvSpPr/>
              <p:nvPr/>
            </p:nvSpPr>
            <p:spPr>
              <a:xfrm>
                <a:off x="-13352" y="3908679"/>
                <a:ext cx="53352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328" fill="none" extrusionOk="0">
                    <a:moveTo>
                      <a:pt x="4559" y="1030"/>
                    </a:moveTo>
                    <a:cubicBezTo>
                      <a:pt x="3258" y="1"/>
                      <a:pt x="1997" y="1327"/>
                      <a:pt x="1997" y="1327"/>
                    </a:cubicBezTo>
                    <a:cubicBezTo>
                      <a:pt x="1997" y="1327"/>
                      <a:pt x="1731" y="150"/>
                      <a:pt x="1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76"/>
              <p:cNvSpPr/>
              <p:nvPr/>
            </p:nvSpPr>
            <p:spPr>
              <a:xfrm>
                <a:off x="466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2391" y="4439"/>
                    </a:moveTo>
                    <a:cubicBezTo>
                      <a:pt x="2391" y="4439"/>
                      <a:pt x="2401" y="2220"/>
                      <a:pt x="683" y="2437"/>
                    </a:cubicBezTo>
                    <a:cubicBezTo>
                      <a:pt x="683" y="2437"/>
                      <a:pt x="1573" y="1217"/>
                      <a:pt x="0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76"/>
              <p:cNvSpPr/>
              <p:nvPr/>
            </p:nvSpPr>
            <p:spPr>
              <a:xfrm>
                <a:off x="688" y="4015429"/>
                <a:ext cx="12472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2767" fill="none" extrusionOk="0">
                    <a:moveTo>
                      <a:pt x="1" y="0"/>
                    </a:moveTo>
                    <a:cubicBezTo>
                      <a:pt x="1" y="0"/>
                      <a:pt x="1065" y="1146"/>
                      <a:pt x="363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76"/>
              <p:cNvSpPr/>
              <p:nvPr/>
            </p:nvSpPr>
            <p:spPr>
              <a:xfrm>
                <a:off x="-49575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0" y="197"/>
                    </a:moveTo>
                    <a:cubicBezTo>
                      <a:pt x="1631" y="0"/>
                      <a:pt x="2330" y="1579"/>
                      <a:pt x="2330" y="1579"/>
                    </a:cubicBezTo>
                    <a:cubicBezTo>
                      <a:pt x="2330" y="1579"/>
                      <a:pt x="2763" y="1391"/>
                      <a:pt x="3097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76"/>
              <p:cNvSpPr/>
              <p:nvPr/>
            </p:nvSpPr>
            <p:spPr>
              <a:xfrm>
                <a:off x="-17517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1" y="0"/>
                    </a:moveTo>
                    <a:cubicBezTo>
                      <a:pt x="1" y="0"/>
                      <a:pt x="1651" y="1530"/>
                      <a:pt x="2734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76"/>
              <p:cNvSpPr/>
              <p:nvPr/>
            </p:nvSpPr>
            <p:spPr>
              <a:xfrm>
                <a:off x="-49575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2741" y="434"/>
                    </a:moveTo>
                    <a:cubicBezTo>
                      <a:pt x="2741" y="434"/>
                      <a:pt x="1032" y="1"/>
                      <a:pt x="0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29" name="Google Shape;4629;p76"/>
            <p:cNvGrpSpPr/>
            <p:nvPr/>
          </p:nvGrpSpPr>
          <p:grpSpPr>
            <a:xfrm>
              <a:off x="724986" y="3605478"/>
              <a:ext cx="1368681" cy="682918"/>
              <a:chOff x="724986" y="3605478"/>
              <a:chExt cx="1368681" cy="682918"/>
            </a:xfrm>
          </p:grpSpPr>
          <p:grpSp>
            <p:nvGrpSpPr>
              <p:cNvPr id="4630" name="Google Shape;4630;p76"/>
              <p:cNvGrpSpPr/>
              <p:nvPr/>
            </p:nvGrpSpPr>
            <p:grpSpPr>
              <a:xfrm>
                <a:off x="1498221" y="4047614"/>
                <a:ext cx="529172" cy="240783"/>
                <a:chOff x="1498221" y="4047614"/>
                <a:chExt cx="529172" cy="240783"/>
              </a:xfrm>
            </p:grpSpPr>
            <p:grpSp>
              <p:nvGrpSpPr>
                <p:cNvPr id="4631" name="Google Shape;4631;p76"/>
                <p:cNvGrpSpPr/>
                <p:nvPr/>
              </p:nvGrpSpPr>
              <p:grpSpPr>
                <a:xfrm>
                  <a:off x="1826655" y="4224370"/>
                  <a:ext cx="200738" cy="25631"/>
                  <a:chOff x="1826655" y="4224370"/>
                  <a:chExt cx="200738" cy="25631"/>
                </a:xfrm>
              </p:grpSpPr>
              <p:sp>
                <p:nvSpPr>
                  <p:cNvPr id="4632" name="Google Shape;4632;p76"/>
                  <p:cNvSpPr/>
                  <p:nvPr/>
                </p:nvSpPr>
                <p:spPr>
                  <a:xfrm>
                    <a:off x="1826655" y="4238011"/>
                    <a:ext cx="17509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35" h="1" fill="none" extrusionOk="0">
                        <a:moveTo>
                          <a:pt x="1" y="0"/>
                        </a:moveTo>
                        <a:lnTo>
                          <a:pt x="36535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3" name="Google Shape;4633;p76"/>
                  <p:cNvSpPr/>
                  <p:nvPr/>
                </p:nvSpPr>
                <p:spPr>
                  <a:xfrm>
                    <a:off x="2000728" y="4224370"/>
                    <a:ext cx="26665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51" extrusionOk="0">
                        <a:moveTo>
                          <a:pt x="2887" y="0"/>
                        </a:moveTo>
                        <a:cubicBezTo>
                          <a:pt x="2190" y="0"/>
                          <a:pt x="1506" y="271"/>
                          <a:pt x="996" y="783"/>
                        </a:cubicBezTo>
                        <a:cubicBezTo>
                          <a:pt x="230" y="1550"/>
                          <a:pt x="0" y="2699"/>
                          <a:pt x="416" y="3698"/>
                        </a:cubicBezTo>
                        <a:cubicBezTo>
                          <a:pt x="828" y="4698"/>
                          <a:pt x="1806" y="5351"/>
                          <a:pt x="2886" y="5351"/>
                        </a:cubicBezTo>
                        <a:cubicBezTo>
                          <a:pt x="4363" y="5351"/>
                          <a:pt x="5560" y="4150"/>
                          <a:pt x="5563" y="2677"/>
                        </a:cubicBezTo>
                        <a:cubicBezTo>
                          <a:pt x="5560" y="1593"/>
                          <a:pt x="4911" y="619"/>
                          <a:pt x="3911" y="203"/>
                        </a:cubicBezTo>
                        <a:cubicBezTo>
                          <a:pt x="3580" y="67"/>
                          <a:pt x="3232" y="0"/>
                          <a:pt x="2887" y="0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34" name="Google Shape;4634;p76"/>
                <p:cNvGrpSpPr/>
                <p:nvPr/>
              </p:nvGrpSpPr>
              <p:grpSpPr>
                <a:xfrm>
                  <a:off x="1498221" y="4047614"/>
                  <a:ext cx="328444" cy="240783"/>
                  <a:chOff x="1498221" y="4047614"/>
                  <a:chExt cx="328444" cy="240783"/>
                </a:xfrm>
              </p:grpSpPr>
              <p:sp>
                <p:nvSpPr>
                  <p:cNvPr id="4635" name="Google Shape;4635;p76"/>
                  <p:cNvSpPr/>
                  <p:nvPr/>
                </p:nvSpPr>
                <p:spPr>
                  <a:xfrm>
                    <a:off x="1648778" y="4185661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50" y="1"/>
                        </a:moveTo>
                        <a:cubicBezTo>
                          <a:pt x="2218" y="1"/>
                          <a:pt x="0" y="2679"/>
                          <a:pt x="0" y="5984"/>
                        </a:cubicBezTo>
                        <a:lnTo>
                          <a:pt x="0" y="15461"/>
                        </a:lnTo>
                        <a:cubicBezTo>
                          <a:pt x="0" y="18766"/>
                          <a:pt x="2218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4" y="21447"/>
                          <a:pt x="37118" y="18766"/>
                          <a:pt x="37118" y="15461"/>
                        </a:cubicBezTo>
                        <a:lnTo>
                          <a:pt x="37118" y="5984"/>
                        </a:lnTo>
                        <a:cubicBezTo>
                          <a:pt x="37118" y="2679"/>
                          <a:pt x="34904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636" name="Google Shape;4636;p76"/>
                  <p:cNvGrpSpPr/>
                  <p:nvPr/>
                </p:nvGrpSpPr>
                <p:grpSpPr>
                  <a:xfrm>
                    <a:off x="1498221" y="4047614"/>
                    <a:ext cx="150566" cy="190416"/>
                    <a:chOff x="1498221" y="4047614"/>
                    <a:chExt cx="150566" cy="190416"/>
                  </a:xfrm>
                </p:grpSpPr>
                <p:sp>
                  <p:nvSpPr>
                    <p:cNvPr id="4637" name="Google Shape;4637;p76"/>
                    <p:cNvSpPr/>
                    <p:nvPr/>
                  </p:nvSpPr>
                  <p:spPr>
                    <a:xfrm>
                      <a:off x="1510686" y="4060421"/>
                      <a:ext cx="138101" cy="1776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16" h="37079" fill="none" extrusionOk="0">
                          <a:moveTo>
                            <a:pt x="28815" y="37078"/>
                          </a:moveTo>
                          <a:lnTo>
                            <a:pt x="17922" y="37078"/>
                          </a:lnTo>
                          <a:cubicBezTo>
                            <a:pt x="14829" y="37078"/>
                            <a:pt x="14212" y="33613"/>
                            <a:pt x="14212" y="33613"/>
                          </a:cubicBezTo>
                          <a:lnTo>
                            <a:pt x="14212" y="10631"/>
                          </a:lnTo>
                          <a:lnTo>
                            <a:pt x="0" y="10631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38" name="Google Shape;4638;p76"/>
                    <p:cNvSpPr/>
                    <p:nvPr/>
                  </p:nvSpPr>
                  <p:spPr>
                    <a:xfrm>
                      <a:off x="1498221" y="4047614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6" y="1"/>
                          </a:moveTo>
                          <a:cubicBezTo>
                            <a:pt x="1806" y="1"/>
                            <a:pt x="828" y="654"/>
                            <a:pt x="416" y="1653"/>
                          </a:cubicBezTo>
                          <a:cubicBezTo>
                            <a:pt x="0" y="2649"/>
                            <a:pt x="230" y="3802"/>
                            <a:pt x="996" y="4564"/>
                          </a:cubicBezTo>
                          <a:cubicBezTo>
                            <a:pt x="1506" y="5077"/>
                            <a:pt x="2190" y="5349"/>
                            <a:pt x="2886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0" y="4732"/>
                            <a:pt x="5560" y="3758"/>
                            <a:pt x="5560" y="2675"/>
                          </a:cubicBezTo>
                          <a:cubicBezTo>
                            <a:pt x="5560" y="1197"/>
                            <a:pt x="4363" y="1"/>
                            <a:pt x="2886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4639" name="Google Shape;4639;p76"/>
              <p:cNvGrpSpPr/>
              <p:nvPr/>
            </p:nvGrpSpPr>
            <p:grpSpPr>
              <a:xfrm>
                <a:off x="1560718" y="3800594"/>
                <a:ext cx="532948" cy="302090"/>
                <a:chOff x="1560718" y="3800594"/>
                <a:chExt cx="532948" cy="302090"/>
              </a:xfrm>
            </p:grpSpPr>
            <p:grpSp>
              <p:nvGrpSpPr>
                <p:cNvPr id="4640" name="Google Shape;4640;p76"/>
                <p:cNvGrpSpPr/>
                <p:nvPr/>
              </p:nvGrpSpPr>
              <p:grpSpPr>
                <a:xfrm>
                  <a:off x="1912179" y="3827344"/>
                  <a:ext cx="181487" cy="25631"/>
                  <a:chOff x="1912179" y="3827344"/>
                  <a:chExt cx="181487" cy="25631"/>
                </a:xfrm>
              </p:grpSpPr>
              <p:sp>
                <p:nvSpPr>
                  <p:cNvPr id="4641" name="Google Shape;4641;p76"/>
                  <p:cNvSpPr/>
                  <p:nvPr/>
                </p:nvSpPr>
                <p:spPr>
                  <a:xfrm>
                    <a:off x="2067020" y="3827344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886" y="0"/>
                        </a:moveTo>
                        <a:cubicBezTo>
                          <a:pt x="1806" y="0"/>
                          <a:pt x="828" y="653"/>
                          <a:pt x="416" y="1653"/>
                        </a:cubicBezTo>
                        <a:cubicBezTo>
                          <a:pt x="0" y="2652"/>
                          <a:pt x="230" y="3801"/>
                          <a:pt x="993" y="4567"/>
                        </a:cubicBezTo>
                        <a:cubicBezTo>
                          <a:pt x="1505" y="5080"/>
                          <a:pt x="2190" y="5351"/>
                          <a:pt x="2887" y="5351"/>
                        </a:cubicBezTo>
                        <a:cubicBezTo>
                          <a:pt x="3232" y="5351"/>
                          <a:pt x="3580" y="5284"/>
                          <a:pt x="3911" y="5148"/>
                        </a:cubicBezTo>
                        <a:cubicBezTo>
                          <a:pt x="4910" y="4732"/>
                          <a:pt x="5560" y="3758"/>
                          <a:pt x="5560" y="2678"/>
                        </a:cubicBezTo>
                        <a:cubicBezTo>
                          <a:pt x="5560" y="1200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2" name="Google Shape;4642;p76"/>
                  <p:cNvSpPr/>
                  <p:nvPr/>
                </p:nvSpPr>
                <p:spPr>
                  <a:xfrm>
                    <a:off x="1912179" y="3842838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1" y="1"/>
                        </a:moveTo>
                        <a:lnTo>
                          <a:pt x="3272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43" name="Google Shape;4643;p76"/>
                <p:cNvGrpSpPr/>
                <p:nvPr/>
              </p:nvGrpSpPr>
              <p:grpSpPr>
                <a:xfrm>
                  <a:off x="1912179" y="4044505"/>
                  <a:ext cx="181487" cy="25622"/>
                  <a:chOff x="1912179" y="4044506"/>
                  <a:chExt cx="181487" cy="25622"/>
                </a:xfrm>
              </p:grpSpPr>
              <p:sp>
                <p:nvSpPr>
                  <p:cNvPr id="4644" name="Google Shape;4644;p76"/>
                  <p:cNvSpPr/>
                  <p:nvPr/>
                </p:nvSpPr>
                <p:spPr>
                  <a:xfrm>
                    <a:off x="2067020" y="4044505"/>
                    <a:ext cx="26646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3" y="4564"/>
                        </a:cubicBezTo>
                        <a:cubicBezTo>
                          <a:pt x="1505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0" y="4732"/>
                          <a:pt x="5560" y="3758"/>
                          <a:pt x="5560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5" name="Google Shape;4645;p76"/>
                  <p:cNvSpPr/>
                  <p:nvPr/>
                </p:nvSpPr>
                <p:spPr>
                  <a:xfrm>
                    <a:off x="1912179" y="4059966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32723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46" name="Google Shape;4646;p76"/>
                <p:cNvGrpSpPr/>
                <p:nvPr/>
              </p:nvGrpSpPr>
              <p:grpSpPr>
                <a:xfrm>
                  <a:off x="1560718" y="3800594"/>
                  <a:ext cx="351472" cy="302090"/>
                  <a:chOff x="1560718" y="3800594"/>
                  <a:chExt cx="351472" cy="302090"/>
                </a:xfrm>
              </p:grpSpPr>
              <p:grpSp>
                <p:nvGrpSpPr>
                  <p:cNvPr id="4647" name="Google Shape;4647;p76"/>
                  <p:cNvGrpSpPr/>
                  <p:nvPr/>
                </p:nvGrpSpPr>
                <p:grpSpPr>
                  <a:xfrm>
                    <a:off x="1560718" y="3842857"/>
                    <a:ext cx="173586" cy="217131"/>
                    <a:chOff x="1560718" y="3842857"/>
                    <a:chExt cx="173586" cy="217131"/>
                  </a:xfrm>
                </p:grpSpPr>
                <p:sp>
                  <p:nvSpPr>
                    <p:cNvPr id="4648" name="Google Shape;4648;p76"/>
                    <p:cNvSpPr/>
                    <p:nvPr/>
                  </p:nvSpPr>
                  <p:spPr>
                    <a:xfrm>
                      <a:off x="1560718" y="3951414"/>
                      <a:ext cx="84343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599" h="1" fill="none" extrusionOk="0">
                          <a:moveTo>
                            <a:pt x="1" y="0"/>
                          </a:moveTo>
                          <a:lnTo>
                            <a:pt x="17598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49" name="Google Shape;4649;p76"/>
                    <p:cNvSpPr/>
                    <p:nvPr/>
                  </p:nvSpPr>
                  <p:spPr>
                    <a:xfrm>
                      <a:off x="1631242" y="3936509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2" y="1"/>
                          </a:moveTo>
                          <a:cubicBezTo>
                            <a:pt x="1802" y="1"/>
                            <a:pt x="828" y="650"/>
                            <a:pt x="412" y="1649"/>
                          </a:cubicBezTo>
                          <a:cubicBezTo>
                            <a:pt x="0" y="2649"/>
                            <a:pt x="226" y="3798"/>
                            <a:pt x="993" y="4564"/>
                          </a:cubicBezTo>
                          <a:cubicBezTo>
                            <a:pt x="1502" y="5076"/>
                            <a:pt x="2187" y="5349"/>
                            <a:pt x="2883" y="5349"/>
                          </a:cubicBezTo>
                          <a:cubicBezTo>
                            <a:pt x="3228" y="5349"/>
                            <a:pt x="3576" y="5282"/>
                            <a:pt x="3907" y="5144"/>
                          </a:cubicBezTo>
                          <a:cubicBezTo>
                            <a:pt x="4907" y="4732"/>
                            <a:pt x="5556" y="3758"/>
                            <a:pt x="5560" y="2674"/>
                          </a:cubicBezTo>
                          <a:cubicBezTo>
                            <a:pt x="5560" y="1197"/>
                            <a:pt x="4360" y="1"/>
                            <a:pt x="2882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50" name="Google Shape;4650;p76"/>
                    <p:cNvSpPr/>
                    <p:nvPr/>
                  </p:nvSpPr>
                  <p:spPr>
                    <a:xfrm>
                      <a:off x="1645054" y="3842857"/>
                      <a:ext cx="89251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3" h="45330" fill="none" extrusionOk="0">
                          <a:moveTo>
                            <a:pt x="18623" y="45330"/>
                          </a:moveTo>
                          <a:lnTo>
                            <a:pt x="5625" y="45330"/>
                          </a:lnTo>
                          <a:cubicBezTo>
                            <a:pt x="2889" y="45330"/>
                            <a:pt x="0" y="42619"/>
                            <a:pt x="0" y="35634"/>
                          </a:cubicBezTo>
                          <a:lnTo>
                            <a:pt x="0" y="9697"/>
                          </a:lnTo>
                          <a:cubicBezTo>
                            <a:pt x="0" y="2711"/>
                            <a:pt x="2889" y="1"/>
                            <a:pt x="5625" y="1"/>
                          </a:cubicBezTo>
                          <a:lnTo>
                            <a:pt x="1862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651" name="Google Shape;4651;p76"/>
                  <p:cNvSpPr/>
                  <p:nvPr/>
                </p:nvSpPr>
                <p:spPr>
                  <a:xfrm>
                    <a:off x="1733808" y="3800594"/>
                    <a:ext cx="177874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5" h="21447" extrusionOk="0">
                        <a:moveTo>
                          <a:pt x="4951" y="0"/>
                        </a:moveTo>
                        <a:cubicBezTo>
                          <a:pt x="2215" y="0"/>
                          <a:pt x="1" y="2678"/>
                          <a:pt x="1" y="5983"/>
                        </a:cubicBezTo>
                        <a:lnTo>
                          <a:pt x="1" y="15460"/>
                        </a:lnTo>
                        <a:cubicBezTo>
                          <a:pt x="1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1" y="21446"/>
                          <a:pt x="37115" y="18765"/>
                          <a:pt x="37115" y="15460"/>
                        </a:cubicBezTo>
                        <a:lnTo>
                          <a:pt x="37115" y="5983"/>
                        </a:lnTo>
                        <a:cubicBezTo>
                          <a:pt x="37115" y="2678"/>
                          <a:pt x="34901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2" name="Google Shape;4652;p76"/>
                  <p:cNvSpPr/>
                  <p:nvPr/>
                </p:nvSpPr>
                <p:spPr>
                  <a:xfrm>
                    <a:off x="1734297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51" y="1"/>
                        </a:moveTo>
                        <a:cubicBezTo>
                          <a:pt x="2219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3"/>
                          <a:pt x="4951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9" y="18766"/>
                          <a:pt x="37119" y="15461"/>
                        </a:cubicBezTo>
                        <a:lnTo>
                          <a:pt x="37119" y="5983"/>
                        </a:lnTo>
                        <a:cubicBezTo>
                          <a:pt x="37119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4653" name="Google Shape;4653;p76"/>
              <p:cNvSpPr/>
              <p:nvPr/>
            </p:nvSpPr>
            <p:spPr>
              <a:xfrm>
                <a:off x="1258451" y="3798060"/>
                <a:ext cx="302718" cy="302541"/>
              </a:xfrm>
              <a:custGeom>
                <a:avLst/>
                <a:gdLst/>
                <a:ahLst/>
                <a:cxnLst/>
                <a:rect l="l" t="t" r="r" b="b"/>
                <a:pathLst>
                  <a:path w="63165" h="63161" fill="none" extrusionOk="0">
                    <a:moveTo>
                      <a:pt x="63165" y="31580"/>
                    </a:moveTo>
                    <a:cubicBezTo>
                      <a:pt x="63165" y="49021"/>
                      <a:pt x="49025" y="63161"/>
                      <a:pt x="31585" y="63161"/>
                    </a:cubicBezTo>
                    <a:cubicBezTo>
                      <a:pt x="14140" y="63161"/>
                      <a:pt x="1" y="49021"/>
                      <a:pt x="1" y="31580"/>
                    </a:cubicBezTo>
                    <a:cubicBezTo>
                      <a:pt x="1" y="14140"/>
                      <a:pt x="14140" y="0"/>
                      <a:pt x="31585" y="0"/>
                    </a:cubicBezTo>
                    <a:cubicBezTo>
                      <a:pt x="49025" y="0"/>
                      <a:pt x="63165" y="14140"/>
                      <a:pt x="63165" y="3158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54" name="Google Shape;4654;p76"/>
              <p:cNvGrpSpPr/>
              <p:nvPr/>
            </p:nvGrpSpPr>
            <p:grpSpPr>
              <a:xfrm>
                <a:off x="785350" y="3605478"/>
                <a:ext cx="535311" cy="249245"/>
                <a:chOff x="785350" y="3605478"/>
                <a:chExt cx="535311" cy="249245"/>
              </a:xfrm>
            </p:grpSpPr>
            <p:grpSp>
              <p:nvGrpSpPr>
                <p:cNvPr id="4655" name="Google Shape;4655;p76"/>
                <p:cNvGrpSpPr/>
                <p:nvPr/>
              </p:nvGrpSpPr>
              <p:grpSpPr>
                <a:xfrm>
                  <a:off x="785350" y="3605478"/>
                  <a:ext cx="376191" cy="102736"/>
                  <a:chOff x="785350" y="3605478"/>
                  <a:chExt cx="376191" cy="102736"/>
                </a:xfrm>
              </p:grpSpPr>
              <p:sp>
                <p:nvSpPr>
                  <p:cNvPr id="4656" name="Google Shape;4656;p76"/>
                  <p:cNvSpPr/>
                  <p:nvPr/>
                </p:nvSpPr>
                <p:spPr>
                  <a:xfrm>
                    <a:off x="808023" y="365585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7" name="Google Shape;4657;p76"/>
                  <p:cNvSpPr/>
                  <p:nvPr/>
                </p:nvSpPr>
                <p:spPr>
                  <a:xfrm>
                    <a:off x="785350" y="3643867"/>
                    <a:ext cx="2563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9" h="5349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4152"/>
                          <a:pt x="1197" y="5348"/>
                          <a:pt x="2674" y="5348"/>
                        </a:cubicBezTo>
                        <a:cubicBezTo>
                          <a:pt x="4152" y="5348"/>
                          <a:pt x="5348" y="4152"/>
                          <a:pt x="5348" y="2674"/>
                        </a:cubicBezTo>
                        <a:cubicBezTo>
                          <a:pt x="5348" y="1197"/>
                          <a:pt x="4152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8" name="Google Shape;4658;p76"/>
                  <p:cNvSpPr/>
                  <p:nvPr/>
                </p:nvSpPr>
                <p:spPr>
                  <a:xfrm>
                    <a:off x="983648" y="3605478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82"/>
                          <a:pt x="1" y="5987"/>
                        </a:cubicBezTo>
                        <a:lnTo>
                          <a:pt x="1" y="15464"/>
                        </a:lnTo>
                        <a:cubicBezTo>
                          <a:pt x="1" y="18769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9"/>
                          <a:pt x="37119" y="15464"/>
                        </a:cubicBezTo>
                        <a:lnTo>
                          <a:pt x="37119" y="5987"/>
                        </a:lnTo>
                        <a:cubicBezTo>
                          <a:pt x="37119" y="2682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59" name="Google Shape;4659;p76"/>
                <p:cNvGrpSpPr/>
                <p:nvPr/>
              </p:nvGrpSpPr>
              <p:grpSpPr>
                <a:xfrm>
                  <a:off x="1161530" y="3655851"/>
                  <a:ext cx="159131" cy="198872"/>
                  <a:chOff x="1161530" y="3655851"/>
                  <a:chExt cx="159131" cy="198872"/>
                </a:xfrm>
              </p:grpSpPr>
              <p:sp>
                <p:nvSpPr>
                  <p:cNvPr id="4660" name="Google Shape;4660;p76"/>
                  <p:cNvSpPr/>
                  <p:nvPr/>
                </p:nvSpPr>
                <p:spPr>
                  <a:xfrm>
                    <a:off x="1161530" y="3655851"/>
                    <a:ext cx="146440" cy="186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56" h="38848" fill="none" extrusionOk="0">
                        <a:moveTo>
                          <a:pt x="1" y="1"/>
                        </a:moveTo>
                        <a:lnTo>
                          <a:pt x="12633" y="1"/>
                        </a:lnTo>
                        <a:cubicBezTo>
                          <a:pt x="15723" y="1"/>
                          <a:pt x="16343" y="3466"/>
                          <a:pt x="16343" y="3466"/>
                        </a:cubicBezTo>
                        <a:lnTo>
                          <a:pt x="16343" y="26448"/>
                        </a:lnTo>
                        <a:lnTo>
                          <a:pt x="30556" y="26448"/>
                        </a:lnTo>
                        <a:lnTo>
                          <a:pt x="30556" y="38848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1" name="Google Shape;4661;p76"/>
                  <p:cNvSpPr/>
                  <p:nvPr/>
                </p:nvSpPr>
                <p:spPr>
                  <a:xfrm>
                    <a:off x="1293991" y="3829092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0"/>
                        </a:moveTo>
                        <a:cubicBezTo>
                          <a:pt x="1807" y="0"/>
                          <a:pt x="833" y="653"/>
                          <a:pt x="417" y="1653"/>
                        </a:cubicBezTo>
                        <a:cubicBezTo>
                          <a:pt x="1" y="2652"/>
                          <a:pt x="231" y="3801"/>
                          <a:pt x="997" y="4567"/>
                        </a:cubicBezTo>
                        <a:cubicBezTo>
                          <a:pt x="1509" y="5080"/>
                          <a:pt x="2193" y="5350"/>
                          <a:pt x="2888" y="5350"/>
                        </a:cubicBezTo>
                        <a:cubicBezTo>
                          <a:pt x="3233" y="5350"/>
                          <a:pt x="3580" y="5284"/>
                          <a:pt x="3912" y="5147"/>
                        </a:cubicBezTo>
                        <a:cubicBezTo>
                          <a:pt x="4911" y="4731"/>
                          <a:pt x="5564" y="3757"/>
                          <a:pt x="5564" y="2678"/>
                        </a:cubicBezTo>
                        <a:cubicBezTo>
                          <a:pt x="5564" y="1200"/>
                          <a:pt x="4364" y="0"/>
                          <a:pt x="28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662" name="Google Shape;4662;p76"/>
              <p:cNvGrpSpPr/>
              <p:nvPr/>
            </p:nvGrpSpPr>
            <p:grpSpPr>
              <a:xfrm>
                <a:off x="785350" y="4047614"/>
                <a:ext cx="535311" cy="240783"/>
                <a:chOff x="785350" y="4047614"/>
                <a:chExt cx="535311" cy="240783"/>
              </a:xfrm>
            </p:grpSpPr>
            <p:grpSp>
              <p:nvGrpSpPr>
                <p:cNvPr id="4663" name="Google Shape;4663;p76"/>
                <p:cNvGrpSpPr/>
                <p:nvPr/>
              </p:nvGrpSpPr>
              <p:grpSpPr>
                <a:xfrm>
                  <a:off x="1161636" y="4047614"/>
                  <a:ext cx="159025" cy="190415"/>
                  <a:chOff x="1161636" y="4047614"/>
                  <a:chExt cx="159025" cy="190415"/>
                </a:xfrm>
              </p:grpSpPr>
              <p:sp>
                <p:nvSpPr>
                  <p:cNvPr id="4664" name="Google Shape;4664;p76"/>
                  <p:cNvSpPr/>
                  <p:nvPr/>
                </p:nvSpPr>
                <p:spPr>
                  <a:xfrm>
                    <a:off x="1293991" y="4047614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1"/>
                        </a:moveTo>
                        <a:cubicBezTo>
                          <a:pt x="1807" y="1"/>
                          <a:pt x="833" y="654"/>
                          <a:pt x="417" y="1653"/>
                        </a:cubicBezTo>
                        <a:cubicBezTo>
                          <a:pt x="1" y="2653"/>
                          <a:pt x="231" y="3802"/>
                          <a:pt x="997" y="4568"/>
                        </a:cubicBezTo>
                        <a:cubicBezTo>
                          <a:pt x="1510" y="5078"/>
                          <a:pt x="2195" y="5350"/>
                          <a:pt x="2891" y="5350"/>
                        </a:cubicBezTo>
                        <a:cubicBezTo>
                          <a:pt x="3235" y="5350"/>
                          <a:pt x="3581" y="5284"/>
                          <a:pt x="3912" y="5148"/>
                        </a:cubicBezTo>
                        <a:cubicBezTo>
                          <a:pt x="4911" y="4732"/>
                          <a:pt x="5564" y="3758"/>
                          <a:pt x="5564" y="2675"/>
                        </a:cubicBezTo>
                        <a:cubicBezTo>
                          <a:pt x="5564" y="1197"/>
                          <a:pt x="4364" y="1"/>
                          <a:pt x="28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5" name="Google Shape;4665;p76"/>
                  <p:cNvSpPr/>
                  <p:nvPr/>
                </p:nvSpPr>
                <p:spPr>
                  <a:xfrm>
                    <a:off x="1161636" y="4073229"/>
                    <a:ext cx="146334" cy="16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34" h="34405" fill="none" extrusionOk="0">
                        <a:moveTo>
                          <a:pt x="0" y="34404"/>
                        </a:moveTo>
                        <a:lnTo>
                          <a:pt x="12611" y="34404"/>
                        </a:lnTo>
                        <a:cubicBezTo>
                          <a:pt x="15705" y="34404"/>
                          <a:pt x="16325" y="30939"/>
                          <a:pt x="16325" y="30939"/>
                        </a:cubicBezTo>
                        <a:lnTo>
                          <a:pt x="16325" y="7957"/>
                        </a:lnTo>
                        <a:lnTo>
                          <a:pt x="30534" y="7957"/>
                        </a:lnTo>
                        <a:lnTo>
                          <a:pt x="30534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6" name="Google Shape;4666;p76"/>
                <p:cNvGrpSpPr/>
                <p:nvPr/>
              </p:nvGrpSpPr>
              <p:grpSpPr>
                <a:xfrm>
                  <a:off x="785350" y="4185661"/>
                  <a:ext cx="376191" cy="102736"/>
                  <a:chOff x="785350" y="4185661"/>
                  <a:chExt cx="376191" cy="102736"/>
                </a:xfrm>
              </p:grpSpPr>
              <p:sp>
                <p:nvSpPr>
                  <p:cNvPr id="4667" name="Google Shape;4667;p76"/>
                  <p:cNvSpPr/>
                  <p:nvPr/>
                </p:nvSpPr>
                <p:spPr>
                  <a:xfrm>
                    <a:off x="808023" y="423801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0"/>
                        </a:moveTo>
                        <a:lnTo>
                          <a:pt x="1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8" name="Google Shape;4668;p76"/>
                  <p:cNvSpPr/>
                  <p:nvPr/>
                </p:nvSpPr>
                <p:spPr>
                  <a:xfrm>
                    <a:off x="983648" y="4185661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79"/>
                          <a:pt x="1" y="5984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6"/>
                          <a:pt x="37119" y="15461"/>
                        </a:cubicBezTo>
                        <a:lnTo>
                          <a:pt x="37119" y="5984"/>
                        </a:lnTo>
                        <a:cubicBezTo>
                          <a:pt x="37119" y="2679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9" name="Google Shape;4669;p76"/>
                  <p:cNvSpPr/>
                  <p:nvPr/>
                </p:nvSpPr>
                <p:spPr>
                  <a:xfrm>
                    <a:off x="785350" y="4224370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674" y="0"/>
                        </a:moveTo>
                        <a:cubicBezTo>
                          <a:pt x="2328" y="0"/>
                          <a:pt x="1980" y="67"/>
                          <a:pt x="1649" y="203"/>
                        </a:cubicBezTo>
                        <a:cubicBezTo>
                          <a:pt x="650" y="619"/>
                          <a:pt x="0" y="1593"/>
                          <a:pt x="0" y="2677"/>
                        </a:cubicBezTo>
                        <a:cubicBezTo>
                          <a:pt x="0" y="4150"/>
                          <a:pt x="1197" y="5351"/>
                          <a:pt x="2674" y="5351"/>
                        </a:cubicBezTo>
                        <a:cubicBezTo>
                          <a:pt x="3754" y="5351"/>
                          <a:pt x="4732" y="4698"/>
                          <a:pt x="5144" y="3698"/>
                        </a:cubicBezTo>
                        <a:cubicBezTo>
                          <a:pt x="5560" y="2699"/>
                          <a:pt x="5330" y="1550"/>
                          <a:pt x="4568" y="783"/>
                        </a:cubicBezTo>
                        <a:cubicBezTo>
                          <a:pt x="4055" y="271"/>
                          <a:pt x="3370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670" name="Google Shape;4670;p76"/>
              <p:cNvGrpSpPr/>
              <p:nvPr/>
            </p:nvGrpSpPr>
            <p:grpSpPr>
              <a:xfrm>
                <a:off x="1501054" y="3605478"/>
                <a:ext cx="526340" cy="249240"/>
                <a:chOff x="1501054" y="3605478"/>
                <a:chExt cx="526340" cy="249240"/>
              </a:xfrm>
            </p:grpSpPr>
            <p:grpSp>
              <p:nvGrpSpPr>
                <p:cNvPr id="4671" name="Google Shape;4671;p76"/>
                <p:cNvGrpSpPr/>
                <p:nvPr/>
              </p:nvGrpSpPr>
              <p:grpSpPr>
                <a:xfrm>
                  <a:off x="1834208" y="3643867"/>
                  <a:ext cx="193185" cy="25622"/>
                  <a:chOff x="1834208" y="3643867"/>
                  <a:chExt cx="193185" cy="25622"/>
                </a:xfrm>
              </p:grpSpPr>
              <p:sp>
                <p:nvSpPr>
                  <p:cNvPr id="4672" name="Google Shape;4672;p76"/>
                  <p:cNvSpPr/>
                  <p:nvPr/>
                </p:nvSpPr>
                <p:spPr>
                  <a:xfrm>
                    <a:off x="1834208" y="3655851"/>
                    <a:ext cx="167541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59" h="1" fill="none" extrusionOk="0">
                        <a:moveTo>
                          <a:pt x="1" y="1"/>
                        </a:moveTo>
                        <a:lnTo>
                          <a:pt x="34959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3" name="Google Shape;4673;p76"/>
                  <p:cNvSpPr/>
                  <p:nvPr/>
                </p:nvSpPr>
                <p:spPr>
                  <a:xfrm>
                    <a:off x="2000728" y="3643867"/>
                    <a:ext cx="2666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6" y="4564"/>
                        </a:cubicBezTo>
                        <a:cubicBezTo>
                          <a:pt x="1506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1" y="4732"/>
                          <a:pt x="5560" y="3758"/>
                          <a:pt x="5563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74" name="Google Shape;4674;p76"/>
                <p:cNvGrpSpPr/>
                <p:nvPr/>
              </p:nvGrpSpPr>
              <p:grpSpPr>
                <a:xfrm>
                  <a:off x="1501054" y="3605478"/>
                  <a:ext cx="333165" cy="249240"/>
                  <a:chOff x="1501054" y="3605478"/>
                  <a:chExt cx="333165" cy="249240"/>
                </a:xfrm>
              </p:grpSpPr>
              <p:sp>
                <p:nvSpPr>
                  <p:cNvPr id="4675" name="Google Shape;4675;p76"/>
                  <p:cNvSpPr/>
                  <p:nvPr/>
                </p:nvSpPr>
                <p:spPr>
                  <a:xfrm>
                    <a:off x="1656330" y="3605478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47" y="1"/>
                        </a:moveTo>
                        <a:cubicBezTo>
                          <a:pt x="2214" y="1"/>
                          <a:pt x="0" y="2682"/>
                          <a:pt x="0" y="5987"/>
                        </a:cubicBezTo>
                        <a:lnTo>
                          <a:pt x="0" y="15464"/>
                        </a:lnTo>
                        <a:cubicBezTo>
                          <a:pt x="0" y="18769"/>
                          <a:pt x="2214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0" y="21447"/>
                          <a:pt x="37118" y="18769"/>
                          <a:pt x="37118" y="15464"/>
                        </a:cubicBezTo>
                        <a:lnTo>
                          <a:pt x="37118" y="5987"/>
                        </a:lnTo>
                        <a:cubicBezTo>
                          <a:pt x="37118" y="2682"/>
                          <a:pt x="34900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676" name="Google Shape;4676;p76"/>
                  <p:cNvGrpSpPr/>
                  <p:nvPr/>
                </p:nvGrpSpPr>
                <p:grpSpPr>
                  <a:xfrm>
                    <a:off x="1501054" y="3655851"/>
                    <a:ext cx="155286" cy="198867"/>
                    <a:chOff x="1501054" y="3655851"/>
                    <a:chExt cx="155286" cy="198867"/>
                  </a:xfrm>
                </p:grpSpPr>
                <p:sp>
                  <p:nvSpPr>
                    <p:cNvPr id="4677" name="Google Shape;4677;p76"/>
                    <p:cNvSpPr/>
                    <p:nvPr/>
                  </p:nvSpPr>
                  <p:spPr>
                    <a:xfrm>
                      <a:off x="1516351" y="3655851"/>
                      <a:ext cx="139989" cy="186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10" h="38848" fill="none" extrusionOk="0">
                          <a:moveTo>
                            <a:pt x="29209" y="1"/>
                          </a:moveTo>
                          <a:lnTo>
                            <a:pt x="17922" y="1"/>
                          </a:lnTo>
                          <a:cubicBezTo>
                            <a:pt x="14829" y="1"/>
                            <a:pt x="14209" y="3466"/>
                            <a:pt x="14209" y="3466"/>
                          </a:cubicBezTo>
                          <a:lnTo>
                            <a:pt x="14209" y="26448"/>
                          </a:lnTo>
                          <a:lnTo>
                            <a:pt x="0" y="26448"/>
                          </a:lnTo>
                          <a:lnTo>
                            <a:pt x="0" y="38848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78" name="Google Shape;4678;p76"/>
                    <p:cNvSpPr/>
                    <p:nvPr/>
                  </p:nvSpPr>
                  <p:spPr>
                    <a:xfrm>
                      <a:off x="1501054" y="3829092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3"/>
                            <a:pt x="416" y="1653"/>
                          </a:cubicBezTo>
                          <a:cubicBezTo>
                            <a:pt x="0" y="2652"/>
                            <a:pt x="230" y="3801"/>
                            <a:pt x="996" y="4567"/>
                          </a:cubicBezTo>
                          <a:cubicBezTo>
                            <a:pt x="1507" y="5078"/>
                            <a:pt x="2192" y="5350"/>
                            <a:pt x="2890" y="5350"/>
                          </a:cubicBezTo>
                          <a:cubicBezTo>
                            <a:pt x="3234" y="5350"/>
                            <a:pt x="3581" y="5283"/>
                            <a:pt x="3911" y="5147"/>
                          </a:cubicBezTo>
                          <a:cubicBezTo>
                            <a:pt x="4910" y="4731"/>
                            <a:pt x="5560" y="3757"/>
                            <a:pt x="5560" y="2678"/>
                          </a:cubicBezTo>
                          <a:cubicBezTo>
                            <a:pt x="5560" y="1200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4679" name="Google Shape;4679;p76"/>
              <p:cNvGrpSpPr/>
              <p:nvPr/>
            </p:nvGrpSpPr>
            <p:grpSpPr>
              <a:xfrm>
                <a:off x="724986" y="3800594"/>
                <a:ext cx="532950" cy="302090"/>
                <a:chOff x="724986" y="3800594"/>
                <a:chExt cx="532950" cy="302090"/>
              </a:xfrm>
            </p:grpSpPr>
            <p:grpSp>
              <p:nvGrpSpPr>
                <p:cNvPr id="4680" name="Google Shape;4680;p76"/>
                <p:cNvGrpSpPr/>
                <p:nvPr/>
              </p:nvGrpSpPr>
              <p:grpSpPr>
                <a:xfrm>
                  <a:off x="724986" y="4044367"/>
                  <a:ext cx="181314" cy="25626"/>
                  <a:chOff x="724986" y="4044367"/>
                  <a:chExt cx="181314" cy="25626"/>
                </a:xfrm>
              </p:grpSpPr>
              <p:sp>
                <p:nvSpPr>
                  <p:cNvPr id="4681" name="Google Shape;4681;p76"/>
                  <p:cNvSpPr/>
                  <p:nvPr/>
                </p:nvSpPr>
                <p:spPr>
                  <a:xfrm>
                    <a:off x="746695" y="4059966"/>
                    <a:ext cx="15960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03" h="1" fill="none" extrusionOk="0">
                        <a:moveTo>
                          <a:pt x="1" y="1"/>
                        </a:moveTo>
                        <a:lnTo>
                          <a:pt x="3330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2" name="Google Shape;4682;p76"/>
                  <p:cNvSpPr/>
                  <p:nvPr/>
                </p:nvSpPr>
                <p:spPr>
                  <a:xfrm>
                    <a:off x="724986" y="4044367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3758"/>
                          <a:pt x="653" y="4732"/>
                          <a:pt x="1653" y="5147"/>
                        </a:cubicBezTo>
                        <a:cubicBezTo>
                          <a:pt x="1983" y="5284"/>
                          <a:pt x="2329" y="5350"/>
                          <a:pt x="2673" y="5350"/>
                        </a:cubicBezTo>
                        <a:cubicBezTo>
                          <a:pt x="3369" y="5350"/>
                          <a:pt x="4054" y="5078"/>
                          <a:pt x="4567" y="4567"/>
                        </a:cubicBezTo>
                        <a:cubicBezTo>
                          <a:pt x="5330" y="3801"/>
                          <a:pt x="5559" y="2649"/>
                          <a:pt x="5147" y="1653"/>
                        </a:cubicBezTo>
                        <a:cubicBezTo>
                          <a:pt x="4731" y="653"/>
                          <a:pt x="3757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83" name="Google Shape;4683;p76"/>
                <p:cNvGrpSpPr/>
                <p:nvPr/>
              </p:nvGrpSpPr>
              <p:grpSpPr>
                <a:xfrm>
                  <a:off x="906290" y="3800594"/>
                  <a:ext cx="351646" cy="302090"/>
                  <a:chOff x="906290" y="3800594"/>
                  <a:chExt cx="351646" cy="302090"/>
                </a:xfrm>
              </p:grpSpPr>
              <p:grpSp>
                <p:nvGrpSpPr>
                  <p:cNvPr id="4684" name="Google Shape;4684;p76"/>
                  <p:cNvGrpSpPr/>
                  <p:nvPr/>
                </p:nvGrpSpPr>
                <p:grpSpPr>
                  <a:xfrm>
                    <a:off x="1084172" y="3842857"/>
                    <a:ext cx="173764" cy="217131"/>
                    <a:chOff x="1084172" y="3842857"/>
                    <a:chExt cx="173764" cy="217131"/>
                  </a:xfrm>
                </p:grpSpPr>
                <p:grpSp>
                  <p:nvGrpSpPr>
                    <p:cNvPr id="4685" name="Google Shape;4685;p76"/>
                    <p:cNvGrpSpPr/>
                    <p:nvPr/>
                  </p:nvGrpSpPr>
                  <p:grpSpPr>
                    <a:xfrm>
                      <a:off x="1156862" y="3936509"/>
                      <a:ext cx="101073" cy="25622"/>
                      <a:chOff x="1156862" y="3936509"/>
                      <a:chExt cx="101073" cy="25622"/>
                    </a:xfrm>
                  </p:grpSpPr>
                  <p:sp>
                    <p:nvSpPr>
                      <p:cNvPr id="4686" name="Google Shape;4686;p76"/>
                      <p:cNvSpPr/>
                      <p:nvPr/>
                    </p:nvSpPr>
                    <p:spPr>
                      <a:xfrm>
                        <a:off x="1156862" y="3936509"/>
                        <a:ext cx="26651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1" h="5349" extrusionOk="0">
                            <a:moveTo>
                              <a:pt x="2886" y="1"/>
                            </a:moveTo>
                            <a:cubicBezTo>
                              <a:pt x="1803" y="1"/>
                              <a:pt x="829" y="650"/>
                              <a:pt x="413" y="1649"/>
                            </a:cubicBezTo>
                            <a:cubicBezTo>
                              <a:pt x="1" y="2649"/>
                              <a:pt x="227" y="3798"/>
                              <a:pt x="993" y="4564"/>
                            </a:cubicBezTo>
                            <a:cubicBezTo>
                              <a:pt x="1505" y="5076"/>
                              <a:pt x="2189" y="5349"/>
                              <a:pt x="2884" y="5349"/>
                            </a:cubicBezTo>
                            <a:cubicBezTo>
                              <a:pt x="3229" y="5349"/>
                              <a:pt x="3576" y="5282"/>
                              <a:pt x="3908" y="5144"/>
                            </a:cubicBezTo>
                            <a:cubicBezTo>
                              <a:pt x="4907" y="4732"/>
                              <a:pt x="5560" y="3758"/>
                              <a:pt x="5560" y="2674"/>
                            </a:cubicBezTo>
                            <a:cubicBezTo>
                              <a:pt x="5560" y="1197"/>
                              <a:pt x="4364" y="1"/>
                              <a:pt x="28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4687" name="Google Shape;4687;p76"/>
                      <p:cNvSpPr/>
                      <p:nvPr/>
                    </p:nvSpPr>
                    <p:spPr>
                      <a:xfrm>
                        <a:off x="1173592" y="3951414"/>
                        <a:ext cx="84343" cy="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599" h="1" fill="none" extrusionOk="0">
                            <a:moveTo>
                              <a:pt x="17598" y="0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4688" name="Google Shape;4688;p76"/>
                    <p:cNvSpPr/>
                    <p:nvPr/>
                  </p:nvSpPr>
                  <p:spPr>
                    <a:xfrm>
                      <a:off x="1084172" y="3842857"/>
                      <a:ext cx="86476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4" h="45330" fill="none" extrusionOk="0">
                          <a:moveTo>
                            <a:pt x="0" y="45330"/>
                          </a:moveTo>
                          <a:lnTo>
                            <a:pt x="12418" y="45330"/>
                          </a:lnTo>
                          <a:cubicBezTo>
                            <a:pt x="15150" y="45330"/>
                            <a:pt x="18043" y="42619"/>
                            <a:pt x="18043" y="35634"/>
                          </a:cubicBezTo>
                          <a:lnTo>
                            <a:pt x="18043" y="9697"/>
                          </a:lnTo>
                          <a:cubicBezTo>
                            <a:pt x="18043" y="2711"/>
                            <a:pt x="15150" y="1"/>
                            <a:pt x="12418" y="1"/>
                          </a:cubicBezTo>
                          <a:lnTo>
                            <a:pt x="1715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689" name="Google Shape;4689;p76"/>
                  <p:cNvSpPr/>
                  <p:nvPr/>
                </p:nvSpPr>
                <p:spPr>
                  <a:xfrm>
                    <a:off x="906290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47" y="1"/>
                        </a:moveTo>
                        <a:cubicBezTo>
                          <a:pt x="2215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5" y="21443"/>
                          <a:pt x="4947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8" y="18766"/>
                          <a:pt x="37118" y="15461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0" name="Google Shape;4690;p76"/>
                  <p:cNvSpPr/>
                  <p:nvPr/>
                </p:nvSpPr>
                <p:spPr>
                  <a:xfrm>
                    <a:off x="914509" y="3800594"/>
                    <a:ext cx="177888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7" extrusionOk="0">
                        <a:moveTo>
                          <a:pt x="4951" y="0"/>
                        </a:moveTo>
                        <a:cubicBezTo>
                          <a:pt x="2218" y="0"/>
                          <a:pt x="0" y="2678"/>
                          <a:pt x="0" y="5983"/>
                        </a:cubicBezTo>
                        <a:lnTo>
                          <a:pt x="0" y="15460"/>
                        </a:lnTo>
                        <a:cubicBezTo>
                          <a:pt x="0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0" y="21446"/>
                          <a:pt x="37118" y="18765"/>
                          <a:pt x="37118" y="15460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0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91" name="Google Shape;4691;p76"/>
                <p:cNvGrpSpPr/>
                <p:nvPr/>
              </p:nvGrpSpPr>
              <p:grpSpPr>
                <a:xfrm>
                  <a:off x="724986" y="3830189"/>
                  <a:ext cx="189533" cy="25626"/>
                  <a:chOff x="724986" y="3830189"/>
                  <a:chExt cx="189533" cy="25626"/>
                </a:xfrm>
              </p:grpSpPr>
              <p:sp>
                <p:nvSpPr>
                  <p:cNvPr id="4692" name="Google Shape;4692;p76"/>
                  <p:cNvSpPr/>
                  <p:nvPr/>
                </p:nvSpPr>
                <p:spPr>
                  <a:xfrm>
                    <a:off x="724986" y="3830189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1"/>
                        </a:moveTo>
                        <a:cubicBezTo>
                          <a:pt x="1197" y="1"/>
                          <a:pt x="0" y="1197"/>
                          <a:pt x="0" y="2675"/>
                        </a:cubicBezTo>
                        <a:cubicBezTo>
                          <a:pt x="0" y="3758"/>
                          <a:pt x="653" y="4732"/>
                          <a:pt x="1653" y="5144"/>
                        </a:cubicBezTo>
                        <a:cubicBezTo>
                          <a:pt x="1984" y="5282"/>
                          <a:pt x="2331" y="5349"/>
                          <a:pt x="2676" y="5349"/>
                        </a:cubicBezTo>
                        <a:cubicBezTo>
                          <a:pt x="3371" y="5349"/>
                          <a:pt x="4055" y="5077"/>
                          <a:pt x="4567" y="4564"/>
                        </a:cubicBezTo>
                        <a:cubicBezTo>
                          <a:pt x="5330" y="3802"/>
                          <a:pt x="5559" y="2649"/>
                          <a:pt x="5147" y="1650"/>
                        </a:cubicBezTo>
                        <a:cubicBezTo>
                          <a:pt x="4731" y="650"/>
                          <a:pt x="3757" y="1"/>
                          <a:pt x="2674" y="1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3" name="Google Shape;4693;p76"/>
                  <p:cNvSpPr/>
                  <p:nvPr/>
                </p:nvSpPr>
                <p:spPr>
                  <a:xfrm>
                    <a:off x="746695" y="3842838"/>
                    <a:ext cx="16782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18" h="1" fill="none" extrusionOk="0">
                        <a:moveTo>
                          <a:pt x="35017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4694" name="Google Shape;4694;p76"/>
          <p:cNvGrpSpPr/>
          <p:nvPr/>
        </p:nvGrpSpPr>
        <p:grpSpPr>
          <a:xfrm>
            <a:off x="2253298" y="2455640"/>
            <a:ext cx="948701" cy="935378"/>
            <a:chOff x="2253298" y="2428317"/>
            <a:chExt cx="948701" cy="935378"/>
          </a:xfrm>
        </p:grpSpPr>
        <p:sp>
          <p:nvSpPr>
            <p:cNvPr id="4695" name="Google Shape;4695;p76"/>
            <p:cNvSpPr/>
            <p:nvPr/>
          </p:nvSpPr>
          <p:spPr>
            <a:xfrm>
              <a:off x="2418065" y="2799334"/>
              <a:ext cx="619167" cy="193359"/>
            </a:xfrm>
            <a:custGeom>
              <a:avLst/>
              <a:gdLst/>
              <a:ahLst/>
              <a:cxnLst/>
              <a:rect l="l" t="t" r="r" b="b"/>
              <a:pathLst>
                <a:path w="116549" h="36397" extrusionOk="0">
                  <a:moveTo>
                    <a:pt x="18199" y="1"/>
                  </a:moveTo>
                  <a:cubicBezTo>
                    <a:pt x="8148" y="1"/>
                    <a:pt x="1" y="8148"/>
                    <a:pt x="1" y="18198"/>
                  </a:cubicBezTo>
                  <a:cubicBezTo>
                    <a:pt x="1" y="28249"/>
                    <a:pt x="8148" y="36396"/>
                    <a:pt x="18199" y="36396"/>
                  </a:cubicBezTo>
                  <a:lnTo>
                    <a:pt x="98350" y="36396"/>
                  </a:lnTo>
                  <a:cubicBezTo>
                    <a:pt x="108401" y="36396"/>
                    <a:pt x="116548" y="28249"/>
                    <a:pt x="116548" y="18198"/>
                  </a:cubicBezTo>
                  <a:cubicBezTo>
                    <a:pt x="116548" y="8148"/>
                    <a:pt x="108401" y="1"/>
                    <a:pt x="98350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6"/>
            <p:cNvSpPr/>
            <p:nvPr/>
          </p:nvSpPr>
          <p:spPr>
            <a:xfrm>
              <a:off x="2373234" y="2761962"/>
              <a:ext cx="248482" cy="268106"/>
            </a:xfrm>
            <a:custGeom>
              <a:avLst/>
              <a:gdLst/>
              <a:ahLst/>
              <a:cxnLst/>
              <a:rect l="l" t="t" r="r" b="b"/>
              <a:pathLst>
                <a:path w="46773" h="50467" extrusionOk="0">
                  <a:moveTo>
                    <a:pt x="25232" y="1"/>
                  </a:moveTo>
                  <a:cubicBezTo>
                    <a:pt x="11319" y="1"/>
                    <a:pt x="0" y="11322"/>
                    <a:pt x="0" y="25233"/>
                  </a:cubicBezTo>
                  <a:cubicBezTo>
                    <a:pt x="0" y="39146"/>
                    <a:pt x="11319" y="50466"/>
                    <a:pt x="25232" y="50466"/>
                  </a:cubicBezTo>
                  <a:lnTo>
                    <a:pt x="46773" y="50466"/>
                  </a:lnTo>
                  <a:lnTo>
                    <a:pt x="46773" y="49007"/>
                  </a:lnTo>
                  <a:lnTo>
                    <a:pt x="25232" y="49007"/>
                  </a:lnTo>
                  <a:cubicBezTo>
                    <a:pt x="12124" y="49007"/>
                    <a:pt x="1456" y="38344"/>
                    <a:pt x="1456" y="25233"/>
                  </a:cubicBezTo>
                  <a:cubicBezTo>
                    <a:pt x="1456" y="12123"/>
                    <a:pt x="12124" y="1457"/>
                    <a:pt x="25232" y="1457"/>
                  </a:cubicBezTo>
                  <a:lnTo>
                    <a:pt x="46773" y="1457"/>
                  </a:lnTo>
                  <a:lnTo>
                    <a:pt x="46773" y="1"/>
                  </a:ln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6"/>
            <p:cNvSpPr/>
            <p:nvPr/>
          </p:nvSpPr>
          <p:spPr>
            <a:xfrm>
              <a:off x="2726356" y="3024889"/>
              <a:ext cx="2582" cy="99328"/>
            </a:xfrm>
            <a:custGeom>
              <a:avLst/>
              <a:gdLst/>
              <a:ahLst/>
              <a:cxnLst/>
              <a:rect l="l" t="t" r="r" b="b"/>
              <a:pathLst>
                <a:path w="486" h="18697" extrusionOk="0">
                  <a:moveTo>
                    <a:pt x="243" y="1"/>
                  </a:moveTo>
                  <a:cubicBezTo>
                    <a:pt x="108" y="1"/>
                    <a:pt x="1" y="109"/>
                    <a:pt x="1" y="243"/>
                  </a:cubicBezTo>
                  <a:lnTo>
                    <a:pt x="1" y="18455"/>
                  </a:lnTo>
                  <a:cubicBezTo>
                    <a:pt x="1" y="18588"/>
                    <a:pt x="108" y="18697"/>
                    <a:pt x="243" y="18697"/>
                  </a:cubicBezTo>
                  <a:cubicBezTo>
                    <a:pt x="377" y="18697"/>
                    <a:pt x="485" y="18588"/>
                    <a:pt x="485" y="18455"/>
                  </a:cubicBezTo>
                  <a:lnTo>
                    <a:pt x="485" y="243"/>
                  </a:lnTo>
                  <a:cubicBezTo>
                    <a:pt x="485" y="109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6"/>
            <p:cNvSpPr/>
            <p:nvPr/>
          </p:nvSpPr>
          <p:spPr>
            <a:xfrm>
              <a:off x="2785174" y="3024884"/>
              <a:ext cx="287220" cy="99333"/>
            </a:xfrm>
            <a:custGeom>
              <a:avLst/>
              <a:gdLst/>
              <a:ahLst/>
              <a:cxnLst/>
              <a:rect l="l" t="t" r="r" b="b"/>
              <a:pathLst>
                <a:path w="54065" h="18698" extrusionOk="0"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lnTo>
                    <a:pt x="0" y="5286"/>
                  </a:lnTo>
                  <a:cubicBezTo>
                    <a:pt x="0" y="8843"/>
                    <a:pt x="2895" y="11736"/>
                    <a:pt x="6451" y="11736"/>
                  </a:cubicBezTo>
                  <a:lnTo>
                    <a:pt x="46862" y="11736"/>
                  </a:lnTo>
                  <a:cubicBezTo>
                    <a:pt x="50567" y="11736"/>
                    <a:pt x="53580" y="14751"/>
                    <a:pt x="53580" y="18456"/>
                  </a:cubicBezTo>
                  <a:cubicBezTo>
                    <a:pt x="53580" y="18589"/>
                    <a:pt x="53689" y="18698"/>
                    <a:pt x="53822" y="18698"/>
                  </a:cubicBezTo>
                  <a:cubicBezTo>
                    <a:pt x="53957" y="18698"/>
                    <a:pt x="54064" y="18589"/>
                    <a:pt x="54063" y="18456"/>
                  </a:cubicBezTo>
                  <a:cubicBezTo>
                    <a:pt x="54063" y="14484"/>
                    <a:pt x="50831" y="11250"/>
                    <a:pt x="46858" y="11250"/>
                  </a:cubicBezTo>
                  <a:lnTo>
                    <a:pt x="6449" y="11250"/>
                  </a:lnTo>
                  <a:cubicBezTo>
                    <a:pt x="3160" y="11250"/>
                    <a:pt x="484" y="8576"/>
                    <a:pt x="484" y="5286"/>
                  </a:cubicBezTo>
                  <a:lnTo>
                    <a:pt x="484" y="242"/>
                  </a:ln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6"/>
            <p:cNvSpPr/>
            <p:nvPr/>
          </p:nvSpPr>
          <p:spPr>
            <a:xfrm>
              <a:off x="2382903" y="3024884"/>
              <a:ext cx="287215" cy="99333"/>
            </a:xfrm>
            <a:custGeom>
              <a:avLst/>
              <a:gdLst/>
              <a:ahLst/>
              <a:cxnLst/>
              <a:rect l="l" t="t" r="r" b="b"/>
              <a:pathLst>
                <a:path w="54064" h="18698" extrusionOk="0">
                  <a:moveTo>
                    <a:pt x="53821" y="0"/>
                  </a:moveTo>
                  <a:cubicBezTo>
                    <a:pt x="53686" y="0"/>
                    <a:pt x="53579" y="109"/>
                    <a:pt x="53579" y="242"/>
                  </a:cubicBezTo>
                  <a:lnTo>
                    <a:pt x="53579" y="5286"/>
                  </a:lnTo>
                  <a:cubicBezTo>
                    <a:pt x="53579" y="8576"/>
                    <a:pt x="50903" y="11250"/>
                    <a:pt x="47614" y="11250"/>
                  </a:cubicBezTo>
                  <a:lnTo>
                    <a:pt x="7205" y="11250"/>
                  </a:lnTo>
                  <a:cubicBezTo>
                    <a:pt x="3232" y="11250"/>
                    <a:pt x="0" y="14484"/>
                    <a:pt x="0" y="18456"/>
                  </a:cubicBezTo>
                  <a:cubicBezTo>
                    <a:pt x="0" y="18589"/>
                    <a:pt x="109" y="18698"/>
                    <a:pt x="242" y="18698"/>
                  </a:cubicBezTo>
                  <a:cubicBezTo>
                    <a:pt x="376" y="18698"/>
                    <a:pt x="485" y="18589"/>
                    <a:pt x="485" y="18456"/>
                  </a:cubicBezTo>
                  <a:cubicBezTo>
                    <a:pt x="485" y="14751"/>
                    <a:pt x="3499" y="11736"/>
                    <a:pt x="7202" y="11736"/>
                  </a:cubicBezTo>
                  <a:lnTo>
                    <a:pt x="47612" y="11736"/>
                  </a:lnTo>
                  <a:cubicBezTo>
                    <a:pt x="51169" y="11736"/>
                    <a:pt x="54063" y="8843"/>
                    <a:pt x="54063" y="5286"/>
                  </a:cubicBezTo>
                  <a:lnTo>
                    <a:pt x="54063" y="242"/>
                  </a:lnTo>
                  <a:cubicBezTo>
                    <a:pt x="54063" y="109"/>
                    <a:pt x="53955" y="0"/>
                    <a:pt x="53821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6"/>
            <p:cNvSpPr/>
            <p:nvPr/>
          </p:nvSpPr>
          <p:spPr>
            <a:xfrm>
              <a:off x="2596756" y="3151259"/>
              <a:ext cx="261784" cy="212436"/>
            </a:xfrm>
            <a:custGeom>
              <a:avLst/>
              <a:gdLst/>
              <a:ahLst/>
              <a:cxnLst/>
              <a:rect l="l" t="t" r="r" b="b"/>
              <a:pathLst>
                <a:path w="49277" h="39988" extrusionOk="0">
                  <a:moveTo>
                    <a:pt x="7996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6" y="39988"/>
                  </a:cubicBezTo>
                  <a:lnTo>
                    <a:pt x="41280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79"/>
                    <a:pt x="45697" y="0"/>
                    <a:pt x="4128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6"/>
            <p:cNvSpPr/>
            <p:nvPr/>
          </p:nvSpPr>
          <p:spPr>
            <a:xfrm>
              <a:off x="2940204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5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5" y="39988"/>
                  </a:cubicBezTo>
                  <a:lnTo>
                    <a:pt x="41282" y="39988"/>
                  </a:lnTo>
                  <a:cubicBezTo>
                    <a:pt x="45698" y="39988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79"/>
                    <a:pt x="45698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6"/>
            <p:cNvSpPr/>
            <p:nvPr/>
          </p:nvSpPr>
          <p:spPr>
            <a:xfrm>
              <a:off x="2253298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7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7" y="39988"/>
                  </a:cubicBezTo>
                  <a:lnTo>
                    <a:pt x="41282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79"/>
                    <a:pt x="45697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6"/>
            <p:cNvSpPr/>
            <p:nvPr/>
          </p:nvSpPr>
          <p:spPr>
            <a:xfrm>
              <a:off x="2718685" y="3113966"/>
              <a:ext cx="17919" cy="17924"/>
            </a:xfrm>
            <a:custGeom>
              <a:avLst/>
              <a:gdLst/>
              <a:ahLst/>
              <a:cxnLst/>
              <a:rect l="l" t="t" r="r" b="b"/>
              <a:pathLst>
                <a:path w="3373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6"/>
            <p:cNvSpPr/>
            <p:nvPr/>
          </p:nvSpPr>
          <p:spPr>
            <a:xfrm>
              <a:off x="3062128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0" y="755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3"/>
                    <a:pt x="3373" y="2619"/>
                    <a:pt x="3373" y="1687"/>
                  </a:cubicBezTo>
                  <a:cubicBezTo>
                    <a:pt x="3373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6"/>
            <p:cNvSpPr/>
            <p:nvPr/>
          </p:nvSpPr>
          <p:spPr>
            <a:xfrm>
              <a:off x="2375226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3"/>
                    <a:pt x="3374" y="2619"/>
                    <a:pt x="3374" y="1687"/>
                  </a:cubicBezTo>
                  <a:cubicBezTo>
                    <a:pt x="3374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6"/>
            <p:cNvSpPr/>
            <p:nvPr/>
          </p:nvSpPr>
          <p:spPr>
            <a:xfrm>
              <a:off x="2718685" y="3017224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8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6"/>
            <p:cNvSpPr/>
            <p:nvPr/>
          </p:nvSpPr>
          <p:spPr>
            <a:xfrm>
              <a:off x="2777509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8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6"/>
            <p:cNvSpPr/>
            <p:nvPr/>
          </p:nvSpPr>
          <p:spPr>
            <a:xfrm>
              <a:off x="2659856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8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76"/>
            <p:cNvSpPr/>
            <p:nvPr/>
          </p:nvSpPr>
          <p:spPr>
            <a:xfrm>
              <a:off x="2726356" y="2667807"/>
              <a:ext cx="2582" cy="99322"/>
            </a:xfrm>
            <a:custGeom>
              <a:avLst/>
              <a:gdLst/>
              <a:ahLst/>
              <a:cxnLst/>
              <a:rect l="l" t="t" r="r" b="b"/>
              <a:pathLst>
                <a:path w="486" h="18696" extrusionOk="0">
                  <a:moveTo>
                    <a:pt x="243" y="0"/>
                  </a:moveTo>
                  <a:cubicBezTo>
                    <a:pt x="108" y="0"/>
                    <a:pt x="1" y="109"/>
                    <a:pt x="1" y="243"/>
                  </a:cubicBezTo>
                  <a:lnTo>
                    <a:pt x="1" y="18453"/>
                  </a:lnTo>
                  <a:cubicBezTo>
                    <a:pt x="1" y="18588"/>
                    <a:pt x="108" y="18695"/>
                    <a:pt x="243" y="18695"/>
                  </a:cubicBezTo>
                  <a:cubicBezTo>
                    <a:pt x="377" y="18695"/>
                    <a:pt x="485" y="18588"/>
                    <a:pt x="485" y="18453"/>
                  </a:cubicBezTo>
                  <a:lnTo>
                    <a:pt x="485" y="243"/>
                  </a:lnTo>
                  <a:cubicBezTo>
                    <a:pt x="485" y="109"/>
                    <a:pt x="377" y="0"/>
                    <a:pt x="243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76"/>
            <p:cNvSpPr/>
            <p:nvPr/>
          </p:nvSpPr>
          <p:spPr>
            <a:xfrm>
              <a:off x="2785174" y="2667796"/>
              <a:ext cx="287210" cy="99333"/>
            </a:xfrm>
            <a:custGeom>
              <a:avLst/>
              <a:gdLst/>
              <a:ahLst/>
              <a:cxnLst/>
              <a:rect l="l" t="t" r="r" b="b"/>
              <a:pathLst>
                <a:path w="54063" h="18698" extrusionOk="0">
                  <a:moveTo>
                    <a:pt x="53821" y="1"/>
                  </a:moveTo>
                  <a:cubicBezTo>
                    <a:pt x="53687" y="1"/>
                    <a:pt x="53579" y="108"/>
                    <a:pt x="53579" y="243"/>
                  </a:cubicBezTo>
                  <a:cubicBezTo>
                    <a:pt x="53579" y="3946"/>
                    <a:pt x="50564" y="6961"/>
                    <a:pt x="46861" y="6961"/>
                  </a:cubicBezTo>
                  <a:lnTo>
                    <a:pt x="6451" y="6961"/>
                  </a:lnTo>
                  <a:cubicBezTo>
                    <a:pt x="2895" y="6961"/>
                    <a:pt x="0" y="9857"/>
                    <a:pt x="0" y="13412"/>
                  </a:cubicBezTo>
                  <a:lnTo>
                    <a:pt x="0" y="18455"/>
                  </a:lnTo>
                  <a:cubicBezTo>
                    <a:pt x="0" y="18590"/>
                    <a:pt x="109" y="18697"/>
                    <a:pt x="242" y="18697"/>
                  </a:cubicBezTo>
                  <a:cubicBezTo>
                    <a:pt x="379" y="18697"/>
                    <a:pt x="487" y="18590"/>
                    <a:pt x="486" y="18455"/>
                  </a:cubicBezTo>
                  <a:lnTo>
                    <a:pt x="486" y="13412"/>
                  </a:lnTo>
                  <a:cubicBezTo>
                    <a:pt x="486" y="10122"/>
                    <a:pt x="3162" y="7447"/>
                    <a:pt x="6451" y="7447"/>
                  </a:cubicBezTo>
                  <a:lnTo>
                    <a:pt x="46858" y="7447"/>
                  </a:lnTo>
                  <a:cubicBezTo>
                    <a:pt x="50831" y="7447"/>
                    <a:pt x="54063" y="4215"/>
                    <a:pt x="54063" y="243"/>
                  </a:cubicBezTo>
                  <a:cubicBezTo>
                    <a:pt x="54063" y="108"/>
                    <a:pt x="53954" y="1"/>
                    <a:pt x="53821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6"/>
            <p:cNvSpPr/>
            <p:nvPr/>
          </p:nvSpPr>
          <p:spPr>
            <a:xfrm>
              <a:off x="2382892" y="2667796"/>
              <a:ext cx="287226" cy="99333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6"/>
            <p:cNvSpPr/>
            <p:nvPr/>
          </p:nvSpPr>
          <p:spPr>
            <a:xfrm>
              <a:off x="2596756" y="2428317"/>
              <a:ext cx="261784" cy="212447"/>
            </a:xfrm>
            <a:custGeom>
              <a:avLst/>
              <a:gdLst/>
              <a:ahLst/>
              <a:cxnLst/>
              <a:rect l="l" t="t" r="r" b="b"/>
              <a:pathLst>
                <a:path w="49277" h="39990" extrusionOk="0">
                  <a:moveTo>
                    <a:pt x="7996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6" y="39989"/>
                  </a:cubicBezTo>
                  <a:lnTo>
                    <a:pt x="41280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80"/>
                    <a:pt x="45697" y="1"/>
                    <a:pt x="41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6"/>
            <p:cNvSpPr/>
            <p:nvPr/>
          </p:nvSpPr>
          <p:spPr>
            <a:xfrm>
              <a:off x="2940204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5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5" y="39989"/>
                  </a:cubicBezTo>
                  <a:lnTo>
                    <a:pt x="41282" y="39989"/>
                  </a:lnTo>
                  <a:cubicBezTo>
                    <a:pt x="45698" y="39989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80"/>
                    <a:pt x="45698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6"/>
            <p:cNvSpPr/>
            <p:nvPr/>
          </p:nvSpPr>
          <p:spPr>
            <a:xfrm>
              <a:off x="2253298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7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7" y="39989"/>
                  </a:cubicBezTo>
                  <a:lnTo>
                    <a:pt x="41282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80"/>
                    <a:pt x="45697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6"/>
            <p:cNvSpPr/>
            <p:nvPr/>
          </p:nvSpPr>
          <p:spPr>
            <a:xfrm>
              <a:off x="2718685" y="2660136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7"/>
                    <a:pt x="3372" y="1687"/>
                  </a:cubicBezTo>
                  <a:cubicBezTo>
                    <a:pt x="3372" y="754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6"/>
            <p:cNvSpPr/>
            <p:nvPr/>
          </p:nvSpPr>
          <p:spPr>
            <a:xfrm>
              <a:off x="3062128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0" y="754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0"/>
                    <a:pt x="3373" y="2617"/>
                    <a:pt x="3373" y="1687"/>
                  </a:cubicBezTo>
                  <a:cubicBezTo>
                    <a:pt x="3373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6"/>
            <p:cNvSpPr/>
            <p:nvPr/>
          </p:nvSpPr>
          <p:spPr>
            <a:xfrm>
              <a:off x="2375226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6"/>
            <p:cNvSpPr/>
            <p:nvPr/>
          </p:nvSpPr>
          <p:spPr>
            <a:xfrm>
              <a:off x="2718685" y="2756878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6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6"/>
            <p:cNvSpPr/>
            <p:nvPr/>
          </p:nvSpPr>
          <p:spPr>
            <a:xfrm>
              <a:off x="2777509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6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6"/>
            <p:cNvSpPr/>
            <p:nvPr/>
          </p:nvSpPr>
          <p:spPr>
            <a:xfrm>
              <a:off x="2659856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6"/>
            <p:cNvSpPr/>
            <p:nvPr/>
          </p:nvSpPr>
          <p:spPr>
            <a:xfrm>
              <a:off x="2301024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3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6"/>
            <p:cNvSpPr/>
            <p:nvPr/>
          </p:nvSpPr>
          <p:spPr>
            <a:xfrm>
              <a:off x="2644918" y="2533889"/>
              <a:ext cx="163747" cy="1291"/>
            </a:xfrm>
            <a:custGeom>
              <a:avLst/>
              <a:gdLst/>
              <a:ahLst/>
              <a:cxnLst/>
              <a:rect l="l" t="t" r="r" b="b"/>
              <a:pathLst>
                <a:path w="30823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1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6"/>
            <p:cNvSpPr/>
            <p:nvPr/>
          </p:nvSpPr>
          <p:spPr>
            <a:xfrm>
              <a:off x="2990071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76"/>
            <p:cNvSpPr/>
            <p:nvPr/>
          </p:nvSpPr>
          <p:spPr>
            <a:xfrm>
              <a:off x="2644918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2"/>
                  </a:cubicBezTo>
                  <a:cubicBezTo>
                    <a:pt x="0" y="188"/>
                    <a:pt x="55" y="242"/>
                    <a:pt x="121" y="242"/>
                  </a:cubicBezTo>
                  <a:lnTo>
                    <a:pt x="30701" y="242"/>
                  </a:lnTo>
                  <a:cubicBezTo>
                    <a:pt x="30769" y="242"/>
                    <a:pt x="30824" y="190"/>
                    <a:pt x="30823" y="122"/>
                  </a:cubicBezTo>
                  <a:cubicBezTo>
                    <a:pt x="30823" y="56"/>
                    <a:pt x="30767" y="0"/>
                    <a:pt x="30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76"/>
            <p:cNvSpPr/>
            <p:nvPr/>
          </p:nvSpPr>
          <p:spPr>
            <a:xfrm>
              <a:off x="2301427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3" y="0"/>
                  </a:moveTo>
                  <a:cubicBezTo>
                    <a:pt x="57" y="0"/>
                    <a:pt x="1" y="55"/>
                    <a:pt x="1" y="122"/>
                  </a:cubicBezTo>
                  <a:cubicBezTo>
                    <a:pt x="1" y="188"/>
                    <a:pt x="57" y="242"/>
                    <a:pt x="123" y="242"/>
                  </a:cubicBezTo>
                  <a:lnTo>
                    <a:pt x="30702" y="242"/>
                  </a:lnTo>
                  <a:cubicBezTo>
                    <a:pt x="30771" y="242"/>
                    <a:pt x="30825" y="190"/>
                    <a:pt x="30823" y="122"/>
                  </a:cubicBezTo>
                  <a:cubicBezTo>
                    <a:pt x="30823" y="56"/>
                    <a:pt x="30769" y="0"/>
                    <a:pt x="30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76"/>
            <p:cNvSpPr/>
            <p:nvPr/>
          </p:nvSpPr>
          <p:spPr>
            <a:xfrm>
              <a:off x="2990102" y="3256847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76"/>
            <p:cNvSpPr/>
            <p:nvPr/>
          </p:nvSpPr>
          <p:spPr>
            <a:xfrm>
              <a:off x="2833559" y="2761962"/>
              <a:ext cx="248503" cy="268106"/>
            </a:xfrm>
            <a:custGeom>
              <a:avLst/>
              <a:gdLst/>
              <a:ahLst/>
              <a:cxnLst/>
              <a:rect l="l" t="t" r="r" b="b"/>
              <a:pathLst>
                <a:path w="46777" h="50467" extrusionOk="0">
                  <a:moveTo>
                    <a:pt x="1" y="1"/>
                  </a:moveTo>
                  <a:lnTo>
                    <a:pt x="1" y="1458"/>
                  </a:lnTo>
                  <a:lnTo>
                    <a:pt x="21544" y="1458"/>
                  </a:lnTo>
                  <a:cubicBezTo>
                    <a:pt x="34653" y="1458"/>
                    <a:pt x="45320" y="12123"/>
                    <a:pt x="45320" y="25233"/>
                  </a:cubicBezTo>
                  <a:cubicBezTo>
                    <a:pt x="45320" y="38344"/>
                    <a:pt x="34653" y="49009"/>
                    <a:pt x="21544" y="49009"/>
                  </a:cubicBezTo>
                  <a:lnTo>
                    <a:pt x="1" y="49009"/>
                  </a:lnTo>
                  <a:lnTo>
                    <a:pt x="1" y="50466"/>
                  </a:lnTo>
                  <a:lnTo>
                    <a:pt x="21544" y="50466"/>
                  </a:lnTo>
                  <a:cubicBezTo>
                    <a:pt x="35457" y="50466"/>
                    <a:pt x="46776" y="39146"/>
                    <a:pt x="46776" y="25233"/>
                  </a:cubicBezTo>
                  <a:cubicBezTo>
                    <a:pt x="46776" y="11322"/>
                    <a:pt x="35457" y="1"/>
                    <a:pt x="21544" y="1"/>
                  </a:cubicBez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2" name="Google Shape;4732;p77"/>
          <p:cNvGrpSpPr/>
          <p:nvPr/>
        </p:nvGrpSpPr>
        <p:grpSpPr>
          <a:xfrm>
            <a:off x="3353582" y="1145627"/>
            <a:ext cx="2363393" cy="1017867"/>
            <a:chOff x="3292400" y="1219146"/>
            <a:chExt cx="2615240" cy="1110239"/>
          </a:xfrm>
        </p:grpSpPr>
        <p:sp>
          <p:nvSpPr>
            <p:cNvPr id="4733" name="Google Shape;4733;p77"/>
            <p:cNvSpPr/>
            <p:nvPr/>
          </p:nvSpPr>
          <p:spPr>
            <a:xfrm>
              <a:off x="3292400" y="1845763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ABBCC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4" name="Google Shape;4734;p77"/>
            <p:cNvSpPr/>
            <p:nvPr/>
          </p:nvSpPr>
          <p:spPr>
            <a:xfrm>
              <a:off x="3292400" y="1314860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5" name="Google Shape;4735;p77"/>
            <p:cNvSpPr txBox="1"/>
            <p:nvPr/>
          </p:nvSpPr>
          <p:spPr>
            <a:xfrm flipH="1">
              <a:off x="3678794" y="1219157"/>
              <a:ext cx="3705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JANUARY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6" name="Google Shape;4736;p77"/>
            <p:cNvSpPr txBox="1"/>
            <p:nvPr/>
          </p:nvSpPr>
          <p:spPr>
            <a:xfrm flipH="1">
              <a:off x="4051671" y="1219146"/>
              <a:ext cx="4014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FEBRUARY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7" name="Google Shape;4737;p77"/>
            <p:cNvSpPr txBox="1"/>
            <p:nvPr/>
          </p:nvSpPr>
          <p:spPr>
            <a:xfrm flipH="1">
              <a:off x="4453057" y="1219146"/>
              <a:ext cx="348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MARCH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8" name="Google Shape;4738;p77"/>
            <p:cNvSpPr txBox="1"/>
            <p:nvPr/>
          </p:nvSpPr>
          <p:spPr>
            <a:xfrm flipH="1">
              <a:off x="4831790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APRIL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39" name="Google Shape;4739;p77"/>
            <p:cNvSpPr txBox="1"/>
            <p:nvPr/>
          </p:nvSpPr>
          <p:spPr>
            <a:xfrm flipH="1">
              <a:off x="5186134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MAY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0" name="Google Shape;4740;p77"/>
            <p:cNvSpPr txBox="1"/>
            <p:nvPr/>
          </p:nvSpPr>
          <p:spPr>
            <a:xfrm flipH="1">
              <a:off x="5562148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JUNE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1" name="Google Shape;4741;p77"/>
            <p:cNvSpPr txBox="1"/>
            <p:nvPr/>
          </p:nvSpPr>
          <p:spPr>
            <a:xfrm flipH="1">
              <a:off x="3338153" y="1379250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PHASE 1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2" name="Google Shape;4742;p77"/>
            <p:cNvSpPr txBox="1"/>
            <p:nvPr/>
          </p:nvSpPr>
          <p:spPr>
            <a:xfrm flipH="1">
              <a:off x="3338156" y="1902299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PHASE 2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3" name="Google Shape;4743;p77"/>
            <p:cNvSpPr txBox="1"/>
            <p:nvPr/>
          </p:nvSpPr>
          <p:spPr>
            <a:xfrm flipH="1">
              <a:off x="3344522" y="1537172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Task 1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4" name="Google Shape;4744;p77"/>
            <p:cNvSpPr txBox="1"/>
            <p:nvPr/>
          </p:nvSpPr>
          <p:spPr>
            <a:xfrm flipH="1">
              <a:off x="3344522" y="1713877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Task 2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5" name="Google Shape;4745;p77"/>
            <p:cNvSpPr txBox="1"/>
            <p:nvPr/>
          </p:nvSpPr>
          <p:spPr>
            <a:xfrm flipH="1">
              <a:off x="3344522" y="2079003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Task 1</a:t>
              </a:r>
              <a:endParaRPr sz="200">
                <a:solidFill>
                  <a:srgbClr val="FFFFFF"/>
                </a:solidFill>
              </a:endParaRPr>
            </a:p>
          </p:txBody>
        </p:sp>
        <p:sp>
          <p:nvSpPr>
            <p:cNvPr id="4746" name="Google Shape;4746;p77"/>
            <p:cNvSpPr txBox="1"/>
            <p:nvPr/>
          </p:nvSpPr>
          <p:spPr>
            <a:xfrm flipH="1">
              <a:off x="3344527" y="2246885"/>
              <a:ext cx="262200" cy="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">
                  <a:solidFill>
                    <a:srgbClr val="FFFFFF"/>
                  </a:solidFill>
                </a:rPr>
                <a:t>Task 2</a:t>
              </a:r>
              <a:endParaRPr sz="200">
                <a:solidFill>
                  <a:srgbClr val="FFFFFF"/>
                </a:solidFill>
              </a:endParaRPr>
            </a:p>
          </p:txBody>
        </p:sp>
        <p:grpSp>
          <p:nvGrpSpPr>
            <p:cNvPr id="4747" name="Google Shape;4747;p77"/>
            <p:cNvGrpSpPr/>
            <p:nvPr/>
          </p:nvGrpSpPr>
          <p:grpSpPr>
            <a:xfrm>
              <a:off x="3748438" y="1378608"/>
              <a:ext cx="2159202" cy="903971"/>
              <a:chOff x="1683525" y="2179850"/>
              <a:chExt cx="4519050" cy="2134525"/>
            </a:xfrm>
          </p:grpSpPr>
          <p:sp>
            <p:nvSpPr>
              <p:cNvPr id="4748" name="Google Shape;4748;p77"/>
              <p:cNvSpPr/>
              <p:nvPr/>
            </p:nvSpPr>
            <p:spPr>
              <a:xfrm>
                <a:off x="1683525" y="2179850"/>
                <a:ext cx="4519050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3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9" name="Google Shape;4749;p77"/>
              <p:cNvSpPr/>
              <p:nvPr/>
            </p:nvSpPr>
            <p:spPr>
              <a:xfrm>
                <a:off x="1683525" y="25959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0" name="Google Shape;4750;p77"/>
              <p:cNvSpPr/>
              <p:nvPr/>
            </p:nvSpPr>
            <p:spPr>
              <a:xfrm>
                <a:off x="1683525" y="301210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80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2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1" name="Google Shape;4751;p77"/>
              <p:cNvSpPr/>
              <p:nvPr/>
            </p:nvSpPr>
            <p:spPr>
              <a:xfrm>
                <a:off x="1683525" y="342822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2" name="Google Shape;4752;p77"/>
              <p:cNvSpPr/>
              <p:nvPr/>
            </p:nvSpPr>
            <p:spPr>
              <a:xfrm>
                <a:off x="1683525" y="384435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548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608"/>
                    </a:lnTo>
                    <a:cubicBezTo>
                      <a:pt x="1" y="1917"/>
                      <a:pt x="251" y="2156"/>
                      <a:pt x="548" y="2156"/>
                    </a:cubicBezTo>
                    <a:lnTo>
                      <a:pt x="180202" y="2156"/>
                    </a:lnTo>
                    <a:cubicBezTo>
                      <a:pt x="180511" y="2156"/>
                      <a:pt x="180761" y="1917"/>
                      <a:pt x="180761" y="1608"/>
                    </a:cubicBezTo>
                    <a:lnTo>
                      <a:pt x="180761" y="560"/>
                    </a:lnTo>
                    <a:cubicBezTo>
                      <a:pt x="180761" y="251"/>
                      <a:pt x="180511" y="1"/>
                      <a:pt x="180202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3" name="Google Shape;4753;p77"/>
              <p:cNvSpPr/>
              <p:nvPr/>
            </p:nvSpPr>
            <p:spPr>
              <a:xfrm>
                <a:off x="1683525" y="42604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0"/>
                    </a:moveTo>
                    <a:cubicBezTo>
                      <a:pt x="477" y="0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0"/>
                      <a:pt x="179678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4" name="Google Shape;4754;p77"/>
              <p:cNvSpPr/>
              <p:nvPr/>
            </p:nvSpPr>
            <p:spPr>
              <a:xfrm>
                <a:off x="1683525" y="2179850"/>
                <a:ext cx="921275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36851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35767" y="2156"/>
                    </a:lnTo>
                    <a:cubicBezTo>
                      <a:pt x="36362" y="2156"/>
                      <a:pt x="36851" y="1668"/>
                      <a:pt x="36851" y="1073"/>
                    </a:cubicBezTo>
                    <a:cubicBezTo>
                      <a:pt x="36851" y="477"/>
                      <a:pt x="36362" y="1"/>
                      <a:pt x="35767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5" name="Google Shape;4755;p77"/>
              <p:cNvSpPr/>
              <p:nvPr/>
            </p:nvSpPr>
            <p:spPr>
              <a:xfrm>
                <a:off x="2166625" y="2595975"/>
                <a:ext cx="20369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476" h="2156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68"/>
                      <a:pt x="489" y="2156"/>
                      <a:pt x="1084" y="2156"/>
                    </a:cubicBezTo>
                    <a:lnTo>
                      <a:pt x="80392" y="2156"/>
                    </a:lnTo>
                    <a:cubicBezTo>
                      <a:pt x="80987" y="2156"/>
                      <a:pt x="81475" y="1668"/>
                      <a:pt x="81475" y="1084"/>
                    </a:cubicBezTo>
                    <a:cubicBezTo>
                      <a:pt x="81475" y="489"/>
                      <a:pt x="80987" y="1"/>
                      <a:pt x="80392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6" name="Google Shape;4756;p77"/>
              <p:cNvSpPr/>
              <p:nvPr/>
            </p:nvSpPr>
            <p:spPr>
              <a:xfrm>
                <a:off x="2808675" y="3012100"/>
                <a:ext cx="10820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43280" h="2156" extrusionOk="0">
                    <a:moveTo>
                      <a:pt x="1072" y="1"/>
                    </a:move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668"/>
                      <a:pt x="477" y="2156"/>
                      <a:pt x="1072" y="2156"/>
                    </a:cubicBezTo>
                    <a:lnTo>
                      <a:pt x="42196" y="2156"/>
                    </a:lnTo>
                    <a:cubicBezTo>
                      <a:pt x="42791" y="2156"/>
                      <a:pt x="43280" y="1668"/>
                      <a:pt x="43280" y="1072"/>
                    </a:cubicBezTo>
                    <a:cubicBezTo>
                      <a:pt x="43280" y="477"/>
                      <a:pt x="42791" y="1"/>
                      <a:pt x="42196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7" name="Google Shape;4757;p77"/>
              <p:cNvSpPr/>
              <p:nvPr/>
            </p:nvSpPr>
            <p:spPr>
              <a:xfrm>
                <a:off x="2942925" y="3428225"/>
                <a:ext cx="20449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797" h="2156" extrusionOk="0">
                    <a:moveTo>
                      <a:pt x="1084" y="1"/>
                    </a:moveTo>
                    <a:cubicBezTo>
                      <a:pt x="488" y="1"/>
                      <a:pt x="0" y="489"/>
                      <a:pt x="12" y="1084"/>
                    </a:cubicBezTo>
                    <a:cubicBezTo>
                      <a:pt x="12" y="1679"/>
                      <a:pt x="488" y="2156"/>
                      <a:pt x="1084" y="2156"/>
                    </a:cubicBezTo>
                    <a:lnTo>
                      <a:pt x="80713" y="2156"/>
                    </a:lnTo>
                    <a:cubicBezTo>
                      <a:pt x="81308" y="2156"/>
                      <a:pt x="81796" y="1679"/>
                      <a:pt x="81796" y="1084"/>
                    </a:cubicBezTo>
                    <a:cubicBezTo>
                      <a:pt x="81796" y="489"/>
                      <a:pt x="81308" y="1"/>
                      <a:pt x="80713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8" name="Google Shape;4758;p77"/>
              <p:cNvSpPr/>
              <p:nvPr/>
            </p:nvSpPr>
            <p:spPr>
              <a:xfrm>
                <a:off x="3933825" y="3844350"/>
                <a:ext cx="16508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66033" h="2156" extrusionOk="0">
                    <a:moveTo>
                      <a:pt x="548" y="1"/>
                    </a:moveTo>
                    <a:cubicBezTo>
                      <a:pt x="238" y="1"/>
                      <a:pt x="0" y="251"/>
                      <a:pt x="0" y="560"/>
                    </a:cubicBezTo>
                    <a:lnTo>
                      <a:pt x="0" y="1608"/>
                    </a:lnTo>
                    <a:cubicBezTo>
                      <a:pt x="0" y="1917"/>
                      <a:pt x="238" y="2156"/>
                      <a:pt x="548" y="2156"/>
                    </a:cubicBezTo>
                    <a:lnTo>
                      <a:pt x="65472" y="2156"/>
                    </a:lnTo>
                    <a:cubicBezTo>
                      <a:pt x="65782" y="2156"/>
                      <a:pt x="66032" y="1917"/>
                      <a:pt x="66032" y="1608"/>
                    </a:cubicBezTo>
                    <a:lnTo>
                      <a:pt x="66032" y="560"/>
                    </a:lnTo>
                    <a:cubicBezTo>
                      <a:pt x="66032" y="251"/>
                      <a:pt x="65782" y="1"/>
                      <a:pt x="6547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9" name="Google Shape;4759;p77"/>
              <p:cNvSpPr/>
              <p:nvPr/>
            </p:nvSpPr>
            <p:spPr>
              <a:xfrm>
                <a:off x="5058950" y="4260775"/>
                <a:ext cx="11436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45745" h="2144" extrusionOk="0">
                    <a:moveTo>
                      <a:pt x="1072" y="0"/>
                    </a:moveTo>
                    <a:cubicBezTo>
                      <a:pt x="477" y="0"/>
                      <a:pt x="1" y="477"/>
                      <a:pt x="1" y="1072"/>
                    </a:cubicBezTo>
                    <a:cubicBezTo>
                      <a:pt x="1" y="1667"/>
                      <a:pt x="477" y="2144"/>
                      <a:pt x="1072" y="2144"/>
                    </a:cubicBezTo>
                    <a:lnTo>
                      <a:pt x="44661" y="2144"/>
                    </a:lnTo>
                    <a:cubicBezTo>
                      <a:pt x="45256" y="2144"/>
                      <a:pt x="45744" y="1667"/>
                      <a:pt x="45744" y="1072"/>
                    </a:cubicBezTo>
                    <a:cubicBezTo>
                      <a:pt x="45744" y="477"/>
                      <a:pt x="45256" y="0"/>
                      <a:pt x="44661" y="0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>
                  <a:solidFill>
                    <a:srgbClr val="FFFFFF"/>
                  </a:solidFill>
                </a:endParaRPr>
              </a:p>
            </p:txBody>
          </p:sp>
        </p:grpSp>
      </p:grpSp>
      <p:graphicFrame>
        <p:nvGraphicFramePr>
          <p:cNvPr id="4760" name="Google Shape;4760;p77"/>
          <p:cNvGraphicFramePr/>
          <p:nvPr/>
        </p:nvGraphicFramePr>
        <p:xfrm>
          <a:off x="5949675" y="232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{0C1D3E2F-F8F4-49D2-84FC-C7E880DB4A9E}</a:tableStyleId>
              </a:tblPr>
              <a:tblGrid>
                <a:gridCol w="62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7994A9">
                        <a:alpha val="6470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761" name="Google Shape;4761;p77"/>
          <p:cNvGrpSpPr/>
          <p:nvPr/>
        </p:nvGrpSpPr>
        <p:grpSpPr>
          <a:xfrm>
            <a:off x="5926924" y="3381697"/>
            <a:ext cx="2519825" cy="1001454"/>
            <a:chOff x="1906114" y="789980"/>
            <a:chExt cx="1487676" cy="606868"/>
          </a:xfrm>
        </p:grpSpPr>
        <p:cxnSp>
          <p:nvCxnSpPr>
            <p:cNvPr id="4762" name="Google Shape;4762;p77"/>
            <p:cNvCxnSpPr/>
            <p:nvPr/>
          </p:nvCxnSpPr>
          <p:spPr>
            <a:xfrm rot="10800000">
              <a:off x="2109981" y="1180903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3" name="Google Shape;4763;p77"/>
            <p:cNvCxnSpPr/>
            <p:nvPr/>
          </p:nvCxnSpPr>
          <p:spPr>
            <a:xfrm rot="10800000">
              <a:off x="2109981" y="985080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4" name="Google Shape;4764;p77"/>
            <p:cNvCxnSpPr/>
            <p:nvPr/>
          </p:nvCxnSpPr>
          <p:spPr>
            <a:xfrm rot="10800000">
              <a:off x="2109981" y="1376729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65" name="Google Shape;4765;p77"/>
            <p:cNvSpPr txBox="1"/>
            <p:nvPr/>
          </p:nvSpPr>
          <p:spPr>
            <a:xfrm flipH="1">
              <a:off x="210971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JANUARY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66" name="Google Shape;4766;p77"/>
            <p:cNvSpPr txBox="1"/>
            <p:nvPr/>
          </p:nvSpPr>
          <p:spPr>
            <a:xfrm flipH="1">
              <a:off x="2434275" y="789980"/>
              <a:ext cx="2892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FEBRUARY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67" name="Google Shape;4767;p77"/>
            <p:cNvSpPr txBox="1"/>
            <p:nvPr/>
          </p:nvSpPr>
          <p:spPr>
            <a:xfrm flipH="1">
              <a:off x="2781049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MARCH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68" name="Google Shape;4768;p77"/>
            <p:cNvSpPr txBox="1"/>
            <p:nvPr/>
          </p:nvSpPr>
          <p:spPr>
            <a:xfrm flipH="1">
              <a:off x="311269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APRIL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69" name="Google Shape;4769;p77"/>
            <p:cNvSpPr/>
            <p:nvPr/>
          </p:nvSpPr>
          <p:spPr>
            <a:xfrm>
              <a:off x="2105681" y="964326"/>
              <a:ext cx="2892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77"/>
            <p:cNvSpPr/>
            <p:nvPr/>
          </p:nvSpPr>
          <p:spPr>
            <a:xfrm>
              <a:off x="2109515" y="1159286"/>
              <a:ext cx="280200" cy="426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77"/>
            <p:cNvSpPr/>
            <p:nvPr/>
          </p:nvSpPr>
          <p:spPr>
            <a:xfrm>
              <a:off x="2753389" y="1353677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77"/>
            <p:cNvSpPr/>
            <p:nvPr/>
          </p:nvSpPr>
          <p:spPr>
            <a:xfrm>
              <a:off x="2105681" y="1159287"/>
              <a:ext cx="2892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77"/>
            <p:cNvSpPr/>
            <p:nvPr/>
          </p:nvSpPr>
          <p:spPr>
            <a:xfrm>
              <a:off x="2412005" y="1354248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77"/>
            <p:cNvSpPr/>
            <p:nvPr/>
          </p:nvSpPr>
          <p:spPr>
            <a:xfrm>
              <a:off x="2410087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77"/>
            <p:cNvSpPr txBox="1"/>
            <p:nvPr/>
          </p:nvSpPr>
          <p:spPr>
            <a:xfrm flipH="1">
              <a:off x="1906114" y="918164"/>
              <a:ext cx="203400" cy="1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PHASE 1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76" name="Google Shape;4776;p77"/>
            <p:cNvSpPr txBox="1"/>
            <p:nvPr/>
          </p:nvSpPr>
          <p:spPr>
            <a:xfrm flipH="1">
              <a:off x="1919618" y="1113390"/>
              <a:ext cx="1899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Task 1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77" name="Google Shape;4777;p77"/>
            <p:cNvSpPr txBox="1"/>
            <p:nvPr/>
          </p:nvSpPr>
          <p:spPr>
            <a:xfrm flipH="1">
              <a:off x="1906118" y="1304527"/>
              <a:ext cx="2034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300">
                  <a:solidFill>
                    <a:srgbClr val="E3E9ED"/>
                  </a:solidFill>
                </a:rPr>
                <a:t>Task 2</a:t>
              </a:r>
              <a:endParaRPr sz="300">
                <a:solidFill>
                  <a:srgbClr val="E3E9ED"/>
                </a:solidFill>
              </a:endParaRPr>
            </a:p>
          </p:txBody>
        </p:sp>
        <p:sp>
          <p:nvSpPr>
            <p:cNvPr id="4778" name="Google Shape;4778;p77"/>
            <p:cNvSpPr/>
            <p:nvPr/>
          </p:nvSpPr>
          <p:spPr>
            <a:xfrm>
              <a:off x="2750975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9" name="Google Shape;4779;p77"/>
          <p:cNvGrpSpPr/>
          <p:nvPr/>
        </p:nvGrpSpPr>
        <p:grpSpPr>
          <a:xfrm>
            <a:off x="726399" y="1190655"/>
            <a:ext cx="2394370" cy="976502"/>
            <a:chOff x="749309" y="1112739"/>
            <a:chExt cx="2371603" cy="976502"/>
          </a:xfrm>
        </p:grpSpPr>
        <p:sp>
          <p:nvSpPr>
            <p:cNvPr id="4780" name="Google Shape;4780;p77"/>
            <p:cNvSpPr/>
            <p:nvPr/>
          </p:nvSpPr>
          <p:spPr>
            <a:xfrm>
              <a:off x="1092126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77"/>
            <p:cNvSpPr/>
            <p:nvPr/>
          </p:nvSpPr>
          <p:spPr>
            <a:xfrm>
              <a:off x="1434943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77"/>
            <p:cNvSpPr/>
            <p:nvPr/>
          </p:nvSpPr>
          <p:spPr>
            <a:xfrm>
              <a:off x="1777760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77"/>
            <p:cNvSpPr/>
            <p:nvPr/>
          </p:nvSpPr>
          <p:spPr>
            <a:xfrm>
              <a:off x="2120578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77"/>
            <p:cNvSpPr/>
            <p:nvPr/>
          </p:nvSpPr>
          <p:spPr>
            <a:xfrm>
              <a:off x="2463395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77"/>
            <p:cNvSpPr/>
            <p:nvPr/>
          </p:nvSpPr>
          <p:spPr>
            <a:xfrm>
              <a:off x="2806212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77"/>
            <p:cNvSpPr/>
            <p:nvPr/>
          </p:nvSpPr>
          <p:spPr>
            <a:xfrm>
              <a:off x="749309" y="136229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77"/>
            <p:cNvSpPr/>
            <p:nvPr/>
          </p:nvSpPr>
          <p:spPr>
            <a:xfrm>
              <a:off x="1092126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77"/>
            <p:cNvSpPr/>
            <p:nvPr/>
          </p:nvSpPr>
          <p:spPr>
            <a:xfrm>
              <a:off x="1434943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77"/>
            <p:cNvSpPr/>
            <p:nvPr/>
          </p:nvSpPr>
          <p:spPr>
            <a:xfrm>
              <a:off x="1777760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77"/>
            <p:cNvSpPr/>
            <p:nvPr/>
          </p:nvSpPr>
          <p:spPr>
            <a:xfrm>
              <a:off x="2120578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77"/>
            <p:cNvSpPr/>
            <p:nvPr/>
          </p:nvSpPr>
          <p:spPr>
            <a:xfrm>
              <a:off x="2463395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77"/>
            <p:cNvSpPr/>
            <p:nvPr/>
          </p:nvSpPr>
          <p:spPr>
            <a:xfrm>
              <a:off x="2806212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77"/>
            <p:cNvSpPr/>
            <p:nvPr/>
          </p:nvSpPr>
          <p:spPr>
            <a:xfrm>
              <a:off x="749309" y="161184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77"/>
            <p:cNvSpPr/>
            <p:nvPr/>
          </p:nvSpPr>
          <p:spPr>
            <a:xfrm>
              <a:off x="1092126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77"/>
            <p:cNvSpPr/>
            <p:nvPr/>
          </p:nvSpPr>
          <p:spPr>
            <a:xfrm>
              <a:off x="1434943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77"/>
            <p:cNvSpPr/>
            <p:nvPr/>
          </p:nvSpPr>
          <p:spPr>
            <a:xfrm>
              <a:off x="1777760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77"/>
            <p:cNvSpPr/>
            <p:nvPr/>
          </p:nvSpPr>
          <p:spPr>
            <a:xfrm>
              <a:off x="2120578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77"/>
            <p:cNvSpPr/>
            <p:nvPr/>
          </p:nvSpPr>
          <p:spPr>
            <a:xfrm>
              <a:off x="2463395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77"/>
            <p:cNvSpPr/>
            <p:nvPr/>
          </p:nvSpPr>
          <p:spPr>
            <a:xfrm>
              <a:off x="2806212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77"/>
            <p:cNvSpPr/>
            <p:nvPr/>
          </p:nvSpPr>
          <p:spPr>
            <a:xfrm>
              <a:off x="749309" y="186140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77"/>
            <p:cNvSpPr/>
            <p:nvPr/>
          </p:nvSpPr>
          <p:spPr>
            <a:xfrm>
              <a:off x="1092126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77"/>
            <p:cNvSpPr/>
            <p:nvPr/>
          </p:nvSpPr>
          <p:spPr>
            <a:xfrm>
              <a:off x="1434943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77"/>
            <p:cNvSpPr/>
            <p:nvPr/>
          </p:nvSpPr>
          <p:spPr>
            <a:xfrm>
              <a:off x="1777760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77"/>
            <p:cNvSpPr/>
            <p:nvPr/>
          </p:nvSpPr>
          <p:spPr>
            <a:xfrm>
              <a:off x="2120578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77"/>
            <p:cNvSpPr/>
            <p:nvPr/>
          </p:nvSpPr>
          <p:spPr>
            <a:xfrm>
              <a:off x="2463395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77"/>
            <p:cNvSpPr/>
            <p:nvPr/>
          </p:nvSpPr>
          <p:spPr>
            <a:xfrm>
              <a:off x="2806212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77"/>
            <p:cNvSpPr/>
            <p:nvPr/>
          </p:nvSpPr>
          <p:spPr>
            <a:xfrm>
              <a:off x="749309" y="111273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77"/>
            <p:cNvSpPr/>
            <p:nvPr/>
          </p:nvSpPr>
          <p:spPr>
            <a:xfrm>
              <a:off x="1434877" y="1258345"/>
              <a:ext cx="16857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77"/>
            <p:cNvSpPr/>
            <p:nvPr/>
          </p:nvSpPr>
          <p:spPr>
            <a:xfrm>
              <a:off x="1777683" y="2010641"/>
              <a:ext cx="10002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77"/>
            <p:cNvSpPr/>
            <p:nvPr/>
          </p:nvSpPr>
          <p:spPr>
            <a:xfrm>
              <a:off x="1092070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77"/>
            <p:cNvSpPr/>
            <p:nvPr/>
          </p:nvSpPr>
          <p:spPr>
            <a:xfrm>
              <a:off x="2463277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4812" name="Google Shape;4812;p77"/>
          <p:cNvGraphicFramePr/>
          <p:nvPr/>
        </p:nvGraphicFramePr>
        <p:xfrm>
          <a:off x="5949700" y="118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{0C1D3E2F-F8F4-49D2-84FC-C7E880DB4A9E}</a:tableStyleId>
              </a:tblPr>
              <a:tblGrid>
                <a:gridCol w="62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13" name="Google Shape;4813;p77"/>
          <p:cNvGraphicFramePr/>
          <p:nvPr/>
        </p:nvGraphicFramePr>
        <p:xfrm>
          <a:off x="3356413" y="232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{0C1D3E2F-F8F4-49D2-84FC-C7E880DB4A9E}</a:tableStyleId>
              </a:tblPr>
              <a:tblGrid>
                <a:gridCol w="59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814" name="Google Shape;4814;p77"/>
          <p:cNvGrpSpPr/>
          <p:nvPr/>
        </p:nvGrpSpPr>
        <p:grpSpPr>
          <a:xfrm>
            <a:off x="4100342" y="2709743"/>
            <a:ext cx="1517436" cy="74460"/>
            <a:chOff x="3980086" y="2804397"/>
            <a:chExt cx="1227600" cy="66900"/>
          </a:xfrm>
        </p:grpSpPr>
        <p:sp>
          <p:nvSpPr>
            <p:cNvPr id="4815" name="Google Shape;4815;p77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77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7" name="Google Shape;4817;p77"/>
          <p:cNvGrpSpPr/>
          <p:nvPr/>
        </p:nvGrpSpPr>
        <p:grpSpPr>
          <a:xfrm>
            <a:off x="4725406" y="3002330"/>
            <a:ext cx="892956" cy="74460"/>
            <a:chOff x="3980086" y="2804397"/>
            <a:chExt cx="1227600" cy="66900"/>
          </a:xfrm>
        </p:grpSpPr>
        <p:sp>
          <p:nvSpPr>
            <p:cNvPr id="4818" name="Google Shape;4818;p77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77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0" name="Google Shape;4820;p77"/>
          <p:cNvGrpSpPr/>
          <p:nvPr/>
        </p:nvGrpSpPr>
        <p:grpSpPr>
          <a:xfrm>
            <a:off x="3358498" y="3361213"/>
            <a:ext cx="2363244" cy="1005943"/>
            <a:chOff x="3358415" y="3361302"/>
            <a:chExt cx="2363244" cy="1024695"/>
          </a:xfrm>
        </p:grpSpPr>
        <p:grpSp>
          <p:nvGrpSpPr>
            <p:cNvPr id="4821" name="Google Shape;4821;p77"/>
            <p:cNvGrpSpPr/>
            <p:nvPr/>
          </p:nvGrpSpPr>
          <p:grpSpPr>
            <a:xfrm>
              <a:off x="3358415" y="3361302"/>
              <a:ext cx="441300" cy="1024695"/>
              <a:chOff x="3358415" y="3361302"/>
              <a:chExt cx="441300" cy="1024695"/>
            </a:xfrm>
          </p:grpSpPr>
          <p:sp>
            <p:nvSpPr>
              <p:cNvPr id="4822" name="Google Shape;4822;p77"/>
              <p:cNvSpPr/>
              <p:nvPr/>
            </p:nvSpPr>
            <p:spPr>
              <a:xfrm>
                <a:off x="3358415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77"/>
              <p:cNvSpPr/>
              <p:nvPr/>
            </p:nvSpPr>
            <p:spPr>
              <a:xfrm>
                <a:off x="3358415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77"/>
              <p:cNvSpPr/>
              <p:nvPr/>
            </p:nvSpPr>
            <p:spPr>
              <a:xfrm>
                <a:off x="3358415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77"/>
              <p:cNvSpPr/>
              <p:nvPr/>
            </p:nvSpPr>
            <p:spPr>
              <a:xfrm>
                <a:off x="3358415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77"/>
              <p:cNvSpPr/>
              <p:nvPr/>
            </p:nvSpPr>
            <p:spPr>
              <a:xfrm>
                <a:off x="3358415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77"/>
              <p:cNvSpPr/>
              <p:nvPr/>
            </p:nvSpPr>
            <p:spPr>
              <a:xfrm>
                <a:off x="3358415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8" name="Google Shape;4828;p77"/>
            <p:cNvGrpSpPr/>
            <p:nvPr/>
          </p:nvGrpSpPr>
          <p:grpSpPr>
            <a:xfrm>
              <a:off x="3838901" y="3361302"/>
              <a:ext cx="441300" cy="1024695"/>
              <a:chOff x="3838901" y="3361302"/>
              <a:chExt cx="441300" cy="1024695"/>
            </a:xfrm>
          </p:grpSpPr>
          <p:sp>
            <p:nvSpPr>
              <p:cNvPr id="4829" name="Google Shape;4829;p77"/>
              <p:cNvSpPr/>
              <p:nvPr/>
            </p:nvSpPr>
            <p:spPr>
              <a:xfrm>
                <a:off x="3838901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77"/>
              <p:cNvSpPr/>
              <p:nvPr/>
            </p:nvSpPr>
            <p:spPr>
              <a:xfrm>
                <a:off x="3838901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77"/>
              <p:cNvSpPr/>
              <p:nvPr/>
            </p:nvSpPr>
            <p:spPr>
              <a:xfrm>
                <a:off x="3838901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2" name="Google Shape;4832;p77"/>
              <p:cNvSpPr/>
              <p:nvPr/>
            </p:nvSpPr>
            <p:spPr>
              <a:xfrm>
                <a:off x="3838901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3" name="Google Shape;4833;p77"/>
              <p:cNvSpPr/>
              <p:nvPr/>
            </p:nvSpPr>
            <p:spPr>
              <a:xfrm>
                <a:off x="3838901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77"/>
              <p:cNvSpPr/>
              <p:nvPr/>
            </p:nvSpPr>
            <p:spPr>
              <a:xfrm>
                <a:off x="3838901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5" name="Google Shape;4835;p77"/>
            <p:cNvGrpSpPr/>
            <p:nvPr/>
          </p:nvGrpSpPr>
          <p:grpSpPr>
            <a:xfrm>
              <a:off x="4319387" y="3361302"/>
              <a:ext cx="441300" cy="1024695"/>
              <a:chOff x="4319387" y="3361302"/>
              <a:chExt cx="441300" cy="1024695"/>
            </a:xfrm>
          </p:grpSpPr>
          <p:sp>
            <p:nvSpPr>
              <p:cNvPr id="4836" name="Google Shape;4836;p77"/>
              <p:cNvSpPr/>
              <p:nvPr/>
            </p:nvSpPr>
            <p:spPr>
              <a:xfrm>
                <a:off x="4319387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77"/>
              <p:cNvSpPr/>
              <p:nvPr/>
            </p:nvSpPr>
            <p:spPr>
              <a:xfrm>
                <a:off x="4319387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77"/>
              <p:cNvSpPr/>
              <p:nvPr/>
            </p:nvSpPr>
            <p:spPr>
              <a:xfrm>
                <a:off x="4319387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77"/>
              <p:cNvSpPr/>
              <p:nvPr/>
            </p:nvSpPr>
            <p:spPr>
              <a:xfrm>
                <a:off x="4319387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77"/>
              <p:cNvSpPr/>
              <p:nvPr/>
            </p:nvSpPr>
            <p:spPr>
              <a:xfrm>
                <a:off x="4319387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77"/>
              <p:cNvSpPr/>
              <p:nvPr/>
            </p:nvSpPr>
            <p:spPr>
              <a:xfrm>
                <a:off x="4319387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2" name="Google Shape;4842;p77"/>
            <p:cNvGrpSpPr/>
            <p:nvPr/>
          </p:nvGrpSpPr>
          <p:grpSpPr>
            <a:xfrm>
              <a:off x="4799873" y="3361302"/>
              <a:ext cx="441300" cy="1024695"/>
              <a:chOff x="4799873" y="3361302"/>
              <a:chExt cx="441300" cy="1024695"/>
            </a:xfrm>
          </p:grpSpPr>
          <p:sp>
            <p:nvSpPr>
              <p:cNvPr id="4843" name="Google Shape;4843;p77"/>
              <p:cNvSpPr/>
              <p:nvPr/>
            </p:nvSpPr>
            <p:spPr>
              <a:xfrm>
                <a:off x="4799873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77"/>
              <p:cNvSpPr/>
              <p:nvPr/>
            </p:nvSpPr>
            <p:spPr>
              <a:xfrm>
                <a:off x="4799873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77"/>
              <p:cNvSpPr/>
              <p:nvPr/>
            </p:nvSpPr>
            <p:spPr>
              <a:xfrm>
                <a:off x="4799873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77"/>
              <p:cNvSpPr/>
              <p:nvPr/>
            </p:nvSpPr>
            <p:spPr>
              <a:xfrm>
                <a:off x="4799873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77"/>
              <p:cNvSpPr/>
              <p:nvPr/>
            </p:nvSpPr>
            <p:spPr>
              <a:xfrm>
                <a:off x="4799873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77"/>
              <p:cNvSpPr/>
              <p:nvPr/>
            </p:nvSpPr>
            <p:spPr>
              <a:xfrm>
                <a:off x="4799873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9" name="Google Shape;4849;p77"/>
            <p:cNvGrpSpPr/>
            <p:nvPr/>
          </p:nvGrpSpPr>
          <p:grpSpPr>
            <a:xfrm>
              <a:off x="5280360" y="3361302"/>
              <a:ext cx="441300" cy="1024695"/>
              <a:chOff x="5280360" y="3361302"/>
              <a:chExt cx="441300" cy="1024695"/>
            </a:xfrm>
          </p:grpSpPr>
          <p:sp>
            <p:nvSpPr>
              <p:cNvPr id="4850" name="Google Shape;4850;p77"/>
              <p:cNvSpPr/>
              <p:nvPr/>
            </p:nvSpPr>
            <p:spPr>
              <a:xfrm>
                <a:off x="5280360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77"/>
              <p:cNvSpPr/>
              <p:nvPr/>
            </p:nvSpPr>
            <p:spPr>
              <a:xfrm>
                <a:off x="5280360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77"/>
              <p:cNvSpPr/>
              <p:nvPr/>
            </p:nvSpPr>
            <p:spPr>
              <a:xfrm>
                <a:off x="5280360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77"/>
              <p:cNvSpPr/>
              <p:nvPr/>
            </p:nvSpPr>
            <p:spPr>
              <a:xfrm>
                <a:off x="5280360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77"/>
              <p:cNvSpPr/>
              <p:nvPr/>
            </p:nvSpPr>
            <p:spPr>
              <a:xfrm>
                <a:off x="5280360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77"/>
              <p:cNvSpPr/>
              <p:nvPr/>
            </p:nvSpPr>
            <p:spPr>
              <a:xfrm>
                <a:off x="5280360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4856" name="Google Shape;4856;p77"/>
          <p:cNvGraphicFramePr/>
          <p:nvPr/>
        </p:nvGraphicFramePr>
        <p:xfrm>
          <a:off x="724925" y="232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{0C1D3E2F-F8F4-49D2-84FC-C7E880DB4A9E}</a:tableStyleId>
              </a:tblPr>
              <a:tblGrid>
                <a:gridCol w="6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857" name="Google Shape;4857;p77"/>
          <p:cNvGrpSpPr/>
          <p:nvPr/>
        </p:nvGrpSpPr>
        <p:grpSpPr>
          <a:xfrm>
            <a:off x="726450" y="3372825"/>
            <a:ext cx="2403614" cy="1005900"/>
            <a:chOff x="726450" y="3372825"/>
            <a:chExt cx="2403614" cy="1005900"/>
          </a:xfrm>
        </p:grpSpPr>
        <p:grpSp>
          <p:nvGrpSpPr>
            <p:cNvPr id="4858" name="Google Shape;4858;p77"/>
            <p:cNvGrpSpPr/>
            <p:nvPr/>
          </p:nvGrpSpPr>
          <p:grpSpPr>
            <a:xfrm>
              <a:off x="726450" y="3696000"/>
              <a:ext cx="2403614" cy="500898"/>
              <a:chOff x="726450" y="3696000"/>
              <a:chExt cx="2403614" cy="500898"/>
            </a:xfrm>
          </p:grpSpPr>
          <p:sp>
            <p:nvSpPr>
              <p:cNvPr id="4859" name="Google Shape;4859;p77"/>
              <p:cNvSpPr/>
              <p:nvPr/>
            </p:nvSpPr>
            <p:spPr>
              <a:xfrm>
                <a:off x="726450" y="3696000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  <p:sp>
            <p:nvSpPr>
              <p:cNvPr id="4860" name="Google Shape;4860;p77"/>
              <p:cNvSpPr/>
              <p:nvPr/>
            </p:nvSpPr>
            <p:spPr>
              <a:xfrm>
                <a:off x="726464" y="4029798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</p:grpSp>
        <p:grpSp>
          <p:nvGrpSpPr>
            <p:cNvPr id="4861" name="Google Shape;4861;p77"/>
            <p:cNvGrpSpPr/>
            <p:nvPr/>
          </p:nvGrpSpPr>
          <p:grpSpPr>
            <a:xfrm>
              <a:off x="1348050" y="3372825"/>
              <a:ext cx="1720425" cy="1005900"/>
              <a:chOff x="1348050" y="3372825"/>
              <a:chExt cx="1720425" cy="1005900"/>
            </a:xfrm>
          </p:grpSpPr>
          <p:sp>
            <p:nvSpPr>
              <p:cNvPr id="4862" name="Google Shape;4862;p77"/>
              <p:cNvSpPr/>
              <p:nvPr/>
            </p:nvSpPr>
            <p:spPr>
              <a:xfrm>
                <a:off x="1348050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  <p:sp>
            <p:nvSpPr>
              <p:cNvPr id="4863" name="Google Shape;4863;p77"/>
              <p:cNvSpPr/>
              <p:nvPr/>
            </p:nvSpPr>
            <p:spPr>
              <a:xfrm>
                <a:off x="1701356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  <p:sp>
            <p:nvSpPr>
              <p:cNvPr id="4864" name="Google Shape;4864;p77"/>
              <p:cNvSpPr/>
              <p:nvPr/>
            </p:nvSpPr>
            <p:spPr>
              <a:xfrm>
                <a:off x="2054663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  <p:sp>
            <p:nvSpPr>
              <p:cNvPr id="4865" name="Google Shape;4865;p77"/>
              <p:cNvSpPr/>
              <p:nvPr/>
            </p:nvSpPr>
            <p:spPr>
              <a:xfrm>
                <a:off x="2407969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  <p:sp>
            <p:nvSpPr>
              <p:cNvPr id="4866" name="Google Shape;4866;p77"/>
              <p:cNvSpPr/>
              <p:nvPr/>
            </p:nvSpPr>
            <p:spPr>
              <a:xfrm>
                <a:off x="2761275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"/>
              </a:p>
            </p:txBody>
          </p:sp>
        </p:grpSp>
        <p:grpSp>
          <p:nvGrpSpPr>
            <p:cNvPr id="4867" name="Google Shape;4867;p77"/>
            <p:cNvGrpSpPr/>
            <p:nvPr/>
          </p:nvGrpSpPr>
          <p:grpSpPr>
            <a:xfrm>
              <a:off x="1455707" y="3731058"/>
              <a:ext cx="1491150" cy="417657"/>
              <a:chOff x="1455707" y="3731058"/>
              <a:chExt cx="1491150" cy="417657"/>
            </a:xfrm>
          </p:grpSpPr>
          <p:grpSp>
            <p:nvGrpSpPr>
              <p:cNvPr id="4868" name="Google Shape;4868;p77"/>
              <p:cNvGrpSpPr/>
              <p:nvPr/>
            </p:nvGrpSpPr>
            <p:grpSpPr>
              <a:xfrm>
                <a:off x="1472938" y="3745828"/>
                <a:ext cx="72126" cy="53788"/>
                <a:chOff x="1472938" y="3745828"/>
                <a:chExt cx="72126" cy="53788"/>
              </a:xfrm>
            </p:grpSpPr>
            <p:sp>
              <p:nvSpPr>
                <p:cNvPr id="4869" name="Google Shape;4869;p77"/>
                <p:cNvSpPr/>
                <p:nvPr/>
              </p:nvSpPr>
              <p:spPr>
                <a:xfrm>
                  <a:off x="1472938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0" name="Google Shape;4870;p77"/>
                <p:cNvSpPr/>
                <p:nvPr/>
              </p:nvSpPr>
              <p:spPr>
                <a:xfrm>
                  <a:off x="1490853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71" name="Google Shape;4871;p77"/>
              <p:cNvGrpSpPr/>
              <p:nvPr/>
            </p:nvGrpSpPr>
            <p:grpSpPr>
              <a:xfrm>
                <a:off x="1819181" y="4089633"/>
                <a:ext cx="72126" cy="53788"/>
                <a:chOff x="1819181" y="4089633"/>
                <a:chExt cx="72126" cy="53788"/>
              </a:xfrm>
            </p:grpSpPr>
            <p:sp>
              <p:nvSpPr>
                <p:cNvPr id="4872" name="Google Shape;4872;p77"/>
                <p:cNvSpPr/>
                <p:nvPr/>
              </p:nvSpPr>
              <p:spPr>
                <a:xfrm>
                  <a:off x="181918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3" name="Google Shape;4873;p77"/>
                <p:cNvSpPr/>
                <p:nvPr/>
              </p:nvSpPr>
              <p:spPr>
                <a:xfrm>
                  <a:off x="183709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74" name="Google Shape;4874;p77"/>
              <p:cNvGrpSpPr/>
              <p:nvPr/>
            </p:nvGrpSpPr>
            <p:grpSpPr>
              <a:xfrm>
                <a:off x="1455707" y="4084171"/>
                <a:ext cx="64321" cy="64544"/>
                <a:chOff x="1455707" y="4084171"/>
                <a:chExt cx="64321" cy="64544"/>
              </a:xfrm>
            </p:grpSpPr>
            <p:sp>
              <p:nvSpPr>
                <p:cNvPr id="4875" name="Google Shape;4875;p77"/>
                <p:cNvSpPr/>
                <p:nvPr/>
              </p:nvSpPr>
              <p:spPr>
                <a:xfrm>
                  <a:off x="1478676" y="408440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6" name="Google Shape;4876;p77"/>
                <p:cNvSpPr/>
                <p:nvPr/>
              </p:nvSpPr>
              <p:spPr>
                <a:xfrm>
                  <a:off x="1455707" y="408417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77" name="Google Shape;4877;p77"/>
              <p:cNvGrpSpPr/>
              <p:nvPr/>
            </p:nvGrpSpPr>
            <p:grpSpPr>
              <a:xfrm>
                <a:off x="1818610" y="3731058"/>
                <a:ext cx="64321" cy="64544"/>
                <a:chOff x="1818610" y="3731058"/>
                <a:chExt cx="64321" cy="64544"/>
              </a:xfrm>
            </p:grpSpPr>
            <p:sp>
              <p:nvSpPr>
                <p:cNvPr id="4878" name="Google Shape;4878;p77"/>
                <p:cNvSpPr/>
                <p:nvPr/>
              </p:nvSpPr>
              <p:spPr>
                <a:xfrm>
                  <a:off x="184157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9" name="Google Shape;4879;p77"/>
                <p:cNvSpPr/>
                <p:nvPr/>
              </p:nvSpPr>
              <p:spPr>
                <a:xfrm>
                  <a:off x="181861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80" name="Google Shape;4880;p77"/>
              <p:cNvGrpSpPr/>
              <p:nvPr/>
            </p:nvGrpSpPr>
            <p:grpSpPr>
              <a:xfrm>
                <a:off x="2172491" y="4089633"/>
                <a:ext cx="72126" cy="53788"/>
                <a:chOff x="2172491" y="4089633"/>
                <a:chExt cx="72126" cy="53788"/>
              </a:xfrm>
            </p:grpSpPr>
            <p:sp>
              <p:nvSpPr>
                <p:cNvPr id="4881" name="Google Shape;4881;p77"/>
                <p:cNvSpPr/>
                <p:nvPr/>
              </p:nvSpPr>
              <p:spPr>
                <a:xfrm>
                  <a:off x="217249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2" name="Google Shape;4882;p77"/>
                <p:cNvSpPr/>
                <p:nvPr/>
              </p:nvSpPr>
              <p:spPr>
                <a:xfrm>
                  <a:off x="219040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83" name="Google Shape;4883;p77"/>
              <p:cNvGrpSpPr/>
              <p:nvPr/>
            </p:nvGrpSpPr>
            <p:grpSpPr>
              <a:xfrm>
                <a:off x="2171920" y="3731058"/>
                <a:ext cx="64321" cy="64544"/>
                <a:chOff x="2171920" y="3731058"/>
                <a:chExt cx="64321" cy="64544"/>
              </a:xfrm>
            </p:grpSpPr>
            <p:sp>
              <p:nvSpPr>
                <p:cNvPr id="4884" name="Google Shape;4884;p77"/>
                <p:cNvSpPr/>
                <p:nvPr/>
              </p:nvSpPr>
              <p:spPr>
                <a:xfrm>
                  <a:off x="219488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5" name="Google Shape;4885;p77"/>
                <p:cNvSpPr/>
                <p:nvPr/>
              </p:nvSpPr>
              <p:spPr>
                <a:xfrm>
                  <a:off x="217192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86" name="Google Shape;4886;p77"/>
              <p:cNvGrpSpPr/>
              <p:nvPr/>
            </p:nvGrpSpPr>
            <p:grpSpPr>
              <a:xfrm>
                <a:off x="2874730" y="3745828"/>
                <a:ext cx="72126" cy="53788"/>
                <a:chOff x="2874730" y="3745828"/>
                <a:chExt cx="72126" cy="53788"/>
              </a:xfrm>
            </p:grpSpPr>
            <p:sp>
              <p:nvSpPr>
                <p:cNvPr id="4887" name="Google Shape;4887;p77"/>
                <p:cNvSpPr/>
                <p:nvPr/>
              </p:nvSpPr>
              <p:spPr>
                <a:xfrm>
                  <a:off x="2874730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8" name="Google Shape;4888;p77"/>
                <p:cNvSpPr/>
                <p:nvPr/>
              </p:nvSpPr>
              <p:spPr>
                <a:xfrm>
                  <a:off x="2892645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89" name="Google Shape;4889;p77"/>
              <p:cNvGrpSpPr/>
              <p:nvPr/>
            </p:nvGrpSpPr>
            <p:grpSpPr>
              <a:xfrm>
                <a:off x="2878589" y="4081481"/>
                <a:ext cx="64321" cy="64544"/>
                <a:chOff x="2878589" y="4081481"/>
                <a:chExt cx="64321" cy="64544"/>
              </a:xfrm>
            </p:grpSpPr>
            <p:sp>
              <p:nvSpPr>
                <p:cNvPr id="4890" name="Google Shape;4890;p77"/>
                <p:cNvSpPr/>
                <p:nvPr/>
              </p:nvSpPr>
              <p:spPr>
                <a:xfrm>
                  <a:off x="2901559" y="408171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1" name="Google Shape;4891;p77"/>
                <p:cNvSpPr/>
                <p:nvPr/>
              </p:nvSpPr>
              <p:spPr>
                <a:xfrm>
                  <a:off x="2878589" y="408148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92" name="Google Shape;4892;p77"/>
              <p:cNvGrpSpPr/>
              <p:nvPr/>
            </p:nvGrpSpPr>
            <p:grpSpPr>
              <a:xfrm>
                <a:off x="2525796" y="4089633"/>
                <a:ext cx="72126" cy="53788"/>
                <a:chOff x="2525796" y="4089633"/>
                <a:chExt cx="72126" cy="53788"/>
              </a:xfrm>
            </p:grpSpPr>
            <p:sp>
              <p:nvSpPr>
                <p:cNvPr id="4893" name="Google Shape;4893;p77"/>
                <p:cNvSpPr/>
                <p:nvPr/>
              </p:nvSpPr>
              <p:spPr>
                <a:xfrm>
                  <a:off x="2525796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4" name="Google Shape;4894;p77"/>
                <p:cNvSpPr/>
                <p:nvPr/>
              </p:nvSpPr>
              <p:spPr>
                <a:xfrm>
                  <a:off x="2543711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95" name="Google Shape;4895;p77"/>
              <p:cNvGrpSpPr/>
              <p:nvPr/>
            </p:nvGrpSpPr>
            <p:grpSpPr>
              <a:xfrm>
                <a:off x="2525225" y="3731058"/>
                <a:ext cx="64321" cy="64544"/>
                <a:chOff x="2525225" y="3731058"/>
                <a:chExt cx="64321" cy="64544"/>
              </a:xfrm>
            </p:grpSpPr>
            <p:sp>
              <p:nvSpPr>
                <p:cNvPr id="4896" name="Google Shape;4896;p77"/>
                <p:cNvSpPr/>
                <p:nvPr/>
              </p:nvSpPr>
              <p:spPr>
                <a:xfrm>
                  <a:off x="2548194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7" name="Google Shape;4897;p77"/>
                <p:cNvSpPr/>
                <p:nvPr/>
              </p:nvSpPr>
              <p:spPr>
                <a:xfrm>
                  <a:off x="2525225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2" name="Google Shape;4902;p78"/>
          <p:cNvGrpSpPr/>
          <p:nvPr/>
        </p:nvGrpSpPr>
        <p:grpSpPr>
          <a:xfrm>
            <a:off x="732428" y="1171356"/>
            <a:ext cx="845921" cy="690752"/>
            <a:chOff x="732428" y="1198513"/>
            <a:chExt cx="845921" cy="690752"/>
          </a:xfrm>
        </p:grpSpPr>
        <p:grpSp>
          <p:nvGrpSpPr>
            <p:cNvPr id="4903" name="Google Shape;4903;p78"/>
            <p:cNvGrpSpPr/>
            <p:nvPr/>
          </p:nvGrpSpPr>
          <p:grpSpPr>
            <a:xfrm>
              <a:off x="823030" y="1198513"/>
              <a:ext cx="755319" cy="690752"/>
              <a:chOff x="823030" y="1198513"/>
              <a:chExt cx="755319" cy="690752"/>
            </a:xfrm>
          </p:grpSpPr>
          <p:sp>
            <p:nvSpPr>
              <p:cNvPr id="4904" name="Google Shape;4904;p78"/>
              <p:cNvSpPr/>
              <p:nvPr/>
            </p:nvSpPr>
            <p:spPr>
              <a:xfrm>
                <a:off x="823030" y="1198513"/>
                <a:ext cx="755319" cy="690752"/>
              </a:xfrm>
              <a:custGeom>
                <a:avLst/>
                <a:gdLst/>
                <a:ahLst/>
                <a:cxnLst/>
                <a:rect l="l" t="t" r="r" b="b"/>
                <a:pathLst>
                  <a:path w="46769" h="42771" extrusionOk="0">
                    <a:moveTo>
                      <a:pt x="21384" y="0"/>
                    </a:moveTo>
                    <a:cubicBezTo>
                      <a:pt x="9575" y="0"/>
                      <a:pt x="0" y="9575"/>
                      <a:pt x="0" y="21386"/>
                    </a:cubicBezTo>
                    <a:cubicBezTo>
                      <a:pt x="0" y="33196"/>
                      <a:pt x="9575" y="42770"/>
                      <a:pt x="21384" y="42770"/>
                    </a:cubicBezTo>
                    <a:cubicBezTo>
                      <a:pt x="33196" y="42770"/>
                      <a:pt x="42770" y="33196"/>
                      <a:pt x="42770" y="21386"/>
                    </a:cubicBezTo>
                    <a:cubicBezTo>
                      <a:pt x="42770" y="16313"/>
                      <a:pt x="41002" y="11653"/>
                      <a:pt x="38053" y="7988"/>
                    </a:cubicBezTo>
                    <a:lnTo>
                      <a:pt x="42775" y="7988"/>
                    </a:lnTo>
                    <a:cubicBezTo>
                      <a:pt x="44970" y="7988"/>
                      <a:pt x="46769" y="6191"/>
                      <a:pt x="46769" y="3994"/>
                    </a:cubicBezTo>
                    <a:cubicBezTo>
                      <a:pt x="46769" y="1797"/>
                      <a:pt x="44972" y="0"/>
                      <a:pt x="42775" y="0"/>
                    </a:cubicBezTo>
                    <a:lnTo>
                      <a:pt x="22286" y="0"/>
                    </a:lnTo>
                    <a:cubicBezTo>
                      <a:pt x="22196" y="0"/>
                      <a:pt x="22105" y="5"/>
                      <a:pt x="22018" y="10"/>
                    </a:cubicBezTo>
                    <a:cubicBezTo>
                      <a:pt x="21807" y="3"/>
                      <a:pt x="21597" y="0"/>
                      <a:pt x="21384" y="0"/>
                    </a:cubicBezTo>
                    <a:close/>
                  </a:path>
                </a:pathLst>
              </a:custGeom>
              <a:solidFill>
                <a:srgbClr val="325D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78"/>
              <p:cNvSpPr/>
              <p:nvPr/>
            </p:nvSpPr>
            <p:spPr>
              <a:xfrm>
                <a:off x="1470047" y="121787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1"/>
                    </a:moveTo>
                    <a:cubicBezTo>
                      <a:pt x="1231" y="1"/>
                      <a:pt x="1" y="1230"/>
                      <a:pt x="1" y="2749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9"/>
                    </a:cubicBezTo>
                    <a:cubicBezTo>
                      <a:pt x="5495" y="1230"/>
                      <a:pt x="4265" y="1"/>
                      <a:pt x="274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6" name="Google Shape;4906;p78"/>
            <p:cNvGrpSpPr/>
            <p:nvPr/>
          </p:nvGrpSpPr>
          <p:grpSpPr>
            <a:xfrm>
              <a:off x="732428" y="1239937"/>
              <a:ext cx="739912" cy="607886"/>
              <a:chOff x="732428" y="1239937"/>
              <a:chExt cx="739912" cy="607886"/>
            </a:xfrm>
          </p:grpSpPr>
          <p:sp>
            <p:nvSpPr>
              <p:cNvPr id="4907" name="Google Shape;4907;p78"/>
              <p:cNvSpPr/>
              <p:nvPr/>
            </p:nvSpPr>
            <p:spPr>
              <a:xfrm>
                <a:off x="732428" y="1239937"/>
                <a:ext cx="739912" cy="607886"/>
              </a:xfrm>
              <a:custGeom>
                <a:avLst/>
                <a:gdLst/>
                <a:ahLst/>
                <a:cxnLst/>
                <a:rect l="l" t="t" r="r" b="b"/>
                <a:pathLst>
                  <a:path w="45815" h="37640" extrusionOk="0">
                    <a:moveTo>
                      <a:pt x="26994" y="1"/>
                    </a:moveTo>
                    <a:cubicBezTo>
                      <a:pt x="16602" y="1"/>
                      <a:pt x="8175" y="8427"/>
                      <a:pt x="8175" y="18821"/>
                    </a:cubicBezTo>
                    <a:cubicBezTo>
                      <a:pt x="8169" y="22642"/>
                      <a:pt x="9333" y="26373"/>
                      <a:pt x="11509" y="29515"/>
                    </a:cubicBezTo>
                    <a:lnTo>
                      <a:pt x="3994" y="29515"/>
                    </a:lnTo>
                    <a:cubicBezTo>
                      <a:pt x="1797" y="29515"/>
                      <a:pt x="1" y="31311"/>
                      <a:pt x="1" y="33508"/>
                    </a:cubicBezTo>
                    <a:cubicBezTo>
                      <a:pt x="1" y="35704"/>
                      <a:pt x="1797" y="37502"/>
                      <a:pt x="3994" y="37502"/>
                    </a:cubicBezTo>
                    <a:lnTo>
                      <a:pt x="24483" y="37502"/>
                    </a:lnTo>
                    <a:cubicBezTo>
                      <a:pt x="24546" y="37502"/>
                      <a:pt x="24608" y="37500"/>
                      <a:pt x="24671" y="37497"/>
                    </a:cubicBezTo>
                    <a:cubicBezTo>
                      <a:pt x="25441" y="37592"/>
                      <a:pt x="26218" y="37640"/>
                      <a:pt x="26994" y="37640"/>
                    </a:cubicBezTo>
                    <a:cubicBezTo>
                      <a:pt x="37389" y="37640"/>
                      <a:pt x="45815" y="29214"/>
                      <a:pt x="45815" y="18821"/>
                    </a:cubicBezTo>
                    <a:cubicBezTo>
                      <a:pt x="45815" y="8427"/>
                      <a:pt x="37389" y="1"/>
                      <a:pt x="26994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78"/>
              <p:cNvSpPr/>
              <p:nvPr/>
            </p:nvSpPr>
            <p:spPr>
              <a:xfrm>
                <a:off x="751614" y="173580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7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7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9" name="Google Shape;4909;p78"/>
            <p:cNvGrpSpPr/>
            <p:nvPr/>
          </p:nvGrpSpPr>
          <p:grpSpPr>
            <a:xfrm>
              <a:off x="732428" y="1277018"/>
              <a:ext cx="702832" cy="533758"/>
              <a:chOff x="732428" y="1277018"/>
              <a:chExt cx="702832" cy="533758"/>
            </a:xfrm>
          </p:grpSpPr>
          <p:sp>
            <p:nvSpPr>
              <p:cNvPr id="4910" name="Google Shape;4910;p78"/>
              <p:cNvSpPr/>
              <p:nvPr/>
            </p:nvSpPr>
            <p:spPr>
              <a:xfrm>
                <a:off x="732428" y="1277018"/>
                <a:ext cx="702832" cy="533758"/>
              </a:xfrm>
              <a:custGeom>
                <a:avLst/>
                <a:gdLst/>
                <a:ahLst/>
                <a:cxnLst/>
                <a:rect l="l" t="t" r="r" b="b"/>
                <a:pathLst>
                  <a:path w="43519" h="33050" extrusionOk="0">
                    <a:moveTo>
                      <a:pt x="26994" y="1"/>
                    </a:moveTo>
                    <a:cubicBezTo>
                      <a:pt x="22006" y="1"/>
                      <a:pt x="17535" y="2211"/>
                      <a:pt x="14504" y="5705"/>
                    </a:cubicBezTo>
                    <a:lnTo>
                      <a:pt x="3994" y="5705"/>
                    </a:lnTo>
                    <a:cubicBezTo>
                      <a:pt x="1797" y="5705"/>
                      <a:pt x="1" y="7501"/>
                      <a:pt x="1" y="9698"/>
                    </a:cubicBezTo>
                    <a:cubicBezTo>
                      <a:pt x="1" y="11894"/>
                      <a:pt x="1797" y="13692"/>
                      <a:pt x="3994" y="13692"/>
                    </a:cubicBezTo>
                    <a:lnTo>
                      <a:pt x="10714" y="13692"/>
                    </a:lnTo>
                    <a:cubicBezTo>
                      <a:pt x="10552" y="14627"/>
                      <a:pt x="10470" y="15575"/>
                      <a:pt x="10472" y="16525"/>
                    </a:cubicBezTo>
                    <a:cubicBezTo>
                      <a:pt x="10472" y="25651"/>
                      <a:pt x="17870" y="33049"/>
                      <a:pt x="26996" y="33049"/>
                    </a:cubicBezTo>
                    <a:cubicBezTo>
                      <a:pt x="36122" y="33049"/>
                      <a:pt x="43519" y="25651"/>
                      <a:pt x="43519" y="16525"/>
                    </a:cubicBezTo>
                    <a:cubicBezTo>
                      <a:pt x="43519" y="7399"/>
                      <a:pt x="36122" y="1"/>
                      <a:pt x="2699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78"/>
              <p:cNvSpPr/>
              <p:nvPr/>
            </p:nvSpPr>
            <p:spPr>
              <a:xfrm>
                <a:off x="751695" y="1390407"/>
                <a:ext cx="88728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4" h="5495" extrusionOk="0">
                    <a:moveTo>
                      <a:pt x="2747" y="0"/>
                    </a:moveTo>
                    <a:cubicBezTo>
                      <a:pt x="1230" y="0"/>
                      <a:pt x="1" y="1230"/>
                      <a:pt x="1" y="2748"/>
                    </a:cubicBezTo>
                    <a:cubicBezTo>
                      <a:pt x="1" y="4264"/>
                      <a:pt x="1230" y="5494"/>
                      <a:pt x="2747" y="5494"/>
                    </a:cubicBezTo>
                    <a:cubicBezTo>
                      <a:pt x="4263" y="5494"/>
                      <a:pt x="5493" y="4264"/>
                      <a:pt x="5493" y="2748"/>
                    </a:cubicBezTo>
                    <a:cubicBezTo>
                      <a:pt x="5493" y="1230"/>
                      <a:pt x="4263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12" name="Google Shape;4912;p78"/>
            <p:cNvGrpSpPr/>
            <p:nvPr/>
          </p:nvGrpSpPr>
          <p:grpSpPr>
            <a:xfrm>
              <a:off x="931170" y="1306653"/>
              <a:ext cx="647179" cy="474455"/>
              <a:chOff x="931170" y="1306653"/>
              <a:chExt cx="647179" cy="474455"/>
            </a:xfrm>
          </p:grpSpPr>
          <p:sp>
            <p:nvSpPr>
              <p:cNvPr id="4913" name="Google Shape;4913;p78"/>
              <p:cNvSpPr/>
              <p:nvPr/>
            </p:nvSpPr>
            <p:spPr>
              <a:xfrm>
                <a:off x="931170" y="1306653"/>
                <a:ext cx="647179" cy="474455"/>
              </a:xfrm>
              <a:custGeom>
                <a:avLst/>
                <a:gdLst/>
                <a:ahLst/>
                <a:cxnLst/>
                <a:rect l="l" t="t" r="r" b="b"/>
                <a:pathLst>
                  <a:path w="40073" h="29378" extrusionOk="0">
                    <a:moveTo>
                      <a:pt x="14688" y="1"/>
                    </a:moveTo>
                    <a:cubicBezTo>
                      <a:pt x="6578" y="1"/>
                      <a:pt x="1" y="6578"/>
                      <a:pt x="1" y="14690"/>
                    </a:cubicBezTo>
                    <a:cubicBezTo>
                      <a:pt x="1" y="22801"/>
                      <a:pt x="6578" y="29377"/>
                      <a:pt x="14688" y="29377"/>
                    </a:cubicBezTo>
                    <a:cubicBezTo>
                      <a:pt x="19883" y="29377"/>
                      <a:pt x="24445" y="26682"/>
                      <a:pt x="27057" y="22613"/>
                    </a:cubicBezTo>
                    <a:lnTo>
                      <a:pt x="36079" y="22613"/>
                    </a:lnTo>
                    <a:cubicBezTo>
                      <a:pt x="38276" y="22613"/>
                      <a:pt x="40073" y="20817"/>
                      <a:pt x="40073" y="18620"/>
                    </a:cubicBezTo>
                    <a:cubicBezTo>
                      <a:pt x="40073" y="16424"/>
                      <a:pt x="38276" y="14626"/>
                      <a:pt x="36079" y="14626"/>
                    </a:cubicBezTo>
                    <a:lnTo>
                      <a:pt x="29376" y="14626"/>
                    </a:lnTo>
                    <a:cubicBezTo>
                      <a:pt x="29342" y="6544"/>
                      <a:pt x="22780" y="1"/>
                      <a:pt x="146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78"/>
              <p:cNvSpPr/>
              <p:nvPr/>
            </p:nvSpPr>
            <p:spPr>
              <a:xfrm>
                <a:off x="1470047" y="1560806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6"/>
                    </a:cubicBezTo>
                    <a:cubicBezTo>
                      <a:pt x="1" y="4265"/>
                      <a:pt x="1231" y="5494"/>
                      <a:pt x="2747" y="5494"/>
                    </a:cubicBezTo>
                    <a:cubicBezTo>
                      <a:pt x="4265" y="5494"/>
                      <a:pt x="5495" y="4265"/>
                      <a:pt x="5495" y="2746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5" name="Google Shape;4915;p78"/>
            <p:cNvSpPr/>
            <p:nvPr/>
          </p:nvSpPr>
          <p:spPr>
            <a:xfrm>
              <a:off x="986565" y="1362064"/>
              <a:ext cx="363666" cy="363650"/>
            </a:xfrm>
            <a:custGeom>
              <a:avLst/>
              <a:gdLst/>
              <a:ahLst/>
              <a:cxnLst/>
              <a:rect l="l" t="t" r="r" b="b"/>
              <a:pathLst>
                <a:path w="22518" h="22517" extrusionOk="0">
                  <a:moveTo>
                    <a:pt x="11258" y="0"/>
                  </a:moveTo>
                  <a:cubicBezTo>
                    <a:pt x="8273" y="0"/>
                    <a:pt x="5409" y="1187"/>
                    <a:pt x="3298" y="3297"/>
                  </a:cubicBezTo>
                  <a:cubicBezTo>
                    <a:pt x="1186" y="5409"/>
                    <a:pt x="1" y="8272"/>
                    <a:pt x="1" y="11259"/>
                  </a:cubicBezTo>
                  <a:cubicBezTo>
                    <a:pt x="1" y="14244"/>
                    <a:pt x="1186" y="17109"/>
                    <a:pt x="3298" y="19219"/>
                  </a:cubicBezTo>
                  <a:cubicBezTo>
                    <a:pt x="5409" y="21331"/>
                    <a:pt x="8273" y="22516"/>
                    <a:pt x="11258" y="22516"/>
                  </a:cubicBezTo>
                  <a:cubicBezTo>
                    <a:pt x="14245" y="22516"/>
                    <a:pt x="17108" y="21331"/>
                    <a:pt x="19220" y="19219"/>
                  </a:cubicBezTo>
                  <a:cubicBezTo>
                    <a:pt x="21331" y="17109"/>
                    <a:pt x="22517" y="14244"/>
                    <a:pt x="22517" y="11259"/>
                  </a:cubicBezTo>
                  <a:cubicBezTo>
                    <a:pt x="22517" y="8272"/>
                    <a:pt x="21331" y="5409"/>
                    <a:pt x="19220" y="3297"/>
                  </a:cubicBezTo>
                  <a:cubicBezTo>
                    <a:pt x="17108" y="1187"/>
                    <a:pt x="14245" y="0"/>
                    <a:pt x="1125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6" name="Google Shape;4916;p78"/>
          <p:cNvGrpSpPr/>
          <p:nvPr/>
        </p:nvGrpSpPr>
        <p:grpSpPr>
          <a:xfrm>
            <a:off x="3964037" y="1171363"/>
            <a:ext cx="634656" cy="699982"/>
            <a:chOff x="5985650" y="2860025"/>
            <a:chExt cx="1396075" cy="1539775"/>
          </a:xfrm>
        </p:grpSpPr>
        <p:sp>
          <p:nvSpPr>
            <p:cNvPr id="4917" name="Google Shape;4917;p78"/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78"/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78"/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78"/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78"/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78"/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78"/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78"/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78"/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78"/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78"/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78"/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78"/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78"/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78"/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78"/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78"/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78"/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78"/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78"/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78"/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78"/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78"/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78"/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78"/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78"/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78"/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78"/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78"/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78"/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78"/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78"/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9" name="Google Shape;4949;p78"/>
          <p:cNvGrpSpPr/>
          <p:nvPr/>
        </p:nvGrpSpPr>
        <p:grpSpPr>
          <a:xfrm>
            <a:off x="4719687" y="1171356"/>
            <a:ext cx="725845" cy="699975"/>
            <a:chOff x="4249973" y="1201875"/>
            <a:chExt cx="1958568" cy="1888762"/>
          </a:xfrm>
        </p:grpSpPr>
        <p:sp>
          <p:nvSpPr>
            <p:cNvPr id="4950" name="Google Shape;4950;p78"/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51" name="Google Shape;4951;p78"/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4952" name="Google Shape;4952;p78"/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953" name="Google Shape;4953;p78"/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54" name="Google Shape;4954;p78"/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4955" name="Google Shape;4955;p78"/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956" name="Google Shape;4956;p78"/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57" name="Google Shape;4957;p78"/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4958" name="Google Shape;4958;p78"/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959" name="Google Shape;4959;p78"/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60" name="Google Shape;4960;p78"/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4961" name="Google Shape;4961;p78"/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962" name="Google Shape;4962;p78"/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63" name="Google Shape;4963;p78"/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4964" name="Google Shape;4964;p78"/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965" name="Google Shape;4965;p78"/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66" name="Google Shape;4966;p78"/>
          <p:cNvGrpSpPr/>
          <p:nvPr/>
        </p:nvGrpSpPr>
        <p:grpSpPr>
          <a:xfrm>
            <a:off x="4072551" y="2058137"/>
            <a:ext cx="750769" cy="683784"/>
            <a:chOff x="4204684" y="2104422"/>
            <a:chExt cx="699822" cy="637382"/>
          </a:xfrm>
        </p:grpSpPr>
        <p:grpSp>
          <p:nvGrpSpPr>
            <p:cNvPr id="4967" name="Google Shape;4967;p78"/>
            <p:cNvGrpSpPr/>
            <p:nvPr/>
          </p:nvGrpSpPr>
          <p:grpSpPr>
            <a:xfrm>
              <a:off x="4204684" y="2430067"/>
              <a:ext cx="342957" cy="311738"/>
              <a:chOff x="4204684" y="2430067"/>
              <a:chExt cx="342957" cy="311738"/>
            </a:xfrm>
          </p:grpSpPr>
          <p:sp>
            <p:nvSpPr>
              <p:cNvPr id="4968" name="Google Shape;4968;p78"/>
              <p:cNvSpPr/>
              <p:nvPr/>
            </p:nvSpPr>
            <p:spPr>
              <a:xfrm>
                <a:off x="4235882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1" y="0"/>
                    </a:moveTo>
                    <a:cubicBezTo>
                      <a:pt x="23" y="1056"/>
                      <a:pt x="239" y="2096"/>
                      <a:pt x="641" y="3073"/>
                    </a:cubicBezTo>
                    <a:cubicBezTo>
                      <a:pt x="676" y="3072"/>
                      <a:pt x="710" y="3070"/>
                      <a:pt x="745" y="3070"/>
                    </a:cubicBezTo>
                    <a:cubicBezTo>
                      <a:pt x="1419" y="3070"/>
                      <a:pt x="2047" y="3416"/>
                      <a:pt x="2406" y="3988"/>
                    </a:cubicBezTo>
                    <a:cubicBezTo>
                      <a:pt x="2766" y="4558"/>
                      <a:pt x="2808" y="5272"/>
                      <a:pt x="2516" y="5880"/>
                    </a:cubicBezTo>
                    <a:cubicBezTo>
                      <a:pt x="4076" y="7440"/>
                      <a:pt x="6179" y="8337"/>
                      <a:pt x="8384" y="8383"/>
                    </a:cubicBezTo>
                    <a:lnTo>
                      <a:pt x="8384" y="3190"/>
                    </a:lnTo>
                    <a:cubicBezTo>
                      <a:pt x="6664" y="3094"/>
                      <a:pt x="5290" y="1720"/>
                      <a:pt x="519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78"/>
              <p:cNvSpPr/>
              <p:nvPr/>
            </p:nvSpPr>
            <p:spPr>
              <a:xfrm>
                <a:off x="4204684" y="2558309"/>
                <a:ext cx="117839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8" extrusionOk="0">
                    <a:moveTo>
                      <a:pt x="1584" y="0"/>
                    </a:moveTo>
                    <a:cubicBezTo>
                      <a:pt x="710" y="0"/>
                      <a:pt x="1" y="710"/>
                      <a:pt x="1" y="1584"/>
                    </a:cubicBezTo>
                    <a:cubicBezTo>
                      <a:pt x="1" y="2459"/>
                      <a:pt x="710" y="3168"/>
                      <a:pt x="1584" y="3168"/>
                    </a:cubicBezTo>
                    <a:cubicBezTo>
                      <a:pt x="2459" y="3168"/>
                      <a:pt x="3168" y="2459"/>
                      <a:pt x="3168" y="1584"/>
                    </a:cubicBezTo>
                    <a:cubicBezTo>
                      <a:pt x="3168" y="710"/>
                      <a:pt x="2459" y="0"/>
                      <a:pt x="158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0" name="Google Shape;4970;p78"/>
            <p:cNvGrpSpPr/>
            <p:nvPr/>
          </p:nvGrpSpPr>
          <p:grpSpPr>
            <a:xfrm>
              <a:off x="4561586" y="2430067"/>
              <a:ext cx="342920" cy="311738"/>
              <a:chOff x="4561586" y="2430067"/>
              <a:chExt cx="342920" cy="311738"/>
            </a:xfrm>
          </p:grpSpPr>
          <p:sp>
            <p:nvSpPr>
              <p:cNvPr id="4971" name="Google Shape;4971;p78"/>
              <p:cNvSpPr/>
              <p:nvPr/>
            </p:nvSpPr>
            <p:spPr>
              <a:xfrm>
                <a:off x="4561586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3189" y="0"/>
                    </a:moveTo>
                    <a:cubicBezTo>
                      <a:pt x="3093" y="1720"/>
                      <a:pt x="1721" y="3092"/>
                      <a:pt x="1" y="3190"/>
                    </a:cubicBezTo>
                    <a:lnTo>
                      <a:pt x="1" y="8383"/>
                    </a:lnTo>
                    <a:cubicBezTo>
                      <a:pt x="2206" y="8337"/>
                      <a:pt x="4309" y="7440"/>
                      <a:pt x="5868" y="5880"/>
                    </a:cubicBezTo>
                    <a:cubicBezTo>
                      <a:pt x="5577" y="5272"/>
                      <a:pt x="5618" y="4558"/>
                      <a:pt x="5979" y="3986"/>
                    </a:cubicBezTo>
                    <a:cubicBezTo>
                      <a:pt x="6337" y="3416"/>
                      <a:pt x="6965" y="3070"/>
                      <a:pt x="7639" y="3070"/>
                    </a:cubicBezTo>
                    <a:cubicBezTo>
                      <a:pt x="7675" y="3070"/>
                      <a:pt x="7710" y="3070"/>
                      <a:pt x="7743" y="3073"/>
                    </a:cubicBezTo>
                    <a:cubicBezTo>
                      <a:pt x="8145" y="2096"/>
                      <a:pt x="8362" y="1056"/>
                      <a:pt x="838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78"/>
              <p:cNvSpPr/>
              <p:nvPr/>
            </p:nvSpPr>
            <p:spPr>
              <a:xfrm>
                <a:off x="4786741" y="2558309"/>
                <a:ext cx="117765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8" extrusionOk="0">
                    <a:moveTo>
                      <a:pt x="1583" y="0"/>
                    </a:moveTo>
                    <a:cubicBezTo>
                      <a:pt x="708" y="0"/>
                      <a:pt x="1" y="710"/>
                      <a:pt x="1" y="1584"/>
                    </a:cubicBezTo>
                    <a:cubicBezTo>
                      <a:pt x="1" y="2459"/>
                      <a:pt x="708" y="3168"/>
                      <a:pt x="1583" y="3168"/>
                    </a:cubicBezTo>
                    <a:cubicBezTo>
                      <a:pt x="2457" y="3168"/>
                      <a:pt x="3166" y="2459"/>
                      <a:pt x="3166" y="1584"/>
                    </a:cubicBezTo>
                    <a:cubicBezTo>
                      <a:pt x="3166" y="710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3" name="Google Shape;4973;p78"/>
            <p:cNvGrpSpPr/>
            <p:nvPr/>
          </p:nvGrpSpPr>
          <p:grpSpPr>
            <a:xfrm>
              <a:off x="4561586" y="2104422"/>
              <a:ext cx="342920" cy="311738"/>
              <a:chOff x="4561586" y="2104422"/>
              <a:chExt cx="342920" cy="311738"/>
            </a:xfrm>
          </p:grpSpPr>
          <p:sp>
            <p:nvSpPr>
              <p:cNvPr id="4974" name="Google Shape;4974;p78"/>
              <p:cNvSpPr/>
              <p:nvPr/>
            </p:nvSpPr>
            <p:spPr>
              <a:xfrm>
                <a:off x="4561586" y="2104422"/>
                <a:ext cx="311722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8384" extrusionOk="0">
                    <a:moveTo>
                      <a:pt x="1" y="1"/>
                    </a:moveTo>
                    <a:lnTo>
                      <a:pt x="1" y="5194"/>
                    </a:lnTo>
                    <a:cubicBezTo>
                      <a:pt x="1721" y="5290"/>
                      <a:pt x="3093" y="6662"/>
                      <a:pt x="3189" y="8384"/>
                    </a:cubicBezTo>
                    <a:lnTo>
                      <a:pt x="8382" y="8384"/>
                    </a:lnTo>
                    <a:cubicBezTo>
                      <a:pt x="8362" y="7328"/>
                      <a:pt x="8144" y="6286"/>
                      <a:pt x="7742" y="5311"/>
                    </a:cubicBezTo>
                    <a:cubicBezTo>
                      <a:pt x="7708" y="5312"/>
                      <a:pt x="7673" y="5314"/>
                      <a:pt x="7638" y="5314"/>
                    </a:cubicBezTo>
                    <a:cubicBezTo>
                      <a:pt x="6964" y="5312"/>
                      <a:pt x="6336" y="4966"/>
                      <a:pt x="5977" y="4396"/>
                    </a:cubicBezTo>
                    <a:cubicBezTo>
                      <a:pt x="5618" y="3825"/>
                      <a:pt x="5577" y="3110"/>
                      <a:pt x="5867" y="2502"/>
                    </a:cubicBezTo>
                    <a:cubicBezTo>
                      <a:pt x="4309" y="942"/>
                      <a:pt x="2206" y="45"/>
                      <a:pt x="1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78"/>
              <p:cNvSpPr/>
              <p:nvPr/>
            </p:nvSpPr>
            <p:spPr>
              <a:xfrm>
                <a:off x="4786741" y="2170087"/>
                <a:ext cx="117765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7" extrusionOk="0">
                    <a:moveTo>
                      <a:pt x="1583" y="1"/>
                    </a:moveTo>
                    <a:cubicBezTo>
                      <a:pt x="708" y="1"/>
                      <a:pt x="1" y="709"/>
                      <a:pt x="1" y="1583"/>
                    </a:cubicBezTo>
                    <a:cubicBezTo>
                      <a:pt x="1" y="2457"/>
                      <a:pt x="708" y="3167"/>
                      <a:pt x="1583" y="3167"/>
                    </a:cubicBezTo>
                    <a:cubicBezTo>
                      <a:pt x="2457" y="3167"/>
                      <a:pt x="3166" y="2457"/>
                      <a:pt x="3166" y="1583"/>
                    </a:cubicBezTo>
                    <a:cubicBezTo>
                      <a:pt x="3166" y="709"/>
                      <a:pt x="2457" y="1"/>
                      <a:pt x="15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6" name="Google Shape;4976;p78"/>
            <p:cNvGrpSpPr/>
            <p:nvPr/>
          </p:nvGrpSpPr>
          <p:grpSpPr>
            <a:xfrm>
              <a:off x="4204684" y="2104422"/>
              <a:ext cx="342957" cy="311664"/>
              <a:chOff x="4204684" y="2104422"/>
              <a:chExt cx="342957" cy="311664"/>
            </a:xfrm>
          </p:grpSpPr>
          <p:sp>
            <p:nvSpPr>
              <p:cNvPr id="4977" name="Google Shape;4977;p78"/>
              <p:cNvSpPr/>
              <p:nvPr/>
            </p:nvSpPr>
            <p:spPr>
              <a:xfrm>
                <a:off x="4235882" y="2104422"/>
                <a:ext cx="311759" cy="311664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2" extrusionOk="0">
                    <a:moveTo>
                      <a:pt x="8384" y="1"/>
                    </a:moveTo>
                    <a:cubicBezTo>
                      <a:pt x="6179" y="45"/>
                      <a:pt x="4076" y="942"/>
                      <a:pt x="2516" y="2502"/>
                    </a:cubicBezTo>
                    <a:cubicBezTo>
                      <a:pt x="2808" y="3110"/>
                      <a:pt x="2766" y="3825"/>
                      <a:pt x="2406" y="4396"/>
                    </a:cubicBezTo>
                    <a:cubicBezTo>
                      <a:pt x="2047" y="4966"/>
                      <a:pt x="1419" y="5312"/>
                      <a:pt x="745" y="5312"/>
                    </a:cubicBezTo>
                    <a:cubicBezTo>
                      <a:pt x="710" y="5312"/>
                      <a:pt x="675" y="5312"/>
                      <a:pt x="641" y="5311"/>
                    </a:cubicBezTo>
                    <a:cubicBezTo>
                      <a:pt x="239" y="6286"/>
                      <a:pt x="23" y="7327"/>
                      <a:pt x="1" y="8382"/>
                    </a:cubicBezTo>
                    <a:lnTo>
                      <a:pt x="5194" y="8382"/>
                    </a:lnTo>
                    <a:cubicBezTo>
                      <a:pt x="5290" y="6662"/>
                      <a:pt x="6664" y="5290"/>
                      <a:pt x="8384" y="5194"/>
                    </a:cubicBezTo>
                    <a:lnTo>
                      <a:pt x="838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78"/>
              <p:cNvSpPr/>
              <p:nvPr/>
            </p:nvSpPr>
            <p:spPr>
              <a:xfrm>
                <a:off x="4204684" y="2170087"/>
                <a:ext cx="117839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7" extrusionOk="0">
                    <a:moveTo>
                      <a:pt x="1584" y="1"/>
                    </a:moveTo>
                    <a:cubicBezTo>
                      <a:pt x="710" y="1"/>
                      <a:pt x="1" y="709"/>
                      <a:pt x="1" y="1583"/>
                    </a:cubicBezTo>
                    <a:cubicBezTo>
                      <a:pt x="1" y="2457"/>
                      <a:pt x="710" y="3167"/>
                      <a:pt x="1584" y="3167"/>
                    </a:cubicBezTo>
                    <a:cubicBezTo>
                      <a:pt x="2459" y="3167"/>
                      <a:pt x="3168" y="2457"/>
                      <a:pt x="3168" y="1583"/>
                    </a:cubicBezTo>
                    <a:cubicBezTo>
                      <a:pt x="3168" y="709"/>
                      <a:pt x="2459" y="1"/>
                      <a:pt x="158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79" name="Google Shape;4979;p78"/>
          <p:cNvGrpSpPr/>
          <p:nvPr/>
        </p:nvGrpSpPr>
        <p:grpSpPr>
          <a:xfrm>
            <a:off x="5536984" y="1171351"/>
            <a:ext cx="660591" cy="688867"/>
            <a:chOff x="5830645" y="1267368"/>
            <a:chExt cx="530340" cy="553040"/>
          </a:xfrm>
        </p:grpSpPr>
        <p:sp>
          <p:nvSpPr>
            <p:cNvPr id="4980" name="Google Shape;4980;p78"/>
            <p:cNvSpPr/>
            <p:nvPr/>
          </p:nvSpPr>
          <p:spPr>
            <a:xfrm>
              <a:off x="5994669" y="1442730"/>
              <a:ext cx="202317" cy="202342"/>
            </a:xfrm>
            <a:custGeom>
              <a:avLst/>
              <a:gdLst/>
              <a:ahLst/>
              <a:cxnLst/>
              <a:rect l="l" t="t" r="r" b="b"/>
              <a:pathLst>
                <a:path w="7941" h="7942" extrusionOk="0">
                  <a:moveTo>
                    <a:pt x="3971" y="319"/>
                  </a:moveTo>
                  <a:cubicBezTo>
                    <a:pt x="5984" y="319"/>
                    <a:pt x="7623" y="1957"/>
                    <a:pt x="7623" y="3971"/>
                  </a:cubicBezTo>
                  <a:cubicBezTo>
                    <a:pt x="7623" y="5984"/>
                    <a:pt x="5985" y="7624"/>
                    <a:pt x="3971" y="7624"/>
                  </a:cubicBezTo>
                  <a:cubicBezTo>
                    <a:pt x="1956" y="7624"/>
                    <a:pt x="318" y="5984"/>
                    <a:pt x="318" y="3971"/>
                  </a:cubicBezTo>
                  <a:cubicBezTo>
                    <a:pt x="318" y="1957"/>
                    <a:pt x="1956" y="319"/>
                    <a:pt x="3971" y="319"/>
                  </a:cubicBezTo>
                  <a:close/>
                  <a:moveTo>
                    <a:pt x="3971" y="0"/>
                  </a:moveTo>
                  <a:cubicBezTo>
                    <a:pt x="1782" y="0"/>
                    <a:pt x="1" y="1782"/>
                    <a:pt x="1" y="3971"/>
                  </a:cubicBezTo>
                  <a:cubicBezTo>
                    <a:pt x="1" y="6159"/>
                    <a:pt x="1782" y="7941"/>
                    <a:pt x="3971" y="7941"/>
                  </a:cubicBezTo>
                  <a:cubicBezTo>
                    <a:pt x="6160" y="7941"/>
                    <a:pt x="7940" y="6159"/>
                    <a:pt x="7940" y="3971"/>
                  </a:cubicBezTo>
                  <a:cubicBezTo>
                    <a:pt x="7940" y="1782"/>
                    <a:pt x="6160" y="0"/>
                    <a:pt x="3971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1" name="Google Shape;4981;p78"/>
            <p:cNvGrpSpPr/>
            <p:nvPr/>
          </p:nvGrpSpPr>
          <p:grpSpPr>
            <a:xfrm>
              <a:off x="5830645" y="1267368"/>
              <a:ext cx="259743" cy="269909"/>
              <a:chOff x="5830645" y="1267368"/>
              <a:chExt cx="259743" cy="269909"/>
            </a:xfrm>
          </p:grpSpPr>
          <p:sp>
            <p:nvSpPr>
              <p:cNvPr id="4982" name="Google Shape;4982;p78"/>
              <p:cNvSpPr/>
              <p:nvPr/>
            </p:nvSpPr>
            <p:spPr>
              <a:xfrm>
                <a:off x="5830645" y="1304897"/>
                <a:ext cx="259743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5" h="9121" extrusionOk="0">
                    <a:moveTo>
                      <a:pt x="7470" y="1"/>
                    </a:moveTo>
                    <a:cubicBezTo>
                      <a:pt x="7469" y="1"/>
                      <a:pt x="7468" y="1"/>
                      <a:pt x="7467" y="1"/>
                    </a:cubicBezTo>
                    <a:lnTo>
                      <a:pt x="7044" y="1"/>
                    </a:lnTo>
                    <a:cubicBezTo>
                      <a:pt x="7044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lnTo>
                      <a:pt x="0" y="1"/>
                    </a:lnTo>
                    <a:lnTo>
                      <a:pt x="0" y="6393"/>
                    </a:lnTo>
                    <a:cubicBezTo>
                      <a:pt x="0" y="7900"/>
                      <a:pt x="1220" y="9120"/>
                      <a:pt x="2727" y="9120"/>
                    </a:cubicBezTo>
                    <a:lnTo>
                      <a:pt x="6018" y="9120"/>
                    </a:lnTo>
                    <a:cubicBezTo>
                      <a:pt x="6148" y="6883"/>
                      <a:pt x="7951" y="5095"/>
                      <a:pt x="10194" y="4987"/>
                    </a:cubicBezTo>
                    <a:lnTo>
                      <a:pt x="10194" y="2726"/>
                    </a:lnTo>
                    <a:cubicBezTo>
                      <a:pt x="10194" y="1222"/>
                      <a:pt x="8974" y="1"/>
                      <a:pt x="74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78"/>
              <p:cNvSpPr/>
              <p:nvPr/>
            </p:nvSpPr>
            <p:spPr>
              <a:xfrm>
                <a:off x="5922950" y="1267368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2"/>
                    </a:cubicBezTo>
                    <a:cubicBezTo>
                      <a:pt x="1" y="2286"/>
                      <a:pt x="661" y="2945"/>
                      <a:pt x="1474" y="2945"/>
                    </a:cubicBezTo>
                    <a:cubicBezTo>
                      <a:pt x="2288" y="2945"/>
                      <a:pt x="2946" y="2286"/>
                      <a:pt x="2946" y="1472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4" name="Google Shape;4984;p78"/>
            <p:cNvGrpSpPr/>
            <p:nvPr/>
          </p:nvGrpSpPr>
          <p:grpSpPr>
            <a:xfrm>
              <a:off x="6101293" y="1267368"/>
              <a:ext cx="259692" cy="269909"/>
              <a:chOff x="6101293" y="1267368"/>
              <a:chExt cx="259692" cy="269909"/>
            </a:xfrm>
          </p:grpSpPr>
          <p:sp>
            <p:nvSpPr>
              <p:cNvPr id="4985" name="Google Shape;4985;p78"/>
              <p:cNvSpPr/>
              <p:nvPr/>
            </p:nvSpPr>
            <p:spPr>
              <a:xfrm>
                <a:off x="6101293" y="1304897"/>
                <a:ext cx="259692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1" extrusionOk="0">
                    <a:moveTo>
                      <a:pt x="2726" y="1"/>
                    </a:moveTo>
                    <a:cubicBezTo>
                      <a:pt x="1220" y="1"/>
                      <a:pt x="0" y="1221"/>
                      <a:pt x="0" y="2726"/>
                    </a:cubicBezTo>
                    <a:lnTo>
                      <a:pt x="0" y="4987"/>
                    </a:lnTo>
                    <a:cubicBezTo>
                      <a:pt x="2244" y="5095"/>
                      <a:pt x="4045" y="6883"/>
                      <a:pt x="4177" y="9120"/>
                    </a:cubicBezTo>
                    <a:lnTo>
                      <a:pt x="7467" y="9120"/>
                    </a:lnTo>
                    <a:cubicBezTo>
                      <a:pt x="8973" y="9120"/>
                      <a:pt x="10193" y="7900"/>
                      <a:pt x="10193" y="6393"/>
                    </a:cubicBezTo>
                    <a:lnTo>
                      <a:pt x="10193" y="1"/>
                    </a:lnTo>
                    <a:lnTo>
                      <a:pt x="7043" y="1"/>
                    </a:lnTo>
                    <a:cubicBezTo>
                      <a:pt x="7043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78"/>
              <p:cNvSpPr/>
              <p:nvPr/>
            </p:nvSpPr>
            <p:spPr>
              <a:xfrm>
                <a:off x="6193623" y="1267368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2"/>
                    </a:cubicBezTo>
                    <a:cubicBezTo>
                      <a:pt x="0" y="2286"/>
                      <a:pt x="660" y="2945"/>
                      <a:pt x="1473" y="2945"/>
                    </a:cubicBezTo>
                    <a:cubicBezTo>
                      <a:pt x="2285" y="2945"/>
                      <a:pt x="2945" y="2286"/>
                      <a:pt x="2945" y="1472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7" name="Google Shape;4987;p78"/>
            <p:cNvGrpSpPr/>
            <p:nvPr/>
          </p:nvGrpSpPr>
          <p:grpSpPr>
            <a:xfrm>
              <a:off x="5830645" y="1550500"/>
              <a:ext cx="259692" cy="269909"/>
              <a:chOff x="5830645" y="1550500"/>
              <a:chExt cx="259692" cy="269909"/>
            </a:xfrm>
          </p:grpSpPr>
          <p:sp>
            <p:nvSpPr>
              <p:cNvPr id="4988" name="Google Shape;4988;p78"/>
              <p:cNvSpPr/>
              <p:nvPr/>
            </p:nvSpPr>
            <p:spPr>
              <a:xfrm>
                <a:off x="5830645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2727" y="1"/>
                    </a:moveTo>
                    <a:cubicBezTo>
                      <a:pt x="1220" y="1"/>
                      <a:pt x="0" y="1223"/>
                      <a:pt x="0" y="2728"/>
                    </a:cubicBezTo>
                    <a:lnTo>
                      <a:pt x="0" y="9122"/>
                    </a:lnTo>
                    <a:lnTo>
                      <a:pt x="3150" y="9122"/>
                    </a:lnTo>
                    <a:cubicBezTo>
                      <a:pt x="3150" y="8046"/>
                      <a:pt x="4021" y="7175"/>
                      <a:pt x="5097" y="7175"/>
                    </a:cubicBezTo>
                    <a:cubicBezTo>
                      <a:pt x="6172" y="7175"/>
                      <a:pt x="7044" y="8046"/>
                      <a:pt x="7044" y="9122"/>
                    </a:cubicBezTo>
                    <a:lnTo>
                      <a:pt x="7467" y="9122"/>
                    </a:lnTo>
                    <a:cubicBezTo>
                      <a:pt x="8972" y="9122"/>
                      <a:pt x="10192" y="7900"/>
                      <a:pt x="10192" y="6395"/>
                    </a:cubicBezTo>
                    <a:lnTo>
                      <a:pt x="10192" y="4135"/>
                    </a:lnTo>
                    <a:cubicBezTo>
                      <a:pt x="7951" y="4028"/>
                      <a:pt x="6148" y="2239"/>
                      <a:pt x="6018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78"/>
              <p:cNvSpPr/>
              <p:nvPr/>
            </p:nvSpPr>
            <p:spPr>
              <a:xfrm>
                <a:off x="5922950" y="1745352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4"/>
                    </a:cubicBezTo>
                    <a:cubicBezTo>
                      <a:pt x="1" y="2287"/>
                      <a:pt x="661" y="2946"/>
                      <a:pt x="1474" y="2946"/>
                    </a:cubicBezTo>
                    <a:cubicBezTo>
                      <a:pt x="2288" y="2946"/>
                      <a:pt x="2946" y="2287"/>
                      <a:pt x="2946" y="1474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90" name="Google Shape;4990;p78"/>
            <p:cNvGrpSpPr/>
            <p:nvPr/>
          </p:nvGrpSpPr>
          <p:grpSpPr>
            <a:xfrm>
              <a:off x="6101293" y="1550500"/>
              <a:ext cx="259692" cy="269909"/>
              <a:chOff x="6101293" y="1550500"/>
              <a:chExt cx="259692" cy="269909"/>
            </a:xfrm>
          </p:grpSpPr>
          <p:sp>
            <p:nvSpPr>
              <p:cNvPr id="4991" name="Google Shape;4991;p78"/>
              <p:cNvSpPr/>
              <p:nvPr/>
            </p:nvSpPr>
            <p:spPr>
              <a:xfrm>
                <a:off x="6101293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4177" y="1"/>
                    </a:moveTo>
                    <a:cubicBezTo>
                      <a:pt x="4045" y="2239"/>
                      <a:pt x="2244" y="4027"/>
                      <a:pt x="0" y="4135"/>
                    </a:cubicBezTo>
                    <a:lnTo>
                      <a:pt x="0" y="6395"/>
                    </a:lnTo>
                    <a:cubicBezTo>
                      <a:pt x="0" y="7902"/>
                      <a:pt x="1220" y="9122"/>
                      <a:pt x="2726" y="9122"/>
                    </a:cubicBezTo>
                    <a:lnTo>
                      <a:pt x="3148" y="9122"/>
                    </a:lnTo>
                    <a:cubicBezTo>
                      <a:pt x="3148" y="8046"/>
                      <a:pt x="4020" y="7175"/>
                      <a:pt x="5096" y="7175"/>
                    </a:cubicBezTo>
                    <a:cubicBezTo>
                      <a:pt x="6170" y="7175"/>
                      <a:pt x="7043" y="8046"/>
                      <a:pt x="7043" y="9122"/>
                    </a:cubicBezTo>
                    <a:lnTo>
                      <a:pt x="10193" y="9122"/>
                    </a:lnTo>
                    <a:lnTo>
                      <a:pt x="10193" y="2728"/>
                    </a:lnTo>
                    <a:cubicBezTo>
                      <a:pt x="10193" y="1223"/>
                      <a:pt x="8973" y="2"/>
                      <a:pt x="7467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78"/>
              <p:cNvSpPr/>
              <p:nvPr/>
            </p:nvSpPr>
            <p:spPr>
              <a:xfrm>
                <a:off x="6193623" y="1745352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4"/>
                    </a:cubicBezTo>
                    <a:cubicBezTo>
                      <a:pt x="0" y="2287"/>
                      <a:pt x="660" y="2946"/>
                      <a:pt x="1473" y="2946"/>
                    </a:cubicBezTo>
                    <a:cubicBezTo>
                      <a:pt x="2285" y="2946"/>
                      <a:pt x="2945" y="2287"/>
                      <a:pt x="2945" y="1474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93" name="Google Shape;4993;p78"/>
          <p:cNvGrpSpPr/>
          <p:nvPr/>
        </p:nvGrpSpPr>
        <p:grpSpPr>
          <a:xfrm>
            <a:off x="739138" y="2061810"/>
            <a:ext cx="697154" cy="679574"/>
            <a:chOff x="2679875" y="2361475"/>
            <a:chExt cx="780425" cy="760575"/>
          </a:xfrm>
        </p:grpSpPr>
        <p:sp>
          <p:nvSpPr>
            <p:cNvPr id="4994" name="Google Shape;4994;p78"/>
            <p:cNvSpPr/>
            <p:nvPr/>
          </p:nvSpPr>
          <p:spPr>
            <a:xfrm>
              <a:off x="2812050" y="2361475"/>
              <a:ext cx="516050" cy="266400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78"/>
            <p:cNvSpPr/>
            <p:nvPr/>
          </p:nvSpPr>
          <p:spPr>
            <a:xfrm>
              <a:off x="3082750" y="2645625"/>
              <a:ext cx="377550" cy="476425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78"/>
            <p:cNvSpPr/>
            <p:nvPr/>
          </p:nvSpPr>
          <p:spPr>
            <a:xfrm>
              <a:off x="3082750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78"/>
            <p:cNvSpPr/>
            <p:nvPr/>
          </p:nvSpPr>
          <p:spPr>
            <a:xfrm>
              <a:off x="2679875" y="2645625"/>
              <a:ext cx="377575" cy="476425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78"/>
            <p:cNvSpPr/>
            <p:nvPr/>
          </p:nvSpPr>
          <p:spPr>
            <a:xfrm>
              <a:off x="2812775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78"/>
            <p:cNvSpPr/>
            <p:nvPr/>
          </p:nvSpPr>
          <p:spPr>
            <a:xfrm>
              <a:off x="2944250" y="2859150"/>
              <a:ext cx="251675" cy="22637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0" name="Google Shape;5000;p78"/>
          <p:cNvGrpSpPr/>
          <p:nvPr/>
        </p:nvGrpSpPr>
        <p:grpSpPr>
          <a:xfrm>
            <a:off x="3138297" y="1171402"/>
            <a:ext cx="735829" cy="684547"/>
            <a:chOff x="3351965" y="1148808"/>
            <a:chExt cx="750770" cy="698375"/>
          </a:xfrm>
        </p:grpSpPr>
        <p:grpSp>
          <p:nvGrpSpPr>
            <p:cNvPr id="5001" name="Google Shape;5001;p78"/>
            <p:cNvGrpSpPr/>
            <p:nvPr/>
          </p:nvGrpSpPr>
          <p:grpSpPr>
            <a:xfrm>
              <a:off x="3586796" y="1148808"/>
              <a:ext cx="294857" cy="286830"/>
              <a:chOff x="3750225" y="1774000"/>
              <a:chExt cx="149575" cy="145525"/>
            </a:xfrm>
          </p:grpSpPr>
          <p:sp>
            <p:nvSpPr>
              <p:cNvPr id="5002" name="Google Shape;5002;p78"/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78"/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04" name="Google Shape;5004;p78"/>
            <p:cNvGrpSpPr/>
            <p:nvPr/>
          </p:nvGrpSpPr>
          <p:grpSpPr>
            <a:xfrm>
              <a:off x="3779245" y="1375768"/>
              <a:ext cx="323490" cy="286978"/>
              <a:chOff x="3847850" y="1889150"/>
              <a:chExt cx="164100" cy="145600"/>
            </a:xfrm>
          </p:grpSpPr>
          <p:sp>
            <p:nvSpPr>
              <p:cNvPr id="5005" name="Google Shape;5005;p78"/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78"/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07" name="Google Shape;5007;p78"/>
            <p:cNvGrpSpPr/>
            <p:nvPr/>
          </p:nvGrpSpPr>
          <p:grpSpPr>
            <a:xfrm>
              <a:off x="3351965" y="1330435"/>
              <a:ext cx="295449" cy="285401"/>
              <a:chOff x="3631100" y="1866150"/>
              <a:chExt cx="149875" cy="144800"/>
            </a:xfrm>
          </p:grpSpPr>
          <p:sp>
            <p:nvSpPr>
              <p:cNvPr id="5008" name="Google Shape;5008;p78"/>
              <p:cNvSpPr/>
              <p:nvPr/>
            </p:nvSpPr>
            <p:spPr>
              <a:xfrm>
                <a:off x="3631100" y="1866150"/>
                <a:ext cx="149875" cy="1448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78"/>
              <p:cNvSpPr/>
              <p:nvPr/>
            </p:nvSpPr>
            <p:spPr>
              <a:xfrm>
                <a:off x="3654725" y="1907806"/>
                <a:ext cx="8657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0" name="Google Shape;5010;p78"/>
            <p:cNvGrpSpPr/>
            <p:nvPr/>
          </p:nvGrpSpPr>
          <p:grpSpPr>
            <a:xfrm>
              <a:off x="3548208" y="1560352"/>
              <a:ext cx="294808" cy="286830"/>
              <a:chOff x="3730650" y="1982800"/>
              <a:chExt cx="149550" cy="145525"/>
            </a:xfrm>
          </p:grpSpPr>
          <p:sp>
            <p:nvSpPr>
              <p:cNvPr id="5011" name="Google Shape;5011;p78"/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78"/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13" name="Google Shape;5013;p78"/>
          <p:cNvGrpSpPr/>
          <p:nvPr/>
        </p:nvGrpSpPr>
        <p:grpSpPr>
          <a:xfrm>
            <a:off x="7639949" y="1171356"/>
            <a:ext cx="804565" cy="677795"/>
            <a:chOff x="7636443" y="1204988"/>
            <a:chExt cx="804565" cy="677795"/>
          </a:xfrm>
        </p:grpSpPr>
        <p:grpSp>
          <p:nvGrpSpPr>
            <p:cNvPr id="5014" name="Google Shape;5014;p78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5015" name="Google Shape;5015;p78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78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7" name="Google Shape;5017;p78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5018" name="Google Shape;5018;p78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78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20" name="Google Shape;5020;p78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5021" name="Google Shape;5021;p78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78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23" name="Google Shape;5023;p78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5024" name="Google Shape;5024;p78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78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26" name="Google Shape;5026;p78"/>
          <p:cNvGrpSpPr/>
          <p:nvPr/>
        </p:nvGrpSpPr>
        <p:grpSpPr>
          <a:xfrm>
            <a:off x="4978796" y="2078771"/>
            <a:ext cx="661339" cy="661188"/>
            <a:chOff x="3990000" y="975400"/>
            <a:chExt cx="3934200" cy="3933300"/>
          </a:xfrm>
        </p:grpSpPr>
        <p:sp>
          <p:nvSpPr>
            <p:cNvPr id="5027" name="Google Shape;5027;p78"/>
            <p:cNvSpPr/>
            <p:nvPr/>
          </p:nvSpPr>
          <p:spPr>
            <a:xfrm>
              <a:off x="3990000" y="975400"/>
              <a:ext cx="3934200" cy="3933300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78"/>
            <p:cNvSpPr/>
            <p:nvPr/>
          </p:nvSpPr>
          <p:spPr>
            <a:xfrm>
              <a:off x="4346550" y="1331800"/>
              <a:ext cx="3221100" cy="32205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78"/>
            <p:cNvSpPr/>
            <p:nvPr/>
          </p:nvSpPr>
          <p:spPr>
            <a:xfrm>
              <a:off x="4786800" y="1771750"/>
              <a:ext cx="2340600" cy="2340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78"/>
            <p:cNvSpPr/>
            <p:nvPr/>
          </p:nvSpPr>
          <p:spPr>
            <a:xfrm>
              <a:off x="5218650" y="2203450"/>
              <a:ext cx="1476900" cy="14772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1" name="Google Shape;5031;p78"/>
          <p:cNvGrpSpPr/>
          <p:nvPr/>
        </p:nvGrpSpPr>
        <p:grpSpPr>
          <a:xfrm>
            <a:off x="6622444" y="2057409"/>
            <a:ext cx="868881" cy="684241"/>
            <a:chOff x="6598259" y="2078634"/>
            <a:chExt cx="868881" cy="684241"/>
          </a:xfrm>
        </p:grpSpPr>
        <p:sp>
          <p:nvSpPr>
            <p:cNvPr id="5032" name="Google Shape;5032;p78"/>
            <p:cNvSpPr/>
            <p:nvPr/>
          </p:nvSpPr>
          <p:spPr>
            <a:xfrm>
              <a:off x="7165957" y="2159753"/>
              <a:ext cx="286185" cy="107120"/>
            </a:xfrm>
            <a:custGeom>
              <a:avLst/>
              <a:gdLst/>
              <a:ahLst/>
              <a:cxnLst/>
              <a:rect l="l" t="t" r="r" b="b"/>
              <a:pathLst>
                <a:path w="48506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rgbClr val="B3C3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78"/>
            <p:cNvSpPr/>
            <p:nvPr/>
          </p:nvSpPr>
          <p:spPr>
            <a:xfrm>
              <a:off x="7085764" y="2536793"/>
              <a:ext cx="349475" cy="107120"/>
            </a:xfrm>
            <a:custGeom>
              <a:avLst/>
              <a:gdLst/>
              <a:ahLst/>
              <a:cxnLst/>
              <a:rect l="l" t="t" r="r" b="b"/>
              <a:pathLst>
                <a:path w="59233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rgbClr val="37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78"/>
            <p:cNvSpPr/>
            <p:nvPr/>
          </p:nvSpPr>
          <p:spPr>
            <a:xfrm>
              <a:off x="6598259" y="2195183"/>
              <a:ext cx="271241" cy="107120"/>
            </a:xfrm>
            <a:custGeom>
              <a:avLst/>
              <a:gdLst/>
              <a:ahLst/>
              <a:cxnLst/>
              <a:rect l="l" t="t" r="r" b="b"/>
              <a:pathLst>
                <a:path w="45973" h="18156" extrusionOk="0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78"/>
            <p:cNvSpPr/>
            <p:nvPr/>
          </p:nvSpPr>
          <p:spPr>
            <a:xfrm>
              <a:off x="6604064" y="2370778"/>
              <a:ext cx="358696" cy="107126"/>
            </a:xfrm>
            <a:custGeom>
              <a:avLst/>
              <a:gdLst/>
              <a:ahLst/>
              <a:cxnLst/>
              <a:rect l="l" t="t" r="r" b="b"/>
              <a:pathLst>
                <a:path w="60796" h="18157" extrusionOk="0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78"/>
            <p:cNvSpPr/>
            <p:nvPr/>
          </p:nvSpPr>
          <p:spPr>
            <a:xfrm>
              <a:off x="6645158" y="2545743"/>
              <a:ext cx="358696" cy="109044"/>
            </a:xfrm>
            <a:custGeom>
              <a:avLst/>
              <a:gdLst/>
              <a:ahLst/>
              <a:cxnLst/>
              <a:rect l="l" t="t" r="r" b="b"/>
              <a:pathLst>
                <a:path w="60796" h="18482" extrusionOk="0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78"/>
            <p:cNvSpPr/>
            <p:nvPr/>
          </p:nvSpPr>
          <p:spPr>
            <a:xfrm>
              <a:off x="7155838" y="2352960"/>
              <a:ext cx="311302" cy="107120"/>
            </a:xfrm>
            <a:custGeom>
              <a:avLst/>
              <a:gdLst/>
              <a:ahLst/>
              <a:cxnLst/>
              <a:rect l="l" t="t" r="r" b="b"/>
              <a:pathLst>
                <a:path w="52763" h="18156" extrusionOk="0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rgbClr val="4F6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38" name="Google Shape;5038;p78"/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5039" name="Google Shape;5039;p78"/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008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78"/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56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78"/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94" h="18156" extrusionOk="0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78"/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avLst/>
                <a:gdLst/>
                <a:ahLst/>
                <a:cxnLst/>
                <a:rect l="l" t="t" r="r" b="b"/>
                <a:pathLst>
                  <a:path w="24122" h="18157" extrusionOk="0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78"/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8482" extrusionOk="0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78"/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18156" extrusionOk="0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45" name="Google Shape;5045;p78"/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5046" name="Google Shape;5046;p78"/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5047" name="Google Shape;5047;p78"/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8" h="11708" extrusionOk="0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8" name="Google Shape;5048;p78"/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2324" extrusionOk="0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9" name="Google Shape;5049;p78"/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0974" extrusionOk="0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0" name="Google Shape;5050;p78"/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27" h="1994" extrusionOk="0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1" name="Google Shape;5051;p78"/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51" h="92321" extrusionOk="0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rgbClr val="FEFEFE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2" name="Google Shape;5052;p78"/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7866" extrusionOk="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DF1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3" name="Google Shape;5053;p78"/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3892" extrusionOk="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4" name="Google Shape;5054;p78"/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1" h="1051" extrusionOk="0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5" name="Google Shape;5055;p78"/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6" name="Google Shape;5056;p78"/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7" name="Google Shape;5057;p78"/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8" name="Google Shape;5058;p78"/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9" name="Google Shape;5059;p78"/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0" name="Google Shape;5060;p78"/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1" name="Google Shape;5061;p78"/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0" extrusionOk="0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2" name="Google Shape;5062;p78"/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7" extrusionOk="0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3" name="Google Shape;5063;p78"/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4" extrusionOk="0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4" name="Google Shape;5064;p78"/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92" h="80915" extrusionOk="0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rgbClr val="F3F5F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5" name="Google Shape;5065;p78"/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066" name="Google Shape;5066;p78"/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5" h="19304" extrusionOk="0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rgbClr val="4F67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7" name="Google Shape;5067;p78"/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2" h="24598" extrusionOk="0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rgbClr val="B3C3C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8" name="Google Shape;5068;p78"/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6" h="19304" extrusionOk="0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rgbClr val="C9D4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9" name="Google Shape;5069;p78"/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4" h="29109" extrusionOk="0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rgbClr val="DBE3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0" name="Google Shape;5070;p78"/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3" h="24598" extrusionOk="0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rgbClr val="8FA1A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1" name="Google Shape;5071;p78"/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3" h="29109" extrusionOk="0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rgbClr val="374F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072" name="Google Shape;5072;p78"/>
          <p:cNvGrpSpPr/>
          <p:nvPr/>
        </p:nvGrpSpPr>
        <p:grpSpPr>
          <a:xfrm>
            <a:off x="5795610" y="2063018"/>
            <a:ext cx="671358" cy="671358"/>
            <a:chOff x="6535625" y="760425"/>
            <a:chExt cx="1665900" cy="1665900"/>
          </a:xfrm>
        </p:grpSpPr>
        <p:sp>
          <p:nvSpPr>
            <p:cNvPr id="5073" name="Google Shape;5073;p78"/>
            <p:cNvSpPr/>
            <p:nvPr/>
          </p:nvSpPr>
          <p:spPr>
            <a:xfrm>
              <a:off x="6535625" y="760425"/>
              <a:ext cx="1665900" cy="16659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78"/>
            <p:cNvSpPr/>
            <p:nvPr/>
          </p:nvSpPr>
          <p:spPr>
            <a:xfrm>
              <a:off x="6713675" y="1116525"/>
              <a:ext cx="1309800" cy="13098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78"/>
            <p:cNvSpPr/>
            <p:nvPr/>
          </p:nvSpPr>
          <p:spPr>
            <a:xfrm>
              <a:off x="6831275" y="1351725"/>
              <a:ext cx="1074600" cy="1074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78"/>
            <p:cNvSpPr/>
            <p:nvPr/>
          </p:nvSpPr>
          <p:spPr>
            <a:xfrm>
              <a:off x="6942425" y="1574025"/>
              <a:ext cx="852300" cy="852300"/>
            </a:xfrm>
            <a:prstGeom prst="ellipse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7" name="Google Shape;5077;p78"/>
          <p:cNvGrpSpPr/>
          <p:nvPr/>
        </p:nvGrpSpPr>
        <p:grpSpPr>
          <a:xfrm>
            <a:off x="732427" y="3731418"/>
            <a:ext cx="1340789" cy="640830"/>
            <a:chOff x="238125" y="1151100"/>
            <a:chExt cx="7139450" cy="3412300"/>
          </a:xfrm>
        </p:grpSpPr>
        <p:sp>
          <p:nvSpPr>
            <p:cNvPr id="5078" name="Google Shape;5078;p78"/>
            <p:cNvSpPr/>
            <p:nvPr/>
          </p:nvSpPr>
          <p:spPr>
            <a:xfrm>
              <a:off x="3468350" y="4223875"/>
              <a:ext cx="679000" cy="339525"/>
            </a:xfrm>
            <a:custGeom>
              <a:avLst/>
              <a:gdLst/>
              <a:ahLst/>
              <a:cxnLst/>
              <a:rect l="l" t="t" r="r" b="b"/>
              <a:pathLst>
                <a:path w="27160" h="13581" extrusionOk="0">
                  <a:moveTo>
                    <a:pt x="13580" y="1"/>
                  </a:moveTo>
                  <a:cubicBezTo>
                    <a:pt x="6083" y="1"/>
                    <a:pt x="0" y="6077"/>
                    <a:pt x="0" y="13580"/>
                  </a:cubicBezTo>
                  <a:lnTo>
                    <a:pt x="27159" y="13580"/>
                  </a:lnTo>
                  <a:cubicBezTo>
                    <a:pt x="27159" y="6077"/>
                    <a:pt x="21083" y="1"/>
                    <a:pt x="1358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78"/>
            <p:cNvSpPr/>
            <p:nvPr/>
          </p:nvSpPr>
          <p:spPr>
            <a:xfrm>
              <a:off x="3730250" y="3276125"/>
              <a:ext cx="147275" cy="956575"/>
            </a:xfrm>
            <a:custGeom>
              <a:avLst/>
              <a:gdLst/>
              <a:ahLst/>
              <a:cxnLst/>
              <a:rect l="l" t="t" r="r" b="b"/>
              <a:pathLst>
                <a:path w="5891" h="38263" extrusionOk="0">
                  <a:moveTo>
                    <a:pt x="3276" y="0"/>
                  </a:moveTo>
                  <a:lnTo>
                    <a:pt x="0" y="38263"/>
                  </a:lnTo>
                  <a:lnTo>
                    <a:pt x="5890" y="38194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78"/>
            <p:cNvSpPr/>
            <p:nvPr/>
          </p:nvSpPr>
          <p:spPr>
            <a:xfrm>
              <a:off x="3796275" y="3875600"/>
              <a:ext cx="839350" cy="630550"/>
            </a:xfrm>
            <a:custGeom>
              <a:avLst/>
              <a:gdLst/>
              <a:ahLst/>
              <a:cxnLst/>
              <a:rect l="l" t="t" r="r" b="b"/>
              <a:pathLst>
                <a:path w="33574" h="25222" extrusionOk="0">
                  <a:moveTo>
                    <a:pt x="32291" y="1"/>
                  </a:moveTo>
                  <a:lnTo>
                    <a:pt x="1" y="23463"/>
                  </a:lnTo>
                  <a:lnTo>
                    <a:pt x="1277" y="25222"/>
                  </a:lnTo>
                  <a:lnTo>
                    <a:pt x="33574" y="1759"/>
                  </a:lnTo>
                  <a:lnTo>
                    <a:pt x="3229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78"/>
            <p:cNvSpPr/>
            <p:nvPr/>
          </p:nvSpPr>
          <p:spPr>
            <a:xfrm>
              <a:off x="6240475" y="3130600"/>
              <a:ext cx="1137100" cy="1432800"/>
            </a:xfrm>
            <a:custGeom>
              <a:avLst/>
              <a:gdLst/>
              <a:ahLst/>
              <a:cxnLst/>
              <a:rect l="l" t="t" r="r" b="b"/>
              <a:pathLst>
                <a:path w="45484" h="57312" extrusionOk="0">
                  <a:moveTo>
                    <a:pt x="30704" y="0"/>
                  </a:moveTo>
                  <a:lnTo>
                    <a:pt x="0" y="13745"/>
                  </a:lnTo>
                  <a:cubicBezTo>
                    <a:pt x="6979" y="27270"/>
                    <a:pt x="11042" y="42111"/>
                    <a:pt x="11917" y="57311"/>
                  </a:cubicBezTo>
                  <a:lnTo>
                    <a:pt x="45484" y="57311"/>
                  </a:lnTo>
                  <a:cubicBezTo>
                    <a:pt x="44594" y="37118"/>
                    <a:pt x="39525" y="17683"/>
                    <a:pt x="3070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78"/>
            <p:cNvSpPr/>
            <p:nvPr/>
          </p:nvSpPr>
          <p:spPr>
            <a:xfrm>
              <a:off x="5243900" y="1696775"/>
              <a:ext cx="1764175" cy="1777475"/>
            </a:xfrm>
            <a:custGeom>
              <a:avLst/>
              <a:gdLst/>
              <a:ahLst/>
              <a:cxnLst/>
              <a:rect l="l" t="t" r="r" b="b"/>
              <a:pathLst>
                <a:path w="70567" h="71099" extrusionOk="0">
                  <a:moveTo>
                    <a:pt x="18573" y="1"/>
                  </a:moveTo>
                  <a:lnTo>
                    <a:pt x="0" y="28008"/>
                  </a:lnTo>
                  <a:cubicBezTo>
                    <a:pt x="16938" y="38505"/>
                    <a:pt x="30711" y="53395"/>
                    <a:pt x="39863" y="71098"/>
                  </a:cubicBezTo>
                  <a:lnTo>
                    <a:pt x="70567" y="57353"/>
                  </a:lnTo>
                  <a:cubicBezTo>
                    <a:pt x="63753" y="43719"/>
                    <a:pt x="54712" y="31125"/>
                    <a:pt x="43629" y="20042"/>
                  </a:cubicBezTo>
                  <a:cubicBezTo>
                    <a:pt x="36049" y="12449"/>
                    <a:pt x="27642" y="5725"/>
                    <a:pt x="185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78"/>
            <p:cNvSpPr/>
            <p:nvPr/>
          </p:nvSpPr>
          <p:spPr>
            <a:xfrm>
              <a:off x="3812150" y="1151100"/>
              <a:ext cx="1896075" cy="1245900"/>
            </a:xfrm>
            <a:custGeom>
              <a:avLst/>
              <a:gdLst/>
              <a:ahLst/>
              <a:cxnLst/>
              <a:rect l="l" t="t" r="r" b="b"/>
              <a:pathLst>
                <a:path w="75843" h="49836" extrusionOk="0">
                  <a:moveTo>
                    <a:pt x="0" y="0"/>
                  </a:moveTo>
                  <a:lnTo>
                    <a:pt x="0" y="33518"/>
                  </a:lnTo>
                  <a:cubicBezTo>
                    <a:pt x="20987" y="33552"/>
                    <a:pt x="40615" y="39518"/>
                    <a:pt x="57270" y="49835"/>
                  </a:cubicBezTo>
                  <a:lnTo>
                    <a:pt x="75843" y="21828"/>
                  </a:lnTo>
                  <a:cubicBezTo>
                    <a:pt x="53339" y="7641"/>
                    <a:pt x="27256" y="28"/>
                    <a:pt x="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78"/>
            <p:cNvSpPr/>
            <p:nvPr/>
          </p:nvSpPr>
          <p:spPr>
            <a:xfrm>
              <a:off x="1910550" y="1151100"/>
              <a:ext cx="1901625" cy="1244175"/>
            </a:xfrm>
            <a:custGeom>
              <a:avLst/>
              <a:gdLst/>
              <a:ahLst/>
              <a:cxnLst/>
              <a:rect l="l" t="t" r="r" b="b"/>
              <a:pathLst>
                <a:path w="76065" h="49767" extrusionOk="0">
                  <a:moveTo>
                    <a:pt x="75892" y="0"/>
                  </a:moveTo>
                  <a:cubicBezTo>
                    <a:pt x="48629" y="0"/>
                    <a:pt x="22525" y="7579"/>
                    <a:pt x="1" y="21745"/>
                  </a:cubicBezTo>
                  <a:lnTo>
                    <a:pt x="18574" y="49766"/>
                  </a:lnTo>
                  <a:cubicBezTo>
                    <a:pt x="35250" y="39463"/>
                    <a:pt x="54898" y="33518"/>
                    <a:pt x="75892" y="33518"/>
                  </a:cubicBezTo>
                  <a:lnTo>
                    <a:pt x="76064" y="33518"/>
                  </a:lnTo>
                  <a:lnTo>
                    <a:pt x="760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78"/>
            <p:cNvSpPr/>
            <p:nvPr/>
          </p:nvSpPr>
          <p:spPr>
            <a:xfrm>
              <a:off x="608475" y="1694725"/>
              <a:ext cx="1766425" cy="1778150"/>
            </a:xfrm>
            <a:custGeom>
              <a:avLst/>
              <a:gdLst/>
              <a:ahLst/>
              <a:cxnLst/>
              <a:rect l="l" t="t" r="r" b="b"/>
              <a:pathLst>
                <a:path w="70657" h="71126" extrusionOk="0">
                  <a:moveTo>
                    <a:pt x="52084" y="0"/>
                  </a:moveTo>
                  <a:cubicBezTo>
                    <a:pt x="42959" y="5745"/>
                    <a:pt x="34518" y="12490"/>
                    <a:pt x="26904" y="20124"/>
                  </a:cubicBezTo>
                  <a:cubicBezTo>
                    <a:pt x="15828" y="31194"/>
                    <a:pt x="6800" y="43759"/>
                    <a:pt x="0" y="57373"/>
                  </a:cubicBezTo>
                  <a:lnTo>
                    <a:pt x="30704" y="71125"/>
                  </a:lnTo>
                  <a:cubicBezTo>
                    <a:pt x="39870" y="53401"/>
                    <a:pt x="53677" y="38504"/>
                    <a:pt x="70657" y="28021"/>
                  </a:cubicBezTo>
                  <a:lnTo>
                    <a:pt x="5208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78"/>
            <p:cNvSpPr/>
            <p:nvPr/>
          </p:nvSpPr>
          <p:spPr>
            <a:xfrm>
              <a:off x="238125" y="3129050"/>
              <a:ext cx="1137975" cy="1434175"/>
            </a:xfrm>
            <a:custGeom>
              <a:avLst/>
              <a:gdLst/>
              <a:ahLst/>
              <a:cxnLst/>
              <a:rect l="l" t="t" r="r" b="b"/>
              <a:pathLst>
                <a:path w="45519" h="57367" extrusionOk="0">
                  <a:moveTo>
                    <a:pt x="14814" y="0"/>
                  </a:moveTo>
                  <a:cubicBezTo>
                    <a:pt x="5966" y="17697"/>
                    <a:pt x="890" y="37152"/>
                    <a:pt x="0" y="57366"/>
                  </a:cubicBezTo>
                  <a:lnTo>
                    <a:pt x="33566" y="57366"/>
                  </a:lnTo>
                  <a:cubicBezTo>
                    <a:pt x="34442" y="42152"/>
                    <a:pt x="38511" y="27283"/>
                    <a:pt x="45518" y="13745"/>
                  </a:cubicBezTo>
                  <a:lnTo>
                    <a:pt x="1481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78"/>
            <p:cNvSpPr/>
            <p:nvPr/>
          </p:nvSpPr>
          <p:spPr>
            <a:xfrm>
              <a:off x="1924656" y="1941325"/>
              <a:ext cx="3773110" cy="1646329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78"/>
            <p:cNvSpPr/>
            <p:nvPr/>
          </p:nvSpPr>
          <p:spPr>
            <a:xfrm>
              <a:off x="1028863" y="2678027"/>
              <a:ext cx="1805597" cy="1885320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78"/>
            <p:cNvSpPr/>
            <p:nvPr/>
          </p:nvSpPr>
          <p:spPr>
            <a:xfrm>
              <a:off x="4792190" y="2679937"/>
              <a:ext cx="1798951" cy="1883410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0" name="Google Shape;5090;p78"/>
          <p:cNvGrpSpPr/>
          <p:nvPr/>
        </p:nvGrpSpPr>
        <p:grpSpPr>
          <a:xfrm>
            <a:off x="5599650" y="2934699"/>
            <a:ext cx="985357" cy="585764"/>
            <a:chOff x="5145061" y="2881789"/>
            <a:chExt cx="1107641" cy="658458"/>
          </a:xfrm>
        </p:grpSpPr>
        <p:grpSp>
          <p:nvGrpSpPr>
            <p:cNvPr id="5091" name="Google Shape;5091;p78"/>
            <p:cNvGrpSpPr/>
            <p:nvPr/>
          </p:nvGrpSpPr>
          <p:grpSpPr>
            <a:xfrm>
              <a:off x="5722989" y="3244587"/>
              <a:ext cx="529713" cy="295659"/>
              <a:chOff x="5722989" y="3244587"/>
              <a:chExt cx="529713" cy="295659"/>
            </a:xfrm>
          </p:grpSpPr>
          <p:sp>
            <p:nvSpPr>
              <p:cNvPr id="5092" name="Google Shape;5092;p78"/>
              <p:cNvSpPr/>
              <p:nvPr/>
            </p:nvSpPr>
            <p:spPr>
              <a:xfrm>
                <a:off x="5722989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32"/>
                    </a:lnTo>
                    <a:lnTo>
                      <a:pt x="2576042" y="2230932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  <p:sp>
            <p:nvSpPr>
              <p:cNvPr id="5093" name="Google Shape;5093;p78"/>
              <p:cNvSpPr/>
              <p:nvPr/>
            </p:nvSpPr>
            <p:spPr>
              <a:xfrm>
                <a:off x="6035543" y="3298113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5094" name="Google Shape;5094;p78"/>
            <p:cNvGrpSpPr/>
            <p:nvPr/>
          </p:nvGrpSpPr>
          <p:grpSpPr>
            <a:xfrm>
              <a:off x="5145061" y="3244587"/>
              <a:ext cx="536807" cy="295659"/>
              <a:chOff x="5145061" y="3244587"/>
              <a:chExt cx="536807" cy="295659"/>
            </a:xfrm>
          </p:grpSpPr>
          <p:sp>
            <p:nvSpPr>
              <p:cNvPr id="5095" name="Google Shape;5095;p78"/>
              <p:cNvSpPr/>
              <p:nvPr/>
            </p:nvSpPr>
            <p:spPr>
              <a:xfrm>
                <a:off x="5340522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34" y="0"/>
                    </a:moveTo>
                    <a:lnTo>
                      <a:pt x="0" y="2230920"/>
                    </a:lnTo>
                    <a:lnTo>
                      <a:pt x="2576055" y="2230920"/>
                    </a:lnTo>
                    <a:lnTo>
                      <a:pt x="1288034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  <p:sp>
            <p:nvSpPr>
              <p:cNvPr id="5096" name="Google Shape;5096;p78"/>
              <p:cNvSpPr/>
              <p:nvPr/>
            </p:nvSpPr>
            <p:spPr>
              <a:xfrm flipH="1">
                <a:off x="5145061" y="3298599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5097" name="Google Shape;5097;p78"/>
            <p:cNvGrpSpPr/>
            <p:nvPr/>
          </p:nvGrpSpPr>
          <p:grpSpPr>
            <a:xfrm>
              <a:off x="5341327" y="2898245"/>
              <a:ext cx="532309" cy="614891"/>
              <a:chOff x="5341327" y="2898245"/>
              <a:chExt cx="532309" cy="614891"/>
            </a:xfrm>
          </p:grpSpPr>
          <p:sp>
            <p:nvSpPr>
              <p:cNvPr id="5098" name="Google Shape;5098;p78"/>
              <p:cNvSpPr/>
              <p:nvPr/>
            </p:nvSpPr>
            <p:spPr>
              <a:xfrm>
                <a:off x="5532290" y="321747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2576042" y="0"/>
                    </a:moveTo>
                    <a:lnTo>
                      <a:pt x="0" y="0"/>
                    </a:lnTo>
                    <a:lnTo>
                      <a:pt x="1288021" y="2230920"/>
                    </a:lnTo>
                    <a:lnTo>
                      <a:pt x="2576042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  <p:sp>
            <p:nvSpPr>
              <p:cNvPr id="5099" name="Google Shape;5099;p78"/>
              <p:cNvSpPr/>
              <p:nvPr/>
            </p:nvSpPr>
            <p:spPr>
              <a:xfrm flipH="1">
                <a:off x="5341327" y="2898245"/>
                <a:ext cx="217159" cy="33450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5100" name="Google Shape;5100;p78"/>
            <p:cNvGrpSpPr/>
            <p:nvPr/>
          </p:nvGrpSpPr>
          <p:grpSpPr>
            <a:xfrm>
              <a:off x="5532290" y="2881789"/>
              <a:ext cx="620516" cy="305456"/>
              <a:chOff x="5532290" y="2881789"/>
              <a:chExt cx="620516" cy="305456"/>
            </a:xfrm>
          </p:grpSpPr>
          <p:sp>
            <p:nvSpPr>
              <p:cNvPr id="5101" name="Google Shape;5101;p78"/>
              <p:cNvSpPr/>
              <p:nvPr/>
            </p:nvSpPr>
            <p:spPr>
              <a:xfrm>
                <a:off x="5532290" y="289158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20"/>
                    </a:lnTo>
                    <a:lnTo>
                      <a:pt x="2576042" y="2230920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  <p:sp>
            <p:nvSpPr>
              <p:cNvPr id="5102" name="Google Shape;5102;p78"/>
              <p:cNvSpPr/>
              <p:nvPr/>
            </p:nvSpPr>
            <p:spPr>
              <a:xfrm>
                <a:off x="5837311" y="2881789"/>
                <a:ext cx="315495" cy="288369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/>
              </a:p>
            </p:txBody>
          </p:sp>
        </p:grpSp>
      </p:grpSp>
      <p:grpSp>
        <p:nvGrpSpPr>
          <p:cNvPr id="5103" name="Google Shape;5103;p78"/>
          <p:cNvGrpSpPr/>
          <p:nvPr/>
        </p:nvGrpSpPr>
        <p:grpSpPr>
          <a:xfrm>
            <a:off x="8178573" y="3726757"/>
            <a:ext cx="269068" cy="645491"/>
            <a:chOff x="7026852" y="3311869"/>
            <a:chExt cx="434331" cy="1041954"/>
          </a:xfrm>
        </p:grpSpPr>
        <p:sp>
          <p:nvSpPr>
            <p:cNvPr id="5104" name="Google Shape;5104;p78"/>
            <p:cNvSpPr/>
            <p:nvPr/>
          </p:nvSpPr>
          <p:spPr>
            <a:xfrm>
              <a:off x="7026852" y="3311869"/>
              <a:ext cx="434331" cy="847405"/>
            </a:xfrm>
            <a:custGeom>
              <a:avLst/>
              <a:gdLst/>
              <a:ahLst/>
              <a:cxnLst/>
              <a:rect l="l" t="t" r="r" b="b"/>
              <a:pathLst>
                <a:path w="16734" h="32649" extrusionOk="0">
                  <a:moveTo>
                    <a:pt x="8369" y="0"/>
                  </a:moveTo>
                  <a:cubicBezTo>
                    <a:pt x="3747" y="0"/>
                    <a:pt x="1" y="3747"/>
                    <a:pt x="1" y="8366"/>
                  </a:cubicBezTo>
                  <a:lnTo>
                    <a:pt x="1" y="32649"/>
                  </a:lnTo>
                  <a:lnTo>
                    <a:pt x="16734" y="32649"/>
                  </a:lnTo>
                  <a:lnTo>
                    <a:pt x="16734" y="8366"/>
                  </a:lnTo>
                  <a:cubicBezTo>
                    <a:pt x="16734" y="3744"/>
                    <a:pt x="12987" y="0"/>
                    <a:pt x="836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78"/>
            <p:cNvSpPr/>
            <p:nvPr/>
          </p:nvSpPr>
          <p:spPr>
            <a:xfrm>
              <a:off x="7082395" y="3359392"/>
              <a:ext cx="323321" cy="323321"/>
            </a:xfrm>
            <a:custGeom>
              <a:avLst/>
              <a:gdLst/>
              <a:ahLst/>
              <a:cxnLst/>
              <a:rect l="l" t="t" r="r" b="b"/>
              <a:pathLst>
                <a:path w="12457" h="12457" extrusionOk="0">
                  <a:moveTo>
                    <a:pt x="6229" y="1"/>
                  </a:moveTo>
                  <a:cubicBezTo>
                    <a:pt x="2788" y="1"/>
                    <a:pt x="1" y="2788"/>
                    <a:pt x="1" y="6229"/>
                  </a:cubicBezTo>
                  <a:cubicBezTo>
                    <a:pt x="1" y="9670"/>
                    <a:pt x="2788" y="12457"/>
                    <a:pt x="6229" y="12457"/>
                  </a:cubicBezTo>
                  <a:cubicBezTo>
                    <a:pt x="9666" y="12457"/>
                    <a:pt x="12457" y="9670"/>
                    <a:pt x="12457" y="6229"/>
                  </a:cubicBezTo>
                  <a:cubicBezTo>
                    <a:pt x="12457" y="2788"/>
                    <a:pt x="9666" y="1"/>
                    <a:pt x="6229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78"/>
            <p:cNvSpPr/>
            <p:nvPr/>
          </p:nvSpPr>
          <p:spPr>
            <a:xfrm>
              <a:off x="7026852" y="4159239"/>
              <a:ext cx="434331" cy="194585"/>
            </a:xfrm>
            <a:custGeom>
              <a:avLst/>
              <a:gdLst/>
              <a:ahLst/>
              <a:cxnLst/>
              <a:rect l="l" t="t" r="r" b="b"/>
              <a:pathLst>
                <a:path w="16734" h="7497" extrusionOk="0">
                  <a:moveTo>
                    <a:pt x="1" y="1"/>
                  </a:moveTo>
                  <a:lnTo>
                    <a:pt x="8369" y="7496"/>
                  </a:lnTo>
                  <a:lnTo>
                    <a:pt x="1673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7" name="Google Shape;5107;p78"/>
          <p:cNvGrpSpPr/>
          <p:nvPr/>
        </p:nvGrpSpPr>
        <p:grpSpPr>
          <a:xfrm>
            <a:off x="6195154" y="3765995"/>
            <a:ext cx="293882" cy="293836"/>
            <a:chOff x="4873519" y="3311869"/>
            <a:chExt cx="499374" cy="499296"/>
          </a:xfrm>
        </p:grpSpPr>
        <p:sp>
          <p:nvSpPr>
            <p:cNvPr id="5108" name="Google Shape;5108;p78"/>
            <p:cNvSpPr/>
            <p:nvPr/>
          </p:nvSpPr>
          <p:spPr>
            <a:xfrm>
              <a:off x="4873519" y="3311869"/>
              <a:ext cx="499374" cy="499296"/>
            </a:xfrm>
            <a:custGeom>
              <a:avLst/>
              <a:gdLst/>
              <a:ahLst/>
              <a:cxnLst/>
              <a:rect l="l" t="t" r="r" b="b"/>
              <a:pathLst>
                <a:path w="19240" h="19237" extrusionOk="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78"/>
            <p:cNvSpPr/>
            <p:nvPr/>
          </p:nvSpPr>
          <p:spPr>
            <a:xfrm>
              <a:off x="4894620" y="3329830"/>
              <a:ext cx="202112" cy="182386"/>
            </a:xfrm>
            <a:custGeom>
              <a:avLst/>
              <a:gdLst/>
              <a:ahLst/>
              <a:cxnLst/>
              <a:rect l="l" t="t" r="r" b="b"/>
              <a:pathLst>
                <a:path w="7787" h="7027" extrusionOk="0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0" name="Google Shape;5110;p78"/>
          <p:cNvGrpSpPr/>
          <p:nvPr/>
        </p:nvGrpSpPr>
        <p:grpSpPr>
          <a:xfrm>
            <a:off x="6195154" y="4078366"/>
            <a:ext cx="293882" cy="293882"/>
            <a:chOff x="4873519" y="3875839"/>
            <a:chExt cx="499374" cy="499374"/>
          </a:xfrm>
        </p:grpSpPr>
        <p:sp>
          <p:nvSpPr>
            <p:cNvPr id="5111" name="Google Shape;5111;p78"/>
            <p:cNvSpPr/>
            <p:nvPr/>
          </p:nvSpPr>
          <p:spPr>
            <a:xfrm>
              <a:off x="4873519" y="3875839"/>
              <a:ext cx="499374" cy="499374"/>
            </a:xfrm>
            <a:custGeom>
              <a:avLst/>
              <a:gdLst/>
              <a:ahLst/>
              <a:cxnLst/>
              <a:rect l="l" t="t" r="r" b="b"/>
              <a:pathLst>
                <a:path w="19240" h="19240" extrusionOk="0">
                  <a:moveTo>
                    <a:pt x="1" y="1"/>
                  </a:moveTo>
                  <a:lnTo>
                    <a:pt x="1" y="9619"/>
                  </a:lnTo>
                  <a:cubicBezTo>
                    <a:pt x="1" y="14930"/>
                    <a:pt x="4308" y="19240"/>
                    <a:pt x="9619" y="19240"/>
                  </a:cubicBezTo>
                  <a:cubicBezTo>
                    <a:pt x="14933" y="19240"/>
                    <a:pt x="19240" y="14933"/>
                    <a:pt x="19240" y="9619"/>
                  </a:cubicBezTo>
                  <a:lnTo>
                    <a:pt x="19240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78"/>
            <p:cNvSpPr/>
            <p:nvPr/>
          </p:nvSpPr>
          <p:spPr>
            <a:xfrm>
              <a:off x="4894620" y="3893826"/>
              <a:ext cx="202112" cy="182360"/>
            </a:xfrm>
            <a:custGeom>
              <a:avLst/>
              <a:gdLst/>
              <a:ahLst/>
              <a:cxnLst/>
              <a:rect l="l" t="t" r="r" b="b"/>
              <a:pathLst>
                <a:path w="7787" h="7026" extrusionOk="0">
                  <a:moveTo>
                    <a:pt x="0" y="0"/>
                  </a:moveTo>
                  <a:lnTo>
                    <a:pt x="0" y="7026"/>
                  </a:lnTo>
                  <a:lnTo>
                    <a:pt x="7787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3" name="Google Shape;5113;p78"/>
          <p:cNvGrpSpPr/>
          <p:nvPr/>
        </p:nvGrpSpPr>
        <p:grpSpPr>
          <a:xfrm>
            <a:off x="2425681" y="2050319"/>
            <a:ext cx="698104" cy="698208"/>
            <a:chOff x="2565073" y="2075876"/>
            <a:chExt cx="672482" cy="672518"/>
          </a:xfrm>
        </p:grpSpPr>
        <p:sp>
          <p:nvSpPr>
            <p:cNvPr id="5114" name="Google Shape;5114;p78"/>
            <p:cNvSpPr/>
            <p:nvPr/>
          </p:nvSpPr>
          <p:spPr>
            <a:xfrm>
              <a:off x="2642193" y="2530650"/>
              <a:ext cx="419588" cy="217743"/>
            </a:xfrm>
            <a:custGeom>
              <a:avLst/>
              <a:gdLst/>
              <a:ahLst/>
              <a:cxnLst/>
              <a:rect l="l" t="t" r="r" b="b"/>
              <a:pathLst>
                <a:path w="130611" h="67780" extrusionOk="0">
                  <a:moveTo>
                    <a:pt x="28498" y="0"/>
                  </a:moveTo>
                  <a:cubicBezTo>
                    <a:pt x="24484" y="0"/>
                    <a:pt x="20456" y="1023"/>
                    <a:pt x="16802" y="3132"/>
                  </a:cubicBezTo>
                  <a:lnTo>
                    <a:pt x="16191" y="3487"/>
                  </a:lnTo>
                  <a:cubicBezTo>
                    <a:pt x="1795" y="11796"/>
                    <a:pt x="1" y="31826"/>
                    <a:pt x="12628" y="42639"/>
                  </a:cubicBezTo>
                  <a:cubicBezTo>
                    <a:pt x="28340" y="56094"/>
                    <a:pt x="48088" y="64970"/>
                    <a:pt x="69808" y="67207"/>
                  </a:cubicBezTo>
                  <a:cubicBezTo>
                    <a:pt x="70015" y="67227"/>
                    <a:pt x="70217" y="67252"/>
                    <a:pt x="70419" y="67271"/>
                  </a:cubicBezTo>
                  <a:cubicBezTo>
                    <a:pt x="70804" y="67306"/>
                    <a:pt x="71188" y="67345"/>
                    <a:pt x="71572" y="67375"/>
                  </a:cubicBezTo>
                  <a:cubicBezTo>
                    <a:pt x="72080" y="67419"/>
                    <a:pt x="72588" y="67464"/>
                    <a:pt x="73100" y="67498"/>
                  </a:cubicBezTo>
                  <a:lnTo>
                    <a:pt x="73440" y="67523"/>
                  </a:lnTo>
                  <a:cubicBezTo>
                    <a:pt x="75877" y="67694"/>
                    <a:pt x="78323" y="67780"/>
                    <a:pt x="80773" y="67780"/>
                  </a:cubicBezTo>
                  <a:cubicBezTo>
                    <a:pt x="97672" y="67780"/>
                    <a:pt x="114788" y="63683"/>
                    <a:pt x="130611" y="55083"/>
                  </a:cubicBezTo>
                  <a:lnTo>
                    <a:pt x="106348" y="13068"/>
                  </a:lnTo>
                  <a:cubicBezTo>
                    <a:pt x="98422" y="17162"/>
                    <a:pt x="89641" y="19287"/>
                    <a:pt x="80747" y="19287"/>
                  </a:cubicBezTo>
                  <a:cubicBezTo>
                    <a:pt x="79675" y="19287"/>
                    <a:pt x="78601" y="19256"/>
                    <a:pt x="77526" y="19194"/>
                  </a:cubicBezTo>
                  <a:cubicBezTo>
                    <a:pt x="77220" y="19174"/>
                    <a:pt x="76910" y="19149"/>
                    <a:pt x="76599" y="19130"/>
                  </a:cubicBezTo>
                  <a:cubicBezTo>
                    <a:pt x="76072" y="19090"/>
                    <a:pt x="75545" y="19051"/>
                    <a:pt x="75017" y="18997"/>
                  </a:cubicBezTo>
                  <a:cubicBezTo>
                    <a:pt x="74943" y="18992"/>
                    <a:pt x="74865" y="18982"/>
                    <a:pt x="74791" y="18972"/>
                  </a:cubicBezTo>
                  <a:cubicBezTo>
                    <a:pt x="73347" y="18819"/>
                    <a:pt x="71908" y="18612"/>
                    <a:pt x="70478" y="18351"/>
                  </a:cubicBezTo>
                  <a:cubicBezTo>
                    <a:pt x="70409" y="18336"/>
                    <a:pt x="70340" y="18331"/>
                    <a:pt x="70266" y="18317"/>
                  </a:cubicBezTo>
                  <a:cubicBezTo>
                    <a:pt x="60646" y="16518"/>
                    <a:pt x="51666" y="12220"/>
                    <a:pt x="44224" y="5857"/>
                  </a:cubicBezTo>
                  <a:cubicBezTo>
                    <a:pt x="39725" y="2011"/>
                    <a:pt x="34125" y="0"/>
                    <a:pt x="2849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78"/>
            <p:cNvSpPr/>
            <p:nvPr/>
          </p:nvSpPr>
          <p:spPr>
            <a:xfrm>
              <a:off x="2910083" y="2420918"/>
              <a:ext cx="327379" cy="312727"/>
            </a:xfrm>
            <a:custGeom>
              <a:avLst/>
              <a:gdLst/>
              <a:ahLst/>
              <a:cxnLst/>
              <a:rect l="l" t="t" r="r" b="b"/>
              <a:pathLst>
                <a:path w="101908" h="97347" extrusionOk="0">
                  <a:moveTo>
                    <a:pt x="53377" y="1"/>
                  </a:moveTo>
                  <a:cubicBezTo>
                    <a:pt x="52884" y="9843"/>
                    <a:pt x="49823" y="19390"/>
                    <a:pt x="44495" y="27689"/>
                  </a:cubicBezTo>
                  <a:lnTo>
                    <a:pt x="44490" y="27684"/>
                  </a:lnTo>
                  <a:cubicBezTo>
                    <a:pt x="37847" y="37980"/>
                    <a:pt x="27936" y="45964"/>
                    <a:pt x="16216" y="50163"/>
                  </a:cubicBezTo>
                  <a:cubicBezTo>
                    <a:pt x="6521" y="53638"/>
                    <a:pt x="1" y="62746"/>
                    <a:pt x="1" y="73041"/>
                  </a:cubicBezTo>
                  <a:cubicBezTo>
                    <a:pt x="1" y="86873"/>
                    <a:pt x="11336" y="97347"/>
                    <a:pt x="24173" y="97347"/>
                  </a:cubicBezTo>
                  <a:cubicBezTo>
                    <a:pt x="26820" y="97347"/>
                    <a:pt x="29530" y="96902"/>
                    <a:pt x="32219" y="95949"/>
                  </a:cubicBezTo>
                  <a:cubicBezTo>
                    <a:pt x="49306" y="89897"/>
                    <a:pt x="64347" y="79537"/>
                    <a:pt x="76048" y="66171"/>
                  </a:cubicBezTo>
                  <a:cubicBezTo>
                    <a:pt x="76329" y="65870"/>
                    <a:pt x="76609" y="65570"/>
                    <a:pt x="76881" y="65254"/>
                  </a:cubicBezTo>
                  <a:cubicBezTo>
                    <a:pt x="92548" y="46905"/>
                    <a:pt x="101267" y="23751"/>
                    <a:pt x="1019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78"/>
            <p:cNvSpPr/>
            <p:nvPr/>
          </p:nvSpPr>
          <p:spPr>
            <a:xfrm>
              <a:off x="2999034" y="2125384"/>
              <a:ext cx="238522" cy="411351"/>
            </a:xfrm>
            <a:custGeom>
              <a:avLst/>
              <a:gdLst/>
              <a:ahLst/>
              <a:cxnLst/>
              <a:rect l="l" t="t" r="r" b="b"/>
              <a:pathLst>
                <a:path w="74248" h="128047" extrusionOk="0">
                  <a:moveTo>
                    <a:pt x="24273" y="0"/>
                  </a:moveTo>
                  <a:lnTo>
                    <a:pt x="0" y="42036"/>
                  </a:lnTo>
                  <a:cubicBezTo>
                    <a:pt x="7521" y="46866"/>
                    <a:pt x="13775" y="53430"/>
                    <a:pt x="18236" y="61173"/>
                  </a:cubicBezTo>
                  <a:cubicBezTo>
                    <a:pt x="18694" y="61966"/>
                    <a:pt x="19128" y="62765"/>
                    <a:pt x="19542" y="63573"/>
                  </a:cubicBezTo>
                  <a:cubicBezTo>
                    <a:pt x="19601" y="63696"/>
                    <a:pt x="19665" y="63829"/>
                    <a:pt x="19729" y="63953"/>
                  </a:cubicBezTo>
                  <a:cubicBezTo>
                    <a:pt x="19970" y="64426"/>
                    <a:pt x="20202" y="64904"/>
                    <a:pt x="20429" y="65382"/>
                  </a:cubicBezTo>
                  <a:cubicBezTo>
                    <a:pt x="20557" y="65658"/>
                    <a:pt x="20685" y="65929"/>
                    <a:pt x="20808" y="66210"/>
                  </a:cubicBezTo>
                  <a:cubicBezTo>
                    <a:pt x="21079" y="66806"/>
                    <a:pt x="21346" y="67408"/>
                    <a:pt x="21592" y="68014"/>
                  </a:cubicBezTo>
                  <a:cubicBezTo>
                    <a:pt x="21676" y="68226"/>
                    <a:pt x="21755" y="68433"/>
                    <a:pt x="21838" y="68645"/>
                  </a:cubicBezTo>
                  <a:cubicBezTo>
                    <a:pt x="22036" y="69142"/>
                    <a:pt x="22223" y="69645"/>
                    <a:pt x="22405" y="70148"/>
                  </a:cubicBezTo>
                  <a:cubicBezTo>
                    <a:pt x="25816" y="79561"/>
                    <a:pt x="26649" y="89714"/>
                    <a:pt x="24815" y="99561"/>
                  </a:cubicBezTo>
                  <a:cubicBezTo>
                    <a:pt x="22952" y="109586"/>
                    <a:pt x="27738" y="119679"/>
                    <a:pt x="36570" y="124780"/>
                  </a:cubicBezTo>
                  <a:cubicBezTo>
                    <a:pt x="40441" y="127014"/>
                    <a:pt x="44590" y="128047"/>
                    <a:pt x="48651" y="128047"/>
                  </a:cubicBezTo>
                  <a:cubicBezTo>
                    <a:pt x="59837" y="128047"/>
                    <a:pt x="70356" y="120215"/>
                    <a:pt x="72558" y="108102"/>
                  </a:cubicBezTo>
                  <a:cubicBezTo>
                    <a:pt x="73686" y="101887"/>
                    <a:pt x="74248" y="95579"/>
                    <a:pt x="74248" y="89261"/>
                  </a:cubicBezTo>
                  <a:cubicBezTo>
                    <a:pt x="74243" y="71168"/>
                    <a:pt x="69655" y="54150"/>
                    <a:pt x="61577" y="39305"/>
                  </a:cubicBezTo>
                  <a:lnTo>
                    <a:pt x="61557" y="39315"/>
                  </a:lnTo>
                  <a:cubicBezTo>
                    <a:pt x="61123" y="38517"/>
                    <a:pt x="60680" y="37723"/>
                    <a:pt x="60222" y="36930"/>
                  </a:cubicBezTo>
                  <a:cubicBezTo>
                    <a:pt x="51178" y="21262"/>
                    <a:pt x="38694" y="8818"/>
                    <a:pt x="24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78"/>
            <p:cNvSpPr/>
            <p:nvPr/>
          </p:nvSpPr>
          <p:spPr>
            <a:xfrm>
              <a:off x="2740849" y="2075876"/>
              <a:ext cx="419604" cy="217734"/>
            </a:xfrm>
            <a:custGeom>
              <a:avLst/>
              <a:gdLst/>
              <a:ahLst/>
              <a:cxnLst/>
              <a:rect l="l" t="t" r="r" b="b"/>
              <a:pathLst>
                <a:path w="130616" h="67777" extrusionOk="0">
                  <a:moveTo>
                    <a:pt x="49853" y="1"/>
                  </a:moveTo>
                  <a:cubicBezTo>
                    <a:pt x="32949" y="1"/>
                    <a:pt x="15828" y="4093"/>
                    <a:pt x="0" y="12696"/>
                  </a:cubicBezTo>
                  <a:lnTo>
                    <a:pt x="24263" y="54711"/>
                  </a:lnTo>
                  <a:cubicBezTo>
                    <a:pt x="32189" y="50621"/>
                    <a:pt x="40970" y="48497"/>
                    <a:pt x="49860" y="48497"/>
                  </a:cubicBezTo>
                  <a:cubicBezTo>
                    <a:pt x="50932" y="48497"/>
                    <a:pt x="52006" y="48528"/>
                    <a:pt x="53080" y="48590"/>
                  </a:cubicBezTo>
                  <a:cubicBezTo>
                    <a:pt x="53391" y="48605"/>
                    <a:pt x="53701" y="48630"/>
                    <a:pt x="54012" y="48649"/>
                  </a:cubicBezTo>
                  <a:cubicBezTo>
                    <a:pt x="54539" y="48689"/>
                    <a:pt x="55066" y="48728"/>
                    <a:pt x="55594" y="48782"/>
                  </a:cubicBezTo>
                  <a:cubicBezTo>
                    <a:pt x="55668" y="48792"/>
                    <a:pt x="55746" y="48802"/>
                    <a:pt x="55820" y="48807"/>
                  </a:cubicBezTo>
                  <a:cubicBezTo>
                    <a:pt x="57264" y="48960"/>
                    <a:pt x="58704" y="49172"/>
                    <a:pt x="60133" y="49433"/>
                  </a:cubicBezTo>
                  <a:cubicBezTo>
                    <a:pt x="60202" y="49448"/>
                    <a:pt x="60271" y="49453"/>
                    <a:pt x="60345" y="49462"/>
                  </a:cubicBezTo>
                  <a:cubicBezTo>
                    <a:pt x="69965" y="51266"/>
                    <a:pt x="78945" y="55564"/>
                    <a:pt x="86387" y="61927"/>
                  </a:cubicBezTo>
                  <a:cubicBezTo>
                    <a:pt x="90886" y="65767"/>
                    <a:pt x="96484" y="67777"/>
                    <a:pt x="102111" y="67777"/>
                  </a:cubicBezTo>
                  <a:cubicBezTo>
                    <a:pt x="106125" y="67777"/>
                    <a:pt x="110154" y="66754"/>
                    <a:pt x="113809" y="64642"/>
                  </a:cubicBezTo>
                  <a:lnTo>
                    <a:pt x="114420" y="64292"/>
                  </a:lnTo>
                  <a:cubicBezTo>
                    <a:pt x="128816" y="55983"/>
                    <a:pt x="130615" y="35958"/>
                    <a:pt x="117988" y="25140"/>
                  </a:cubicBezTo>
                  <a:cubicBezTo>
                    <a:pt x="102271" y="11685"/>
                    <a:pt x="82523" y="2809"/>
                    <a:pt x="60803" y="572"/>
                  </a:cubicBezTo>
                  <a:cubicBezTo>
                    <a:pt x="60596" y="552"/>
                    <a:pt x="60394" y="532"/>
                    <a:pt x="60192" y="513"/>
                  </a:cubicBezTo>
                  <a:cubicBezTo>
                    <a:pt x="59808" y="473"/>
                    <a:pt x="59423" y="439"/>
                    <a:pt x="59039" y="404"/>
                  </a:cubicBezTo>
                  <a:cubicBezTo>
                    <a:pt x="58531" y="360"/>
                    <a:pt x="58023" y="320"/>
                    <a:pt x="57511" y="281"/>
                  </a:cubicBezTo>
                  <a:lnTo>
                    <a:pt x="57171" y="256"/>
                  </a:lnTo>
                  <a:cubicBezTo>
                    <a:pt x="54739" y="86"/>
                    <a:pt x="52298" y="1"/>
                    <a:pt x="498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78"/>
            <p:cNvSpPr/>
            <p:nvPr/>
          </p:nvSpPr>
          <p:spPr>
            <a:xfrm>
              <a:off x="2565167" y="2090625"/>
              <a:ext cx="327379" cy="312740"/>
            </a:xfrm>
            <a:custGeom>
              <a:avLst/>
              <a:gdLst/>
              <a:ahLst/>
              <a:cxnLst/>
              <a:rect l="l" t="t" r="r" b="b"/>
              <a:pathLst>
                <a:path w="101908" h="97351" extrusionOk="0">
                  <a:moveTo>
                    <a:pt x="77732" y="1"/>
                  </a:moveTo>
                  <a:cubicBezTo>
                    <a:pt x="75086" y="1"/>
                    <a:pt x="72377" y="446"/>
                    <a:pt x="69690" y="1397"/>
                  </a:cubicBezTo>
                  <a:cubicBezTo>
                    <a:pt x="52607" y="7449"/>
                    <a:pt x="37561" y="17814"/>
                    <a:pt x="25865" y="31175"/>
                  </a:cubicBezTo>
                  <a:cubicBezTo>
                    <a:pt x="25580" y="31476"/>
                    <a:pt x="25299" y="31776"/>
                    <a:pt x="25028" y="32097"/>
                  </a:cubicBezTo>
                  <a:cubicBezTo>
                    <a:pt x="9365" y="50441"/>
                    <a:pt x="646" y="73600"/>
                    <a:pt x="1" y="97350"/>
                  </a:cubicBezTo>
                  <a:lnTo>
                    <a:pt x="48536" y="97350"/>
                  </a:lnTo>
                  <a:cubicBezTo>
                    <a:pt x="49024" y="87503"/>
                    <a:pt x="52085" y="77956"/>
                    <a:pt x="57413" y="69662"/>
                  </a:cubicBezTo>
                  <a:lnTo>
                    <a:pt x="57418" y="69662"/>
                  </a:lnTo>
                  <a:cubicBezTo>
                    <a:pt x="64061" y="59371"/>
                    <a:pt x="73977" y="51382"/>
                    <a:pt x="85697" y="47183"/>
                  </a:cubicBezTo>
                  <a:cubicBezTo>
                    <a:pt x="95382" y="43708"/>
                    <a:pt x="101907" y="34605"/>
                    <a:pt x="101907" y="24310"/>
                  </a:cubicBezTo>
                  <a:cubicBezTo>
                    <a:pt x="101907" y="10473"/>
                    <a:pt x="90570" y="1"/>
                    <a:pt x="777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78"/>
            <p:cNvSpPr/>
            <p:nvPr/>
          </p:nvSpPr>
          <p:spPr>
            <a:xfrm>
              <a:off x="2565073" y="2287538"/>
              <a:ext cx="218572" cy="409555"/>
            </a:xfrm>
            <a:custGeom>
              <a:avLst/>
              <a:gdLst/>
              <a:ahLst/>
              <a:cxnLst/>
              <a:rect l="l" t="t" r="r" b="b"/>
              <a:pathLst>
                <a:path w="68038" h="127488" extrusionOk="0">
                  <a:moveTo>
                    <a:pt x="25598" y="0"/>
                  </a:moveTo>
                  <a:cubicBezTo>
                    <a:pt x="14413" y="0"/>
                    <a:pt x="3897" y="7831"/>
                    <a:pt x="1695" y="19943"/>
                  </a:cubicBezTo>
                  <a:cubicBezTo>
                    <a:pt x="567" y="26163"/>
                    <a:pt x="0" y="32466"/>
                    <a:pt x="5" y="38785"/>
                  </a:cubicBezTo>
                  <a:cubicBezTo>
                    <a:pt x="5" y="56877"/>
                    <a:pt x="4598" y="73900"/>
                    <a:pt x="12676" y="88745"/>
                  </a:cubicBezTo>
                  <a:lnTo>
                    <a:pt x="12696" y="88735"/>
                  </a:lnTo>
                  <a:cubicBezTo>
                    <a:pt x="13125" y="89533"/>
                    <a:pt x="13568" y="90327"/>
                    <a:pt x="14027" y="91120"/>
                  </a:cubicBezTo>
                  <a:cubicBezTo>
                    <a:pt x="22888" y="106463"/>
                    <a:pt x="35052" y="118705"/>
                    <a:pt x="49093" y="127488"/>
                  </a:cubicBezTo>
                  <a:cubicBezTo>
                    <a:pt x="44721" y="124742"/>
                    <a:pt x="40552" y="121677"/>
                    <a:pt x="36634" y="118316"/>
                  </a:cubicBezTo>
                  <a:cubicBezTo>
                    <a:pt x="24002" y="107503"/>
                    <a:pt x="25801" y="87473"/>
                    <a:pt x="40197" y="79164"/>
                  </a:cubicBezTo>
                  <a:lnTo>
                    <a:pt x="40808" y="78809"/>
                  </a:lnTo>
                  <a:cubicBezTo>
                    <a:pt x="44459" y="76702"/>
                    <a:pt x="48483" y="75681"/>
                    <a:pt x="52492" y="75681"/>
                  </a:cubicBezTo>
                  <a:cubicBezTo>
                    <a:pt x="58042" y="75681"/>
                    <a:pt x="63566" y="77637"/>
                    <a:pt x="68038" y="81377"/>
                  </a:cubicBezTo>
                  <a:cubicBezTo>
                    <a:pt x="63238" y="77256"/>
                    <a:pt x="59172" y="72353"/>
                    <a:pt x="56017" y="66877"/>
                  </a:cubicBezTo>
                  <a:cubicBezTo>
                    <a:pt x="55559" y="66083"/>
                    <a:pt x="55120" y="65280"/>
                    <a:pt x="54706" y="64472"/>
                  </a:cubicBezTo>
                  <a:cubicBezTo>
                    <a:pt x="54647" y="64349"/>
                    <a:pt x="54583" y="64221"/>
                    <a:pt x="54519" y="64092"/>
                  </a:cubicBezTo>
                  <a:cubicBezTo>
                    <a:pt x="54278" y="63619"/>
                    <a:pt x="54046" y="63141"/>
                    <a:pt x="53824" y="62663"/>
                  </a:cubicBezTo>
                  <a:cubicBezTo>
                    <a:pt x="53691" y="62392"/>
                    <a:pt x="53568" y="62116"/>
                    <a:pt x="53440" y="61840"/>
                  </a:cubicBezTo>
                  <a:cubicBezTo>
                    <a:pt x="53169" y="61239"/>
                    <a:pt x="52907" y="60637"/>
                    <a:pt x="52656" y="60031"/>
                  </a:cubicBezTo>
                  <a:cubicBezTo>
                    <a:pt x="52572" y="59824"/>
                    <a:pt x="52493" y="59612"/>
                    <a:pt x="52410" y="59400"/>
                  </a:cubicBezTo>
                  <a:cubicBezTo>
                    <a:pt x="52217" y="58903"/>
                    <a:pt x="52025" y="58400"/>
                    <a:pt x="51843" y="57902"/>
                  </a:cubicBezTo>
                  <a:cubicBezTo>
                    <a:pt x="48437" y="48484"/>
                    <a:pt x="47604" y="38331"/>
                    <a:pt x="49433" y="28484"/>
                  </a:cubicBezTo>
                  <a:cubicBezTo>
                    <a:pt x="51301" y="18459"/>
                    <a:pt x="46515" y="8366"/>
                    <a:pt x="37683" y="3270"/>
                  </a:cubicBezTo>
                  <a:cubicBezTo>
                    <a:pt x="33811" y="1033"/>
                    <a:pt x="29660" y="0"/>
                    <a:pt x="255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0" name="Google Shape;5120;p78"/>
          <p:cNvGrpSpPr/>
          <p:nvPr/>
        </p:nvGrpSpPr>
        <p:grpSpPr>
          <a:xfrm>
            <a:off x="5649092" y="3734919"/>
            <a:ext cx="438354" cy="637329"/>
            <a:chOff x="1697726" y="3244179"/>
            <a:chExt cx="788124" cy="1146069"/>
          </a:xfrm>
        </p:grpSpPr>
        <p:sp>
          <p:nvSpPr>
            <p:cNvPr id="5121" name="Google Shape;5121;p78"/>
            <p:cNvSpPr/>
            <p:nvPr/>
          </p:nvSpPr>
          <p:spPr>
            <a:xfrm>
              <a:off x="1697726" y="3244179"/>
              <a:ext cx="788124" cy="1146069"/>
            </a:xfrm>
            <a:custGeom>
              <a:avLst/>
              <a:gdLst/>
              <a:ahLst/>
              <a:cxnLst/>
              <a:rect l="l" t="t" r="r" b="b"/>
              <a:pathLst>
                <a:path w="30365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78"/>
            <p:cNvSpPr/>
            <p:nvPr/>
          </p:nvSpPr>
          <p:spPr>
            <a:xfrm>
              <a:off x="1743302" y="4053603"/>
              <a:ext cx="291293" cy="291267"/>
            </a:xfrm>
            <a:custGeom>
              <a:avLst/>
              <a:gdLst/>
              <a:ahLst/>
              <a:cxnLst/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23" name="Google Shape;5123;p78"/>
          <p:cNvSpPr/>
          <p:nvPr/>
        </p:nvSpPr>
        <p:spPr>
          <a:xfrm>
            <a:off x="8146351" y="3622703"/>
            <a:ext cx="204" cy="4"/>
          </a:xfrm>
          <a:custGeom>
            <a:avLst/>
            <a:gdLst/>
            <a:ahLst/>
            <a:cxnLst/>
            <a:rect l="l" t="t" r="r" b="b"/>
            <a:pathLst>
              <a:path w="48" h="1" extrusionOk="0">
                <a:moveTo>
                  <a:pt x="48" y="0"/>
                </a:move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4" name="Google Shape;5124;p78"/>
          <p:cNvGrpSpPr/>
          <p:nvPr/>
        </p:nvGrpSpPr>
        <p:grpSpPr>
          <a:xfrm>
            <a:off x="7650306" y="2063282"/>
            <a:ext cx="799565" cy="670282"/>
            <a:chOff x="7617850" y="2063282"/>
            <a:chExt cx="799565" cy="670282"/>
          </a:xfrm>
        </p:grpSpPr>
        <p:cxnSp>
          <p:nvCxnSpPr>
            <p:cNvPr id="5125" name="Google Shape;5125;p78"/>
            <p:cNvCxnSpPr/>
            <p:nvPr/>
          </p:nvCxnSpPr>
          <p:spPr>
            <a:xfrm rot="5400000" flipH="1">
              <a:off x="7629118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6" name="Google Shape;5126;p78"/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7" name="Google Shape;5127;p78"/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8" name="Google Shape;5128;p78"/>
            <p:cNvCxnSpPr/>
            <p:nvPr/>
          </p:nvCxnSpPr>
          <p:spPr>
            <a:xfrm rot="-5400000" flipH="1">
              <a:off x="8276270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9" name="Google Shape;5129;p78"/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0" name="Google Shape;5130;p78"/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131" name="Google Shape;5131;p78"/>
            <p:cNvGrpSpPr/>
            <p:nvPr/>
          </p:nvGrpSpPr>
          <p:grpSpPr>
            <a:xfrm>
              <a:off x="7734309" y="2063282"/>
              <a:ext cx="570957" cy="620095"/>
              <a:chOff x="7734309" y="2063282"/>
              <a:chExt cx="570957" cy="620095"/>
            </a:xfrm>
          </p:grpSpPr>
          <p:grpSp>
            <p:nvGrpSpPr>
              <p:cNvPr id="5132" name="Google Shape;5132;p78"/>
              <p:cNvGrpSpPr/>
              <p:nvPr/>
            </p:nvGrpSpPr>
            <p:grpSpPr>
              <a:xfrm>
                <a:off x="8031573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5133" name="Google Shape;5133;p78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4" name="Google Shape;5134;p78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5" name="Google Shape;5135;p78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6" name="Google Shape;5136;p78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37" name="Google Shape;5137;p78"/>
              <p:cNvGrpSpPr/>
              <p:nvPr/>
            </p:nvGrpSpPr>
            <p:grpSpPr>
              <a:xfrm flipH="1">
                <a:off x="7734309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5138" name="Google Shape;5138;p78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9" name="Google Shape;5139;p78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0" name="Google Shape;5140;p78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1" name="Google Shape;5141;p78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142" name="Google Shape;5142;p78"/>
          <p:cNvSpPr/>
          <p:nvPr/>
        </p:nvSpPr>
        <p:spPr>
          <a:xfrm>
            <a:off x="7110561" y="3755372"/>
            <a:ext cx="558742" cy="616877"/>
          </a:xfrm>
          <a:custGeom>
            <a:avLst/>
            <a:gdLst/>
            <a:ahLst/>
            <a:cxnLst/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solidFill>
            <a:srgbClr val="A5B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3" name="Google Shape;5143;p78"/>
          <p:cNvSpPr/>
          <p:nvPr/>
        </p:nvSpPr>
        <p:spPr>
          <a:xfrm rot="10800000">
            <a:off x="6596743" y="3752786"/>
            <a:ext cx="406111" cy="619462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44" name="Google Shape;5144;p78"/>
          <p:cNvGrpSpPr/>
          <p:nvPr/>
        </p:nvGrpSpPr>
        <p:grpSpPr>
          <a:xfrm>
            <a:off x="7836913" y="2916765"/>
            <a:ext cx="602567" cy="601884"/>
            <a:chOff x="1186975" y="238125"/>
            <a:chExt cx="5244275" cy="5238325"/>
          </a:xfrm>
        </p:grpSpPr>
        <p:sp>
          <p:nvSpPr>
            <p:cNvPr id="5145" name="Google Shape;5145;p78"/>
            <p:cNvSpPr/>
            <p:nvPr/>
          </p:nvSpPr>
          <p:spPr>
            <a:xfrm>
              <a:off x="1188450" y="238125"/>
              <a:ext cx="3198750" cy="2628625"/>
            </a:xfrm>
            <a:custGeom>
              <a:avLst/>
              <a:gdLst/>
              <a:ahLst/>
              <a:cxnLst/>
              <a:rect l="l" t="t" r="r" b="b"/>
              <a:pathLst>
                <a:path w="127950" h="105145" extrusionOk="0">
                  <a:moveTo>
                    <a:pt x="18697" y="0"/>
                  </a:moveTo>
                  <a:cubicBezTo>
                    <a:pt x="8371" y="0"/>
                    <a:pt x="1" y="8371"/>
                    <a:pt x="1" y="18697"/>
                  </a:cubicBezTo>
                  <a:lnTo>
                    <a:pt x="1" y="105145"/>
                  </a:lnTo>
                  <a:lnTo>
                    <a:pt x="36857" y="105145"/>
                  </a:lnTo>
                  <a:cubicBezTo>
                    <a:pt x="35719" y="102283"/>
                    <a:pt x="35385" y="99165"/>
                    <a:pt x="35897" y="96130"/>
                  </a:cubicBezTo>
                  <a:cubicBezTo>
                    <a:pt x="37137" y="88648"/>
                    <a:pt x="43398" y="82793"/>
                    <a:pt x="50957" y="82096"/>
                  </a:cubicBezTo>
                  <a:cubicBezTo>
                    <a:pt x="51501" y="82045"/>
                    <a:pt x="52041" y="82020"/>
                    <a:pt x="52575" y="82020"/>
                  </a:cubicBezTo>
                  <a:cubicBezTo>
                    <a:pt x="61906" y="82020"/>
                    <a:pt x="69475" y="89593"/>
                    <a:pt x="69475" y="98926"/>
                  </a:cubicBezTo>
                  <a:cubicBezTo>
                    <a:pt x="69475" y="101055"/>
                    <a:pt x="69070" y="103165"/>
                    <a:pt x="68283" y="105145"/>
                  </a:cubicBezTo>
                  <a:lnTo>
                    <a:pt x="105145" y="105145"/>
                  </a:lnTo>
                  <a:lnTo>
                    <a:pt x="105145" y="68419"/>
                  </a:lnTo>
                  <a:cubicBezTo>
                    <a:pt x="106958" y="69088"/>
                    <a:pt x="108908" y="69476"/>
                    <a:pt x="110955" y="69476"/>
                  </a:cubicBezTo>
                  <a:cubicBezTo>
                    <a:pt x="111990" y="69476"/>
                    <a:pt x="113050" y="69377"/>
                    <a:pt x="114130" y="69164"/>
                  </a:cubicBezTo>
                  <a:cubicBezTo>
                    <a:pt x="121952" y="67632"/>
                    <a:pt x="127801" y="60687"/>
                    <a:pt x="127866" y="52715"/>
                  </a:cubicBezTo>
                  <a:cubicBezTo>
                    <a:pt x="127950" y="43313"/>
                    <a:pt x="120348" y="35664"/>
                    <a:pt x="110964" y="35664"/>
                  </a:cubicBezTo>
                  <a:cubicBezTo>
                    <a:pt x="108979" y="35670"/>
                    <a:pt x="107005" y="36028"/>
                    <a:pt x="105145" y="36720"/>
                  </a:cubicBezTo>
                  <a:lnTo>
                    <a:pt x="10514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78"/>
            <p:cNvSpPr/>
            <p:nvPr/>
          </p:nvSpPr>
          <p:spPr>
            <a:xfrm>
              <a:off x="1186975" y="2279750"/>
              <a:ext cx="2628625" cy="3196700"/>
            </a:xfrm>
            <a:custGeom>
              <a:avLst/>
              <a:gdLst/>
              <a:ahLst/>
              <a:cxnLst/>
              <a:rect l="l" t="t" r="r" b="b"/>
              <a:pathLst>
                <a:path w="105145" h="127868" extrusionOk="0">
                  <a:moveTo>
                    <a:pt x="52573" y="1"/>
                  </a:moveTo>
                  <a:cubicBezTo>
                    <a:pt x="43236" y="1"/>
                    <a:pt x="35664" y="7567"/>
                    <a:pt x="35664" y="16910"/>
                  </a:cubicBezTo>
                  <a:cubicBezTo>
                    <a:pt x="35670" y="18895"/>
                    <a:pt x="36028" y="20862"/>
                    <a:pt x="36720" y="22722"/>
                  </a:cubicBezTo>
                  <a:lnTo>
                    <a:pt x="0" y="22722"/>
                  </a:lnTo>
                  <a:lnTo>
                    <a:pt x="0" y="110011"/>
                  </a:lnTo>
                  <a:cubicBezTo>
                    <a:pt x="0" y="119872"/>
                    <a:pt x="7995" y="127867"/>
                    <a:pt x="17862" y="127867"/>
                  </a:cubicBezTo>
                  <a:lnTo>
                    <a:pt x="105145" y="127867"/>
                  </a:lnTo>
                  <a:lnTo>
                    <a:pt x="105145" y="91010"/>
                  </a:lnTo>
                  <a:cubicBezTo>
                    <a:pt x="103158" y="91801"/>
                    <a:pt x="101044" y="92206"/>
                    <a:pt x="98916" y="92206"/>
                  </a:cubicBezTo>
                  <a:cubicBezTo>
                    <a:pt x="98350" y="92206"/>
                    <a:pt x="97782" y="92177"/>
                    <a:pt x="97215" y="92119"/>
                  </a:cubicBezTo>
                  <a:cubicBezTo>
                    <a:pt x="88869" y="91267"/>
                    <a:pt x="82269" y="84184"/>
                    <a:pt x="82024" y="75802"/>
                  </a:cubicBezTo>
                  <a:cubicBezTo>
                    <a:pt x="81744" y="66233"/>
                    <a:pt x="89417" y="58393"/>
                    <a:pt x="98920" y="58393"/>
                  </a:cubicBezTo>
                  <a:cubicBezTo>
                    <a:pt x="101055" y="58393"/>
                    <a:pt x="103159" y="58792"/>
                    <a:pt x="105139" y="59585"/>
                  </a:cubicBezTo>
                  <a:lnTo>
                    <a:pt x="105139" y="22728"/>
                  </a:lnTo>
                  <a:lnTo>
                    <a:pt x="68419" y="22728"/>
                  </a:lnTo>
                  <a:cubicBezTo>
                    <a:pt x="69427" y="19992"/>
                    <a:pt x="69796" y="16951"/>
                    <a:pt x="69164" y="13738"/>
                  </a:cubicBezTo>
                  <a:cubicBezTo>
                    <a:pt x="67632" y="5922"/>
                    <a:pt x="60686" y="73"/>
                    <a:pt x="52715" y="2"/>
                  </a:cubicBezTo>
                  <a:cubicBezTo>
                    <a:pt x="52668" y="1"/>
                    <a:pt x="52620" y="1"/>
                    <a:pt x="52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78"/>
            <p:cNvSpPr/>
            <p:nvPr/>
          </p:nvSpPr>
          <p:spPr>
            <a:xfrm>
              <a:off x="3802600" y="239450"/>
              <a:ext cx="2628650" cy="3196825"/>
            </a:xfrm>
            <a:custGeom>
              <a:avLst/>
              <a:gdLst/>
              <a:ahLst/>
              <a:cxnLst/>
              <a:rect l="l" t="t" r="r" b="b"/>
              <a:pathLst>
                <a:path w="105146" h="127873" extrusionOk="0">
                  <a:moveTo>
                    <a:pt x="1" y="1"/>
                  </a:moveTo>
                  <a:lnTo>
                    <a:pt x="1" y="36857"/>
                  </a:lnTo>
                  <a:cubicBezTo>
                    <a:pt x="1988" y="36066"/>
                    <a:pt x="4101" y="35662"/>
                    <a:pt x="6229" y="35662"/>
                  </a:cubicBezTo>
                  <a:cubicBezTo>
                    <a:pt x="6796" y="35662"/>
                    <a:pt x="7364" y="35691"/>
                    <a:pt x="7930" y="35748"/>
                  </a:cubicBezTo>
                  <a:cubicBezTo>
                    <a:pt x="16277" y="36595"/>
                    <a:pt x="22877" y="43684"/>
                    <a:pt x="23121" y="52066"/>
                  </a:cubicBezTo>
                  <a:cubicBezTo>
                    <a:pt x="23396" y="61635"/>
                    <a:pt x="15722" y="69481"/>
                    <a:pt x="6219" y="69481"/>
                  </a:cubicBezTo>
                  <a:cubicBezTo>
                    <a:pt x="4091" y="69475"/>
                    <a:pt x="1980" y="69076"/>
                    <a:pt x="1" y="68289"/>
                  </a:cubicBezTo>
                  <a:lnTo>
                    <a:pt x="1" y="105145"/>
                  </a:lnTo>
                  <a:lnTo>
                    <a:pt x="36720" y="105145"/>
                  </a:lnTo>
                  <a:cubicBezTo>
                    <a:pt x="35719" y="107882"/>
                    <a:pt x="35343" y="110916"/>
                    <a:pt x="35975" y="114130"/>
                  </a:cubicBezTo>
                  <a:cubicBezTo>
                    <a:pt x="37513" y="121952"/>
                    <a:pt x="44459" y="127801"/>
                    <a:pt x="52424" y="127872"/>
                  </a:cubicBezTo>
                  <a:cubicBezTo>
                    <a:pt x="52472" y="127873"/>
                    <a:pt x="52519" y="127873"/>
                    <a:pt x="52567" y="127873"/>
                  </a:cubicBezTo>
                  <a:cubicBezTo>
                    <a:pt x="61909" y="127873"/>
                    <a:pt x="69481" y="120301"/>
                    <a:pt x="69481" y="110964"/>
                  </a:cubicBezTo>
                  <a:cubicBezTo>
                    <a:pt x="69475" y="108979"/>
                    <a:pt x="69118" y="107005"/>
                    <a:pt x="68426" y="105145"/>
                  </a:cubicBezTo>
                  <a:lnTo>
                    <a:pt x="105145" y="105145"/>
                  </a:lnTo>
                  <a:lnTo>
                    <a:pt x="105145" y="16354"/>
                  </a:lnTo>
                  <a:cubicBezTo>
                    <a:pt x="105140" y="7328"/>
                    <a:pt x="97818" y="1"/>
                    <a:pt x="887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78"/>
            <p:cNvSpPr/>
            <p:nvPr/>
          </p:nvSpPr>
          <p:spPr>
            <a:xfrm>
              <a:off x="3232500" y="2847950"/>
              <a:ext cx="3198600" cy="2628500"/>
            </a:xfrm>
            <a:custGeom>
              <a:avLst/>
              <a:gdLst/>
              <a:ahLst/>
              <a:cxnLst/>
              <a:rect l="l" t="t" r="r" b="b"/>
              <a:pathLst>
                <a:path w="127944" h="105140" extrusionOk="0">
                  <a:moveTo>
                    <a:pt x="22805" y="0"/>
                  </a:moveTo>
                  <a:lnTo>
                    <a:pt x="22805" y="36720"/>
                  </a:lnTo>
                  <a:cubicBezTo>
                    <a:pt x="20992" y="36051"/>
                    <a:pt x="19042" y="35663"/>
                    <a:pt x="16995" y="35663"/>
                  </a:cubicBezTo>
                  <a:cubicBezTo>
                    <a:pt x="15960" y="35663"/>
                    <a:pt x="14900" y="35762"/>
                    <a:pt x="13820" y="35975"/>
                  </a:cubicBezTo>
                  <a:cubicBezTo>
                    <a:pt x="5998" y="37513"/>
                    <a:pt x="150" y="44453"/>
                    <a:pt x="78" y="52424"/>
                  </a:cubicBezTo>
                  <a:cubicBezTo>
                    <a:pt x="1" y="61826"/>
                    <a:pt x="7602" y="69481"/>
                    <a:pt x="16986" y="69481"/>
                  </a:cubicBezTo>
                  <a:cubicBezTo>
                    <a:pt x="18971" y="69475"/>
                    <a:pt x="20945" y="69117"/>
                    <a:pt x="22805" y="68420"/>
                  </a:cubicBezTo>
                  <a:lnTo>
                    <a:pt x="22805" y="105139"/>
                  </a:lnTo>
                  <a:lnTo>
                    <a:pt x="108943" y="105139"/>
                  </a:lnTo>
                  <a:cubicBezTo>
                    <a:pt x="119436" y="105139"/>
                    <a:pt x="127944" y="96631"/>
                    <a:pt x="127944" y="86138"/>
                  </a:cubicBezTo>
                  <a:lnTo>
                    <a:pt x="127944" y="0"/>
                  </a:lnTo>
                  <a:lnTo>
                    <a:pt x="91087" y="0"/>
                  </a:lnTo>
                  <a:cubicBezTo>
                    <a:pt x="92088" y="2510"/>
                    <a:pt x="92470" y="5235"/>
                    <a:pt x="92196" y="7924"/>
                  </a:cubicBezTo>
                  <a:cubicBezTo>
                    <a:pt x="91343" y="16271"/>
                    <a:pt x="84260" y="22870"/>
                    <a:pt x="75878" y="23115"/>
                  </a:cubicBezTo>
                  <a:cubicBezTo>
                    <a:pt x="75708" y="23120"/>
                    <a:pt x="75539" y="23122"/>
                    <a:pt x="75370" y="23122"/>
                  </a:cubicBezTo>
                  <a:cubicBezTo>
                    <a:pt x="66033" y="23122"/>
                    <a:pt x="58469" y="15553"/>
                    <a:pt x="58469" y="6219"/>
                  </a:cubicBezTo>
                  <a:cubicBezTo>
                    <a:pt x="58469" y="4084"/>
                    <a:pt x="58869" y="1980"/>
                    <a:pt x="5966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9" name="Google Shape;5149;p78"/>
          <p:cNvGrpSpPr/>
          <p:nvPr/>
        </p:nvGrpSpPr>
        <p:grpSpPr>
          <a:xfrm>
            <a:off x="3279650" y="2056249"/>
            <a:ext cx="651848" cy="687338"/>
            <a:chOff x="3400515" y="2056248"/>
            <a:chExt cx="698134" cy="735987"/>
          </a:xfrm>
        </p:grpSpPr>
        <p:grpSp>
          <p:nvGrpSpPr>
            <p:cNvPr id="5150" name="Google Shape;5150;p78"/>
            <p:cNvGrpSpPr/>
            <p:nvPr/>
          </p:nvGrpSpPr>
          <p:grpSpPr>
            <a:xfrm>
              <a:off x="3400515" y="2283913"/>
              <a:ext cx="312919" cy="219900"/>
              <a:chOff x="3400515" y="2283913"/>
              <a:chExt cx="312919" cy="219900"/>
            </a:xfrm>
          </p:grpSpPr>
          <p:sp>
            <p:nvSpPr>
              <p:cNvPr id="5151" name="Google Shape;5151;p78"/>
              <p:cNvSpPr/>
              <p:nvPr/>
            </p:nvSpPr>
            <p:spPr>
              <a:xfrm>
                <a:off x="3493534" y="2283913"/>
                <a:ext cx="219900" cy="2199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2" name="Google Shape;5152;p78"/>
              <p:cNvCxnSpPr/>
              <p:nvPr/>
            </p:nvCxnSpPr>
            <p:spPr>
              <a:xfrm rot="10800000">
                <a:off x="3400515" y="2393804"/>
                <a:ext cx="95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53" name="Google Shape;5153;p78"/>
            <p:cNvGrpSpPr/>
            <p:nvPr/>
          </p:nvGrpSpPr>
          <p:grpSpPr>
            <a:xfrm>
              <a:off x="3547823" y="2461089"/>
              <a:ext cx="219900" cy="331146"/>
              <a:chOff x="3547823" y="2461089"/>
              <a:chExt cx="219900" cy="331146"/>
            </a:xfrm>
          </p:grpSpPr>
          <p:sp>
            <p:nvSpPr>
              <p:cNvPr id="5154" name="Google Shape;5154;p78"/>
              <p:cNvSpPr/>
              <p:nvPr/>
            </p:nvSpPr>
            <p:spPr>
              <a:xfrm>
                <a:off x="3547823" y="2461089"/>
                <a:ext cx="219900" cy="2199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5" name="Google Shape;5155;p78"/>
              <p:cNvCxnSpPr/>
              <p:nvPr/>
            </p:nvCxnSpPr>
            <p:spPr>
              <a:xfrm rot="10800000">
                <a:off x="3657701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56" name="Google Shape;5156;p78"/>
            <p:cNvGrpSpPr/>
            <p:nvPr/>
          </p:nvGrpSpPr>
          <p:grpSpPr>
            <a:xfrm>
              <a:off x="3734138" y="2461089"/>
              <a:ext cx="219900" cy="331146"/>
              <a:chOff x="3734138" y="2461089"/>
              <a:chExt cx="219900" cy="331146"/>
            </a:xfrm>
          </p:grpSpPr>
          <p:sp>
            <p:nvSpPr>
              <p:cNvPr id="5157" name="Google Shape;5157;p78"/>
              <p:cNvSpPr/>
              <p:nvPr/>
            </p:nvSpPr>
            <p:spPr>
              <a:xfrm>
                <a:off x="3734138" y="2461089"/>
                <a:ext cx="219900" cy="2199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8" name="Google Shape;5158;p78"/>
              <p:cNvCxnSpPr/>
              <p:nvPr/>
            </p:nvCxnSpPr>
            <p:spPr>
              <a:xfrm rot="10800000">
                <a:off x="3844020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59" name="Google Shape;5159;p78"/>
            <p:cNvGrpSpPr/>
            <p:nvPr/>
          </p:nvGrpSpPr>
          <p:grpSpPr>
            <a:xfrm>
              <a:off x="3787560" y="2281742"/>
              <a:ext cx="311089" cy="219900"/>
              <a:chOff x="3787560" y="2281742"/>
              <a:chExt cx="311089" cy="219900"/>
            </a:xfrm>
          </p:grpSpPr>
          <p:sp>
            <p:nvSpPr>
              <p:cNvPr id="5160" name="Google Shape;5160;p78"/>
              <p:cNvSpPr/>
              <p:nvPr/>
            </p:nvSpPr>
            <p:spPr>
              <a:xfrm>
                <a:off x="3787560" y="2281742"/>
                <a:ext cx="219900" cy="219900"/>
              </a:xfrm>
              <a:prstGeom prst="ellipse">
                <a:avLst/>
              </a:pr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61" name="Google Shape;5161;p78"/>
              <p:cNvCxnSpPr/>
              <p:nvPr/>
            </p:nvCxnSpPr>
            <p:spPr>
              <a:xfrm rot="10800000">
                <a:off x="4003849" y="2393795"/>
                <a:ext cx="94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62" name="Google Shape;5162;p78"/>
            <p:cNvGrpSpPr/>
            <p:nvPr/>
          </p:nvGrpSpPr>
          <p:grpSpPr>
            <a:xfrm>
              <a:off x="3637290" y="2056248"/>
              <a:ext cx="219900" cy="330736"/>
              <a:chOff x="3637290" y="2056248"/>
              <a:chExt cx="219900" cy="330736"/>
            </a:xfrm>
          </p:grpSpPr>
          <p:sp>
            <p:nvSpPr>
              <p:cNvPr id="5163" name="Google Shape;5163;p78"/>
              <p:cNvSpPr/>
              <p:nvPr/>
            </p:nvSpPr>
            <p:spPr>
              <a:xfrm>
                <a:off x="3637290" y="2167085"/>
                <a:ext cx="219900" cy="2199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64" name="Google Shape;5164;p78"/>
              <p:cNvCxnSpPr/>
              <p:nvPr/>
            </p:nvCxnSpPr>
            <p:spPr>
              <a:xfrm rot="10800000">
                <a:off x="3747169" y="2056248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165" name="Google Shape;5165;p78"/>
          <p:cNvGrpSpPr/>
          <p:nvPr/>
        </p:nvGrpSpPr>
        <p:grpSpPr>
          <a:xfrm>
            <a:off x="2571356" y="2926255"/>
            <a:ext cx="1268144" cy="592394"/>
            <a:chOff x="238125" y="1188750"/>
            <a:chExt cx="7140450" cy="3335550"/>
          </a:xfrm>
        </p:grpSpPr>
        <p:sp>
          <p:nvSpPr>
            <p:cNvPr id="5166" name="Google Shape;5166;p78"/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78"/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78"/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78"/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78"/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1" name="Google Shape;5171;p78"/>
          <p:cNvGrpSpPr/>
          <p:nvPr/>
        </p:nvGrpSpPr>
        <p:grpSpPr>
          <a:xfrm>
            <a:off x="6679257" y="2928410"/>
            <a:ext cx="1053944" cy="590147"/>
            <a:chOff x="238125" y="1335475"/>
            <a:chExt cx="5418735" cy="3034175"/>
          </a:xfrm>
        </p:grpSpPr>
        <p:sp>
          <p:nvSpPr>
            <p:cNvPr id="5172" name="Google Shape;5172;p78"/>
            <p:cNvSpPr/>
            <p:nvPr/>
          </p:nvSpPr>
          <p:spPr>
            <a:xfrm>
              <a:off x="3669985" y="1335475"/>
              <a:ext cx="1986875" cy="3034175"/>
            </a:xfrm>
            <a:custGeom>
              <a:avLst/>
              <a:gdLst/>
              <a:ahLst/>
              <a:cxnLst/>
              <a:rect l="l" t="t" r="r" b="b"/>
              <a:pathLst>
                <a:path w="79475" h="121367" extrusionOk="0">
                  <a:moveTo>
                    <a:pt x="1" y="0"/>
                  </a:moveTo>
                  <a:lnTo>
                    <a:pt x="1" y="38997"/>
                  </a:lnTo>
                  <a:cubicBezTo>
                    <a:pt x="588" y="44011"/>
                    <a:pt x="2425" y="48797"/>
                    <a:pt x="5360" y="52918"/>
                  </a:cubicBezTo>
                  <a:lnTo>
                    <a:pt x="9329" y="58469"/>
                  </a:lnTo>
                  <a:cubicBezTo>
                    <a:pt x="10541" y="59694"/>
                    <a:pt x="10541" y="61672"/>
                    <a:pt x="9329" y="62897"/>
                  </a:cubicBezTo>
                  <a:lnTo>
                    <a:pt x="5360" y="68448"/>
                  </a:lnTo>
                  <a:cubicBezTo>
                    <a:pt x="2425" y="72557"/>
                    <a:pt x="588" y="77355"/>
                    <a:pt x="1" y="82370"/>
                  </a:cubicBezTo>
                  <a:lnTo>
                    <a:pt x="1" y="121366"/>
                  </a:lnTo>
                  <a:lnTo>
                    <a:pt x="68743" y="121366"/>
                  </a:lnTo>
                  <a:lnTo>
                    <a:pt x="68743" y="85815"/>
                  </a:lnTo>
                  <a:cubicBezTo>
                    <a:pt x="68743" y="79588"/>
                    <a:pt x="70682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30" y="41778"/>
                    <a:pt x="68730" y="35551"/>
                  </a:cubicBezTo>
                  <a:lnTo>
                    <a:pt x="6873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78"/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78"/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5" name="Google Shape;5175;p78"/>
          <p:cNvGrpSpPr/>
          <p:nvPr/>
        </p:nvGrpSpPr>
        <p:grpSpPr>
          <a:xfrm>
            <a:off x="4110066" y="3733309"/>
            <a:ext cx="1268207" cy="638939"/>
            <a:chOff x="3967651" y="3645904"/>
            <a:chExt cx="1479304" cy="745292"/>
          </a:xfrm>
        </p:grpSpPr>
        <p:grpSp>
          <p:nvGrpSpPr>
            <p:cNvPr id="5176" name="Google Shape;5176;p78"/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5177" name="Google Shape;5177;p78"/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5178" name="Google Shape;5178;p78"/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9" name="Google Shape;5179;p78"/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80" name="Google Shape;5180;p78"/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5181" name="Google Shape;5181;p78"/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2" name="Google Shape;5182;p78"/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83" name="Google Shape;5183;p78"/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5184" name="Google Shape;5184;p78"/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5" name="Google Shape;5185;p78"/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186" name="Google Shape;5186;p78"/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5187" name="Google Shape;5187;p78"/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78"/>
              <p:cNvSpPr/>
              <p:nvPr/>
            </p:nvSpPr>
            <p:spPr>
              <a:xfrm>
                <a:off x="4062725" y="270525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9" name="Google Shape;5189;p78"/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78"/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78"/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78"/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78"/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78"/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78"/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78"/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97" name="Google Shape;5197;p78"/>
          <p:cNvGrpSpPr/>
          <p:nvPr/>
        </p:nvGrpSpPr>
        <p:grpSpPr>
          <a:xfrm>
            <a:off x="2496179" y="3734510"/>
            <a:ext cx="1243128" cy="637739"/>
            <a:chOff x="2496310" y="3693351"/>
            <a:chExt cx="1342906" cy="688926"/>
          </a:xfrm>
        </p:grpSpPr>
        <p:grpSp>
          <p:nvGrpSpPr>
            <p:cNvPr id="5198" name="Google Shape;5198;p78"/>
            <p:cNvGrpSpPr/>
            <p:nvPr/>
          </p:nvGrpSpPr>
          <p:grpSpPr>
            <a:xfrm>
              <a:off x="2496310" y="3693351"/>
              <a:ext cx="1342906" cy="688875"/>
              <a:chOff x="2496310" y="3693351"/>
              <a:chExt cx="1342906" cy="688875"/>
            </a:xfrm>
          </p:grpSpPr>
          <p:sp>
            <p:nvSpPr>
              <p:cNvPr id="5199" name="Google Shape;5199;p78"/>
              <p:cNvSpPr/>
              <p:nvPr/>
            </p:nvSpPr>
            <p:spPr>
              <a:xfrm>
                <a:off x="2567815" y="3809577"/>
                <a:ext cx="1200140" cy="572649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78"/>
              <p:cNvSpPr/>
              <p:nvPr/>
            </p:nvSpPr>
            <p:spPr>
              <a:xfrm>
                <a:off x="342068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78"/>
              <p:cNvSpPr/>
              <p:nvPr/>
            </p:nvSpPr>
            <p:spPr>
              <a:xfrm>
                <a:off x="3135700" y="3791751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2" name="Google Shape;5202;p78"/>
              <p:cNvSpPr/>
              <p:nvPr/>
            </p:nvSpPr>
            <p:spPr>
              <a:xfrm>
                <a:off x="3620515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3" name="Google Shape;5203;p78"/>
              <p:cNvSpPr/>
              <p:nvPr/>
            </p:nvSpPr>
            <p:spPr>
              <a:xfrm>
                <a:off x="284380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4" name="Google Shape;5204;p78"/>
              <p:cNvSpPr/>
              <p:nvPr/>
            </p:nvSpPr>
            <p:spPr>
              <a:xfrm>
                <a:off x="2652010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05" name="Google Shape;5205;p78"/>
              <p:cNvCxnSpPr>
                <a:stCxn id="5203" idx="0"/>
              </p:cNvCxnSpPr>
              <p:nvPr/>
            </p:nvCxnSpPr>
            <p:spPr>
              <a:xfrm rot="5400000" flipH="1">
                <a:off x="2741958" y="3724116"/>
                <a:ext cx="68700" cy="200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6" name="Google Shape;5206;p78"/>
              <p:cNvCxnSpPr>
                <a:stCxn id="5200" idx="0"/>
              </p:cNvCxnSpPr>
              <p:nvPr/>
            </p:nvCxnSpPr>
            <p:spPr>
              <a:xfrm rot="-5400000">
                <a:off x="3512338" y="3723516"/>
                <a:ext cx="75900" cy="194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7" name="Google Shape;5207;p78"/>
              <p:cNvCxnSpPr>
                <a:stCxn id="5201" idx="0"/>
              </p:cNvCxnSpPr>
              <p:nvPr/>
            </p:nvCxnSpPr>
            <p:spPr>
              <a:xfrm rot="-5400000">
                <a:off x="3119350" y="3742251"/>
                <a:ext cx="984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8" name="Google Shape;5208;p78"/>
              <p:cNvCxnSpPr>
                <a:stCxn id="5204" idx="2"/>
              </p:cNvCxnSpPr>
              <p:nvPr/>
            </p:nvCxnSpPr>
            <p:spPr>
              <a:xfrm flipH="1">
                <a:off x="2496310" y="4065467"/>
                <a:ext cx="1557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9" name="Google Shape;5209;p78"/>
              <p:cNvCxnSpPr>
                <a:stCxn id="5202" idx="6"/>
              </p:cNvCxnSpPr>
              <p:nvPr/>
            </p:nvCxnSpPr>
            <p:spPr>
              <a:xfrm>
                <a:off x="3685615" y="4065467"/>
                <a:ext cx="1536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10" name="Google Shape;5210;p78"/>
            <p:cNvGrpSpPr/>
            <p:nvPr/>
          </p:nvGrpSpPr>
          <p:grpSpPr>
            <a:xfrm>
              <a:off x="2675275" y="3930557"/>
              <a:ext cx="1003306" cy="451719"/>
              <a:chOff x="2675275" y="4174282"/>
              <a:chExt cx="1003306" cy="451719"/>
            </a:xfrm>
          </p:grpSpPr>
          <p:sp>
            <p:nvSpPr>
              <p:cNvPr id="5211" name="Google Shape;5211;p78"/>
              <p:cNvSpPr/>
              <p:nvPr/>
            </p:nvSpPr>
            <p:spPr>
              <a:xfrm>
                <a:off x="2675275" y="4174282"/>
                <a:ext cx="1003306" cy="451719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78"/>
              <p:cNvSpPr/>
              <p:nvPr/>
            </p:nvSpPr>
            <p:spPr>
              <a:xfrm>
                <a:off x="2716046" y="4210984"/>
                <a:ext cx="921789" cy="415018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78"/>
              <p:cNvSpPr/>
              <p:nvPr/>
            </p:nvSpPr>
            <p:spPr>
              <a:xfrm>
                <a:off x="2762606" y="4252906"/>
                <a:ext cx="828676" cy="373095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14" name="Google Shape;5214;p78"/>
          <p:cNvGrpSpPr/>
          <p:nvPr/>
        </p:nvGrpSpPr>
        <p:grpSpPr>
          <a:xfrm>
            <a:off x="1669850" y="1171356"/>
            <a:ext cx="574511" cy="874709"/>
            <a:chOff x="1715404" y="1112080"/>
            <a:chExt cx="642270" cy="977984"/>
          </a:xfrm>
        </p:grpSpPr>
        <p:grpSp>
          <p:nvGrpSpPr>
            <p:cNvPr id="5215" name="Google Shape;5215;p78"/>
            <p:cNvGrpSpPr/>
            <p:nvPr/>
          </p:nvGrpSpPr>
          <p:grpSpPr>
            <a:xfrm>
              <a:off x="1715404" y="1112080"/>
              <a:ext cx="642270" cy="977984"/>
              <a:chOff x="1715404" y="1112080"/>
              <a:chExt cx="642270" cy="977984"/>
            </a:xfrm>
          </p:grpSpPr>
          <p:sp>
            <p:nvSpPr>
              <p:cNvPr id="5216" name="Google Shape;5216;p78"/>
              <p:cNvSpPr/>
              <p:nvPr/>
            </p:nvSpPr>
            <p:spPr>
              <a:xfrm>
                <a:off x="1715404" y="1112080"/>
                <a:ext cx="642270" cy="642270"/>
              </a:xfrm>
              <a:custGeom>
                <a:avLst/>
                <a:gdLst/>
                <a:ahLst/>
                <a:cxnLst/>
                <a:rect l="l" t="t" r="r" b="b"/>
                <a:pathLst>
                  <a:path w="41544" h="41544" extrusionOk="0">
                    <a:moveTo>
                      <a:pt x="20773" y="3462"/>
                    </a:moveTo>
                    <a:cubicBezTo>
                      <a:pt x="30333" y="3462"/>
                      <a:pt x="38081" y="11211"/>
                      <a:pt x="38081" y="20771"/>
                    </a:cubicBezTo>
                    <a:cubicBezTo>
                      <a:pt x="38081" y="30331"/>
                      <a:pt x="30333" y="38081"/>
                      <a:pt x="20773" y="38081"/>
                    </a:cubicBezTo>
                    <a:cubicBezTo>
                      <a:pt x="11213" y="38081"/>
                      <a:pt x="3462" y="30331"/>
                      <a:pt x="3462" y="20771"/>
                    </a:cubicBezTo>
                    <a:cubicBezTo>
                      <a:pt x="3462" y="11211"/>
                      <a:pt x="11213" y="3462"/>
                      <a:pt x="20773" y="3462"/>
                    </a:cubicBezTo>
                    <a:close/>
                    <a:moveTo>
                      <a:pt x="20773" y="0"/>
                    </a:moveTo>
                    <a:cubicBezTo>
                      <a:pt x="9301" y="0"/>
                      <a:pt x="0" y="9299"/>
                      <a:pt x="0" y="20771"/>
                    </a:cubicBezTo>
                    <a:cubicBezTo>
                      <a:pt x="0" y="32243"/>
                      <a:pt x="9301" y="41543"/>
                      <a:pt x="20773" y="41543"/>
                    </a:cubicBezTo>
                    <a:cubicBezTo>
                      <a:pt x="32245" y="41543"/>
                      <a:pt x="41543" y="32243"/>
                      <a:pt x="41543" y="20771"/>
                    </a:cubicBezTo>
                    <a:cubicBezTo>
                      <a:pt x="41543" y="9299"/>
                      <a:pt x="32245" y="0"/>
                      <a:pt x="20773" y="0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78"/>
              <p:cNvSpPr/>
              <p:nvPr/>
            </p:nvSpPr>
            <p:spPr>
              <a:xfrm>
                <a:off x="1956781" y="1714402"/>
                <a:ext cx="9121" cy="3756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4299" extrusionOk="0">
                    <a:moveTo>
                      <a:pt x="0" y="0"/>
                    </a:moveTo>
                    <a:lnTo>
                      <a:pt x="0" y="24299"/>
                    </a:lnTo>
                    <a:lnTo>
                      <a:pt x="589" y="24299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18" name="Google Shape;5218;p78"/>
            <p:cNvGrpSpPr/>
            <p:nvPr/>
          </p:nvGrpSpPr>
          <p:grpSpPr>
            <a:xfrm>
              <a:off x="1768927" y="1165603"/>
              <a:ext cx="535225" cy="851367"/>
              <a:chOff x="1768927" y="1165603"/>
              <a:chExt cx="535225" cy="851367"/>
            </a:xfrm>
          </p:grpSpPr>
          <p:sp>
            <p:nvSpPr>
              <p:cNvPr id="5219" name="Google Shape;5219;p78"/>
              <p:cNvSpPr/>
              <p:nvPr/>
            </p:nvSpPr>
            <p:spPr>
              <a:xfrm>
                <a:off x="1768927" y="1165603"/>
                <a:ext cx="535225" cy="535225"/>
              </a:xfrm>
              <a:custGeom>
                <a:avLst/>
                <a:gdLst/>
                <a:ahLst/>
                <a:cxnLst/>
                <a:rect l="l" t="t" r="r" b="b"/>
                <a:pathLst>
                  <a:path w="34620" h="34620" extrusionOk="0">
                    <a:moveTo>
                      <a:pt x="17311" y="3462"/>
                    </a:moveTo>
                    <a:cubicBezTo>
                      <a:pt x="24959" y="3462"/>
                      <a:pt x="31157" y="9661"/>
                      <a:pt x="31157" y="17309"/>
                    </a:cubicBezTo>
                    <a:cubicBezTo>
                      <a:pt x="31157" y="24957"/>
                      <a:pt x="24959" y="31157"/>
                      <a:pt x="17311" y="31157"/>
                    </a:cubicBezTo>
                    <a:cubicBezTo>
                      <a:pt x="9663" y="31157"/>
                      <a:pt x="3462" y="24957"/>
                      <a:pt x="3462" y="17309"/>
                    </a:cubicBezTo>
                    <a:cubicBezTo>
                      <a:pt x="3462" y="9661"/>
                      <a:pt x="9663" y="3462"/>
                      <a:pt x="17311" y="3462"/>
                    </a:cubicBezTo>
                    <a:close/>
                    <a:moveTo>
                      <a:pt x="17311" y="0"/>
                    </a:moveTo>
                    <a:cubicBezTo>
                      <a:pt x="7751" y="0"/>
                      <a:pt x="0" y="7749"/>
                      <a:pt x="0" y="17309"/>
                    </a:cubicBezTo>
                    <a:cubicBezTo>
                      <a:pt x="0" y="26869"/>
                      <a:pt x="7751" y="34619"/>
                      <a:pt x="17311" y="34619"/>
                    </a:cubicBezTo>
                    <a:cubicBezTo>
                      <a:pt x="26871" y="34619"/>
                      <a:pt x="34619" y="26869"/>
                      <a:pt x="34619" y="17309"/>
                    </a:cubicBezTo>
                    <a:cubicBezTo>
                      <a:pt x="34619" y="7749"/>
                      <a:pt x="26871" y="0"/>
                      <a:pt x="173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78"/>
              <p:cNvSpPr/>
              <p:nvPr/>
            </p:nvSpPr>
            <p:spPr>
              <a:xfrm>
                <a:off x="2006902" y="1668949"/>
                <a:ext cx="9137" cy="34802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2511" extrusionOk="0">
                    <a:moveTo>
                      <a:pt x="1" y="0"/>
                    </a:moveTo>
                    <a:lnTo>
                      <a:pt x="1" y="22510"/>
                    </a:lnTo>
                    <a:lnTo>
                      <a:pt x="590" y="2251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1" name="Google Shape;5221;p78"/>
            <p:cNvGrpSpPr/>
            <p:nvPr/>
          </p:nvGrpSpPr>
          <p:grpSpPr>
            <a:xfrm>
              <a:off x="1822449" y="1219125"/>
              <a:ext cx="428180" cy="718859"/>
              <a:chOff x="1822449" y="1219125"/>
              <a:chExt cx="428180" cy="718859"/>
            </a:xfrm>
          </p:grpSpPr>
          <p:sp>
            <p:nvSpPr>
              <p:cNvPr id="5222" name="Google Shape;5222;p78"/>
              <p:cNvSpPr/>
              <p:nvPr/>
            </p:nvSpPr>
            <p:spPr>
              <a:xfrm>
                <a:off x="1822449" y="1219125"/>
                <a:ext cx="428180" cy="428180"/>
              </a:xfrm>
              <a:custGeom>
                <a:avLst/>
                <a:gdLst/>
                <a:ahLst/>
                <a:cxnLst/>
                <a:rect l="l" t="t" r="r" b="b"/>
                <a:pathLst>
                  <a:path w="27696" h="27696" extrusionOk="0">
                    <a:moveTo>
                      <a:pt x="13849" y="3462"/>
                    </a:moveTo>
                    <a:cubicBezTo>
                      <a:pt x="19585" y="3462"/>
                      <a:pt x="24233" y="8111"/>
                      <a:pt x="24233" y="13847"/>
                    </a:cubicBezTo>
                    <a:cubicBezTo>
                      <a:pt x="24233" y="19583"/>
                      <a:pt x="19585" y="24233"/>
                      <a:pt x="13849" y="24233"/>
                    </a:cubicBezTo>
                    <a:cubicBezTo>
                      <a:pt x="8113" y="24233"/>
                      <a:pt x="3462" y="19583"/>
                      <a:pt x="3462" y="13847"/>
                    </a:cubicBezTo>
                    <a:cubicBezTo>
                      <a:pt x="3462" y="8111"/>
                      <a:pt x="8113" y="3462"/>
                      <a:pt x="13849" y="3462"/>
                    </a:cubicBezTo>
                    <a:close/>
                    <a:moveTo>
                      <a:pt x="13849" y="0"/>
                    </a:moveTo>
                    <a:cubicBezTo>
                      <a:pt x="6201" y="0"/>
                      <a:pt x="0" y="6199"/>
                      <a:pt x="0" y="13847"/>
                    </a:cubicBezTo>
                    <a:cubicBezTo>
                      <a:pt x="0" y="21495"/>
                      <a:pt x="6201" y="27695"/>
                      <a:pt x="13849" y="27695"/>
                    </a:cubicBezTo>
                    <a:cubicBezTo>
                      <a:pt x="21497" y="27695"/>
                      <a:pt x="27695" y="21495"/>
                      <a:pt x="27695" y="13847"/>
                    </a:cubicBezTo>
                    <a:cubicBezTo>
                      <a:pt x="27695" y="6199"/>
                      <a:pt x="21497" y="0"/>
                      <a:pt x="1384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78"/>
              <p:cNvSpPr/>
              <p:nvPr/>
            </p:nvSpPr>
            <p:spPr>
              <a:xfrm>
                <a:off x="2057039" y="1605996"/>
                <a:ext cx="9121" cy="33198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474" extrusionOk="0">
                    <a:moveTo>
                      <a:pt x="0" y="0"/>
                    </a:moveTo>
                    <a:lnTo>
                      <a:pt x="0" y="21474"/>
                    </a:lnTo>
                    <a:lnTo>
                      <a:pt x="590" y="21474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4" name="Google Shape;5224;p78"/>
            <p:cNvGrpSpPr/>
            <p:nvPr/>
          </p:nvGrpSpPr>
          <p:grpSpPr>
            <a:xfrm>
              <a:off x="1875972" y="1272648"/>
              <a:ext cx="321135" cy="586939"/>
              <a:chOff x="1875972" y="1272648"/>
              <a:chExt cx="321135" cy="586939"/>
            </a:xfrm>
          </p:grpSpPr>
          <p:sp>
            <p:nvSpPr>
              <p:cNvPr id="5225" name="Google Shape;5225;p78"/>
              <p:cNvSpPr/>
              <p:nvPr/>
            </p:nvSpPr>
            <p:spPr>
              <a:xfrm>
                <a:off x="1875972" y="1272648"/>
                <a:ext cx="321135" cy="321120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20771" extrusionOk="0">
                    <a:moveTo>
                      <a:pt x="10387" y="3461"/>
                    </a:moveTo>
                    <a:cubicBezTo>
                      <a:pt x="14211" y="3461"/>
                      <a:pt x="17309" y="6561"/>
                      <a:pt x="17309" y="10385"/>
                    </a:cubicBezTo>
                    <a:cubicBezTo>
                      <a:pt x="17309" y="14209"/>
                      <a:pt x="14211" y="17309"/>
                      <a:pt x="10387" y="17309"/>
                    </a:cubicBezTo>
                    <a:cubicBezTo>
                      <a:pt x="6563" y="17309"/>
                      <a:pt x="3462" y="14209"/>
                      <a:pt x="3462" y="10385"/>
                    </a:cubicBezTo>
                    <a:cubicBezTo>
                      <a:pt x="3462" y="6561"/>
                      <a:pt x="6563" y="3461"/>
                      <a:pt x="10387" y="3461"/>
                    </a:cubicBezTo>
                    <a:close/>
                    <a:moveTo>
                      <a:pt x="10387" y="0"/>
                    </a:moveTo>
                    <a:cubicBezTo>
                      <a:pt x="4651" y="0"/>
                      <a:pt x="0" y="4649"/>
                      <a:pt x="0" y="10385"/>
                    </a:cubicBezTo>
                    <a:cubicBezTo>
                      <a:pt x="0" y="16121"/>
                      <a:pt x="4651" y="20771"/>
                      <a:pt x="10387" y="20771"/>
                    </a:cubicBezTo>
                    <a:cubicBezTo>
                      <a:pt x="16123" y="20771"/>
                      <a:pt x="20771" y="16121"/>
                      <a:pt x="20771" y="10385"/>
                    </a:cubicBezTo>
                    <a:cubicBezTo>
                      <a:pt x="20771" y="4649"/>
                      <a:pt x="16123" y="0"/>
                      <a:pt x="1038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78"/>
              <p:cNvSpPr/>
              <p:nvPr/>
            </p:nvSpPr>
            <p:spPr>
              <a:xfrm>
                <a:off x="2107176" y="1533705"/>
                <a:ext cx="9121" cy="3258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079" extrusionOk="0">
                    <a:moveTo>
                      <a:pt x="0" y="0"/>
                    </a:moveTo>
                    <a:lnTo>
                      <a:pt x="0" y="21078"/>
                    </a:lnTo>
                    <a:lnTo>
                      <a:pt x="589" y="21078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27" name="Google Shape;5227;p78"/>
          <p:cNvGrpSpPr/>
          <p:nvPr/>
        </p:nvGrpSpPr>
        <p:grpSpPr>
          <a:xfrm>
            <a:off x="7777011" y="3728078"/>
            <a:ext cx="293855" cy="644170"/>
            <a:chOff x="241025" y="3151575"/>
            <a:chExt cx="293855" cy="644170"/>
          </a:xfrm>
        </p:grpSpPr>
        <p:sp>
          <p:nvSpPr>
            <p:cNvPr id="5228" name="Google Shape;5228;p78"/>
            <p:cNvSpPr/>
            <p:nvPr/>
          </p:nvSpPr>
          <p:spPr>
            <a:xfrm>
              <a:off x="241025" y="3151575"/>
              <a:ext cx="293303" cy="644170"/>
            </a:xfrm>
            <a:custGeom>
              <a:avLst/>
              <a:gdLst/>
              <a:ahLst/>
              <a:cxnLst/>
              <a:rect l="l" t="t" r="r" b="b"/>
              <a:pathLst>
                <a:path w="19117" h="41986" extrusionOk="0">
                  <a:moveTo>
                    <a:pt x="1155" y="1"/>
                  </a:moveTo>
                  <a:cubicBezTo>
                    <a:pt x="516" y="1"/>
                    <a:pt x="1" y="516"/>
                    <a:pt x="1" y="1152"/>
                  </a:cubicBezTo>
                  <a:lnTo>
                    <a:pt x="1" y="35706"/>
                  </a:lnTo>
                  <a:cubicBezTo>
                    <a:pt x="1" y="36344"/>
                    <a:pt x="9559" y="41985"/>
                    <a:pt x="9559" y="41985"/>
                  </a:cubicBezTo>
                  <a:cubicBezTo>
                    <a:pt x="9559" y="41985"/>
                    <a:pt x="19117" y="36344"/>
                    <a:pt x="19117" y="35706"/>
                  </a:cubicBezTo>
                  <a:lnTo>
                    <a:pt x="19117" y="1152"/>
                  </a:lnTo>
                  <a:cubicBezTo>
                    <a:pt x="19117" y="516"/>
                    <a:pt x="18601" y="1"/>
                    <a:pt x="1796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78"/>
            <p:cNvSpPr/>
            <p:nvPr/>
          </p:nvSpPr>
          <p:spPr>
            <a:xfrm>
              <a:off x="241347" y="3252796"/>
              <a:ext cx="293533" cy="164134"/>
            </a:xfrm>
            <a:custGeom>
              <a:avLst/>
              <a:gdLst/>
              <a:ahLst/>
              <a:cxnLst/>
              <a:rect l="l" t="t" r="r" b="b"/>
              <a:pathLst>
                <a:path w="19132" h="10698" extrusionOk="0">
                  <a:moveTo>
                    <a:pt x="1" y="1"/>
                  </a:moveTo>
                  <a:lnTo>
                    <a:pt x="1" y="10698"/>
                  </a:lnTo>
                  <a:lnTo>
                    <a:pt x="19132" y="10698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0" name="Google Shape;5230;p78"/>
          <p:cNvGrpSpPr/>
          <p:nvPr/>
        </p:nvGrpSpPr>
        <p:grpSpPr>
          <a:xfrm>
            <a:off x="724994" y="2928078"/>
            <a:ext cx="1779649" cy="591620"/>
            <a:chOff x="246070" y="1983375"/>
            <a:chExt cx="1855347" cy="616849"/>
          </a:xfrm>
        </p:grpSpPr>
        <p:sp>
          <p:nvSpPr>
            <p:cNvPr id="5231" name="Google Shape;5231;p78"/>
            <p:cNvSpPr/>
            <p:nvPr/>
          </p:nvSpPr>
          <p:spPr>
            <a:xfrm>
              <a:off x="1072131" y="1983872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78"/>
            <p:cNvSpPr/>
            <p:nvPr/>
          </p:nvSpPr>
          <p:spPr>
            <a:xfrm>
              <a:off x="1430530" y="2193486"/>
              <a:ext cx="46960" cy="46948"/>
            </a:xfrm>
            <a:custGeom>
              <a:avLst/>
              <a:gdLst/>
              <a:ahLst/>
              <a:cxnLst/>
              <a:rect l="l" t="t" r="r" b="b"/>
              <a:pathLst>
                <a:path w="3915" h="3914" extrusionOk="0">
                  <a:moveTo>
                    <a:pt x="3914" y="1"/>
                  </a:moveTo>
                  <a:lnTo>
                    <a:pt x="3914" y="1"/>
                  </a:lnTo>
                  <a:cubicBezTo>
                    <a:pt x="3909" y="6"/>
                    <a:pt x="3902" y="8"/>
                    <a:pt x="3897" y="13"/>
                  </a:cubicBezTo>
                  <a:lnTo>
                    <a:pt x="1" y="3909"/>
                  </a:lnTo>
                  <a:lnTo>
                    <a:pt x="1" y="3914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78"/>
            <p:cNvSpPr/>
            <p:nvPr/>
          </p:nvSpPr>
          <p:spPr>
            <a:xfrm>
              <a:off x="1277847" y="2191554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78"/>
            <p:cNvSpPr/>
            <p:nvPr/>
          </p:nvSpPr>
          <p:spPr>
            <a:xfrm>
              <a:off x="1690156" y="2190379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78"/>
            <p:cNvSpPr/>
            <p:nvPr/>
          </p:nvSpPr>
          <p:spPr>
            <a:xfrm>
              <a:off x="1484068" y="1984268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78"/>
            <p:cNvSpPr/>
            <p:nvPr/>
          </p:nvSpPr>
          <p:spPr>
            <a:xfrm flipH="1">
              <a:off x="865779" y="2190662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78"/>
            <p:cNvSpPr/>
            <p:nvPr/>
          </p:nvSpPr>
          <p:spPr>
            <a:xfrm>
              <a:off x="246070" y="1983826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78"/>
            <p:cNvSpPr/>
            <p:nvPr/>
          </p:nvSpPr>
          <p:spPr>
            <a:xfrm flipH="1">
              <a:off x="659595" y="1983375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78"/>
            <p:cNvSpPr/>
            <p:nvPr/>
          </p:nvSpPr>
          <p:spPr>
            <a:xfrm flipH="1">
              <a:off x="451107" y="2189486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0" name="Google Shape;5240;p78"/>
          <p:cNvGrpSpPr/>
          <p:nvPr/>
        </p:nvGrpSpPr>
        <p:grpSpPr>
          <a:xfrm>
            <a:off x="2335861" y="1171356"/>
            <a:ext cx="711055" cy="745993"/>
            <a:chOff x="2496269" y="1171698"/>
            <a:chExt cx="761953" cy="799392"/>
          </a:xfrm>
        </p:grpSpPr>
        <p:grpSp>
          <p:nvGrpSpPr>
            <p:cNvPr id="5241" name="Google Shape;5241;p78"/>
            <p:cNvGrpSpPr/>
            <p:nvPr/>
          </p:nvGrpSpPr>
          <p:grpSpPr>
            <a:xfrm>
              <a:off x="2496269" y="1171698"/>
              <a:ext cx="761953" cy="723022"/>
              <a:chOff x="2496269" y="1171698"/>
              <a:chExt cx="761953" cy="723022"/>
            </a:xfrm>
          </p:grpSpPr>
          <p:sp>
            <p:nvSpPr>
              <p:cNvPr id="5242" name="Google Shape;5242;p78"/>
              <p:cNvSpPr/>
              <p:nvPr/>
            </p:nvSpPr>
            <p:spPr>
              <a:xfrm>
                <a:off x="2727495" y="1360642"/>
                <a:ext cx="175877" cy="207414"/>
              </a:xfrm>
              <a:custGeom>
                <a:avLst/>
                <a:gdLst/>
                <a:ahLst/>
                <a:cxnLst/>
                <a:rect l="l" t="t" r="r" b="b"/>
                <a:pathLst>
                  <a:path w="27928" h="32936" extrusionOk="0">
                    <a:moveTo>
                      <a:pt x="23" y="1"/>
                    </a:moveTo>
                    <a:cubicBezTo>
                      <a:pt x="8" y="305"/>
                      <a:pt x="0" y="607"/>
                      <a:pt x="0" y="910"/>
                    </a:cubicBezTo>
                    <a:cubicBezTo>
                      <a:pt x="0" y="18582"/>
                      <a:pt x="10658" y="32913"/>
                      <a:pt x="23811" y="32936"/>
                    </a:cubicBezTo>
                    <a:cubicBezTo>
                      <a:pt x="23827" y="32889"/>
                      <a:pt x="23841" y="32840"/>
                      <a:pt x="23857" y="32793"/>
                    </a:cubicBezTo>
                    <a:cubicBezTo>
                      <a:pt x="27927" y="20274"/>
                      <a:pt x="17588" y="5690"/>
                      <a:pt x="767" y="228"/>
                    </a:cubicBezTo>
                    <a:cubicBezTo>
                      <a:pt x="522" y="146"/>
                      <a:pt x="273" y="70"/>
                      <a:pt x="2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78"/>
              <p:cNvSpPr/>
              <p:nvPr/>
            </p:nvSpPr>
            <p:spPr>
              <a:xfrm>
                <a:off x="2730750" y="1408371"/>
                <a:ext cx="108720" cy="144761"/>
              </a:xfrm>
              <a:custGeom>
                <a:avLst/>
                <a:gdLst/>
                <a:ahLst/>
                <a:cxnLst/>
                <a:rect l="l" t="t" r="r" b="b"/>
                <a:pathLst>
                  <a:path w="17264" h="229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51" y="10456"/>
                      <a:pt x="7099" y="19031"/>
                      <a:pt x="14312" y="22986"/>
                    </a:cubicBezTo>
                    <a:cubicBezTo>
                      <a:pt x="14397" y="22780"/>
                      <a:pt x="14469" y="22572"/>
                      <a:pt x="14539" y="22357"/>
                    </a:cubicBezTo>
                    <a:cubicBezTo>
                      <a:pt x="17263" y="13961"/>
                      <a:pt x="10821" y="4262"/>
                      <a:pt x="0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44" name="Google Shape;5244;p78"/>
              <p:cNvGrpSpPr/>
              <p:nvPr/>
            </p:nvGrpSpPr>
            <p:grpSpPr>
              <a:xfrm>
                <a:off x="2496269" y="1171698"/>
                <a:ext cx="761953" cy="723022"/>
                <a:chOff x="2496269" y="1120652"/>
                <a:chExt cx="761953" cy="723022"/>
              </a:xfrm>
            </p:grpSpPr>
            <p:grpSp>
              <p:nvGrpSpPr>
                <p:cNvPr id="5245" name="Google Shape;5245;p78"/>
                <p:cNvGrpSpPr/>
                <p:nvPr/>
              </p:nvGrpSpPr>
              <p:grpSpPr>
                <a:xfrm>
                  <a:off x="2496269" y="1120652"/>
                  <a:ext cx="761953" cy="723022"/>
                  <a:chOff x="2496269" y="1120652"/>
                  <a:chExt cx="761953" cy="723022"/>
                </a:xfrm>
              </p:grpSpPr>
              <p:grpSp>
                <p:nvGrpSpPr>
                  <p:cNvPr id="5246" name="Google Shape;5246;p78"/>
                  <p:cNvGrpSpPr/>
                  <p:nvPr/>
                </p:nvGrpSpPr>
                <p:grpSpPr>
                  <a:xfrm>
                    <a:off x="2496269" y="1304589"/>
                    <a:ext cx="407089" cy="305057"/>
                    <a:chOff x="2496269" y="1304589"/>
                    <a:chExt cx="407089" cy="305057"/>
                  </a:xfrm>
                </p:grpSpPr>
                <p:sp>
                  <p:nvSpPr>
                    <p:cNvPr id="5247" name="Google Shape;5247;p78"/>
                    <p:cNvSpPr/>
                    <p:nvPr/>
                  </p:nvSpPr>
                  <p:spPr>
                    <a:xfrm>
                      <a:off x="2496269" y="1304589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0753" y="1"/>
                          </a:moveTo>
                          <a:cubicBezTo>
                            <a:pt x="19553" y="1"/>
                            <a:pt x="7984" y="7486"/>
                            <a:pt x="2667" y="11431"/>
                          </a:cubicBezTo>
                          <a:cubicBezTo>
                            <a:pt x="790" y="12823"/>
                            <a:pt x="1" y="15251"/>
                            <a:pt x="700" y="17481"/>
                          </a:cubicBezTo>
                          <a:cubicBezTo>
                            <a:pt x="3088" y="25083"/>
                            <a:pt x="9784" y="42156"/>
                            <a:pt x="22752" y="46368"/>
                          </a:cubicBezTo>
                          <a:cubicBezTo>
                            <a:pt x="27079" y="47774"/>
                            <a:pt x="31415" y="48440"/>
                            <a:pt x="35536" y="48440"/>
                          </a:cubicBezTo>
                          <a:cubicBezTo>
                            <a:pt x="47434" y="48440"/>
                            <a:pt x="57553" y="42892"/>
                            <a:pt x="60574" y="33591"/>
                          </a:cubicBezTo>
                          <a:cubicBezTo>
                            <a:pt x="64643" y="21069"/>
                            <a:pt x="54305" y="6487"/>
                            <a:pt x="37486" y="1023"/>
                          </a:cubicBezTo>
                          <a:cubicBezTo>
                            <a:pt x="35294" y="311"/>
                            <a:pt x="33031" y="1"/>
                            <a:pt x="30753" y="1"/>
                          </a:cubicBez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48" name="Google Shape;5248;p78"/>
                    <p:cNvSpPr/>
                    <p:nvPr/>
                  </p:nvSpPr>
                  <p:spPr>
                    <a:xfrm>
                      <a:off x="2553035" y="1348798"/>
                      <a:ext cx="287349" cy="2153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1" extrusionOk="0">
                          <a:moveTo>
                            <a:pt x="21708" y="1"/>
                          </a:moveTo>
                          <a:cubicBezTo>
                            <a:pt x="13802" y="1"/>
                            <a:pt x="5636" y="5284"/>
                            <a:pt x="1883" y="8068"/>
                          </a:cubicBezTo>
                          <a:cubicBezTo>
                            <a:pt x="558" y="9051"/>
                            <a:pt x="1" y="10765"/>
                            <a:pt x="495" y="12338"/>
                          </a:cubicBezTo>
                          <a:cubicBezTo>
                            <a:pt x="2180" y="17705"/>
                            <a:pt x="6907" y="29755"/>
                            <a:pt x="16060" y="32728"/>
                          </a:cubicBezTo>
                          <a:cubicBezTo>
                            <a:pt x="19114" y="33721"/>
                            <a:pt x="22174" y="34191"/>
                            <a:pt x="25083" y="34191"/>
                          </a:cubicBezTo>
                          <a:cubicBezTo>
                            <a:pt x="33482" y="34191"/>
                            <a:pt x="40624" y="30275"/>
                            <a:pt x="42758" y="23710"/>
                          </a:cubicBezTo>
                          <a:cubicBezTo>
                            <a:pt x="45629" y="14872"/>
                            <a:pt x="38332" y="4579"/>
                            <a:pt x="26460" y="722"/>
                          </a:cubicBezTo>
                          <a:cubicBezTo>
                            <a:pt x="24913" y="219"/>
                            <a:pt x="23316" y="1"/>
                            <a:pt x="21708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249" name="Google Shape;5249;p78"/>
                  <p:cNvGrpSpPr/>
                  <p:nvPr/>
                </p:nvGrpSpPr>
                <p:grpSpPr>
                  <a:xfrm>
                    <a:off x="2586468" y="1493376"/>
                    <a:ext cx="358850" cy="349656"/>
                    <a:chOff x="2586468" y="1493376"/>
                    <a:chExt cx="358850" cy="349656"/>
                  </a:xfrm>
                </p:grpSpPr>
                <p:sp>
                  <p:nvSpPr>
                    <p:cNvPr id="5250" name="Google Shape;5250;p78"/>
                    <p:cNvSpPr/>
                    <p:nvPr/>
                  </p:nvSpPr>
                  <p:spPr>
                    <a:xfrm>
                      <a:off x="2586468" y="1493376"/>
                      <a:ext cx="358850" cy="349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3" h="55523" extrusionOk="0">
                          <a:moveTo>
                            <a:pt x="34707" y="1"/>
                          </a:moveTo>
                          <a:cubicBezTo>
                            <a:pt x="25495" y="1"/>
                            <a:pt x="15173" y="5595"/>
                            <a:pt x="8014" y="15449"/>
                          </a:cubicBezTo>
                          <a:cubicBezTo>
                            <a:pt x="0" y="26478"/>
                            <a:pt x="4618" y="44227"/>
                            <a:pt x="7155" y="51780"/>
                          </a:cubicBezTo>
                          <a:cubicBezTo>
                            <a:pt x="7899" y="53993"/>
                            <a:pt x="9963" y="55495"/>
                            <a:pt x="12300" y="55519"/>
                          </a:cubicBezTo>
                          <a:cubicBezTo>
                            <a:pt x="12540" y="55521"/>
                            <a:pt x="12789" y="55522"/>
                            <a:pt x="13047" y="55522"/>
                          </a:cubicBezTo>
                          <a:cubicBezTo>
                            <a:pt x="21360" y="55522"/>
                            <a:pt x="38815" y="54172"/>
                            <a:pt x="46588" y="43473"/>
                          </a:cubicBezTo>
                          <a:cubicBezTo>
                            <a:pt x="56983" y="29165"/>
                            <a:pt x="56776" y="11292"/>
                            <a:pt x="46123" y="3553"/>
                          </a:cubicBezTo>
                          <a:cubicBezTo>
                            <a:pt x="42808" y="1144"/>
                            <a:pt x="38871" y="1"/>
                            <a:pt x="34707" y="1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51" name="Google Shape;5251;p78"/>
                    <p:cNvSpPr/>
                    <p:nvPr/>
                  </p:nvSpPr>
                  <p:spPr>
                    <a:xfrm>
                      <a:off x="2637642" y="1547125"/>
                      <a:ext cx="253304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3" h="39191" extrusionOk="0">
                          <a:moveTo>
                            <a:pt x="24498" y="0"/>
                          </a:moveTo>
                          <a:cubicBezTo>
                            <a:pt x="17996" y="0"/>
                            <a:pt x="10711" y="3949"/>
                            <a:pt x="5658" y="10904"/>
                          </a:cubicBezTo>
                          <a:cubicBezTo>
                            <a:pt x="0" y="18689"/>
                            <a:pt x="3260" y="31216"/>
                            <a:pt x="5050" y="36549"/>
                          </a:cubicBezTo>
                          <a:cubicBezTo>
                            <a:pt x="5576" y="38112"/>
                            <a:pt x="7034" y="39172"/>
                            <a:pt x="8683" y="39188"/>
                          </a:cubicBezTo>
                          <a:cubicBezTo>
                            <a:pt x="8850" y="39189"/>
                            <a:pt x="9023" y="39190"/>
                            <a:pt x="9202" y="39190"/>
                          </a:cubicBezTo>
                          <a:cubicBezTo>
                            <a:pt x="15067" y="39190"/>
                            <a:pt x="27395" y="38240"/>
                            <a:pt x="32884" y="30686"/>
                          </a:cubicBezTo>
                          <a:cubicBezTo>
                            <a:pt x="40222" y="20587"/>
                            <a:pt x="40075" y="7970"/>
                            <a:pt x="32557" y="2508"/>
                          </a:cubicBezTo>
                          <a:cubicBezTo>
                            <a:pt x="30217" y="807"/>
                            <a:pt x="27437" y="0"/>
                            <a:pt x="2449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252" name="Google Shape;5252;p78"/>
                  <p:cNvGrpSpPr/>
                  <p:nvPr/>
                </p:nvGrpSpPr>
                <p:grpSpPr>
                  <a:xfrm>
                    <a:off x="2807939" y="1494024"/>
                    <a:ext cx="358857" cy="349650"/>
                    <a:chOff x="2807939" y="1494024"/>
                    <a:chExt cx="358857" cy="349650"/>
                  </a:xfrm>
                </p:grpSpPr>
                <p:sp>
                  <p:nvSpPr>
                    <p:cNvPr id="5253" name="Google Shape;5253;p78"/>
                    <p:cNvSpPr/>
                    <p:nvPr/>
                  </p:nvSpPr>
                  <p:spPr>
                    <a:xfrm>
                      <a:off x="2807939" y="1494024"/>
                      <a:ext cx="358857" cy="349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4" h="55522" extrusionOk="0">
                          <a:moveTo>
                            <a:pt x="22278" y="1"/>
                          </a:moveTo>
                          <a:cubicBezTo>
                            <a:pt x="18114" y="1"/>
                            <a:pt x="14176" y="1144"/>
                            <a:pt x="10859" y="3554"/>
                          </a:cubicBezTo>
                          <a:cubicBezTo>
                            <a:pt x="208" y="11292"/>
                            <a:pt x="0" y="29166"/>
                            <a:pt x="10397" y="43474"/>
                          </a:cubicBezTo>
                          <a:cubicBezTo>
                            <a:pt x="18169" y="54172"/>
                            <a:pt x="35625" y="55522"/>
                            <a:pt x="43938" y="55522"/>
                          </a:cubicBezTo>
                          <a:cubicBezTo>
                            <a:pt x="44195" y="55522"/>
                            <a:pt x="44444" y="55521"/>
                            <a:pt x="44684" y="55518"/>
                          </a:cubicBezTo>
                          <a:cubicBezTo>
                            <a:pt x="47019" y="55494"/>
                            <a:pt x="49085" y="53995"/>
                            <a:pt x="49830" y="51779"/>
                          </a:cubicBezTo>
                          <a:cubicBezTo>
                            <a:pt x="52366" y="44227"/>
                            <a:pt x="56984" y="26479"/>
                            <a:pt x="48970" y="15448"/>
                          </a:cubicBezTo>
                          <a:cubicBezTo>
                            <a:pt x="41810" y="5595"/>
                            <a:pt x="31490" y="1"/>
                            <a:pt x="22278" y="1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54" name="Google Shape;5254;p78"/>
                    <p:cNvSpPr/>
                    <p:nvPr/>
                  </p:nvSpPr>
                  <p:spPr>
                    <a:xfrm>
                      <a:off x="2862324" y="1547767"/>
                      <a:ext cx="253292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1" h="39191" extrusionOk="0">
                          <a:moveTo>
                            <a:pt x="15724" y="1"/>
                          </a:moveTo>
                          <a:cubicBezTo>
                            <a:pt x="12785" y="1"/>
                            <a:pt x="10006" y="808"/>
                            <a:pt x="7665" y="2508"/>
                          </a:cubicBezTo>
                          <a:cubicBezTo>
                            <a:pt x="146" y="7971"/>
                            <a:pt x="0" y="20586"/>
                            <a:pt x="7339" y="30686"/>
                          </a:cubicBezTo>
                          <a:cubicBezTo>
                            <a:pt x="12827" y="38240"/>
                            <a:pt x="25156" y="39191"/>
                            <a:pt x="31020" y="39191"/>
                          </a:cubicBezTo>
                          <a:cubicBezTo>
                            <a:pt x="31200" y="39191"/>
                            <a:pt x="31373" y="39190"/>
                            <a:pt x="31540" y="39188"/>
                          </a:cubicBezTo>
                          <a:cubicBezTo>
                            <a:pt x="33188" y="39171"/>
                            <a:pt x="34646" y="38111"/>
                            <a:pt x="35173" y="36549"/>
                          </a:cubicBezTo>
                          <a:cubicBezTo>
                            <a:pt x="36962" y="31218"/>
                            <a:pt x="40221" y="18689"/>
                            <a:pt x="34564" y="10904"/>
                          </a:cubicBezTo>
                          <a:cubicBezTo>
                            <a:pt x="29511" y="3949"/>
                            <a:pt x="22226" y="1"/>
                            <a:pt x="15724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255" name="Google Shape;5255;p78"/>
                  <p:cNvGrpSpPr/>
                  <p:nvPr/>
                </p:nvGrpSpPr>
                <p:grpSpPr>
                  <a:xfrm>
                    <a:off x="2851133" y="1305635"/>
                    <a:ext cx="407089" cy="305057"/>
                    <a:chOff x="2851133" y="1305635"/>
                    <a:chExt cx="407089" cy="305057"/>
                  </a:xfrm>
                </p:grpSpPr>
                <p:sp>
                  <p:nvSpPr>
                    <p:cNvPr id="5256" name="Google Shape;5256;p78"/>
                    <p:cNvSpPr/>
                    <p:nvPr/>
                  </p:nvSpPr>
                  <p:spPr>
                    <a:xfrm>
                      <a:off x="2851133" y="1305635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3890" y="0"/>
                          </a:moveTo>
                          <a:cubicBezTo>
                            <a:pt x="31613" y="0"/>
                            <a:pt x="29351" y="310"/>
                            <a:pt x="27159" y="1022"/>
                          </a:cubicBezTo>
                          <a:cubicBezTo>
                            <a:pt x="10340" y="6488"/>
                            <a:pt x="1" y="21070"/>
                            <a:pt x="4069" y="33592"/>
                          </a:cubicBezTo>
                          <a:cubicBezTo>
                            <a:pt x="7091" y="42892"/>
                            <a:pt x="17210" y="48440"/>
                            <a:pt x="29109" y="48440"/>
                          </a:cubicBezTo>
                          <a:cubicBezTo>
                            <a:pt x="33230" y="48440"/>
                            <a:pt x="37566" y="47775"/>
                            <a:pt x="41894" y="46368"/>
                          </a:cubicBezTo>
                          <a:cubicBezTo>
                            <a:pt x="54859" y="42156"/>
                            <a:pt x="61556" y="25084"/>
                            <a:pt x="63944" y="17481"/>
                          </a:cubicBezTo>
                          <a:cubicBezTo>
                            <a:pt x="64643" y="15252"/>
                            <a:pt x="63854" y="12824"/>
                            <a:pt x="61978" y="11431"/>
                          </a:cubicBezTo>
                          <a:cubicBezTo>
                            <a:pt x="56659" y="7487"/>
                            <a:pt x="45090" y="0"/>
                            <a:pt x="33890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57" name="Google Shape;5257;p78"/>
                    <p:cNvSpPr/>
                    <p:nvPr/>
                  </p:nvSpPr>
                  <p:spPr>
                    <a:xfrm>
                      <a:off x="2914108" y="1349849"/>
                      <a:ext cx="287349" cy="215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2" extrusionOk="0">
                          <a:moveTo>
                            <a:pt x="23922" y="0"/>
                          </a:moveTo>
                          <a:cubicBezTo>
                            <a:pt x="22315" y="0"/>
                            <a:pt x="20718" y="219"/>
                            <a:pt x="19171" y="721"/>
                          </a:cubicBezTo>
                          <a:cubicBezTo>
                            <a:pt x="7297" y="4578"/>
                            <a:pt x="1" y="14871"/>
                            <a:pt x="2873" y="23711"/>
                          </a:cubicBezTo>
                          <a:cubicBezTo>
                            <a:pt x="5006" y="30275"/>
                            <a:pt x="12149" y="34191"/>
                            <a:pt x="20548" y="34191"/>
                          </a:cubicBezTo>
                          <a:cubicBezTo>
                            <a:pt x="23457" y="34191"/>
                            <a:pt x="26517" y="33722"/>
                            <a:pt x="29571" y="32729"/>
                          </a:cubicBezTo>
                          <a:cubicBezTo>
                            <a:pt x="38723" y="29754"/>
                            <a:pt x="43449" y="17704"/>
                            <a:pt x="45134" y="12339"/>
                          </a:cubicBezTo>
                          <a:cubicBezTo>
                            <a:pt x="45629" y="10764"/>
                            <a:pt x="45072" y="9052"/>
                            <a:pt x="43747" y="8069"/>
                          </a:cubicBezTo>
                          <a:cubicBezTo>
                            <a:pt x="39994" y="5284"/>
                            <a:pt x="31827" y="0"/>
                            <a:pt x="23922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258" name="Google Shape;5258;p78"/>
                  <p:cNvGrpSpPr/>
                  <p:nvPr/>
                </p:nvGrpSpPr>
                <p:grpSpPr>
                  <a:xfrm>
                    <a:off x="2727495" y="1120652"/>
                    <a:ext cx="300271" cy="396358"/>
                    <a:chOff x="2727495" y="1120652"/>
                    <a:chExt cx="300271" cy="396358"/>
                  </a:xfrm>
                </p:grpSpPr>
                <p:sp>
                  <p:nvSpPr>
                    <p:cNvPr id="5259" name="Google Shape;5259;p78"/>
                    <p:cNvSpPr/>
                    <p:nvPr/>
                  </p:nvSpPr>
                  <p:spPr>
                    <a:xfrm>
                      <a:off x="2727495" y="1120652"/>
                      <a:ext cx="300271" cy="396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681" h="62939" extrusionOk="0">
                          <a:moveTo>
                            <a:pt x="23841" y="1"/>
                          </a:moveTo>
                          <a:cubicBezTo>
                            <a:pt x="22726" y="1"/>
                            <a:pt x="21612" y="340"/>
                            <a:pt x="20660" y="1017"/>
                          </a:cubicBezTo>
                          <a:cubicBezTo>
                            <a:pt x="14168" y="5636"/>
                            <a:pt x="0" y="17280"/>
                            <a:pt x="0" y="30914"/>
                          </a:cubicBezTo>
                          <a:cubicBezTo>
                            <a:pt x="0" y="48601"/>
                            <a:pt x="10674" y="62939"/>
                            <a:pt x="23841" y="62939"/>
                          </a:cubicBezTo>
                          <a:cubicBezTo>
                            <a:pt x="37007" y="62939"/>
                            <a:pt x="47681" y="48600"/>
                            <a:pt x="47681" y="30914"/>
                          </a:cubicBezTo>
                          <a:cubicBezTo>
                            <a:pt x="47681" y="17280"/>
                            <a:pt x="33513" y="5636"/>
                            <a:pt x="27022" y="1017"/>
                          </a:cubicBezTo>
                          <a:cubicBezTo>
                            <a:pt x="26069" y="340"/>
                            <a:pt x="24955" y="1"/>
                            <a:pt x="23841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0" name="Google Shape;5260;p78"/>
                    <p:cNvSpPr/>
                    <p:nvPr/>
                  </p:nvSpPr>
                  <p:spPr>
                    <a:xfrm>
                      <a:off x="2771659" y="1178948"/>
                      <a:ext cx="211942" cy="2797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55" h="44425" extrusionOk="0">
                          <a:moveTo>
                            <a:pt x="16828" y="0"/>
                          </a:moveTo>
                          <a:cubicBezTo>
                            <a:pt x="16042" y="0"/>
                            <a:pt x="15255" y="240"/>
                            <a:pt x="14583" y="718"/>
                          </a:cubicBezTo>
                          <a:cubicBezTo>
                            <a:pt x="10001" y="3978"/>
                            <a:pt x="1" y="12199"/>
                            <a:pt x="1" y="21821"/>
                          </a:cubicBezTo>
                          <a:cubicBezTo>
                            <a:pt x="1" y="34304"/>
                            <a:pt x="7534" y="44424"/>
                            <a:pt x="16828" y="44424"/>
                          </a:cubicBezTo>
                          <a:cubicBezTo>
                            <a:pt x="26121" y="44424"/>
                            <a:pt x="33654" y="34304"/>
                            <a:pt x="33654" y="21821"/>
                          </a:cubicBezTo>
                          <a:cubicBezTo>
                            <a:pt x="33654" y="12197"/>
                            <a:pt x="23654" y="3978"/>
                            <a:pt x="19072" y="718"/>
                          </a:cubicBezTo>
                          <a:cubicBezTo>
                            <a:pt x="18401" y="240"/>
                            <a:pt x="17615" y="0"/>
                            <a:pt x="1682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5261" name="Google Shape;5261;p78"/>
                <p:cNvGrpSpPr/>
                <p:nvPr/>
              </p:nvGrpSpPr>
              <p:grpSpPr>
                <a:xfrm>
                  <a:off x="2722305" y="1350460"/>
                  <a:ext cx="308357" cy="308344"/>
                  <a:chOff x="2722305" y="1350460"/>
                  <a:chExt cx="308357" cy="308344"/>
                </a:xfrm>
              </p:grpSpPr>
              <p:sp>
                <p:nvSpPr>
                  <p:cNvPr id="5262" name="Google Shape;5262;p78"/>
                  <p:cNvSpPr/>
                  <p:nvPr/>
                </p:nvSpPr>
                <p:spPr>
                  <a:xfrm>
                    <a:off x="2722305" y="1350460"/>
                    <a:ext cx="308357" cy="308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65" h="48963" extrusionOk="0">
                        <a:moveTo>
                          <a:pt x="24483" y="0"/>
                        </a:moveTo>
                        <a:cubicBezTo>
                          <a:pt x="17990" y="0"/>
                          <a:pt x="11762" y="2578"/>
                          <a:pt x="7172" y="7170"/>
                        </a:cubicBezTo>
                        <a:cubicBezTo>
                          <a:pt x="2580" y="11762"/>
                          <a:pt x="0" y="17988"/>
                          <a:pt x="0" y="24481"/>
                        </a:cubicBezTo>
                        <a:cubicBezTo>
                          <a:pt x="0" y="30974"/>
                          <a:pt x="2580" y="37202"/>
                          <a:pt x="7172" y="41792"/>
                        </a:cubicBezTo>
                        <a:cubicBezTo>
                          <a:pt x="11762" y="46384"/>
                          <a:pt x="17990" y="48962"/>
                          <a:pt x="24483" y="48962"/>
                        </a:cubicBezTo>
                        <a:cubicBezTo>
                          <a:pt x="30976" y="48962"/>
                          <a:pt x="37202" y="46384"/>
                          <a:pt x="41794" y="41792"/>
                        </a:cubicBezTo>
                        <a:cubicBezTo>
                          <a:pt x="46386" y="37202"/>
                          <a:pt x="48964" y="30974"/>
                          <a:pt x="48964" y="24481"/>
                        </a:cubicBezTo>
                        <a:cubicBezTo>
                          <a:pt x="48964" y="17988"/>
                          <a:pt x="46386" y="11762"/>
                          <a:pt x="41794" y="7170"/>
                        </a:cubicBezTo>
                        <a:cubicBezTo>
                          <a:pt x="37202" y="2578"/>
                          <a:pt x="30976" y="0"/>
                          <a:pt x="2448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5263" name="Google Shape;5263;p78"/>
                  <p:cNvGrpSpPr/>
                  <p:nvPr/>
                </p:nvGrpSpPr>
                <p:grpSpPr>
                  <a:xfrm>
                    <a:off x="2725064" y="1364529"/>
                    <a:ext cx="297954" cy="280182"/>
                    <a:chOff x="2725064" y="1364529"/>
                    <a:chExt cx="297954" cy="280182"/>
                  </a:xfrm>
                </p:grpSpPr>
                <p:sp>
                  <p:nvSpPr>
                    <p:cNvPr id="5264" name="Google Shape;5264;p78"/>
                    <p:cNvSpPr/>
                    <p:nvPr/>
                  </p:nvSpPr>
                  <p:spPr>
                    <a:xfrm>
                      <a:off x="2743100" y="1541306"/>
                      <a:ext cx="133551" cy="103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07" h="16420" extrusionOk="0">
                          <a:moveTo>
                            <a:pt x="3036" y="0"/>
                          </a:moveTo>
                          <a:lnTo>
                            <a:pt x="0" y="986"/>
                          </a:lnTo>
                          <a:cubicBezTo>
                            <a:pt x="722" y="3230"/>
                            <a:pt x="1796" y="5346"/>
                            <a:pt x="3182" y="7254"/>
                          </a:cubicBezTo>
                          <a:cubicBezTo>
                            <a:pt x="7535" y="13245"/>
                            <a:pt x="14318" y="16420"/>
                            <a:pt x="21196" y="16420"/>
                          </a:cubicBezTo>
                          <a:cubicBezTo>
                            <a:pt x="21200" y="16420"/>
                            <a:pt x="21203" y="16420"/>
                            <a:pt x="21207" y="16420"/>
                          </a:cubicBezTo>
                          <a:lnTo>
                            <a:pt x="21207" y="13228"/>
                          </a:lnTo>
                          <a:cubicBezTo>
                            <a:pt x="21203" y="13228"/>
                            <a:pt x="21200" y="13228"/>
                            <a:pt x="21196" y="13228"/>
                          </a:cubicBezTo>
                          <a:cubicBezTo>
                            <a:pt x="15304" y="13228"/>
                            <a:pt x="9492" y="10509"/>
                            <a:pt x="5763" y="5378"/>
                          </a:cubicBezTo>
                          <a:cubicBezTo>
                            <a:pt x="4574" y="3741"/>
                            <a:pt x="3654" y="1926"/>
                            <a:pt x="3036" y="0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5" name="Google Shape;5265;p78"/>
                    <p:cNvSpPr/>
                    <p:nvPr/>
                  </p:nvSpPr>
                  <p:spPr>
                    <a:xfrm>
                      <a:off x="2946887" y="1391180"/>
                      <a:ext cx="76130" cy="1562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89" h="24810" extrusionOk="0">
                          <a:moveTo>
                            <a:pt x="1876" y="0"/>
                          </a:moveTo>
                          <a:lnTo>
                            <a:pt x="0" y="2583"/>
                          </a:lnTo>
                          <a:cubicBezTo>
                            <a:pt x="1626" y="3761"/>
                            <a:pt x="3057" y="5189"/>
                            <a:pt x="4237" y="6815"/>
                          </a:cubicBezTo>
                          <a:cubicBezTo>
                            <a:pt x="7945" y="11917"/>
                            <a:pt x="8749" y="18242"/>
                            <a:pt x="6967" y="23823"/>
                          </a:cubicBezTo>
                          <a:lnTo>
                            <a:pt x="10002" y="24809"/>
                          </a:lnTo>
                          <a:cubicBezTo>
                            <a:pt x="12089" y="18290"/>
                            <a:pt x="11151" y="10899"/>
                            <a:pt x="6820" y="4938"/>
                          </a:cubicBezTo>
                          <a:cubicBezTo>
                            <a:pt x="5442" y="3041"/>
                            <a:pt x="3774" y="1375"/>
                            <a:pt x="187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6" name="Google Shape;5266;p78"/>
                    <p:cNvSpPr/>
                    <p:nvPr/>
                  </p:nvSpPr>
                  <p:spPr>
                    <a:xfrm>
                      <a:off x="2794481" y="1364529"/>
                      <a:ext cx="164226" cy="429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78" h="6816" extrusionOk="0">
                          <a:moveTo>
                            <a:pt x="12998" y="1"/>
                          </a:moveTo>
                          <a:cubicBezTo>
                            <a:pt x="8487" y="1"/>
                            <a:pt x="3935" y="1369"/>
                            <a:pt x="0" y="4210"/>
                          </a:cubicBezTo>
                          <a:lnTo>
                            <a:pt x="1876" y="6793"/>
                          </a:lnTo>
                          <a:cubicBezTo>
                            <a:pt x="5245" y="4363"/>
                            <a:pt x="9141" y="3193"/>
                            <a:pt x="13002" y="3193"/>
                          </a:cubicBezTo>
                          <a:cubicBezTo>
                            <a:pt x="16976" y="3193"/>
                            <a:pt x="20914" y="4433"/>
                            <a:pt x="24201" y="6815"/>
                          </a:cubicBezTo>
                          <a:lnTo>
                            <a:pt x="26077" y="4232"/>
                          </a:lnTo>
                          <a:cubicBezTo>
                            <a:pt x="22239" y="1449"/>
                            <a:pt x="17641" y="1"/>
                            <a:pt x="12998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7" name="Google Shape;5267;p78"/>
                    <p:cNvSpPr/>
                    <p:nvPr/>
                  </p:nvSpPr>
                  <p:spPr>
                    <a:xfrm>
                      <a:off x="2876645" y="1541193"/>
                      <a:ext cx="133243" cy="1035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158" h="16438" extrusionOk="0">
                          <a:moveTo>
                            <a:pt x="18123" y="1"/>
                          </a:moveTo>
                          <a:cubicBezTo>
                            <a:pt x="16894" y="3864"/>
                            <a:pt x="14459" y="7233"/>
                            <a:pt x="11175" y="9612"/>
                          </a:cubicBezTo>
                          <a:cubicBezTo>
                            <a:pt x="7931" y="11974"/>
                            <a:pt x="4021" y="13246"/>
                            <a:pt x="8" y="13246"/>
                          </a:cubicBezTo>
                          <a:cubicBezTo>
                            <a:pt x="6" y="13246"/>
                            <a:pt x="3" y="13246"/>
                            <a:pt x="1" y="13246"/>
                          </a:cubicBezTo>
                          <a:lnTo>
                            <a:pt x="1" y="16438"/>
                          </a:lnTo>
                          <a:cubicBezTo>
                            <a:pt x="4532" y="16436"/>
                            <a:pt x="9106" y="15060"/>
                            <a:pt x="13053" y="12192"/>
                          </a:cubicBezTo>
                          <a:cubicBezTo>
                            <a:pt x="17030" y="9301"/>
                            <a:pt x="19767" y="5338"/>
                            <a:pt x="21157" y="988"/>
                          </a:cubicBezTo>
                          <a:lnTo>
                            <a:pt x="18123" y="1"/>
                          </a:ln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8" name="Google Shape;5268;p78"/>
                    <p:cNvSpPr/>
                    <p:nvPr/>
                  </p:nvSpPr>
                  <p:spPr>
                    <a:xfrm>
                      <a:off x="2725064" y="1391035"/>
                      <a:ext cx="81238" cy="156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00" h="24849" extrusionOk="0">
                          <a:moveTo>
                            <a:pt x="11023" y="1"/>
                          </a:moveTo>
                          <a:cubicBezTo>
                            <a:pt x="11006" y="13"/>
                            <a:pt x="10987" y="26"/>
                            <a:pt x="10967" y="39"/>
                          </a:cubicBezTo>
                          <a:cubicBezTo>
                            <a:pt x="2989" y="5836"/>
                            <a:pt x="1" y="15945"/>
                            <a:pt x="2866" y="24848"/>
                          </a:cubicBezTo>
                          <a:lnTo>
                            <a:pt x="5900" y="23861"/>
                          </a:lnTo>
                          <a:cubicBezTo>
                            <a:pt x="3451" y="16238"/>
                            <a:pt x="6012" y="7585"/>
                            <a:pt x="12845" y="2622"/>
                          </a:cubicBezTo>
                          <a:cubicBezTo>
                            <a:pt x="12862" y="2608"/>
                            <a:pt x="12882" y="2597"/>
                            <a:pt x="12899" y="2584"/>
                          </a:cubicBezTo>
                          <a:lnTo>
                            <a:pt x="11023" y="1"/>
                          </a:ln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sp>
          <p:nvSpPr>
            <p:cNvPr id="5269" name="Google Shape;5269;p78"/>
            <p:cNvSpPr/>
            <p:nvPr/>
          </p:nvSpPr>
          <p:spPr>
            <a:xfrm>
              <a:off x="2621966" y="1245876"/>
              <a:ext cx="114832" cy="86149"/>
            </a:xfrm>
            <a:custGeom>
              <a:avLst/>
              <a:gdLst/>
              <a:ahLst/>
              <a:cxnLst/>
              <a:rect l="l" t="t" r="r" b="b"/>
              <a:pathLst>
                <a:path w="10285" h="7716" extrusionOk="0">
                  <a:moveTo>
                    <a:pt x="10284" y="1"/>
                  </a:moveTo>
                  <a:lnTo>
                    <a:pt x="7413" y="282"/>
                  </a:lnTo>
                  <a:lnTo>
                    <a:pt x="7949" y="1144"/>
                  </a:lnTo>
                  <a:cubicBezTo>
                    <a:pt x="4966" y="2788"/>
                    <a:pt x="2280" y="4920"/>
                    <a:pt x="0" y="7451"/>
                  </a:cubicBezTo>
                  <a:lnTo>
                    <a:pt x="294" y="7716"/>
                  </a:lnTo>
                  <a:cubicBezTo>
                    <a:pt x="2547" y="5212"/>
                    <a:pt x="5206" y="3102"/>
                    <a:pt x="8156" y="1479"/>
                  </a:cubicBezTo>
                  <a:lnTo>
                    <a:pt x="8760" y="245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78"/>
            <p:cNvSpPr/>
            <p:nvPr/>
          </p:nvSpPr>
          <p:spPr>
            <a:xfrm>
              <a:off x="2517909" y="1600456"/>
              <a:ext cx="54396" cy="134951"/>
            </a:xfrm>
            <a:custGeom>
              <a:avLst/>
              <a:gdLst/>
              <a:ahLst/>
              <a:cxnLst/>
              <a:rect l="l" t="t" r="r" b="b"/>
              <a:pathLst>
                <a:path w="4872" h="12087" extrusionOk="0">
                  <a:moveTo>
                    <a:pt x="4871" y="11889"/>
                  </a:moveTo>
                  <a:cubicBezTo>
                    <a:pt x="3186" y="8971"/>
                    <a:pt x="2004" y="5793"/>
                    <a:pt x="1370" y="2482"/>
                  </a:cubicBezTo>
                  <a:lnTo>
                    <a:pt x="2481" y="2209"/>
                  </a:lnTo>
                  <a:lnTo>
                    <a:pt x="620" y="0"/>
                  </a:lnTo>
                  <a:lnTo>
                    <a:pt x="1" y="2820"/>
                  </a:lnTo>
                  <a:lnTo>
                    <a:pt x="987" y="2578"/>
                  </a:lnTo>
                  <a:cubicBezTo>
                    <a:pt x="1629" y="5923"/>
                    <a:pt x="2827" y="9136"/>
                    <a:pt x="4530" y="12087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78"/>
            <p:cNvSpPr/>
            <p:nvPr/>
          </p:nvSpPr>
          <p:spPr>
            <a:xfrm>
              <a:off x="3174265" y="1614044"/>
              <a:ext cx="46346" cy="135275"/>
            </a:xfrm>
            <a:custGeom>
              <a:avLst/>
              <a:gdLst/>
              <a:ahLst/>
              <a:cxnLst/>
              <a:rect l="l" t="t" r="r" b="b"/>
              <a:pathLst>
                <a:path w="4151" h="12116" extrusionOk="0">
                  <a:moveTo>
                    <a:pt x="4150" y="41"/>
                  </a:moveTo>
                  <a:lnTo>
                    <a:pt x="3759" y="0"/>
                  </a:lnTo>
                  <a:cubicBezTo>
                    <a:pt x="3405" y="3350"/>
                    <a:pt x="2494" y="6618"/>
                    <a:pt x="1059" y="9668"/>
                  </a:cubicBezTo>
                  <a:lnTo>
                    <a:pt x="0" y="9237"/>
                  </a:lnTo>
                  <a:lnTo>
                    <a:pt x="208" y="12116"/>
                  </a:lnTo>
                  <a:lnTo>
                    <a:pt x="2367" y="10200"/>
                  </a:lnTo>
                  <a:lnTo>
                    <a:pt x="1426" y="9817"/>
                  </a:lnTo>
                  <a:cubicBezTo>
                    <a:pt x="2873" y="6733"/>
                    <a:pt x="3793" y="3429"/>
                    <a:pt x="4150" y="4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78"/>
            <p:cNvSpPr/>
            <p:nvPr/>
          </p:nvSpPr>
          <p:spPr>
            <a:xfrm>
              <a:off x="3023194" y="1254350"/>
              <a:ext cx="116417" cy="83525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78"/>
            <p:cNvSpPr/>
            <p:nvPr/>
          </p:nvSpPr>
          <p:spPr>
            <a:xfrm rot="8660313">
              <a:off x="2818264" y="1861446"/>
              <a:ext cx="116433" cy="83536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4" name="Google Shape;5274;p78"/>
          <p:cNvGrpSpPr/>
          <p:nvPr/>
        </p:nvGrpSpPr>
        <p:grpSpPr>
          <a:xfrm>
            <a:off x="3924561" y="2927462"/>
            <a:ext cx="1569144" cy="591015"/>
            <a:chOff x="3820100" y="3023049"/>
            <a:chExt cx="1303926" cy="491162"/>
          </a:xfrm>
        </p:grpSpPr>
        <p:grpSp>
          <p:nvGrpSpPr>
            <p:cNvPr id="5275" name="Google Shape;5275;p78"/>
            <p:cNvGrpSpPr/>
            <p:nvPr/>
          </p:nvGrpSpPr>
          <p:grpSpPr>
            <a:xfrm>
              <a:off x="3820100" y="3023072"/>
              <a:ext cx="1303926" cy="491139"/>
              <a:chOff x="3820100" y="3023072"/>
              <a:chExt cx="1303926" cy="491139"/>
            </a:xfrm>
          </p:grpSpPr>
          <p:sp>
            <p:nvSpPr>
              <p:cNvPr id="5276" name="Google Shape;5276;p78"/>
              <p:cNvSpPr/>
              <p:nvPr/>
            </p:nvSpPr>
            <p:spPr>
              <a:xfrm>
                <a:off x="3820100" y="3023072"/>
                <a:ext cx="505424" cy="491139"/>
              </a:xfrm>
              <a:custGeom>
                <a:avLst/>
                <a:gdLst/>
                <a:ahLst/>
                <a:cxnLst/>
                <a:rect l="l" t="t" r="r" b="b"/>
                <a:pathLst>
                  <a:path w="45218" h="43940" extrusionOk="0">
                    <a:moveTo>
                      <a:pt x="0" y="0"/>
                    </a:moveTo>
                    <a:cubicBezTo>
                      <a:pt x="0" y="24200"/>
                      <a:pt x="19796" y="43939"/>
                      <a:pt x="44111" y="43939"/>
                    </a:cubicBezTo>
                    <a:lnTo>
                      <a:pt x="45218" y="43939"/>
                    </a:lnTo>
                    <a:lnTo>
                      <a:pt x="45218" y="34795"/>
                    </a:lnTo>
                    <a:lnTo>
                      <a:pt x="44111" y="34795"/>
                    </a:lnTo>
                    <a:cubicBezTo>
                      <a:pt x="24972" y="34795"/>
                      <a:pt x="9345" y="19439"/>
                      <a:pt x="9103" y="450"/>
                    </a:cubicBezTo>
                    <a:cubicBezTo>
                      <a:pt x="9103" y="301"/>
                      <a:pt x="9100" y="150"/>
                      <a:pt x="910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7" name="Google Shape;5277;p78"/>
              <p:cNvSpPr/>
              <p:nvPr/>
            </p:nvSpPr>
            <p:spPr>
              <a:xfrm>
                <a:off x="4323828" y="3411976"/>
                <a:ext cx="800197" cy="102229"/>
              </a:xfrm>
              <a:custGeom>
                <a:avLst/>
                <a:gdLst/>
                <a:ahLst/>
                <a:cxnLst/>
                <a:rect l="l" t="t" r="r" b="b"/>
                <a:pathLst>
                  <a:path w="71590" h="9146" extrusionOk="0">
                    <a:moveTo>
                      <a:pt x="1" y="1"/>
                    </a:moveTo>
                    <a:lnTo>
                      <a:pt x="1" y="9145"/>
                    </a:lnTo>
                    <a:lnTo>
                      <a:pt x="71589" y="9145"/>
                    </a:lnTo>
                    <a:lnTo>
                      <a:pt x="71589" y="1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78" name="Google Shape;5278;p78"/>
            <p:cNvGrpSpPr/>
            <p:nvPr/>
          </p:nvGrpSpPr>
          <p:grpSpPr>
            <a:xfrm>
              <a:off x="4132439" y="3023645"/>
              <a:ext cx="393633" cy="177096"/>
              <a:chOff x="4132439" y="3023645"/>
              <a:chExt cx="393633" cy="177096"/>
            </a:xfrm>
          </p:grpSpPr>
          <p:sp>
            <p:nvSpPr>
              <p:cNvPr id="5279" name="Google Shape;5279;p78"/>
              <p:cNvSpPr/>
              <p:nvPr/>
            </p:nvSpPr>
            <p:spPr>
              <a:xfrm>
                <a:off x="4132439" y="3023645"/>
                <a:ext cx="190085" cy="177096"/>
              </a:xfrm>
              <a:custGeom>
                <a:avLst/>
                <a:gdLst/>
                <a:ahLst/>
                <a:cxnLst/>
                <a:rect l="l" t="t" r="r" b="b"/>
                <a:pathLst>
                  <a:path w="17006" h="15844" extrusionOk="0">
                    <a:moveTo>
                      <a:pt x="0" y="1"/>
                    </a:moveTo>
                    <a:cubicBezTo>
                      <a:pt x="0" y="5035"/>
                      <a:pt x="2405" y="9521"/>
                      <a:pt x="6124" y="12423"/>
                    </a:cubicBezTo>
                    <a:cubicBezTo>
                      <a:pt x="8932" y="14639"/>
                      <a:pt x="12404" y="15844"/>
                      <a:pt x="15981" y="15844"/>
                    </a:cubicBezTo>
                    <a:lnTo>
                      <a:pt x="17005" y="15844"/>
                    </a:lnTo>
                    <a:lnTo>
                      <a:pt x="17005" y="6962"/>
                    </a:lnTo>
                    <a:lnTo>
                      <a:pt x="15905" y="6962"/>
                    </a:lnTo>
                    <a:cubicBezTo>
                      <a:pt x="12043" y="6962"/>
                      <a:pt x="8822" y="3862"/>
                      <a:pt x="882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0" name="Google Shape;5280;p78"/>
              <p:cNvSpPr/>
              <p:nvPr/>
            </p:nvSpPr>
            <p:spPr>
              <a:xfrm>
                <a:off x="4318649" y="3101461"/>
                <a:ext cx="207423" cy="99267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8881" extrusionOk="0">
                    <a:moveTo>
                      <a:pt x="0" y="0"/>
                    </a:moveTo>
                    <a:lnTo>
                      <a:pt x="0" y="8880"/>
                    </a:lnTo>
                    <a:lnTo>
                      <a:pt x="18210" y="8880"/>
                    </a:lnTo>
                    <a:lnTo>
                      <a:pt x="18210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1" name="Google Shape;5281;p78"/>
            <p:cNvGrpSpPr/>
            <p:nvPr/>
          </p:nvGrpSpPr>
          <p:grpSpPr>
            <a:xfrm>
              <a:off x="3921811" y="3023049"/>
              <a:ext cx="1002397" cy="388943"/>
              <a:chOff x="3921811" y="3023049"/>
              <a:chExt cx="1002397" cy="388943"/>
            </a:xfrm>
          </p:grpSpPr>
          <p:sp>
            <p:nvSpPr>
              <p:cNvPr id="5282" name="Google Shape;5282;p78"/>
              <p:cNvSpPr/>
              <p:nvPr/>
            </p:nvSpPr>
            <p:spPr>
              <a:xfrm>
                <a:off x="3921811" y="3023049"/>
                <a:ext cx="403709" cy="388943"/>
              </a:xfrm>
              <a:custGeom>
                <a:avLst/>
                <a:gdLst/>
                <a:ahLst/>
                <a:cxnLst/>
                <a:rect l="l" t="t" r="r" b="b"/>
                <a:pathLst>
                  <a:path w="36118" h="34797" extrusionOk="0">
                    <a:moveTo>
                      <a:pt x="0" y="1"/>
                    </a:moveTo>
                    <a:cubicBezTo>
                      <a:pt x="0" y="152"/>
                      <a:pt x="3" y="301"/>
                      <a:pt x="3" y="452"/>
                    </a:cubicBezTo>
                    <a:cubicBezTo>
                      <a:pt x="245" y="19441"/>
                      <a:pt x="15879" y="34797"/>
                      <a:pt x="35018" y="34797"/>
                    </a:cubicBezTo>
                    <a:lnTo>
                      <a:pt x="36118" y="34797"/>
                    </a:lnTo>
                    <a:lnTo>
                      <a:pt x="36118" y="25652"/>
                    </a:lnTo>
                    <a:lnTo>
                      <a:pt x="34843" y="25652"/>
                    </a:lnTo>
                    <a:lnTo>
                      <a:pt x="34798" y="25632"/>
                    </a:lnTo>
                    <a:cubicBezTo>
                      <a:pt x="20649" y="25575"/>
                      <a:pt x="9181" y="14193"/>
                      <a:pt x="9115" y="123"/>
                    </a:cubicBezTo>
                    <a:cubicBezTo>
                      <a:pt x="9115" y="81"/>
                      <a:pt x="9108" y="42"/>
                      <a:pt x="910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3" name="Google Shape;5283;p78"/>
              <p:cNvSpPr/>
              <p:nvPr/>
            </p:nvSpPr>
            <p:spPr>
              <a:xfrm>
                <a:off x="4322109" y="3309770"/>
                <a:ext cx="602098" cy="102218"/>
              </a:xfrm>
              <a:custGeom>
                <a:avLst/>
                <a:gdLst/>
                <a:ahLst/>
                <a:cxnLst/>
                <a:rect l="l" t="t" r="r" b="b"/>
                <a:pathLst>
                  <a:path w="53867" h="9145" extrusionOk="0">
                    <a:moveTo>
                      <a:pt x="1" y="0"/>
                    </a:moveTo>
                    <a:lnTo>
                      <a:pt x="1" y="9145"/>
                    </a:lnTo>
                    <a:lnTo>
                      <a:pt x="53867" y="9145"/>
                    </a:lnTo>
                    <a:lnTo>
                      <a:pt x="53867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4" name="Google Shape;5284;p78"/>
            <p:cNvGrpSpPr/>
            <p:nvPr/>
          </p:nvGrpSpPr>
          <p:grpSpPr>
            <a:xfrm>
              <a:off x="4023645" y="3023049"/>
              <a:ext cx="683032" cy="286722"/>
              <a:chOff x="4023645" y="3023049"/>
              <a:chExt cx="683032" cy="286722"/>
            </a:xfrm>
          </p:grpSpPr>
          <p:sp>
            <p:nvSpPr>
              <p:cNvPr id="5285" name="Google Shape;5285;p78"/>
              <p:cNvSpPr/>
              <p:nvPr/>
            </p:nvSpPr>
            <p:spPr>
              <a:xfrm>
                <a:off x="4023645" y="3023049"/>
                <a:ext cx="300664" cy="286524"/>
              </a:xfrm>
              <a:custGeom>
                <a:avLst/>
                <a:gdLst/>
                <a:ahLst/>
                <a:cxnLst/>
                <a:rect l="l" t="t" r="r" b="b"/>
                <a:pathLst>
                  <a:path w="26899" h="25634" extrusionOk="0">
                    <a:moveTo>
                      <a:pt x="1" y="1"/>
                    </a:moveTo>
                    <a:cubicBezTo>
                      <a:pt x="1" y="42"/>
                      <a:pt x="4" y="81"/>
                      <a:pt x="4" y="121"/>
                    </a:cubicBezTo>
                    <a:cubicBezTo>
                      <a:pt x="70" y="14193"/>
                      <a:pt x="11538" y="25575"/>
                      <a:pt x="25687" y="25630"/>
                    </a:cubicBezTo>
                    <a:cubicBezTo>
                      <a:pt x="25723" y="25630"/>
                      <a:pt x="25757" y="25634"/>
                      <a:pt x="25792" y="25634"/>
                    </a:cubicBezTo>
                    <a:lnTo>
                      <a:pt x="26899" y="25634"/>
                    </a:lnTo>
                    <a:lnTo>
                      <a:pt x="26899" y="15842"/>
                    </a:lnTo>
                    <a:lnTo>
                      <a:pt x="25768" y="15842"/>
                    </a:lnTo>
                    <a:cubicBezTo>
                      <a:pt x="22191" y="15842"/>
                      <a:pt x="18719" y="14637"/>
                      <a:pt x="15911" y="12423"/>
                    </a:cubicBezTo>
                    <a:cubicBezTo>
                      <a:pt x="12192" y="9521"/>
                      <a:pt x="9787" y="5035"/>
                      <a:pt x="978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6" name="Google Shape;5286;p78"/>
              <p:cNvSpPr/>
              <p:nvPr/>
            </p:nvSpPr>
            <p:spPr>
              <a:xfrm>
                <a:off x="4314850" y="3200125"/>
                <a:ext cx="391827" cy="109646"/>
              </a:xfrm>
              <a:custGeom>
                <a:avLst/>
                <a:gdLst/>
                <a:ahLst/>
                <a:cxnLst/>
                <a:rect l="l" t="t" r="r" b="b"/>
                <a:pathLst>
                  <a:path w="35055" h="9792" extrusionOk="0">
                    <a:moveTo>
                      <a:pt x="1" y="0"/>
                    </a:moveTo>
                    <a:lnTo>
                      <a:pt x="1" y="88"/>
                    </a:lnTo>
                    <a:lnTo>
                      <a:pt x="1" y="9792"/>
                    </a:lnTo>
                    <a:lnTo>
                      <a:pt x="35054" y="9792"/>
                    </a:lnTo>
                    <a:lnTo>
                      <a:pt x="350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87" name="Google Shape;5287;p78"/>
          <p:cNvGrpSpPr/>
          <p:nvPr/>
        </p:nvGrpSpPr>
        <p:grpSpPr>
          <a:xfrm>
            <a:off x="1556683" y="2054307"/>
            <a:ext cx="713522" cy="688025"/>
            <a:chOff x="1706078" y="2092648"/>
            <a:chExt cx="660913" cy="637296"/>
          </a:xfrm>
        </p:grpSpPr>
        <p:sp>
          <p:nvSpPr>
            <p:cNvPr id="5288" name="Google Shape;5288;p78"/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89" name="Google Shape;5289;p78"/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5290" name="Google Shape;5290;p78"/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1" name="Google Shape;5291;p78"/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2" name="Google Shape;5292;p78"/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93" name="Google Shape;5293;p78"/>
          <p:cNvGrpSpPr/>
          <p:nvPr/>
        </p:nvGrpSpPr>
        <p:grpSpPr>
          <a:xfrm>
            <a:off x="6318542" y="1171856"/>
            <a:ext cx="1317459" cy="684168"/>
            <a:chOff x="238125" y="999450"/>
            <a:chExt cx="7140700" cy="3708225"/>
          </a:xfrm>
        </p:grpSpPr>
        <p:sp>
          <p:nvSpPr>
            <p:cNvPr id="5294" name="Google Shape;5294;p78"/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78"/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78"/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78"/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78"/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78"/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78"/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78"/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78"/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7" name="Google Shape;5307;p79"/>
          <p:cNvGrpSpPr/>
          <p:nvPr/>
        </p:nvGrpSpPr>
        <p:grpSpPr>
          <a:xfrm>
            <a:off x="729238" y="1179665"/>
            <a:ext cx="1636117" cy="1526144"/>
            <a:chOff x="729238" y="1179665"/>
            <a:chExt cx="1636117" cy="1526144"/>
          </a:xfrm>
        </p:grpSpPr>
        <p:grpSp>
          <p:nvGrpSpPr>
            <p:cNvPr id="5308" name="Google Shape;5308;p79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5309" name="Google Shape;5309;p79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0" name="Google Shape;5310;p79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1" name="Google Shape;5311;p79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2" name="Google Shape;5312;p79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3" name="Google Shape;5313;p79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79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79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6" name="Google Shape;5316;p79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7" name="Google Shape;5317;p79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8" name="Google Shape;5318;p79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9" name="Google Shape;5319;p79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5320" name="Google Shape;5320;p79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1" name="Google Shape;5321;p79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2" name="Google Shape;5322;p79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3" name="Google Shape;5323;p79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4" name="Google Shape;5324;p79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5" name="Google Shape;5325;p79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6" name="Google Shape;5326;p79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7" name="Google Shape;5327;p79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8" name="Google Shape;5328;p79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9" name="Google Shape;5329;p79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30" name="Google Shape;5330;p79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5331" name="Google Shape;5331;p79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2" name="Google Shape;5332;p79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3" name="Google Shape;5333;p79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4" name="Google Shape;5334;p79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5" name="Google Shape;5335;p79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6" name="Google Shape;5336;p79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7" name="Google Shape;5337;p79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8" name="Google Shape;5338;p79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9" name="Google Shape;5339;p79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0" name="Google Shape;5340;p79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1" name="Google Shape;5341;p79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5342" name="Google Shape;5342;p79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79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4" name="Google Shape;5344;p79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5" name="Google Shape;5345;p79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6" name="Google Shape;5346;p79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7" name="Google Shape;5347;p79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79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79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79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1" name="Google Shape;5351;p79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2" name="Google Shape;5352;p79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5353" name="Google Shape;5353;p79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4" name="Google Shape;5354;p79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5" name="Google Shape;5355;p79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6" name="Google Shape;5356;p79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7" name="Google Shape;5357;p79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8" name="Google Shape;5358;p79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9" name="Google Shape;5359;p79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0" name="Google Shape;5360;p79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1" name="Google Shape;5361;p79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2" name="Google Shape;5362;p79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63" name="Google Shape;5363;p79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5364" name="Google Shape;5364;p79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365;p79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366;p79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367;p79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368;p79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9" name="Google Shape;5369;p79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0" name="Google Shape;5370;p79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1" name="Google Shape;5371;p79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2" name="Google Shape;5372;p79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3" name="Google Shape;5373;p79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74" name="Google Shape;5374;p79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5375" name="Google Shape;5375;p79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6" name="Google Shape;5376;p79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7" name="Google Shape;5377;p79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8" name="Google Shape;5378;p79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9" name="Google Shape;5379;p79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0" name="Google Shape;5380;p79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1" name="Google Shape;5381;p79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2" name="Google Shape;5382;p79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3" name="Google Shape;5383;p79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4" name="Google Shape;5384;p79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5" name="Google Shape;5385;p79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5386" name="Google Shape;5386;p79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7" name="Google Shape;5387;p79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8" name="Google Shape;5388;p79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9" name="Google Shape;5389;p79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0" name="Google Shape;5390;p79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1" name="Google Shape;5391;p79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2" name="Google Shape;5392;p79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79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79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79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96" name="Google Shape;5396;p79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5397" name="Google Shape;5397;p79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8" name="Google Shape;5398;p79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9" name="Google Shape;5399;p79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0" name="Google Shape;5400;p79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1" name="Google Shape;5401;p79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2" name="Google Shape;5402;p79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3" name="Google Shape;5403;p79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4" name="Google Shape;5404;p79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5" name="Google Shape;5405;p79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6" name="Google Shape;5406;p79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07" name="Google Shape;5407;p79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5408" name="Google Shape;5408;p79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9" name="Google Shape;5409;p79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0" name="Google Shape;5410;p79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1" name="Google Shape;5411;p79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2" name="Google Shape;5412;p79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3" name="Google Shape;5413;p79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4" name="Google Shape;5414;p79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79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6" name="Google Shape;5416;p79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7" name="Google Shape;5417;p79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8" name="Google Shape;5418;p79"/>
          <p:cNvGrpSpPr/>
          <p:nvPr/>
        </p:nvGrpSpPr>
        <p:grpSpPr>
          <a:xfrm>
            <a:off x="2623904" y="1198803"/>
            <a:ext cx="1364248" cy="1102133"/>
            <a:chOff x="2623904" y="1198803"/>
            <a:chExt cx="1364248" cy="1102133"/>
          </a:xfrm>
        </p:grpSpPr>
        <p:grpSp>
          <p:nvGrpSpPr>
            <p:cNvPr id="5419" name="Google Shape;5419;p79"/>
            <p:cNvGrpSpPr/>
            <p:nvPr/>
          </p:nvGrpSpPr>
          <p:grpSpPr>
            <a:xfrm>
              <a:off x="2623907" y="1198803"/>
              <a:ext cx="1364245" cy="273000"/>
              <a:chOff x="2623907" y="1198803"/>
              <a:chExt cx="1364245" cy="273000"/>
            </a:xfrm>
          </p:grpSpPr>
          <p:sp>
            <p:nvSpPr>
              <p:cNvPr id="5420" name="Google Shape;5420;p79"/>
              <p:cNvSpPr/>
              <p:nvPr/>
            </p:nvSpPr>
            <p:spPr>
              <a:xfrm>
                <a:off x="2623907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1" name="Google Shape;5421;p79"/>
              <p:cNvSpPr/>
              <p:nvPr/>
            </p:nvSpPr>
            <p:spPr>
              <a:xfrm>
                <a:off x="2896718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2" name="Google Shape;5422;p79"/>
              <p:cNvSpPr/>
              <p:nvPr/>
            </p:nvSpPr>
            <p:spPr>
              <a:xfrm>
                <a:off x="3169529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3" name="Google Shape;5423;p79"/>
              <p:cNvSpPr/>
              <p:nvPr/>
            </p:nvSpPr>
            <p:spPr>
              <a:xfrm>
                <a:off x="3442341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4" name="Google Shape;5424;p79"/>
              <p:cNvSpPr/>
              <p:nvPr/>
            </p:nvSpPr>
            <p:spPr>
              <a:xfrm>
                <a:off x="3715152" y="1198803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5" name="Google Shape;5425;p79"/>
            <p:cNvGrpSpPr/>
            <p:nvPr/>
          </p:nvGrpSpPr>
          <p:grpSpPr>
            <a:xfrm>
              <a:off x="2623904" y="1476964"/>
              <a:ext cx="1364245" cy="273000"/>
              <a:chOff x="2623904" y="1476964"/>
              <a:chExt cx="1364245" cy="273000"/>
            </a:xfrm>
          </p:grpSpPr>
          <p:sp>
            <p:nvSpPr>
              <p:cNvPr id="5426" name="Google Shape;5426;p79"/>
              <p:cNvSpPr/>
              <p:nvPr/>
            </p:nvSpPr>
            <p:spPr>
              <a:xfrm>
                <a:off x="2623904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79"/>
              <p:cNvSpPr/>
              <p:nvPr/>
            </p:nvSpPr>
            <p:spPr>
              <a:xfrm>
                <a:off x="2896716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79"/>
              <p:cNvSpPr/>
              <p:nvPr/>
            </p:nvSpPr>
            <p:spPr>
              <a:xfrm>
                <a:off x="3169527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79"/>
              <p:cNvSpPr/>
              <p:nvPr/>
            </p:nvSpPr>
            <p:spPr>
              <a:xfrm>
                <a:off x="3442338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79"/>
              <p:cNvSpPr/>
              <p:nvPr/>
            </p:nvSpPr>
            <p:spPr>
              <a:xfrm>
                <a:off x="3715149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1" name="Google Shape;5431;p79"/>
            <p:cNvGrpSpPr/>
            <p:nvPr/>
          </p:nvGrpSpPr>
          <p:grpSpPr>
            <a:xfrm>
              <a:off x="2623907" y="1749775"/>
              <a:ext cx="1364245" cy="273000"/>
              <a:chOff x="2623907" y="1749775"/>
              <a:chExt cx="1364245" cy="273000"/>
            </a:xfrm>
          </p:grpSpPr>
          <p:sp>
            <p:nvSpPr>
              <p:cNvPr id="5432" name="Google Shape;5432;p79"/>
              <p:cNvSpPr/>
              <p:nvPr/>
            </p:nvSpPr>
            <p:spPr>
              <a:xfrm>
                <a:off x="2623907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79"/>
              <p:cNvSpPr/>
              <p:nvPr/>
            </p:nvSpPr>
            <p:spPr>
              <a:xfrm>
                <a:off x="2896718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79"/>
              <p:cNvSpPr/>
              <p:nvPr/>
            </p:nvSpPr>
            <p:spPr>
              <a:xfrm>
                <a:off x="3169529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79"/>
              <p:cNvSpPr/>
              <p:nvPr/>
            </p:nvSpPr>
            <p:spPr>
              <a:xfrm>
                <a:off x="3442341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79"/>
              <p:cNvSpPr/>
              <p:nvPr/>
            </p:nvSpPr>
            <p:spPr>
              <a:xfrm>
                <a:off x="3715152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7" name="Google Shape;5437;p79"/>
            <p:cNvGrpSpPr/>
            <p:nvPr/>
          </p:nvGrpSpPr>
          <p:grpSpPr>
            <a:xfrm>
              <a:off x="2623904" y="2027936"/>
              <a:ext cx="1364245" cy="273000"/>
              <a:chOff x="2623904" y="2027936"/>
              <a:chExt cx="1364245" cy="273000"/>
            </a:xfrm>
          </p:grpSpPr>
          <p:sp>
            <p:nvSpPr>
              <p:cNvPr id="5438" name="Google Shape;5438;p79"/>
              <p:cNvSpPr/>
              <p:nvPr/>
            </p:nvSpPr>
            <p:spPr>
              <a:xfrm>
                <a:off x="2623904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79"/>
              <p:cNvSpPr/>
              <p:nvPr/>
            </p:nvSpPr>
            <p:spPr>
              <a:xfrm>
                <a:off x="2896716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79"/>
              <p:cNvSpPr/>
              <p:nvPr/>
            </p:nvSpPr>
            <p:spPr>
              <a:xfrm>
                <a:off x="3169527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79"/>
              <p:cNvSpPr/>
              <p:nvPr/>
            </p:nvSpPr>
            <p:spPr>
              <a:xfrm>
                <a:off x="3442338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79"/>
              <p:cNvSpPr/>
              <p:nvPr/>
            </p:nvSpPr>
            <p:spPr>
              <a:xfrm>
                <a:off x="3715149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43" name="Google Shape;5443;p79"/>
          <p:cNvGrpSpPr/>
          <p:nvPr/>
        </p:nvGrpSpPr>
        <p:grpSpPr>
          <a:xfrm>
            <a:off x="2613365" y="2657876"/>
            <a:ext cx="1387541" cy="159124"/>
            <a:chOff x="3200660" y="2180272"/>
            <a:chExt cx="2563824" cy="378237"/>
          </a:xfrm>
        </p:grpSpPr>
        <p:sp>
          <p:nvSpPr>
            <p:cNvPr id="5444" name="Google Shape;5444;p79"/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79"/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79"/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79"/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79"/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79"/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79"/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79"/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79"/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79"/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79"/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79"/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79"/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79"/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79"/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79"/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79"/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79"/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2" name="Google Shape;5462;p79"/>
          <p:cNvGrpSpPr/>
          <p:nvPr/>
        </p:nvGrpSpPr>
        <p:grpSpPr>
          <a:xfrm>
            <a:off x="2609890" y="2935640"/>
            <a:ext cx="1390502" cy="159625"/>
            <a:chOff x="3530150" y="2790075"/>
            <a:chExt cx="1962600" cy="225300"/>
          </a:xfrm>
        </p:grpSpPr>
        <p:sp>
          <p:nvSpPr>
            <p:cNvPr id="5463" name="Google Shape;5463;p79"/>
            <p:cNvSpPr/>
            <p:nvPr/>
          </p:nvSpPr>
          <p:spPr>
            <a:xfrm>
              <a:off x="3530150" y="2790075"/>
              <a:ext cx="1962600" cy="225300"/>
            </a:xfrm>
            <a:prstGeom prst="rec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79"/>
            <p:cNvSpPr/>
            <p:nvPr/>
          </p:nvSpPr>
          <p:spPr>
            <a:xfrm>
              <a:off x="3530150" y="2790075"/>
              <a:ext cx="1110000" cy="2253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5" name="Google Shape;5465;p79"/>
          <p:cNvGrpSpPr/>
          <p:nvPr/>
        </p:nvGrpSpPr>
        <p:grpSpPr>
          <a:xfrm>
            <a:off x="2609948" y="3213905"/>
            <a:ext cx="1411629" cy="154175"/>
            <a:chOff x="3558802" y="4011244"/>
            <a:chExt cx="1866000" cy="111600"/>
          </a:xfrm>
        </p:grpSpPr>
        <p:sp>
          <p:nvSpPr>
            <p:cNvPr id="5466" name="Google Shape;5466;p79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79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8" name="Google Shape;5468;p79"/>
          <p:cNvGrpSpPr/>
          <p:nvPr/>
        </p:nvGrpSpPr>
        <p:grpSpPr>
          <a:xfrm>
            <a:off x="2610235" y="2419475"/>
            <a:ext cx="1383503" cy="119761"/>
            <a:chOff x="3465975" y="2270258"/>
            <a:chExt cx="1986364" cy="171947"/>
          </a:xfrm>
        </p:grpSpPr>
        <p:sp>
          <p:nvSpPr>
            <p:cNvPr id="5469" name="Google Shape;5469;p79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79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79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79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79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79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79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79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7" name="Google Shape;5477;p79"/>
          <p:cNvGrpSpPr/>
          <p:nvPr/>
        </p:nvGrpSpPr>
        <p:grpSpPr>
          <a:xfrm>
            <a:off x="2621243" y="3783248"/>
            <a:ext cx="1369531" cy="195460"/>
            <a:chOff x="723300" y="4253549"/>
            <a:chExt cx="2276482" cy="324900"/>
          </a:xfrm>
        </p:grpSpPr>
        <p:sp>
          <p:nvSpPr>
            <p:cNvPr id="5478" name="Google Shape;5478;p79"/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79"/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79"/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79"/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79"/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3" name="Google Shape;5483;p79"/>
          <p:cNvGrpSpPr/>
          <p:nvPr/>
        </p:nvGrpSpPr>
        <p:grpSpPr>
          <a:xfrm>
            <a:off x="2610803" y="3484489"/>
            <a:ext cx="1389066" cy="180119"/>
            <a:chOff x="705948" y="3788465"/>
            <a:chExt cx="2308953" cy="299400"/>
          </a:xfrm>
        </p:grpSpPr>
        <p:sp>
          <p:nvSpPr>
            <p:cNvPr id="5484" name="Google Shape;5484;p79"/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79"/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79"/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79"/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79"/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9" name="Google Shape;5489;p79"/>
          <p:cNvGrpSpPr/>
          <p:nvPr/>
        </p:nvGrpSpPr>
        <p:grpSpPr>
          <a:xfrm>
            <a:off x="4207794" y="2088443"/>
            <a:ext cx="1433821" cy="191501"/>
            <a:chOff x="4273350" y="2088443"/>
            <a:chExt cx="1433821" cy="191501"/>
          </a:xfrm>
        </p:grpSpPr>
        <p:grpSp>
          <p:nvGrpSpPr>
            <p:cNvPr id="5490" name="Google Shape;5490;p79"/>
            <p:cNvGrpSpPr/>
            <p:nvPr/>
          </p:nvGrpSpPr>
          <p:grpSpPr>
            <a:xfrm>
              <a:off x="4273350" y="2088443"/>
              <a:ext cx="1433821" cy="0"/>
              <a:chOff x="5224975" y="2962250"/>
              <a:chExt cx="1544400" cy="0"/>
            </a:xfrm>
          </p:grpSpPr>
          <p:cxnSp>
            <p:nvCxnSpPr>
              <p:cNvPr id="5491" name="Google Shape;5491;p79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92" name="Google Shape;5492;p79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93" name="Google Shape;5493;p79"/>
            <p:cNvGrpSpPr/>
            <p:nvPr/>
          </p:nvGrpSpPr>
          <p:grpSpPr>
            <a:xfrm>
              <a:off x="4273350" y="2279944"/>
              <a:ext cx="1433821" cy="0"/>
              <a:chOff x="5224975" y="2962250"/>
              <a:chExt cx="1544400" cy="0"/>
            </a:xfrm>
          </p:grpSpPr>
          <p:cxnSp>
            <p:nvCxnSpPr>
              <p:cNvPr id="5494" name="Google Shape;5494;p79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95" name="Google Shape;5495;p79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496" name="Google Shape;5496;p79"/>
          <p:cNvGrpSpPr/>
          <p:nvPr/>
        </p:nvGrpSpPr>
        <p:grpSpPr>
          <a:xfrm>
            <a:off x="2658741" y="4097347"/>
            <a:ext cx="1304609" cy="294074"/>
            <a:chOff x="2658741" y="4097347"/>
            <a:chExt cx="1304609" cy="294074"/>
          </a:xfrm>
        </p:grpSpPr>
        <p:grpSp>
          <p:nvGrpSpPr>
            <p:cNvPr id="5497" name="Google Shape;5497;p79"/>
            <p:cNvGrpSpPr/>
            <p:nvPr/>
          </p:nvGrpSpPr>
          <p:grpSpPr>
            <a:xfrm>
              <a:off x="2658741" y="4097347"/>
              <a:ext cx="118572" cy="294074"/>
              <a:chOff x="3343310" y="4475555"/>
              <a:chExt cx="127717" cy="316753"/>
            </a:xfrm>
          </p:grpSpPr>
          <p:sp>
            <p:nvSpPr>
              <p:cNvPr id="5498" name="Google Shape;5498;p79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79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0" name="Google Shape;5500;p79"/>
            <p:cNvGrpSpPr/>
            <p:nvPr/>
          </p:nvGrpSpPr>
          <p:grpSpPr>
            <a:xfrm>
              <a:off x="3815519" y="4098388"/>
              <a:ext cx="147831" cy="291991"/>
              <a:chOff x="3527539" y="4476677"/>
              <a:chExt cx="159232" cy="314510"/>
            </a:xfrm>
          </p:grpSpPr>
          <p:sp>
            <p:nvSpPr>
              <p:cNvPr id="5501" name="Google Shape;5501;p79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79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3" name="Google Shape;5503;p79"/>
            <p:cNvGrpSpPr/>
            <p:nvPr/>
          </p:nvGrpSpPr>
          <p:grpSpPr>
            <a:xfrm>
              <a:off x="3511696" y="4098388"/>
              <a:ext cx="147831" cy="291991"/>
              <a:chOff x="3527539" y="4476677"/>
              <a:chExt cx="159232" cy="314510"/>
            </a:xfrm>
          </p:grpSpPr>
          <p:sp>
            <p:nvSpPr>
              <p:cNvPr id="5504" name="Google Shape;5504;p79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79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6" name="Google Shape;5506;p79"/>
            <p:cNvGrpSpPr/>
            <p:nvPr/>
          </p:nvGrpSpPr>
          <p:grpSpPr>
            <a:xfrm>
              <a:off x="3207874" y="4098388"/>
              <a:ext cx="147831" cy="291991"/>
              <a:chOff x="3527539" y="4476677"/>
              <a:chExt cx="159232" cy="314510"/>
            </a:xfrm>
          </p:grpSpPr>
          <p:sp>
            <p:nvSpPr>
              <p:cNvPr id="5507" name="Google Shape;5507;p79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79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9" name="Google Shape;5509;p79"/>
            <p:cNvGrpSpPr/>
            <p:nvPr/>
          </p:nvGrpSpPr>
          <p:grpSpPr>
            <a:xfrm>
              <a:off x="2933305" y="4097347"/>
              <a:ext cx="118572" cy="294074"/>
              <a:chOff x="3343310" y="4475555"/>
              <a:chExt cx="127717" cy="316753"/>
            </a:xfrm>
          </p:grpSpPr>
          <p:sp>
            <p:nvSpPr>
              <p:cNvPr id="5510" name="Google Shape;5510;p79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79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12" name="Google Shape;5512;p79"/>
          <p:cNvGrpSpPr/>
          <p:nvPr/>
        </p:nvGrpSpPr>
        <p:grpSpPr>
          <a:xfrm>
            <a:off x="4209349" y="1176041"/>
            <a:ext cx="1430711" cy="751237"/>
            <a:chOff x="5159450" y="1919950"/>
            <a:chExt cx="1541050" cy="862500"/>
          </a:xfrm>
        </p:grpSpPr>
        <p:sp>
          <p:nvSpPr>
            <p:cNvPr id="5513" name="Google Shape;5513;p79"/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5514" name="Google Shape;5514;p79"/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5515" name="Google Shape;5515;p79"/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16" name="Google Shape;5516;p79"/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517" name="Google Shape;5517;p79"/>
          <p:cNvGrpSpPr/>
          <p:nvPr/>
        </p:nvGrpSpPr>
        <p:grpSpPr>
          <a:xfrm>
            <a:off x="4257486" y="2439811"/>
            <a:ext cx="1334436" cy="967914"/>
            <a:chOff x="4294923" y="2439811"/>
            <a:chExt cx="1334436" cy="967914"/>
          </a:xfrm>
        </p:grpSpPr>
        <p:grpSp>
          <p:nvGrpSpPr>
            <p:cNvPr id="5518" name="Google Shape;5518;p79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5519" name="Google Shape;5519;p79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79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79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79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79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79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5" name="Google Shape;5525;p79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5526" name="Google Shape;5526;p79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79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79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79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79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79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32" name="Google Shape;5532;p79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3" name="Google Shape;5533;p79"/>
          <p:cNvGrpSpPr/>
          <p:nvPr/>
        </p:nvGrpSpPr>
        <p:grpSpPr>
          <a:xfrm>
            <a:off x="4243690" y="3494256"/>
            <a:ext cx="1430949" cy="897289"/>
            <a:chOff x="4351371" y="3547942"/>
            <a:chExt cx="1345130" cy="843475"/>
          </a:xfrm>
        </p:grpSpPr>
        <p:grpSp>
          <p:nvGrpSpPr>
            <p:cNvPr id="5534" name="Google Shape;5534;p79"/>
            <p:cNvGrpSpPr/>
            <p:nvPr/>
          </p:nvGrpSpPr>
          <p:grpSpPr>
            <a:xfrm>
              <a:off x="4351371" y="4209917"/>
              <a:ext cx="1345130" cy="181500"/>
              <a:chOff x="4351371" y="4209917"/>
              <a:chExt cx="1345130" cy="181500"/>
            </a:xfrm>
          </p:grpSpPr>
          <p:sp>
            <p:nvSpPr>
              <p:cNvPr id="5535" name="Google Shape;5535;p79"/>
              <p:cNvSpPr/>
              <p:nvPr/>
            </p:nvSpPr>
            <p:spPr>
              <a:xfrm rot="10800000">
                <a:off x="4351371" y="4209917"/>
                <a:ext cx="1281600" cy="181500"/>
              </a:xfrm>
              <a:prstGeom prst="rect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36" name="Google Shape;5536;p79"/>
              <p:cNvCxnSpPr/>
              <p:nvPr/>
            </p:nvCxnSpPr>
            <p:spPr>
              <a:xfrm>
                <a:off x="5551000" y="4298797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37" name="Google Shape;5537;p79"/>
            <p:cNvGrpSpPr/>
            <p:nvPr/>
          </p:nvGrpSpPr>
          <p:grpSpPr>
            <a:xfrm>
              <a:off x="4403010" y="3985221"/>
              <a:ext cx="1109518" cy="181500"/>
              <a:chOff x="4403010" y="3985221"/>
              <a:chExt cx="1109518" cy="181500"/>
            </a:xfrm>
          </p:grpSpPr>
          <p:sp>
            <p:nvSpPr>
              <p:cNvPr id="5538" name="Google Shape;5538;p79"/>
              <p:cNvSpPr/>
              <p:nvPr/>
            </p:nvSpPr>
            <p:spPr>
              <a:xfrm rot="10800000">
                <a:off x="4471829" y="3985221"/>
                <a:ext cx="1040700" cy="181500"/>
              </a:xfrm>
              <a:prstGeom prst="rect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39" name="Google Shape;5539;p79"/>
              <p:cNvCxnSpPr/>
              <p:nvPr/>
            </p:nvCxnSpPr>
            <p:spPr>
              <a:xfrm>
                <a:off x="4403010" y="4075993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40" name="Google Shape;5540;p79"/>
            <p:cNvGrpSpPr/>
            <p:nvPr/>
          </p:nvGrpSpPr>
          <p:grpSpPr>
            <a:xfrm>
              <a:off x="4618704" y="3766582"/>
              <a:ext cx="807858" cy="181500"/>
              <a:chOff x="4618704" y="3766582"/>
              <a:chExt cx="807858" cy="181500"/>
            </a:xfrm>
          </p:grpSpPr>
          <p:sp>
            <p:nvSpPr>
              <p:cNvPr id="5541" name="Google Shape;5541;p79"/>
              <p:cNvSpPr/>
              <p:nvPr/>
            </p:nvSpPr>
            <p:spPr>
              <a:xfrm rot="10800000">
                <a:off x="4618704" y="3766582"/>
                <a:ext cx="747000" cy="181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42" name="Google Shape;5542;p79"/>
              <p:cNvCxnSpPr/>
              <p:nvPr/>
            </p:nvCxnSpPr>
            <p:spPr>
              <a:xfrm>
                <a:off x="5281062" y="3855291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43" name="Google Shape;5543;p79"/>
            <p:cNvGrpSpPr/>
            <p:nvPr/>
          </p:nvGrpSpPr>
          <p:grpSpPr>
            <a:xfrm>
              <a:off x="4735238" y="3547942"/>
              <a:ext cx="462839" cy="181500"/>
              <a:chOff x="4735238" y="3547942"/>
              <a:chExt cx="462839" cy="181500"/>
            </a:xfrm>
          </p:grpSpPr>
          <p:sp>
            <p:nvSpPr>
              <p:cNvPr id="5544" name="Google Shape;5544;p79"/>
              <p:cNvSpPr/>
              <p:nvPr/>
            </p:nvSpPr>
            <p:spPr>
              <a:xfrm rot="10800000">
                <a:off x="4786477" y="3547942"/>
                <a:ext cx="411600" cy="181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45" name="Google Shape;5545;p79"/>
              <p:cNvCxnSpPr/>
              <p:nvPr/>
            </p:nvCxnSpPr>
            <p:spPr>
              <a:xfrm>
                <a:off x="4735238" y="3636872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546" name="Google Shape;5546;p79"/>
          <p:cNvGrpSpPr/>
          <p:nvPr/>
        </p:nvGrpSpPr>
        <p:grpSpPr>
          <a:xfrm>
            <a:off x="7420047" y="2429580"/>
            <a:ext cx="1020955" cy="928853"/>
            <a:chOff x="926675" y="238125"/>
            <a:chExt cx="5755100" cy="5232975"/>
          </a:xfrm>
        </p:grpSpPr>
        <p:sp>
          <p:nvSpPr>
            <p:cNvPr id="5547" name="Google Shape;5547;p79"/>
            <p:cNvSpPr/>
            <p:nvPr/>
          </p:nvSpPr>
          <p:spPr>
            <a:xfrm>
              <a:off x="2235475" y="2161100"/>
              <a:ext cx="3138650" cy="1012350"/>
            </a:xfrm>
            <a:custGeom>
              <a:avLst/>
              <a:gdLst/>
              <a:ahLst/>
              <a:cxnLst/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79"/>
            <p:cNvSpPr/>
            <p:nvPr/>
          </p:nvSpPr>
          <p:spPr>
            <a:xfrm>
              <a:off x="2825775" y="238125"/>
              <a:ext cx="1961900" cy="1850225"/>
            </a:xfrm>
            <a:custGeom>
              <a:avLst/>
              <a:gdLst/>
              <a:ahLst/>
              <a:cxnLst/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79"/>
            <p:cNvSpPr/>
            <p:nvPr/>
          </p:nvSpPr>
          <p:spPr>
            <a:xfrm>
              <a:off x="926675" y="4357100"/>
              <a:ext cx="5755100" cy="1114000"/>
            </a:xfrm>
            <a:custGeom>
              <a:avLst/>
              <a:gdLst/>
              <a:ahLst/>
              <a:cxnLst/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79"/>
            <p:cNvSpPr/>
            <p:nvPr/>
          </p:nvSpPr>
          <p:spPr>
            <a:xfrm>
              <a:off x="1621700" y="3256600"/>
              <a:ext cx="4370050" cy="1006950"/>
            </a:xfrm>
            <a:custGeom>
              <a:avLst/>
              <a:gdLst/>
              <a:ahLst/>
              <a:cxnLst/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79"/>
          <p:cNvGrpSpPr/>
          <p:nvPr/>
        </p:nvGrpSpPr>
        <p:grpSpPr>
          <a:xfrm>
            <a:off x="727421" y="2828315"/>
            <a:ext cx="1695374" cy="1560837"/>
            <a:chOff x="727421" y="2828315"/>
            <a:chExt cx="1695374" cy="1560837"/>
          </a:xfrm>
        </p:grpSpPr>
        <p:grpSp>
          <p:nvGrpSpPr>
            <p:cNvPr id="5552" name="Google Shape;5552;p79"/>
            <p:cNvGrpSpPr/>
            <p:nvPr/>
          </p:nvGrpSpPr>
          <p:grpSpPr>
            <a:xfrm>
              <a:off x="727421" y="2828315"/>
              <a:ext cx="1695374" cy="1560837"/>
              <a:chOff x="734799" y="2782450"/>
              <a:chExt cx="1571100" cy="1577400"/>
            </a:xfrm>
          </p:grpSpPr>
          <p:cxnSp>
            <p:nvCxnSpPr>
              <p:cNvPr id="5553" name="Google Shape;5553;p79"/>
              <p:cNvCxnSpPr/>
              <p:nvPr/>
            </p:nvCxnSpPr>
            <p:spPr>
              <a:xfrm>
                <a:off x="743025" y="2782450"/>
                <a:ext cx="0" cy="157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4" name="Google Shape;5554;p79"/>
              <p:cNvCxnSpPr/>
              <p:nvPr/>
            </p:nvCxnSpPr>
            <p:spPr>
              <a:xfrm rot="10800000">
                <a:off x="734799" y="4359850"/>
                <a:ext cx="1571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55" name="Google Shape;5555;p79"/>
            <p:cNvGrpSpPr/>
            <p:nvPr/>
          </p:nvGrpSpPr>
          <p:grpSpPr>
            <a:xfrm>
              <a:off x="819108" y="2882501"/>
              <a:ext cx="1556791" cy="1426186"/>
              <a:chOff x="819108" y="2882501"/>
              <a:chExt cx="1556791" cy="1426186"/>
            </a:xfrm>
          </p:grpSpPr>
          <p:grpSp>
            <p:nvGrpSpPr>
              <p:cNvPr id="5556" name="Google Shape;5556;p79"/>
              <p:cNvGrpSpPr/>
              <p:nvPr/>
            </p:nvGrpSpPr>
            <p:grpSpPr>
              <a:xfrm>
                <a:off x="819108" y="2882501"/>
                <a:ext cx="103104" cy="1426186"/>
                <a:chOff x="4674013" y="3100904"/>
                <a:chExt cx="122758" cy="1698043"/>
              </a:xfrm>
            </p:grpSpPr>
            <p:sp>
              <p:nvSpPr>
                <p:cNvPr id="5557" name="Google Shape;5557;p79"/>
                <p:cNvSpPr/>
                <p:nvPr/>
              </p:nvSpPr>
              <p:spPr>
                <a:xfrm>
                  <a:off x="46740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8" name="Google Shape;5558;p79"/>
                <p:cNvSpPr/>
                <p:nvPr/>
              </p:nvSpPr>
              <p:spPr>
                <a:xfrm>
                  <a:off x="46740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9" name="Google Shape;5559;p79"/>
                <p:cNvSpPr/>
                <p:nvPr/>
              </p:nvSpPr>
              <p:spPr>
                <a:xfrm>
                  <a:off x="46740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0" name="Google Shape;5560;p79"/>
                <p:cNvSpPr/>
                <p:nvPr/>
              </p:nvSpPr>
              <p:spPr>
                <a:xfrm>
                  <a:off x="46740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1" name="Google Shape;5561;p79"/>
                <p:cNvSpPr/>
                <p:nvPr/>
              </p:nvSpPr>
              <p:spPr>
                <a:xfrm>
                  <a:off x="46740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2" name="Google Shape;5562;p79"/>
                <p:cNvSpPr/>
                <p:nvPr/>
              </p:nvSpPr>
              <p:spPr>
                <a:xfrm>
                  <a:off x="46740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3" name="Google Shape;5563;p79"/>
                <p:cNvSpPr/>
                <p:nvPr/>
              </p:nvSpPr>
              <p:spPr>
                <a:xfrm>
                  <a:off x="46740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64" name="Google Shape;5564;p79"/>
              <p:cNvGrpSpPr/>
              <p:nvPr/>
            </p:nvGrpSpPr>
            <p:grpSpPr>
              <a:xfrm>
                <a:off x="1062475" y="2882501"/>
                <a:ext cx="103104" cy="1426186"/>
                <a:chOff x="4940438" y="3100904"/>
                <a:chExt cx="122758" cy="1698043"/>
              </a:xfrm>
            </p:grpSpPr>
            <p:sp>
              <p:nvSpPr>
                <p:cNvPr id="5565" name="Google Shape;5565;p79"/>
                <p:cNvSpPr/>
                <p:nvPr/>
              </p:nvSpPr>
              <p:spPr>
                <a:xfrm>
                  <a:off x="4940438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6" name="Google Shape;5566;p79"/>
                <p:cNvSpPr/>
                <p:nvPr/>
              </p:nvSpPr>
              <p:spPr>
                <a:xfrm>
                  <a:off x="4940438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7" name="Google Shape;5567;p79"/>
                <p:cNvSpPr/>
                <p:nvPr/>
              </p:nvSpPr>
              <p:spPr>
                <a:xfrm>
                  <a:off x="4940438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8" name="Google Shape;5568;p79"/>
                <p:cNvSpPr/>
                <p:nvPr/>
              </p:nvSpPr>
              <p:spPr>
                <a:xfrm>
                  <a:off x="4940438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9" name="Google Shape;5569;p79"/>
                <p:cNvSpPr/>
                <p:nvPr/>
              </p:nvSpPr>
              <p:spPr>
                <a:xfrm>
                  <a:off x="4940438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0" name="Google Shape;5570;p79"/>
                <p:cNvSpPr/>
                <p:nvPr/>
              </p:nvSpPr>
              <p:spPr>
                <a:xfrm>
                  <a:off x="4940438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1" name="Google Shape;5571;p79"/>
                <p:cNvSpPr/>
                <p:nvPr/>
              </p:nvSpPr>
              <p:spPr>
                <a:xfrm>
                  <a:off x="4940438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72" name="Google Shape;5572;p79"/>
              <p:cNvGrpSpPr/>
              <p:nvPr/>
            </p:nvGrpSpPr>
            <p:grpSpPr>
              <a:xfrm>
                <a:off x="1299324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573" name="Google Shape;5573;p79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4" name="Google Shape;5574;p79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5" name="Google Shape;5575;p79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6" name="Google Shape;5576;p79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7" name="Google Shape;5577;p79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8" name="Google Shape;5578;p79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9" name="Google Shape;5579;p79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80" name="Google Shape;5580;p79"/>
              <p:cNvGrpSpPr/>
              <p:nvPr/>
            </p:nvGrpSpPr>
            <p:grpSpPr>
              <a:xfrm>
                <a:off x="1786057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581" name="Google Shape;5581;p79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2" name="Google Shape;5582;p79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3" name="Google Shape;5583;p79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4" name="Google Shape;5584;p79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5" name="Google Shape;5585;p79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6" name="Google Shape;5586;p79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7" name="Google Shape;5587;p79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88" name="Google Shape;5588;p79"/>
              <p:cNvGrpSpPr/>
              <p:nvPr/>
            </p:nvGrpSpPr>
            <p:grpSpPr>
              <a:xfrm>
                <a:off x="2029422" y="2882501"/>
                <a:ext cx="103104" cy="1426186"/>
                <a:chOff x="6805413" y="3100904"/>
                <a:chExt cx="122758" cy="1698043"/>
              </a:xfrm>
            </p:grpSpPr>
            <p:sp>
              <p:nvSpPr>
                <p:cNvPr id="5589" name="Google Shape;5589;p79"/>
                <p:cNvSpPr/>
                <p:nvPr/>
              </p:nvSpPr>
              <p:spPr>
                <a:xfrm>
                  <a:off x="68054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0" name="Google Shape;5590;p79"/>
                <p:cNvSpPr/>
                <p:nvPr/>
              </p:nvSpPr>
              <p:spPr>
                <a:xfrm>
                  <a:off x="68054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1" name="Google Shape;5591;p79"/>
                <p:cNvSpPr/>
                <p:nvPr/>
              </p:nvSpPr>
              <p:spPr>
                <a:xfrm>
                  <a:off x="68054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2" name="Google Shape;5592;p79"/>
                <p:cNvSpPr/>
                <p:nvPr/>
              </p:nvSpPr>
              <p:spPr>
                <a:xfrm>
                  <a:off x="68054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3" name="Google Shape;5593;p79"/>
                <p:cNvSpPr/>
                <p:nvPr/>
              </p:nvSpPr>
              <p:spPr>
                <a:xfrm>
                  <a:off x="68054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4" name="Google Shape;5594;p79"/>
                <p:cNvSpPr/>
                <p:nvPr/>
              </p:nvSpPr>
              <p:spPr>
                <a:xfrm>
                  <a:off x="68054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5" name="Google Shape;5595;p79"/>
                <p:cNvSpPr/>
                <p:nvPr/>
              </p:nvSpPr>
              <p:spPr>
                <a:xfrm>
                  <a:off x="68054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96" name="Google Shape;5596;p79"/>
              <p:cNvGrpSpPr/>
              <p:nvPr/>
            </p:nvGrpSpPr>
            <p:grpSpPr>
              <a:xfrm>
                <a:off x="2272795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597" name="Google Shape;5597;p79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8" name="Google Shape;5598;p79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9" name="Google Shape;5599;p79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0" name="Google Shape;5600;p79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1" name="Google Shape;5601;p79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2" name="Google Shape;5602;p79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3" name="Google Shape;5603;p79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04" name="Google Shape;5604;p79"/>
              <p:cNvGrpSpPr/>
              <p:nvPr/>
            </p:nvGrpSpPr>
            <p:grpSpPr>
              <a:xfrm>
                <a:off x="1542694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605" name="Google Shape;5605;p79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6" name="Google Shape;5606;p79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7" name="Google Shape;5607;p79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8" name="Google Shape;5608;p79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9" name="Google Shape;5609;p79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0" name="Google Shape;5610;p79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1" name="Google Shape;5611;p79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612" name="Google Shape;5612;p79"/>
          <p:cNvGrpSpPr/>
          <p:nvPr/>
        </p:nvGrpSpPr>
        <p:grpSpPr>
          <a:xfrm>
            <a:off x="5683472" y="3518037"/>
            <a:ext cx="2749952" cy="870677"/>
            <a:chOff x="238125" y="1725700"/>
            <a:chExt cx="7139025" cy="2260325"/>
          </a:xfrm>
        </p:grpSpPr>
        <p:sp>
          <p:nvSpPr>
            <p:cNvPr id="5613" name="Google Shape;5613;p79"/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79"/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79"/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79"/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79"/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79"/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79"/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79"/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79"/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79"/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3" name="Google Shape;5623;p79"/>
          <p:cNvGrpSpPr/>
          <p:nvPr/>
        </p:nvGrpSpPr>
        <p:grpSpPr>
          <a:xfrm>
            <a:off x="5953636" y="2459783"/>
            <a:ext cx="1105452" cy="916747"/>
            <a:chOff x="5249100" y="1210600"/>
            <a:chExt cx="3502700" cy="2904775"/>
          </a:xfrm>
        </p:grpSpPr>
        <p:sp>
          <p:nvSpPr>
            <p:cNvPr id="5624" name="Google Shape;5624;p79"/>
            <p:cNvSpPr/>
            <p:nvPr/>
          </p:nvSpPr>
          <p:spPr>
            <a:xfrm>
              <a:off x="5479658" y="1210600"/>
              <a:ext cx="3108190" cy="632425"/>
            </a:xfrm>
            <a:custGeom>
              <a:avLst/>
              <a:gdLst/>
              <a:ahLst/>
              <a:cxnLst/>
              <a:rect l="l" t="t" r="r" b="b"/>
              <a:pathLst>
                <a:path w="117257" h="25297" extrusionOk="0">
                  <a:moveTo>
                    <a:pt x="1" y="0"/>
                  </a:moveTo>
                  <a:lnTo>
                    <a:pt x="14647" y="25297"/>
                  </a:lnTo>
                  <a:lnTo>
                    <a:pt x="102066" y="25297"/>
                  </a:lnTo>
                  <a:lnTo>
                    <a:pt x="117257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79"/>
            <p:cNvSpPr/>
            <p:nvPr/>
          </p:nvSpPr>
          <p:spPr>
            <a:xfrm>
              <a:off x="5769162" y="1842998"/>
              <a:ext cx="2424880" cy="631925"/>
            </a:xfrm>
            <a:custGeom>
              <a:avLst/>
              <a:gdLst/>
              <a:ahLst/>
              <a:cxnLst/>
              <a:rect l="l" t="t" r="r" b="b"/>
              <a:pathLst>
                <a:path w="91479" h="25277" extrusionOk="0">
                  <a:moveTo>
                    <a:pt x="1" y="1"/>
                  </a:moveTo>
                  <a:lnTo>
                    <a:pt x="14647" y="25276"/>
                  </a:lnTo>
                  <a:lnTo>
                    <a:pt x="76602" y="25276"/>
                  </a:lnTo>
                  <a:lnTo>
                    <a:pt x="914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79"/>
            <p:cNvSpPr/>
            <p:nvPr/>
          </p:nvSpPr>
          <p:spPr>
            <a:xfrm>
              <a:off x="6065319" y="2474896"/>
              <a:ext cx="1739369" cy="632450"/>
            </a:xfrm>
            <a:custGeom>
              <a:avLst/>
              <a:gdLst/>
              <a:ahLst/>
              <a:cxnLst/>
              <a:rect l="l" t="t" r="r" b="b"/>
              <a:pathLst>
                <a:path w="65618" h="25298" extrusionOk="0">
                  <a:moveTo>
                    <a:pt x="1" y="0"/>
                  </a:moveTo>
                  <a:lnTo>
                    <a:pt x="14417" y="25297"/>
                  </a:lnTo>
                  <a:lnTo>
                    <a:pt x="50887" y="25297"/>
                  </a:lnTo>
                  <a:lnTo>
                    <a:pt x="656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79"/>
            <p:cNvSpPr/>
            <p:nvPr/>
          </p:nvSpPr>
          <p:spPr>
            <a:xfrm>
              <a:off x="6354293" y="3107319"/>
              <a:ext cx="1061572" cy="632425"/>
            </a:xfrm>
            <a:custGeom>
              <a:avLst/>
              <a:gdLst/>
              <a:ahLst/>
              <a:cxnLst/>
              <a:rect l="l" t="t" r="r" b="b"/>
              <a:pathLst>
                <a:path w="40048" h="25297" extrusionOk="0">
                  <a:moveTo>
                    <a:pt x="0" y="0"/>
                  </a:moveTo>
                  <a:lnTo>
                    <a:pt x="14668" y="25297"/>
                  </a:lnTo>
                  <a:lnTo>
                    <a:pt x="25360" y="25297"/>
                  </a:lnTo>
                  <a:lnTo>
                    <a:pt x="40048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28" name="Google Shape;5628;p79"/>
            <p:cNvCxnSpPr/>
            <p:nvPr/>
          </p:nvCxnSpPr>
          <p:spPr>
            <a:xfrm>
              <a:off x="5249100" y="2382654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869FB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629" name="Google Shape;5629;p79"/>
            <p:cNvCxnSpPr/>
            <p:nvPr/>
          </p:nvCxnSpPr>
          <p:spPr>
            <a:xfrm rot="10800000">
              <a:off x="8178522" y="1765431"/>
              <a:ext cx="559200" cy="0"/>
            </a:xfrm>
            <a:prstGeom prst="straightConnector1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630" name="Google Shape;5630;p79"/>
            <p:cNvCxnSpPr/>
            <p:nvPr/>
          </p:nvCxnSpPr>
          <p:spPr>
            <a:xfrm rot="10800000">
              <a:off x="7467500" y="2943528"/>
              <a:ext cx="1284300" cy="0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631" name="Google Shape;5631;p79"/>
            <p:cNvCxnSpPr/>
            <p:nvPr/>
          </p:nvCxnSpPr>
          <p:spPr>
            <a:xfrm>
              <a:off x="5787288" y="3630350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5632" name="Google Shape;5632;p79"/>
            <p:cNvSpPr/>
            <p:nvPr/>
          </p:nvSpPr>
          <p:spPr>
            <a:xfrm>
              <a:off x="6601902" y="3690575"/>
              <a:ext cx="566400" cy="424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3" name="Google Shape;5633;p79"/>
          <p:cNvGrpSpPr/>
          <p:nvPr/>
        </p:nvGrpSpPr>
        <p:grpSpPr>
          <a:xfrm>
            <a:off x="7136183" y="1179201"/>
            <a:ext cx="1304650" cy="1124856"/>
            <a:chOff x="7287122" y="1165658"/>
            <a:chExt cx="1219413" cy="1051365"/>
          </a:xfrm>
        </p:grpSpPr>
        <p:grpSp>
          <p:nvGrpSpPr>
            <p:cNvPr id="5634" name="Google Shape;5634;p79"/>
            <p:cNvGrpSpPr/>
            <p:nvPr/>
          </p:nvGrpSpPr>
          <p:grpSpPr>
            <a:xfrm>
              <a:off x="7287122" y="1969723"/>
              <a:ext cx="1219413" cy="247300"/>
              <a:chOff x="7287122" y="1969723"/>
              <a:chExt cx="1219413" cy="247300"/>
            </a:xfrm>
          </p:grpSpPr>
          <p:sp>
            <p:nvSpPr>
              <p:cNvPr id="5635" name="Google Shape;5635;p79"/>
              <p:cNvSpPr/>
              <p:nvPr/>
            </p:nvSpPr>
            <p:spPr>
              <a:xfrm flipH="1">
                <a:off x="8366247" y="1969723"/>
                <a:ext cx="140288" cy="247300"/>
              </a:xfrm>
              <a:custGeom>
                <a:avLst/>
                <a:gdLst/>
                <a:ahLst/>
                <a:cxnLst/>
                <a:rect l="l" t="t" r="r" b="b"/>
                <a:pathLst>
                  <a:path w="14992" h="26428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36" name="Google Shape;5636;p79"/>
              <p:cNvGrpSpPr/>
              <p:nvPr/>
            </p:nvGrpSpPr>
            <p:grpSpPr>
              <a:xfrm>
                <a:off x="7287122" y="2063892"/>
                <a:ext cx="1151753" cy="73428"/>
                <a:chOff x="7287122" y="2063892"/>
                <a:chExt cx="1151753" cy="73428"/>
              </a:xfrm>
            </p:grpSpPr>
            <p:sp>
              <p:nvSpPr>
                <p:cNvPr id="5637" name="Google Shape;5637;p79"/>
                <p:cNvSpPr/>
                <p:nvPr/>
              </p:nvSpPr>
              <p:spPr>
                <a:xfrm flipH="1">
                  <a:off x="7287122" y="2063892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38" name="Google Shape;5638;p79"/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39" name="Google Shape;5639;p79"/>
            <p:cNvGrpSpPr/>
            <p:nvPr/>
          </p:nvGrpSpPr>
          <p:grpSpPr>
            <a:xfrm>
              <a:off x="7287122" y="1712201"/>
              <a:ext cx="1219403" cy="246767"/>
              <a:chOff x="7287122" y="1712201"/>
              <a:chExt cx="1219403" cy="246767"/>
            </a:xfrm>
          </p:grpSpPr>
          <p:sp>
            <p:nvSpPr>
              <p:cNvPr id="5640" name="Google Shape;5640;p79"/>
              <p:cNvSpPr/>
              <p:nvPr/>
            </p:nvSpPr>
            <p:spPr>
              <a:xfrm flipH="1">
                <a:off x="8226249" y="1712201"/>
                <a:ext cx="280276" cy="246767"/>
              </a:xfrm>
              <a:custGeom>
                <a:avLst/>
                <a:gdLst/>
                <a:ahLst/>
                <a:cxnLst/>
                <a:rect l="l" t="t" r="r" b="b"/>
                <a:pathLst>
                  <a:path w="29952" h="26371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41" name="Google Shape;5641;p79"/>
              <p:cNvGrpSpPr/>
              <p:nvPr/>
            </p:nvGrpSpPr>
            <p:grpSpPr>
              <a:xfrm>
                <a:off x="7287122" y="1842861"/>
                <a:ext cx="1005303" cy="73419"/>
                <a:chOff x="7287122" y="1842861"/>
                <a:chExt cx="1005303" cy="73419"/>
              </a:xfrm>
            </p:grpSpPr>
            <p:sp>
              <p:nvSpPr>
                <p:cNvPr id="5642" name="Google Shape;5642;p79"/>
                <p:cNvSpPr/>
                <p:nvPr/>
              </p:nvSpPr>
              <p:spPr>
                <a:xfrm flipH="1">
                  <a:off x="7287122" y="1842861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43" name="Google Shape;5643;p79"/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44" name="Google Shape;5644;p79"/>
            <p:cNvGrpSpPr/>
            <p:nvPr/>
          </p:nvGrpSpPr>
          <p:grpSpPr>
            <a:xfrm>
              <a:off x="7287122" y="1447520"/>
              <a:ext cx="1219403" cy="286667"/>
              <a:chOff x="7287122" y="1447520"/>
              <a:chExt cx="1219403" cy="286667"/>
            </a:xfrm>
          </p:grpSpPr>
          <p:sp>
            <p:nvSpPr>
              <p:cNvPr id="5645" name="Google Shape;5645;p79"/>
              <p:cNvSpPr/>
              <p:nvPr/>
            </p:nvSpPr>
            <p:spPr>
              <a:xfrm flipH="1">
                <a:off x="8087665" y="1447520"/>
                <a:ext cx="418860" cy="286667"/>
              </a:xfrm>
              <a:custGeom>
                <a:avLst/>
                <a:gdLst/>
                <a:ahLst/>
                <a:cxnLst/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46" name="Google Shape;5646;p79"/>
              <p:cNvGrpSpPr/>
              <p:nvPr/>
            </p:nvGrpSpPr>
            <p:grpSpPr>
              <a:xfrm>
                <a:off x="7287122" y="1581977"/>
                <a:ext cx="852803" cy="73428"/>
                <a:chOff x="7287122" y="1581977"/>
                <a:chExt cx="852803" cy="73428"/>
              </a:xfrm>
            </p:grpSpPr>
            <p:sp>
              <p:nvSpPr>
                <p:cNvPr id="5647" name="Google Shape;5647;p79"/>
                <p:cNvSpPr/>
                <p:nvPr/>
              </p:nvSpPr>
              <p:spPr>
                <a:xfrm flipH="1">
                  <a:off x="7287122" y="1581977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48" name="Google Shape;5648;p79"/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49" name="Google Shape;5649;p79"/>
            <p:cNvGrpSpPr/>
            <p:nvPr/>
          </p:nvGrpSpPr>
          <p:grpSpPr>
            <a:xfrm>
              <a:off x="7287122" y="1165658"/>
              <a:ext cx="1219403" cy="344253"/>
              <a:chOff x="7287122" y="1165658"/>
              <a:chExt cx="1219403" cy="344253"/>
            </a:xfrm>
          </p:grpSpPr>
          <p:sp>
            <p:nvSpPr>
              <p:cNvPr id="5650" name="Google Shape;5650;p79"/>
              <p:cNvSpPr/>
              <p:nvPr/>
            </p:nvSpPr>
            <p:spPr>
              <a:xfrm flipH="1">
                <a:off x="7919557" y="1165658"/>
                <a:ext cx="586968" cy="344253"/>
              </a:xfrm>
              <a:custGeom>
                <a:avLst/>
                <a:gdLst/>
                <a:ahLst/>
                <a:cxnLst/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51" name="Google Shape;5651;p79"/>
              <p:cNvGrpSpPr/>
              <p:nvPr/>
            </p:nvGrpSpPr>
            <p:grpSpPr>
              <a:xfrm>
                <a:off x="7287122" y="1341025"/>
                <a:ext cx="695703" cy="73419"/>
                <a:chOff x="7287122" y="1341025"/>
                <a:chExt cx="695703" cy="73419"/>
              </a:xfrm>
            </p:grpSpPr>
            <p:sp>
              <p:nvSpPr>
                <p:cNvPr id="5652" name="Google Shape;5652;p79"/>
                <p:cNvSpPr/>
                <p:nvPr/>
              </p:nvSpPr>
              <p:spPr>
                <a:xfrm flipH="1">
                  <a:off x="7287122" y="1341025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53" name="Google Shape;5653;p79"/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grpSp>
        <p:nvGrpSpPr>
          <p:cNvPr id="5654" name="Google Shape;5654;p79"/>
          <p:cNvGrpSpPr/>
          <p:nvPr/>
        </p:nvGrpSpPr>
        <p:grpSpPr>
          <a:xfrm>
            <a:off x="5802676" y="1185224"/>
            <a:ext cx="1397729" cy="1098540"/>
            <a:chOff x="5900602" y="1193063"/>
            <a:chExt cx="1299851" cy="1021707"/>
          </a:xfrm>
        </p:grpSpPr>
        <p:grpSp>
          <p:nvGrpSpPr>
            <p:cNvPr id="5655" name="Google Shape;5655;p79"/>
            <p:cNvGrpSpPr/>
            <p:nvPr/>
          </p:nvGrpSpPr>
          <p:grpSpPr>
            <a:xfrm>
              <a:off x="6520337" y="1193063"/>
              <a:ext cx="341815" cy="799959"/>
              <a:chOff x="6520337" y="1193063"/>
              <a:chExt cx="341815" cy="799959"/>
            </a:xfrm>
          </p:grpSpPr>
          <p:grpSp>
            <p:nvGrpSpPr>
              <p:cNvPr id="5656" name="Google Shape;5656;p79"/>
              <p:cNvGrpSpPr/>
              <p:nvPr/>
            </p:nvGrpSpPr>
            <p:grpSpPr>
              <a:xfrm>
                <a:off x="6520337" y="1589527"/>
                <a:ext cx="213950" cy="403494"/>
                <a:chOff x="6520337" y="1589527"/>
                <a:chExt cx="213950" cy="403494"/>
              </a:xfrm>
            </p:grpSpPr>
            <p:sp>
              <p:nvSpPr>
                <p:cNvPr id="5657" name="Google Shape;5657;p79"/>
                <p:cNvSpPr/>
                <p:nvPr/>
              </p:nvSpPr>
              <p:spPr>
                <a:xfrm rot="-5400000">
                  <a:off x="6522864" y="1587001"/>
                  <a:ext cx="208853" cy="2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3" h="24594" extrusionOk="0">
                      <a:moveTo>
                        <a:pt x="725" y="0"/>
                      </a:moveTo>
                      <a:cubicBezTo>
                        <a:pt x="482" y="0"/>
                        <a:pt x="241" y="3"/>
                        <a:pt x="0" y="5"/>
                      </a:cubicBezTo>
                      <a:lnTo>
                        <a:pt x="0" y="22597"/>
                      </a:lnTo>
                      <a:cubicBezTo>
                        <a:pt x="118" y="22596"/>
                        <a:pt x="222" y="22595"/>
                        <a:pt x="312" y="22595"/>
                      </a:cubicBezTo>
                      <a:cubicBezTo>
                        <a:pt x="582" y="22595"/>
                        <a:pt x="725" y="22600"/>
                        <a:pt x="725" y="22600"/>
                      </a:cubicBezTo>
                      <a:cubicBezTo>
                        <a:pt x="725" y="22600"/>
                        <a:pt x="872" y="22595"/>
                        <a:pt x="1149" y="22595"/>
                      </a:cubicBezTo>
                      <a:cubicBezTo>
                        <a:pt x="2638" y="22595"/>
                        <a:pt x="7882" y="22740"/>
                        <a:pt x="14103" y="24594"/>
                      </a:cubicBezTo>
                      <a:lnTo>
                        <a:pt x="24013" y="5327"/>
                      </a:lnTo>
                      <a:cubicBezTo>
                        <a:pt x="24013" y="5327"/>
                        <a:pt x="16917" y="0"/>
                        <a:pt x="725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8" name="Google Shape;5658;p79"/>
                <p:cNvSpPr/>
                <p:nvPr/>
              </p:nvSpPr>
              <p:spPr>
                <a:xfrm rot="-5400000">
                  <a:off x="6529204" y="1787939"/>
                  <a:ext cx="196250" cy="213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4" h="24595" extrusionOk="0">
                      <a:moveTo>
                        <a:pt x="22564" y="1"/>
                      </a:moveTo>
                      <a:cubicBezTo>
                        <a:pt x="15114" y="73"/>
                        <a:pt x="9649" y="1280"/>
                        <a:pt x="5965" y="2527"/>
                      </a:cubicBezTo>
                      <a:lnTo>
                        <a:pt x="5965" y="2528"/>
                      </a:lnTo>
                      <a:cubicBezTo>
                        <a:pt x="2949" y="3548"/>
                        <a:pt x="1124" y="4595"/>
                        <a:pt x="385" y="5067"/>
                      </a:cubicBezTo>
                      <a:cubicBezTo>
                        <a:pt x="382" y="5067"/>
                        <a:pt x="382" y="5068"/>
                        <a:pt x="380" y="5068"/>
                      </a:cubicBezTo>
                      <a:cubicBezTo>
                        <a:pt x="373" y="5074"/>
                        <a:pt x="366" y="5078"/>
                        <a:pt x="358" y="5083"/>
                      </a:cubicBezTo>
                      <a:cubicBezTo>
                        <a:pt x="344" y="5091"/>
                        <a:pt x="329" y="5100"/>
                        <a:pt x="316" y="5110"/>
                      </a:cubicBezTo>
                      <a:cubicBezTo>
                        <a:pt x="315" y="5112"/>
                        <a:pt x="313" y="5113"/>
                        <a:pt x="312" y="5113"/>
                      </a:cubicBezTo>
                      <a:cubicBezTo>
                        <a:pt x="293" y="5125"/>
                        <a:pt x="275" y="5136"/>
                        <a:pt x="258" y="5148"/>
                      </a:cubicBezTo>
                      <a:cubicBezTo>
                        <a:pt x="255" y="5150"/>
                        <a:pt x="251" y="5152"/>
                        <a:pt x="248" y="5155"/>
                      </a:cubicBezTo>
                      <a:cubicBezTo>
                        <a:pt x="240" y="5160"/>
                        <a:pt x="232" y="5166"/>
                        <a:pt x="224" y="5171"/>
                      </a:cubicBezTo>
                      <a:lnTo>
                        <a:pt x="191" y="5193"/>
                      </a:lnTo>
                      <a:cubicBezTo>
                        <a:pt x="189" y="5193"/>
                        <a:pt x="189" y="5195"/>
                        <a:pt x="188" y="5195"/>
                      </a:cubicBezTo>
                      <a:lnTo>
                        <a:pt x="171" y="5206"/>
                      </a:lnTo>
                      <a:cubicBezTo>
                        <a:pt x="162" y="5211"/>
                        <a:pt x="153" y="5217"/>
                        <a:pt x="146" y="5222"/>
                      </a:cubicBezTo>
                      <a:cubicBezTo>
                        <a:pt x="144" y="5224"/>
                        <a:pt x="144" y="5225"/>
                        <a:pt x="141" y="5225"/>
                      </a:cubicBezTo>
                      <a:cubicBezTo>
                        <a:pt x="137" y="5230"/>
                        <a:pt x="131" y="5231"/>
                        <a:pt x="127" y="5236"/>
                      </a:cubicBezTo>
                      <a:cubicBezTo>
                        <a:pt x="118" y="5243"/>
                        <a:pt x="109" y="5247"/>
                        <a:pt x="102" y="5253"/>
                      </a:cubicBezTo>
                      <a:cubicBezTo>
                        <a:pt x="95" y="5260"/>
                        <a:pt x="88" y="5265"/>
                        <a:pt x="80" y="5269"/>
                      </a:cubicBezTo>
                      <a:cubicBezTo>
                        <a:pt x="39" y="5297"/>
                        <a:pt x="15" y="5316"/>
                        <a:pt x="6" y="5323"/>
                      </a:cubicBezTo>
                      <a:lnTo>
                        <a:pt x="3" y="5324"/>
                      </a:lnTo>
                      <a:lnTo>
                        <a:pt x="0" y="5326"/>
                      </a:lnTo>
                      <a:lnTo>
                        <a:pt x="9910" y="24594"/>
                      </a:lnTo>
                      <a:cubicBezTo>
                        <a:pt x="10017" y="24561"/>
                        <a:pt x="10124" y="24530"/>
                        <a:pt x="10231" y="24499"/>
                      </a:cubicBezTo>
                      <a:cubicBezTo>
                        <a:pt x="10284" y="24482"/>
                        <a:pt x="10339" y="24466"/>
                        <a:pt x="10392" y="24451"/>
                      </a:cubicBezTo>
                      <a:cubicBezTo>
                        <a:pt x="10473" y="24428"/>
                        <a:pt x="10553" y="24403"/>
                        <a:pt x="10633" y="24381"/>
                      </a:cubicBezTo>
                      <a:cubicBezTo>
                        <a:pt x="10664" y="24373"/>
                        <a:pt x="10691" y="24364"/>
                        <a:pt x="10721" y="24357"/>
                      </a:cubicBezTo>
                      <a:cubicBezTo>
                        <a:pt x="10786" y="24339"/>
                        <a:pt x="10855" y="24320"/>
                        <a:pt x="10920" y="24303"/>
                      </a:cubicBezTo>
                      <a:cubicBezTo>
                        <a:pt x="10930" y="24298"/>
                        <a:pt x="10943" y="24297"/>
                        <a:pt x="10955" y="24293"/>
                      </a:cubicBezTo>
                      <a:cubicBezTo>
                        <a:pt x="11032" y="24274"/>
                        <a:pt x="11111" y="24252"/>
                        <a:pt x="11188" y="24231"/>
                      </a:cubicBezTo>
                      <a:cubicBezTo>
                        <a:pt x="11192" y="24230"/>
                        <a:pt x="11200" y="24227"/>
                        <a:pt x="11206" y="24226"/>
                      </a:cubicBezTo>
                      <a:cubicBezTo>
                        <a:pt x="11307" y="24198"/>
                        <a:pt x="11409" y="24172"/>
                        <a:pt x="11511" y="24146"/>
                      </a:cubicBezTo>
                      <a:cubicBezTo>
                        <a:pt x="11613" y="24118"/>
                        <a:pt x="11715" y="24093"/>
                        <a:pt x="11816" y="24067"/>
                      </a:cubicBezTo>
                      <a:cubicBezTo>
                        <a:pt x="11877" y="24052"/>
                        <a:pt x="11938" y="24036"/>
                        <a:pt x="11998" y="24022"/>
                      </a:cubicBezTo>
                      <a:cubicBezTo>
                        <a:pt x="12071" y="24004"/>
                        <a:pt x="12143" y="23987"/>
                        <a:pt x="12216" y="23969"/>
                      </a:cubicBezTo>
                      <a:cubicBezTo>
                        <a:pt x="17046" y="22790"/>
                        <a:pt x="20998" y="22614"/>
                        <a:pt x="22564" y="22595"/>
                      </a:cubicBezTo>
                      <a:lnTo>
                        <a:pt x="22564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59" name="Google Shape;5659;p79"/>
              <p:cNvGrpSpPr/>
              <p:nvPr/>
            </p:nvGrpSpPr>
            <p:grpSpPr>
              <a:xfrm>
                <a:off x="6577204" y="1193063"/>
                <a:ext cx="284947" cy="464512"/>
                <a:chOff x="6577204" y="1193063"/>
                <a:chExt cx="284947" cy="464512"/>
              </a:xfrm>
            </p:grpSpPr>
            <p:sp>
              <p:nvSpPr>
                <p:cNvPr id="5660" name="Google Shape;5660;p79"/>
                <p:cNvSpPr/>
                <p:nvPr/>
              </p:nvSpPr>
              <p:spPr>
                <a:xfrm>
                  <a:off x="6577204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61" name="Google Shape;5661;p79"/>
                <p:cNvCxnSpPr/>
                <p:nvPr/>
              </p:nvCxnSpPr>
              <p:spPr>
                <a:xfrm rot="10800000">
                  <a:off x="6677825" y="1279575"/>
                  <a:ext cx="0" cy="378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62" name="Google Shape;5662;p79"/>
            <p:cNvGrpSpPr/>
            <p:nvPr/>
          </p:nvGrpSpPr>
          <p:grpSpPr>
            <a:xfrm>
              <a:off x="6238903" y="1193063"/>
              <a:ext cx="300475" cy="900152"/>
              <a:chOff x="6238903" y="1193063"/>
              <a:chExt cx="300475" cy="900152"/>
            </a:xfrm>
          </p:grpSpPr>
          <p:grpSp>
            <p:nvGrpSpPr>
              <p:cNvPr id="5663" name="Google Shape;5663;p79"/>
              <p:cNvGrpSpPr/>
              <p:nvPr/>
            </p:nvGrpSpPr>
            <p:grpSpPr>
              <a:xfrm>
                <a:off x="6290865" y="1489315"/>
                <a:ext cx="248514" cy="603900"/>
                <a:chOff x="6290865" y="1489315"/>
                <a:chExt cx="248514" cy="603900"/>
              </a:xfrm>
            </p:grpSpPr>
            <p:sp>
              <p:nvSpPr>
                <p:cNvPr id="5664" name="Google Shape;5664;p79"/>
                <p:cNvSpPr/>
                <p:nvPr/>
              </p:nvSpPr>
              <p:spPr>
                <a:xfrm rot="-5400000">
                  <a:off x="6260589" y="1519591"/>
                  <a:ext cx="309066" cy="248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5" h="28573" extrusionOk="0">
                      <a:moveTo>
                        <a:pt x="727" y="0"/>
                      </a:moveTo>
                      <a:cubicBezTo>
                        <a:pt x="484" y="0"/>
                        <a:pt x="241" y="2"/>
                        <a:pt x="0" y="3"/>
                      </a:cubicBezTo>
                      <a:lnTo>
                        <a:pt x="0" y="22994"/>
                      </a:lnTo>
                      <a:cubicBezTo>
                        <a:pt x="259" y="22992"/>
                        <a:pt x="501" y="22989"/>
                        <a:pt x="727" y="22989"/>
                      </a:cubicBezTo>
                      <a:cubicBezTo>
                        <a:pt x="5078" y="22989"/>
                        <a:pt x="15152" y="23439"/>
                        <a:pt x="25134" y="28572"/>
                      </a:cubicBezTo>
                      <a:lnTo>
                        <a:pt x="35534" y="9632"/>
                      </a:lnTo>
                      <a:cubicBezTo>
                        <a:pt x="35534" y="9632"/>
                        <a:pt x="21952" y="0"/>
                        <a:pt x="727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5" name="Google Shape;5665;p79"/>
                <p:cNvSpPr/>
                <p:nvPr/>
              </p:nvSpPr>
              <p:spPr>
                <a:xfrm rot="-5400000">
                  <a:off x="6266916" y="1820752"/>
                  <a:ext cx="296437" cy="248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83" h="28570" extrusionOk="0">
                      <a:moveTo>
                        <a:pt x="34083" y="0"/>
                      </a:moveTo>
                      <a:cubicBezTo>
                        <a:pt x="22684" y="120"/>
                        <a:pt x="13548" y="2997"/>
                        <a:pt x="7617" y="5579"/>
                      </a:cubicBezTo>
                      <a:cubicBezTo>
                        <a:pt x="5629" y="6444"/>
                        <a:pt x="3999" y="7274"/>
                        <a:pt x="2767" y="7955"/>
                      </a:cubicBezTo>
                      <a:cubicBezTo>
                        <a:pt x="2743" y="7970"/>
                        <a:pt x="2717" y="7985"/>
                        <a:pt x="2693" y="7996"/>
                      </a:cubicBezTo>
                      <a:cubicBezTo>
                        <a:pt x="2692" y="7996"/>
                        <a:pt x="2689" y="7999"/>
                        <a:pt x="2687" y="7999"/>
                      </a:cubicBezTo>
                      <a:cubicBezTo>
                        <a:pt x="2454" y="8127"/>
                        <a:pt x="2237" y="8251"/>
                        <a:pt x="2034" y="8368"/>
                      </a:cubicBezTo>
                      <a:lnTo>
                        <a:pt x="1958" y="8411"/>
                      </a:lnTo>
                      <a:cubicBezTo>
                        <a:pt x="1952" y="8416"/>
                        <a:pt x="1949" y="8418"/>
                        <a:pt x="1943" y="8421"/>
                      </a:cubicBezTo>
                      <a:cubicBezTo>
                        <a:pt x="1913" y="8437"/>
                        <a:pt x="1884" y="8455"/>
                        <a:pt x="1854" y="8472"/>
                      </a:cubicBezTo>
                      <a:cubicBezTo>
                        <a:pt x="1844" y="8478"/>
                        <a:pt x="1834" y="8483"/>
                        <a:pt x="1825" y="8488"/>
                      </a:cubicBezTo>
                      <a:cubicBezTo>
                        <a:pt x="1718" y="8552"/>
                        <a:pt x="1616" y="8612"/>
                        <a:pt x="1517" y="8670"/>
                      </a:cubicBezTo>
                      <a:cubicBezTo>
                        <a:pt x="1476" y="8697"/>
                        <a:pt x="1435" y="8720"/>
                        <a:pt x="1396" y="8743"/>
                      </a:cubicBezTo>
                      <a:cubicBezTo>
                        <a:pt x="1349" y="8771"/>
                        <a:pt x="1305" y="8799"/>
                        <a:pt x="1262" y="8823"/>
                      </a:cubicBezTo>
                      <a:cubicBezTo>
                        <a:pt x="1246" y="8832"/>
                        <a:pt x="1230" y="8844"/>
                        <a:pt x="1214" y="8852"/>
                      </a:cubicBezTo>
                      <a:cubicBezTo>
                        <a:pt x="1166" y="8882"/>
                        <a:pt x="1119" y="8911"/>
                        <a:pt x="1072" y="8938"/>
                      </a:cubicBezTo>
                      <a:cubicBezTo>
                        <a:pt x="1042" y="8956"/>
                        <a:pt x="1013" y="8973"/>
                        <a:pt x="985" y="8991"/>
                      </a:cubicBezTo>
                      <a:cubicBezTo>
                        <a:pt x="941" y="9018"/>
                        <a:pt x="901" y="9043"/>
                        <a:pt x="860" y="9069"/>
                      </a:cubicBezTo>
                      <a:cubicBezTo>
                        <a:pt x="845" y="9078"/>
                        <a:pt x="832" y="9087"/>
                        <a:pt x="821" y="9094"/>
                      </a:cubicBezTo>
                      <a:cubicBezTo>
                        <a:pt x="794" y="9112"/>
                        <a:pt x="771" y="9126"/>
                        <a:pt x="748" y="9141"/>
                      </a:cubicBezTo>
                      <a:cubicBezTo>
                        <a:pt x="733" y="9148"/>
                        <a:pt x="720" y="9157"/>
                        <a:pt x="706" y="9166"/>
                      </a:cubicBezTo>
                      <a:cubicBezTo>
                        <a:pt x="692" y="9174"/>
                        <a:pt x="678" y="9182"/>
                        <a:pt x="665" y="9192"/>
                      </a:cubicBezTo>
                      <a:cubicBezTo>
                        <a:pt x="643" y="9206"/>
                        <a:pt x="621" y="9218"/>
                        <a:pt x="599" y="9233"/>
                      </a:cubicBezTo>
                      <a:cubicBezTo>
                        <a:pt x="582" y="9244"/>
                        <a:pt x="567" y="9254"/>
                        <a:pt x="551" y="9265"/>
                      </a:cubicBezTo>
                      <a:cubicBezTo>
                        <a:pt x="534" y="9275"/>
                        <a:pt x="518" y="9283"/>
                        <a:pt x="502" y="9295"/>
                      </a:cubicBezTo>
                      <a:cubicBezTo>
                        <a:pt x="483" y="9305"/>
                        <a:pt x="465" y="9318"/>
                        <a:pt x="446" y="9330"/>
                      </a:cubicBezTo>
                      <a:cubicBezTo>
                        <a:pt x="305" y="9422"/>
                        <a:pt x="196" y="9493"/>
                        <a:pt x="122" y="9544"/>
                      </a:cubicBezTo>
                      <a:lnTo>
                        <a:pt x="104" y="9556"/>
                      </a:lnTo>
                      <a:cubicBezTo>
                        <a:pt x="72" y="9578"/>
                        <a:pt x="46" y="9595"/>
                        <a:pt x="30" y="9607"/>
                      </a:cubicBezTo>
                      <a:cubicBezTo>
                        <a:pt x="28" y="9608"/>
                        <a:pt x="24" y="9610"/>
                        <a:pt x="23" y="9611"/>
                      </a:cubicBezTo>
                      <a:cubicBezTo>
                        <a:pt x="17" y="9615"/>
                        <a:pt x="14" y="9618"/>
                        <a:pt x="9" y="9621"/>
                      </a:cubicBezTo>
                      <a:cubicBezTo>
                        <a:pt x="8" y="9623"/>
                        <a:pt x="7" y="9624"/>
                        <a:pt x="5" y="9624"/>
                      </a:cubicBezTo>
                      <a:lnTo>
                        <a:pt x="1" y="9629"/>
                      </a:lnTo>
                      <a:lnTo>
                        <a:pt x="10402" y="28569"/>
                      </a:lnTo>
                      <a:lnTo>
                        <a:pt x="10669" y="28432"/>
                      </a:lnTo>
                      <a:cubicBezTo>
                        <a:pt x="10734" y="28399"/>
                        <a:pt x="10803" y="28365"/>
                        <a:pt x="10868" y="28333"/>
                      </a:cubicBezTo>
                      <a:cubicBezTo>
                        <a:pt x="10913" y="28309"/>
                        <a:pt x="10960" y="28287"/>
                        <a:pt x="11007" y="28263"/>
                      </a:cubicBezTo>
                      <a:cubicBezTo>
                        <a:pt x="11052" y="28242"/>
                        <a:pt x="11095" y="28220"/>
                        <a:pt x="11141" y="28198"/>
                      </a:cubicBezTo>
                      <a:cubicBezTo>
                        <a:pt x="11264" y="28138"/>
                        <a:pt x="11387" y="28079"/>
                        <a:pt x="11510" y="28020"/>
                      </a:cubicBezTo>
                      <a:cubicBezTo>
                        <a:pt x="11570" y="27991"/>
                        <a:pt x="11633" y="27962"/>
                        <a:pt x="11694" y="27933"/>
                      </a:cubicBezTo>
                      <a:cubicBezTo>
                        <a:pt x="11754" y="27904"/>
                        <a:pt x="11816" y="27875"/>
                        <a:pt x="11877" y="27846"/>
                      </a:cubicBezTo>
                      <a:cubicBezTo>
                        <a:pt x="20843" y="23637"/>
                        <a:pt x="29650" y="23043"/>
                        <a:pt x="34083" y="22991"/>
                      </a:cubicBezTo>
                      <a:lnTo>
                        <a:pt x="34083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66" name="Google Shape;5666;p79"/>
              <p:cNvGrpSpPr/>
              <p:nvPr/>
            </p:nvGrpSpPr>
            <p:grpSpPr>
              <a:xfrm>
                <a:off x="6238903" y="1193063"/>
                <a:ext cx="284947" cy="333087"/>
                <a:chOff x="6238903" y="1193063"/>
                <a:chExt cx="284947" cy="333087"/>
              </a:xfrm>
            </p:grpSpPr>
            <p:sp>
              <p:nvSpPr>
                <p:cNvPr id="5667" name="Google Shape;5667;p79"/>
                <p:cNvSpPr/>
                <p:nvPr/>
              </p:nvSpPr>
              <p:spPr>
                <a:xfrm>
                  <a:off x="6238903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7"/>
                      </a:lnTo>
                      <a:lnTo>
                        <a:pt x="32762" y="7317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68" name="Google Shape;5668;p79"/>
                <p:cNvCxnSpPr/>
                <p:nvPr/>
              </p:nvCxnSpPr>
              <p:spPr>
                <a:xfrm rot="10800000">
                  <a:off x="6431250" y="1279250"/>
                  <a:ext cx="0" cy="246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69" name="Google Shape;5669;p79"/>
            <p:cNvGrpSpPr/>
            <p:nvPr/>
          </p:nvGrpSpPr>
          <p:grpSpPr>
            <a:xfrm>
              <a:off x="5900602" y="1193063"/>
              <a:ext cx="444345" cy="1021707"/>
              <a:chOff x="5900602" y="1193063"/>
              <a:chExt cx="444345" cy="1021707"/>
            </a:xfrm>
          </p:grpSpPr>
          <p:grpSp>
            <p:nvGrpSpPr>
              <p:cNvPr id="5670" name="Google Shape;5670;p79"/>
              <p:cNvGrpSpPr/>
              <p:nvPr/>
            </p:nvGrpSpPr>
            <p:grpSpPr>
              <a:xfrm>
                <a:off x="6046501" y="1367785"/>
                <a:ext cx="298446" cy="846986"/>
                <a:chOff x="6046501" y="1367785"/>
                <a:chExt cx="298446" cy="846986"/>
              </a:xfrm>
            </p:grpSpPr>
            <p:sp>
              <p:nvSpPr>
                <p:cNvPr id="5671" name="Google Shape;5671;p79"/>
                <p:cNvSpPr/>
                <p:nvPr/>
              </p:nvSpPr>
              <p:spPr>
                <a:xfrm rot="-5400000">
                  <a:off x="5980418" y="1433868"/>
                  <a:ext cx="430613" cy="298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10" h="34314" extrusionOk="0">
                      <a:moveTo>
                        <a:pt x="722" y="0"/>
                      </a:moveTo>
                      <a:cubicBezTo>
                        <a:pt x="481" y="0"/>
                        <a:pt x="241" y="0"/>
                        <a:pt x="1" y="3"/>
                      </a:cubicBezTo>
                      <a:lnTo>
                        <a:pt x="1" y="24234"/>
                      </a:lnTo>
                      <a:cubicBezTo>
                        <a:pt x="243" y="24230"/>
                        <a:pt x="428" y="24229"/>
                        <a:pt x="550" y="24229"/>
                      </a:cubicBezTo>
                      <a:cubicBezTo>
                        <a:pt x="648" y="24229"/>
                        <a:pt x="706" y="24230"/>
                        <a:pt x="722" y="24230"/>
                      </a:cubicBezTo>
                      <a:lnTo>
                        <a:pt x="729" y="24230"/>
                      </a:lnTo>
                      <a:cubicBezTo>
                        <a:pt x="773" y="24230"/>
                        <a:pt x="1173" y="24214"/>
                        <a:pt x="1871" y="24214"/>
                      </a:cubicBezTo>
                      <a:cubicBezTo>
                        <a:pt x="6340" y="24214"/>
                        <a:pt x="23046" y="24853"/>
                        <a:pt x="37171" y="34314"/>
                      </a:cubicBezTo>
                      <a:lnTo>
                        <a:pt x="49510" y="11872"/>
                      </a:lnTo>
                      <a:cubicBezTo>
                        <a:pt x="49510" y="11872"/>
                        <a:pt x="31299" y="3"/>
                        <a:pt x="729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2" name="Google Shape;5672;p79"/>
                <p:cNvSpPr/>
                <p:nvPr/>
              </p:nvSpPr>
              <p:spPr>
                <a:xfrm rot="-5400000">
                  <a:off x="5986745" y="1856568"/>
                  <a:ext cx="417984" cy="29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58" h="34311" extrusionOk="0">
                      <a:moveTo>
                        <a:pt x="48058" y="0"/>
                      </a:moveTo>
                      <a:cubicBezTo>
                        <a:pt x="40706" y="47"/>
                        <a:pt x="34078" y="776"/>
                        <a:pt x="28261" y="1849"/>
                      </a:cubicBezTo>
                      <a:cubicBezTo>
                        <a:pt x="20919" y="3208"/>
                        <a:pt x="14865" y="5126"/>
                        <a:pt x="10271" y="6917"/>
                      </a:cubicBezTo>
                      <a:cubicBezTo>
                        <a:pt x="5004" y="8972"/>
                        <a:pt x="1653" y="10865"/>
                        <a:pt x="474" y="11571"/>
                      </a:cubicBezTo>
                      <a:cubicBezTo>
                        <a:pt x="462" y="11578"/>
                        <a:pt x="449" y="11585"/>
                        <a:pt x="439" y="11593"/>
                      </a:cubicBezTo>
                      <a:cubicBezTo>
                        <a:pt x="427" y="11600"/>
                        <a:pt x="417" y="11606"/>
                        <a:pt x="406" y="11613"/>
                      </a:cubicBezTo>
                      <a:cubicBezTo>
                        <a:pt x="384" y="11628"/>
                        <a:pt x="365" y="11638"/>
                        <a:pt x="344" y="11651"/>
                      </a:cubicBezTo>
                      <a:cubicBezTo>
                        <a:pt x="328" y="11661"/>
                        <a:pt x="311" y="11671"/>
                        <a:pt x="296" y="11680"/>
                      </a:cubicBezTo>
                      <a:cubicBezTo>
                        <a:pt x="285" y="11689"/>
                        <a:pt x="273" y="11696"/>
                        <a:pt x="260" y="11703"/>
                      </a:cubicBezTo>
                      <a:cubicBezTo>
                        <a:pt x="251" y="11709"/>
                        <a:pt x="242" y="11715"/>
                        <a:pt x="235" y="11719"/>
                      </a:cubicBezTo>
                      <a:cubicBezTo>
                        <a:pt x="126" y="11788"/>
                        <a:pt x="53" y="11833"/>
                        <a:pt x="20" y="11855"/>
                      </a:cubicBezTo>
                      <a:cubicBezTo>
                        <a:pt x="18" y="11856"/>
                        <a:pt x="14" y="11858"/>
                        <a:pt x="12" y="11861"/>
                      </a:cubicBezTo>
                      <a:cubicBezTo>
                        <a:pt x="4" y="11865"/>
                        <a:pt x="1" y="11869"/>
                        <a:pt x="1" y="11869"/>
                      </a:cubicBezTo>
                      <a:lnTo>
                        <a:pt x="12338" y="34311"/>
                      </a:lnTo>
                      <a:cubicBezTo>
                        <a:pt x="12429" y="34252"/>
                        <a:pt x="12518" y="34194"/>
                        <a:pt x="12608" y="34136"/>
                      </a:cubicBezTo>
                      <a:cubicBezTo>
                        <a:pt x="12655" y="34107"/>
                        <a:pt x="12700" y="34076"/>
                        <a:pt x="12747" y="34047"/>
                      </a:cubicBezTo>
                      <a:cubicBezTo>
                        <a:pt x="12789" y="34021"/>
                        <a:pt x="12830" y="33996"/>
                        <a:pt x="12869" y="33970"/>
                      </a:cubicBezTo>
                      <a:cubicBezTo>
                        <a:pt x="12927" y="33932"/>
                        <a:pt x="12986" y="33896"/>
                        <a:pt x="13045" y="33858"/>
                      </a:cubicBezTo>
                      <a:cubicBezTo>
                        <a:pt x="13124" y="33808"/>
                        <a:pt x="13204" y="33759"/>
                        <a:pt x="13283" y="33709"/>
                      </a:cubicBezTo>
                      <a:cubicBezTo>
                        <a:pt x="13363" y="33661"/>
                        <a:pt x="13441" y="33612"/>
                        <a:pt x="13521" y="33562"/>
                      </a:cubicBezTo>
                      <a:cubicBezTo>
                        <a:pt x="13601" y="33513"/>
                        <a:pt x="13679" y="33465"/>
                        <a:pt x="13759" y="33417"/>
                      </a:cubicBezTo>
                      <a:cubicBezTo>
                        <a:pt x="13842" y="33367"/>
                        <a:pt x="13922" y="33319"/>
                        <a:pt x="14003" y="33270"/>
                      </a:cubicBezTo>
                      <a:cubicBezTo>
                        <a:pt x="14082" y="33222"/>
                        <a:pt x="14159" y="33175"/>
                        <a:pt x="14238" y="33130"/>
                      </a:cubicBezTo>
                      <a:cubicBezTo>
                        <a:pt x="14318" y="33082"/>
                        <a:pt x="14398" y="33037"/>
                        <a:pt x="14478" y="32990"/>
                      </a:cubicBezTo>
                      <a:cubicBezTo>
                        <a:pt x="14558" y="32943"/>
                        <a:pt x="14638" y="32897"/>
                        <a:pt x="14718" y="32852"/>
                      </a:cubicBezTo>
                      <a:cubicBezTo>
                        <a:pt x="14798" y="32804"/>
                        <a:pt x="14879" y="32758"/>
                        <a:pt x="14959" y="32713"/>
                      </a:cubicBezTo>
                      <a:cubicBezTo>
                        <a:pt x="15120" y="32622"/>
                        <a:pt x="15280" y="32531"/>
                        <a:pt x="15444" y="32441"/>
                      </a:cubicBezTo>
                      <a:cubicBezTo>
                        <a:pt x="15521" y="32397"/>
                        <a:pt x="15598" y="32357"/>
                        <a:pt x="15674" y="32314"/>
                      </a:cubicBezTo>
                      <a:cubicBezTo>
                        <a:pt x="15698" y="32301"/>
                        <a:pt x="15723" y="32287"/>
                        <a:pt x="15746" y="32274"/>
                      </a:cubicBezTo>
                      <a:cubicBezTo>
                        <a:pt x="15888" y="32196"/>
                        <a:pt x="16029" y="32119"/>
                        <a:pt x="16172" y="32045"/>
                      </a:cubicBezTo>
                      <a:cubicBezTo>
                        <a:pt x="29547" y="24910"/>
                        <a:pt x="44618" y="24279"/>
                        <a:pt x="48058" y="24228"/>
                      </a:cubicBezTo>
                      <a:lnTo>
                        <a:pt x="48058" y="0"/>
                      </a:ln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73" name="Google Shape;5673;p79"/>
              <p:cNvGrpSpPr/>
              <p:nvPr/>
            </p:nvGrpSpPr>
            <p:grpSpPr>
              <a:xfrm>
                <a:off x="5900602" y="1193063"/>
                <a:ext cx="284947" cy="182312"/>
                <a:chOff x="5900602" y="1193063"/>
                <a:chExt cx="284947" cy="182312"/>
              </a:xfrm>
            </p:grpSpPr>
            <p:sp>
              <p:nvSpPr>
                <p:cNvPr id="5674" name="Google Shape;5674;p79"/>
                <p:cNvSpPr/>
                <p:nvPr/>
              </p:nvSpPr>
              <p:spPr>
                <a:xfrm>
                  <a:off x="5900602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75" name="Google Shape;5675;p79"/>
                <p:cNvCxnSpPr/>
                <p:nvPr/>
              </p:nvCxnSpPr>
              <p:spPr>
                <a:xfrm rot="10800000">
                  <a:off x="6156950" y="1279675"/>
                  <a:ext cx="0" cy="95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676" name="Google Shape;5676;p79"/>
            <p:cNvGrpSpPr/>
            <p:nvPr/>
          </p:nvGrpSpPr>
          <p:grpSpPr>
            <a:xfrm>
              <a:off x="6738300" y="1193063"/>
              <a:ext cx="462153" cy="707634"/>
              <a:chOff x="6738300" y="1193063"/>
              <a:chExt cx="462153" cy="707634"/>
            </a:xfrm>
          </p:grpSpPr>
          <p:grpSp>
            <p:nvGrpSpPr>
              <p:cNvPr id="5677" name="Google Shape;5677;p79"/>
              <p:cNvGrpSpPr/>
              <p:nvPr/>
            </p:nvGrpSpPr>
            <p:grpSpPr>
              <a:xfrm>
                <a:off x="6915505" y="1193063"/>
                <a:ext cx="284947" cy="597387"/>
                <a:chOff x="6915505" y="1193063"/>
                <a:chExt cx="284947" cy="597387"/>
              </a:xfrm>
            </p:grpSpPr>
            <p:sp>
              <p:nvSpPr>
                <p:cNvPr id="5678" name="Google Shape;5678;p79"/>
                <p:cNvSpPr/>
                <p:nvPr/>
              </p:nvSpPr>
              <p:spPr>
                <a:xfrm>
                  <a:off x="6915505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679" name="Google Shape;5679;p79"/>
                <p:cNvCxnSpPr/>
                <p:nvPr/>
              </p:nvCxnSpPr>
              <p:spPr>
                <a:xfrm rot="10800000">
                  <a:off x="6938275" y="1279850"/>
                  <a:ext cx="0" cy="51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grpSp>
            <p:nvGrpSpPr>
              <p:cNvPr id="5680" name="Google Shape;5680;p79"/>
              <p:cNvGrpSpPr/>
              <p:nvPr/>
            </p:nvGrpSpPr>
            <p:grpSpPr>
              <a:xfrm>
                <a:off x="6738300" y="1684725"/>
                <a:ext cx="230066" cy="215971"/>
                <a:chOff x="6738300" y="1684725"/>
                <a:chExt cx="230066" cy="215971"/>
              </a:xfrm>
            </p:grpSpPr>
            <p:sp>
              <p:nvSpPr>
                <p:cNvPr id="5681" name="Google Shape;5681;p79"/>
                <p:cNvSpPr/>
                <p:nvPr/>
              </p:nvSpPr>
              <p:spPr>
                <a:xfrm rot="-5400000">
                  <a:off x="6799187" y="1731518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2" name="Google Shape;5682;p79"/>
                <p:cNvSpPr/>
                <p:nvPr/>
              </p:nvSpPr>
              <p:spPr>
                <a:xfrm rot="-5400000" flipH="1">
                  <a:off x="6799182" y="1623843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1" name="Google Shape;6101;p81"/>
          <p:cNvSpPr txBox="1">
            <a:spLocks noGrp="1"/>
          </p:cNvSpPr>
          <p:nvPr>
            <p:ph type="title" idx="4294967295"/>
          </p:nvPr>
        </p:nvSpPr>
        <p:spPr>
          <a:xfrm>
            <a:off x="849675" y="94792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Educational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2" name="Google Shape;6102;p81"/>
          <p:cNvSpPr txBox="1">
            <a:spLocks noGrp="1"/>
          </p:cNvSpPr>
          <p:nvPr>
            <p:ph type="title" idx="4294967295"/>
          </p:nvPr>
        </p:nvSpPr>
        <p:spPr>
          <a:xfrm>
            <a:off x="4858400" y="94792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Medical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3" name="Google Shape;6103;p81"/>
          <p:cNvGrpSpPr/>
          <p:nvPr/>
        </p:nvGrpSpPr>
        <p:grpSpPr>
          <a:xfrm>
            <a:off x="876361" y="1533504"/>
            <a:ext cx="322099" cy="370529"/>
            <a:chOff x="-42971725" y="3217825"/>
            <a:chExt cx="275675" cy="317125"/>
          </a:xfrm>
        </p:grpSpPr>
        <p:sp>
          <p:nvSpPr>
            <p:cNvPr id="6104" name="Google Shape;6104;p81"/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81"/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81"/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7" name="Google Shape;6107;p81"/>
          <p:cNvGrpSpPr/>
          <p:nvPr/>
        </p:nvGrpSpPr>
        <p:grpSpPr>
          <a:xfrm>
            <a:off x="848276" y="2002160"/>
            <a:ext cx="378270" cy="337551"/>
            <a:chOff x="-42996150" y="3612600"/>
            <a:chExt cx="323750" cy="288900"/>
          </a:xfrm>
        </p:grpSpPr>
        <p:sp>
          <p:nvSpPr>
            <p:cNvPr id="6108" name="Google Shape;6108;p81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81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81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1" name="Google Shape;6111;p81"/>
          <p:cNvGrpSpPr/>
          <p:nvPr/>
        </p:nvGrpSpPr>
        <p:grpSpPr>
          <a:xfrm>
            <a:off x="851036" y="2411530"/>
            <a:ext cx="372749" cy="370909"/>
            <a:chOff x="-42994575" y="3950300"/>
            <a:chExt cx="319025" cy="317450"/>
          </a:xfrm>
        </p:grpSpPr>
        <p:sp>
          <p:nvSpPr>
            <p:cNvPr id="6112" name="Google Shape;6112;p81"/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81"/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81"/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5" name="Google Shape;6115;p81"/>
          <p:cNvGrpSpPr/>
          <p:nvPr/>
        </p:nvGrpSpPr>
        <p:grpSpPr>
          <a:xfrm>
            <a:off x="3004431" y="1558362"/>
            <a:ext cx="371785" cy="370879"/>
            <a:chOff x="-41111350" y="3239100"/>
            <a:chExt cx="318200" cy="317425"/>
          </a:xfrm>
        </p:grpSpPr>
        <p:sp>
          <p:nvSpPr>
            <p:cNvPr id="6116" name="Google Shape;6116;p81"/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81"/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81"/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81"/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20" name="Google Shape;6120;p81"/>
          <p:cNvGrpSpPr/>
          <p:nvPr/>
        </p:nvGrpSpPr>
        <p:grpSpPr>
          <a:xfrm>
            <a:off x="3000751" y="1993894"/>
            <a:ext cx="379146" cy="370967"/>
            <a:chOff x="-41117650" y="3605525"/>
            <a:chExt cx="324500" cy="317500"/>
          </a:xfrm>
        </p:grpSpPr>
        <p:sp>
          <p:nvSpPr>
            <p:cNvPr id="6121" name="Google Shape;6121;p81"/>
            <p:cNvSpPr/>
            <p:nvPr/>
          </p:nvSpPr>
          <p:spPr>
            <a:xfrm>
              <a:off x="-41016850" y="3605525"/>
              <a:ext cx="106350" cy="105375"/>
            </a:xfrm>
            <a:custGeom>
              <a:avLst/>
              <a:gdLst/>
              <a:ahLst/>
              <a:cxnLst/>
              <a:rect l="l" t="t" r="r" b="b"/>
              <a:pathLst>
                <a:path w="4254" h="4215" extrusionOk="0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81"/>
            <p:cNvSpPr/>
            <p:nvPr/>
          </p:nvSpPr>
          <p:spPr>
            <a:xfrm>
              <a:off x="-40900275" y="3721300"/>
              <a:ext cx="107125" cy="105375"/>
            </a:xfrm>
            <a:custGeom>
              <a:avLst/>
              <a:gdLst/>
              <a:ahLst/>
              <a:cxnLst/>
              <a:rect l="l" t="t" r="r" b="b"/>
              <a:pathLst>
                <a:path w="4285" h="4215" extrusionOk="0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81"/>
            <p:cNvSpPr/>
            <p:nvPr/>
          </p:nvSpPr>
          <p:spPr>
            <a:xfrm>
              <a:off x="-41117650" y="3668350"/>
              <a:ext cx="262300" cy="254675"/>
            </a:xfrm>
            <a:custGeom>
              <a:avLst/>
              <a:gdLst/>
              <a:ahLst/>
              <a:cxnLst/>
              <a:rect l="l" t="t" r="r" b="b"/>
              <a:pathLst>
                <a:path w="10492" h="10187" extrusionOk="0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24" name="Google Shape;6124;p81"/>
          <p:cNvSpPr/>
          <p:nvPr/>
        </p:nvSpPr>
        <p:spPr>
          <a:xfrm>
            <a:off x="3006881" y="2443479"/>
            <a:ext cx="372720" cy="361678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5" name="Google Shape;6125;p81"/>
          <p:cNvGrpSpPr/>
          <p:nvPr/>
        </p:nvGrpSpPr>
        <p:grpSpPr>
          <a:xfrm>
            <a:off x="1827005" y="2885417"/>
            <a:ext cx="216271" cy="371814"/>
            <a:chOff x="-39205300" y="3220175"/>
            <a:chExt cx="185100" cy="318225"/>
          </a:xfrm>
        </p:grpSpPr>
        <p:sp>
          <p:nvSpPr>
            <p:cNvPr id="6126" name="Google Shape;6126;p81"/>
            <p:cNvSpPr/>
            <p:nvPr/>
          </p:nvSpPr>
          <p:spPr>
            <a:xfrm>
              <a:off x="-39205300" y="3220175"/>
              <a:ext cx="185100" cy="111875"/>
            </a:xfrm>
            <a:custGeom>
              <a:avLst/>
              <a:gdLst/>
              <a:ahLst/>
              <a:cxnLst/>
              <a:rect l="l" t="t" r="r" b="b"/>
              <a:pathLst>
                <a:path w="7404" h="4475" extrusionOk="0">
                  <a:moveTo>
                    <a:pt x="1229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797"/>
                    <a:pt x="315" y="2269"/>
                    <a:pt x="819" y="2458"/>
                  </a:cubicBezTo>
                  <a:lnTo>
                    <a:pt x="819" y="4475"/>
                  </a:lnTo>
                  <a:lnTo>
                    <a:pt x="6616" y="4475"/>
                  </a:lnTo>
                  <a:lnTo>
                    <a:pt x="6616" y="2458"/>
                  </a:lnTo>
                  <a:lnTo>
                    <a:pt x="6585" y="2458"/>
                  </a:lnTo>
                  <a:cubicBezTo>
                    <a:pt x="7057" y="2301"/>
                    <a:pt x="7404" y="1828"/>
                    <a:pt x="7404" y="1261"/>
                  </a:cubicBezTo>
                  <a:cubicBezTo>
                    <a:pt x="7404" y="600"/>
                    <a:pt x="6868" y="64"/>
                    <a:pt x="61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81"/>
            <p:cNvSpPr/>
            <p:nvPr/>
          </p:nvSpPr>
          <p:spPr>
            <a:xfrm>
              <a:off x="-39184825" y="3353300"/>
              <a:ext cx="144950" cy="185100"/>
            </a:xfrm>
            <a:custGeom>
              <a:avLst/>
              <a:gdLst/>
              <a:ahLst/>
              <a:cxnLst/>
              <a:rect l="l" t="t" r="r" b="b"/>
              <a:pathLst>
                <a:path w="5798" h="7404" extrusionOk="0">
                  <a:moveTo>
                    <a:pt x="0" y="0"/>
                  </a:moveTo>
                  <a:lnTo>
                    <a:pt x="0" y="819"/>
                  </a:lnTo>
                  <a:lnTo>
                    <a:pt x="2111" y="819"/>
                  </a:lnTo>
                  <a:cubicBezTo>
                    <a:pt x="2332" y="819"/>
                    <a:pt x="2489" y="1040"/>
                    <a:pt x="2489" y="1260"/>
                  </a:cubicBezTo>
                  <a:cubicBezTo>
                    <a:pt x="2489" y="1513"/>
                    <a:pt x="2300" y="1702"/>
                    <a:pt x="2111" y="1702"/>
                  </a:cubicBezTo>
                  <a:lnTo>
                    <a:pt x="0" y="1702"/>
                  </a:lnTo>
                  <a:lnTo>
                    <a:pt x="0" y="2521"/>
                  </a:lnTo>
                  <a:lnTo>
                    <a:pt x="2111" y="2521"/>
                  </a:lnTo>
                  <a:cubicBezTo>
                    <a:pt x="2332" y="2521"/>
                    <a:pt x="2489" y="2710"/>
                    <a:pt x="2489" y="2930"/>
                  </a:cubicBezTo>
                  <a:cubicBezTo>
                    <a:pt x="2489" y="3151"/>
                    <a:pt x="2300" y="3340"/>
                    <a:pt x="2111" y="3340"/>
                  </a:cubicBezTo>
                  <a:lnTo>
                    <a:pt x="0" y="3340"/>
                  </a:lnTo>
                  <a:lnTo>
                    <a:pt x="0" y="4190"/>
                  </a:lnTo>
                  <a:lnTo>
                    <a:pt x="2111" y="4190"/>
                  </a:lnTo>
                  <a:cubicBezTo>
                    <a:pt x="2332" y="4190"/>
                    <a:pt x="2489" y="4379"/>
                    <a:pt x="2489" y="4600"/>
                  </a:cubicBezTo>
                  <a:cubicBezTo>
                    <a:pt x="2458" y="4726"/>
                    <a:pt x="2300" y="4915"/>
                    <a:pt x="2048" y="4915"/>
                  </a:cubicBezTo>
                  <a:lnTo>
                    <a:pt x="63" y="4915"/>
                  </a:lnTo>
                  <a:cubicBezTo>
                    <a:pt x="252" y="6427"/>
                    <a:pt x="1512" y="7404"/>
                    <a:pt x="2899" y="7404"/>
                  </a:cubicBezTo>
                  <a:cubicBezTo>
                    <a:pt x="4474" y="7404"/>
                    <a:pt x="5797" y="6112"/>
                    <a:pt x="5797" y="4537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28" name="Google Shape;6128;p81"/>
          <p:cNvGrpSpPr/>
          <p:nvPr/>
        </p:nvGrpSpPr>
        <p:grpSpPr>
          <a:xfrm>
            <a:off x="1792533" y="3345488"/>
            <a:ext cx="300016" cy="369273"/>
            <a:chOff x="-39248625" y="3588600"/>
            <a:chExt cx="256775" cy="316050"/>
          </a:xfrm>
        </p:grpSpPr>
        <p:sp>
          <p:nvSpPr>
            <p:cNvPr id="6129" name="Google Shape;6129;p81"/>
            <p:cNvSpPr/>
            <p:nvPr/>
          </p:nvSpPr>
          <p:spPr>
            <a:xfrm>
              <a:off x="-39248625" y="3588600"/>
              <a:ext cx="256775" cy="316050"/>
            </a:xfrm>
            <a:custGeom>
              <a:avLst/>
              <a:gdLst/>
              <a:ahLst/>
              <a:cxnLst/>
              <a:rect l="l" t="t" r="r" b="b"/>
              <a:pathLst>
                <a:path w="10271" h="12642" extrusionOk="0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81"/>
            <p:cNvSpPr/>
            <p:nvPr/>
          </p:nvSpPr>
          <p:spPr>
            <a:xfrm>
              <a:off x="-39076150" y="3684875"/>
              <a:ext cx="84300" cy="80300"/>
            </a:xfrm>
            <a:custGeom>
              <a:avLst/>
              <a:gdLst/>
              <a:ahLst/>
              <a:cxnLst/>
              <a:rect l="l" t="t" r="r" b="b"/>
              <a:pathLst>
                <a:path w="3372" h="3212" extrusionOk="0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1" name="Google Shape;6131;p81"/>
          <p:cNvSpPr/>
          <p:nvPr/>
        </p:nvSpPr>
        <p:spPr>
          <a:xfrm>
            <a:off x="1763554" y="3801114"/>
            <a:ext cx="363548" cy="370909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2" name="Google Shape;6132;p81"/>
          <p:cNvSpPr/>
          <p:nvPr/>
        </p:nvSpPr>
        <p:spPr>
          <a:xfrm>
            <a:off x="3953101" y="2872552"/>
            <a:ext cx="369974" cy="368601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3" name="Google Shape;6133;p81"/>
          <p:cNvGrpSpPr/>
          <p:nvPr/>
        </p:nvGrpSpPr>
        <p:grpSpPr>
          <a:xfrm>
            <a:off x="1243246" y="1533504"/>
            <a:ext cx="429504" cy="370879"/>
            <a:chOff x="-42651700" y="3217825"/>
            <a:chExt cx="367600" cy="317425"/>
          </a:xfrm>
        </p:grpSpPr>
        <p:sp>
          <p:nvSpPr>
            <p:cNvPr id="6134" name="Google Shape;6134;p81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81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81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81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8" name="Google Shape;6138;p81"/>
          <p:cNvGrpSpPr/>
          <p:nvPr/>
        </p:nvGrpSpPr>
        <p:grpSpPr>
          <a:xfrm>
            <a:off x="1278678" y="1973154"/>
            <a:ext cx="358640" cy="363226"/>
            <a:chOff x="-42617300" y="3587775"/>
            <a:chExt cx="306950" cy="310875"/>
          </a:xfrm>
        </p:grpSpPr>
        <p:sp>
          <p:nvSpPr>
            <p:cNvPr id="6139" name="Google Shape;6139;p81"/>
            <p:cNvSpPr/>
            <p:nvPr/>
          </p:nvSpPr>
          <p:spPr>
            <a:xfrm>
              <a:off x="-42617300" y="3587775"/>
              <a:ext cx="306950" cy="310875"/>
            </a:xfrm>
            <a:custGeom>
              <a:avLst/>
              <a:gdLst/>
              <a:ahLst/>
              <a:cxnLst/>
              <a:rect l="l" t="t" r="r" b="b"/>
              <a:pathLst>
                <a:path w="12278" h="12435" extrusionOk="0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81"/>
            <p:cNvSpPr/>
            <p:nvPr/>
          </p:nvSpPr>
          <p:spPr>
            <a:xfrm>
              <a:off x="-42500725" y="3712425"/>
              <a:ext cx="63025" cy="62275"/>
            </a:xfrm>
            <a:custGeom>
              <a:avLst/>
              <a:gdLst/>
              <a:ahLst/>
              <a:cxnLst/>
              <a:rect l="l" t="t" r="r" b="b"/>
              <a:pathLst>
                <a:path w="2521" h="2491" extrusionOk="0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41" name="Google Shape;6141;p81"/>
          <p:cNvSpPr/>
          <p:nvPr/>
        </p:nvSpPr>
        <p:spPr>
          <a:xfrm>
            <a:off x="1275131" y="2412197"/>
            <a:ext cx="371785" cy="369974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42" name="Google Shape;6142;p81"/>
          <p:cNvGrpSpPr/>
          <p:nvPr/>
        </p:nvGrpSpPr>
        <p:grpSpPr>
          <a:xfrm>
            <a:off x="3450506" y="1557895"/>
            <a:ext cx="376926" cy="370324"/>
            <a:chOff x="-40748275" y="3238700"/>
            <a:chExt cx="322600" cy="316950"/>
          </a:xfrm>
        </p:grpSpPr>
        <p:sp>
          <p:nvSpPr>
            <p:cNvPr id="6143" name="Google Shape;6143;p81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81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81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81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81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81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9" name="Google Shape;6149;p81"/>
          <p:cNvGrpSpPr/>
          <p:nvPr/>
        </p:nvGrpSpPr>
        <p:grpSpPr>
          <a:xfrm>
            <a:off x="3453062" y="2025879"/>
            <a:ext cx="371814" cy="338690"/>
            <a:chOff x="-40745125" y="3632900"/>
            <a:chExt cx="318225" cy="289875"/>
          </a:xfrm>
        </p:grpSpPr>
        <p:sp>
          <p:nvSpPr>
            <p:cNvPr id="6150" name="Google Shape;6150;p81"/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81"/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81"/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81"/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81"/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81"/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81"/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7" name="Google Shape;6157;p81"/>
          <p:cNvGrpSpPr/>
          <p:nvPr/>
        </p:nvGrpSpPr>
        <p:grpSpPr>
          <a:xfrm>
            <a:off x="3457209" y="2437089"/>
            <a:ext cx="363518" cy="370178"/>
            <a:chOff x="-40742750" y="3972175"/>
            <a:chExt cx="311125" cy="316825"/>
          </a:xfrm>
        </p:grpSpPr>
        <p:sp>
          <p:nvSpPr>
            <p:cNvPr id="6158" name="Google Shape;6158;p81"/>
            <p:cNvSpPr/>
            <p:nvPr/>
          </p:nvSpPr>
          <p:spPr>
            <a:xfrm>
              <a:off x="-40699425" y="4118075"/>
              <a:ext cx="226850" cy="101625"/>
            </a:xfrm>
            <a:custGeom>
              <a:avLst/>
              <a:gdLst/>
              <a:ahLst/>
              <a:cxnLst/>
              <a:rect l="l" t="t" r="r" b="b"/>
              <a:pathLst>
                <a:path w="9074" h="4065" extrusionOk="0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81"/>
            <p:cNvSpPr/>
            <p:nvPr/>
          </p:nvSpPr>
          <p:spPr>
            <a:xfrm>
              <a:off x="-40742750" y="3972175"/>
              <a:ext cx="311125" cy="316825"/>
            </a:xfrm>
            <a:custGeom>
              <a:avLst/>
              <a:gdLst/>
              <a:ahLst/>
              <a:cxnLst/>
              <a:rect l="l" t="t" r="r" b="b"/>
              <a:pathLst>
                <a:path w="12445" h="12673" extrusionOk="0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0" name="Google Shape;6160;p81"/>
          <p:cNvGrpSpPr/>
          <p:nvPr/>
        </p:nvGrpSpPr>
        <p:grpSpPr>
          <a:xfrm>
            <a:off x="2239871" y="2887257"/>
            <a:ext cx="266892" cy="369974"/>
            <a:chOff x="-38860325" y="3221750"/>
            <a:chExt cx="228425" cy="316650"/>
          </a:xfrm>
        </p:grpSpPr>
        <p:sp>
          <p:nvSpPr>
            <p:cNvPr id="6161" name="Google Shape;6161;p81"/>
            <p:cNvSpPr/>
            <p:nvPr/>
          </p:nvSpPr>
          <p:spPr>
            <a:xfrm>
              <a:off x="-38735875" y="3222550"/>
              <a:ext cx="103975" cy="123675"/>
            </a:xfrm>
            <a:custGeom>
              <a:avLst/>
              <a:gdLst/>
              <a:ahLst/>
              <a:cxnLst/>
              <a:rect l="l" t="t" r="r" b="b"/>
              <a:pathLst>
                <a:path w="4159" h="4947" extrusionOk="0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81"/>
            <p:cNvSpPr/>
            <p:nvPr/>
          </p:nvSpPr>
          <p:spPr>
            <a:xfrm>
              <a:off x="-38756375" y="3302875"/>
              <a:ext cx="22075" cy="63050"/>
            </a:xfrm>
            <a:custGeom>
              <a:avLst/>
              <a:gdLst/>
              <a:ahLst/>
              <a:cxnLst/>
              <a:rect l="l" t="t" r="r" b="b"/>
              <a:pathLst>
                <a:path w="883" h="2522" extrusionOk="0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81"/>
            <p:cNvSpPr/>
            <p:nvPr/>
          </p:nvSpPr>
          <p:spPr>
            <a:xfrm>
              <a:off x="-38859550" y="3221750"/>
              <a:ext cx="103200" cy="122900"/>
            </a:xfrm>
            <a:custGeom>
              <a:avLst/>
              <a:gdLst/>
              <a:ahLst/>
              <a:cxnLst/>
              <a:rect l="l" t="t" r="r" b="b"/>
              <a:pathLst>
                <a:path w="4128" h="4916" extrusionOk="0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81"/>
            <p:cNvSpPr/>
            <p:nvPr/>
          </p:nvSpPr>
          <p:spPr>
            <a:xfrm>
              <a:off x="-38860325" y="3367475"/>
              <a:ext cx="228425" cy="170925"/>
            </a:xfrm>
            <a:custGeom>
              <a:avLst/>
              <a:gdLst/>
              <a:ahLst/>
              <a:cxnLst/>
              <a:rect l="l" t="t" r="r" b="b"/>
              <a:pathLst>
                <a:path w="9137" h="6837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5" name="Google Shape;6165;p81"/>
          <p:cNvGrpSpPr/>
          <p:nvPr/>
        </p:nvGrpSpPr>
        <p:grpSpPr>
          <a:xfrm>
            <a:off x="2190678" y="3349314"/>
            <a:ext cx="380081" cy="367111"/>
            <a:chOff x="-38905225" y="3591875"/>
            <a:chExt cx="325300" cy="314200"/>
          </a:xfrm>
        </p:grpSpPr>
        <p:sp>
          <p:nvSpPr>
            <p:cNvPr id="6166" name="Google Shape;6166;p81"/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81"/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81"/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9" name="Google Shape;6169;p81"/>
          <p:cNvSpPr/>
          <p:nvPr/>
        </p:nvSpPr>
        <p:spPr>
          <a:xfrm>
            <a:off x="2198491" y="3859092"/>
            <a:ext cx="369974" cy="312927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0" name="Google Shape;6170;p81"/>
          <p:cNvGrpSpPr/>
          <p:nvPr/>
        </p:nvGrpSpPr>
        <p:grpSpPr>
          <a:xfrm>
            <a:off x="3997427" y="3334394"/>
            <a:ext cx="290815" cy="369740"/>
            <a:chOff x="-37370925" y="3579105"/>
            <a:chExt cx="248900" cy="316450"/>
          </a:xfrm>
        </p:grpSpPr>
        <p:sp>
          <p:nvSpPr>
            <p:cNvPr id="6171" name="Google Shape;6171;p81"/>
            <p:cNvSpPr/>
            <p:nvPr/>
          </p:nvSpPr>
          <p:spPr>
            <a:xfrm>
              <a:off x="-37268550" y="3671055"/>
              <a:ext cx="83525" cy="82525"/>
            </a:xfrm>
            <a:custGeom>
              <a:avLst/>
              <a:gdLst/>
              <a:ahLst/>
              <a:cxnLst/>
              <a:rect l="l" t="t" r="r" b="b"/>
              <a:pathLst>
                <a:path w="3341" h="3301" extrusionOk="0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81"/>
            <p:cNvSpPr/>
            <p:nvPr/>
          </p:nvSpPr>
          <p:spPr>
            <a:xfrm>
              <a:off x="-37370925" y="3579105"/>
              <a:ext cx="248900" cy="316450"/>
            </a:xfrm>
            <a:custGeom>
              <a:avLst/>
              <a:gdLst/>
              <a:ahLst/>
              <a:cxnLst/>
              <a:rect l="l" t="t" r="r" b="b"/>
              <a:pathLst>
                <a:path w="9956" h="12658" extrusionOk="0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3" name="Google Shape;6173;p81"/>
          <p:cNvSpPr/>
          <p:nvPr/>
        </p:nvSpPr>
        <p:spPr>
          <a:xfrm>
            <a:off x="1697481" y="1534192"/>
            <a:ext cx="364453" cy="369419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4" name="Google Shape;6174;p81"/>
          <p:cNvSpPr/>
          <p:nvPr/>
        </p:nvSpPr>
        <p:spPr>
          <a:xfrm>
            <a:off x="1722323" y="1969494"/>
            <a:ext cx="314767" cy="371814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5" name="Google Shape;6175;p81"/>
          <p:cNvGrpSpPr/>
          <p:nvPr/>
        </p:nvGrpSpPr>
        <p:grpSpPr>
          <a:xfrm>
            <a:off x="1690803" y="2412465"/>
            <a:ext cx="371814" cy="369974"/>
            <a:chOff x="-42259725" y="3951100"/>
            <a:chExt cx="318225" cy="316650"/>
          </a:xfrm>
        </p:grpSpPr>
        <p:sp>
          <p:nvSpPr>
            <p:cNvPr id="6176" name="Google Shape;6176;p81"/>
            <p:cNvSpPr/>
            <p:nvPr/>
          </p:nvSpPr>
          <p:spPr>
            <a:xfrm>
              <a:off x="-42258150" y="3951100"/>
              <a:ext cx="316650" cy="123675"/>
            </a:xfrm>
            <a:custGeom>
              <a:avLst/>
              <a:gdLst/>
              <a:ahLst/>
              <a:cxnLst/>
              <a:rect l="l" t="t" r="r" b="b"/>
              <a:pathLst>
                <a:path w="12666" h="4947" extrusionOk="0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81"/>
            <p:cNvSpPr/>
            <p:nvPr/>
          </p:nvSpPr>
          <p:spPr>
            <a:xfrm>
              <a:off x="-42259725" y="4096800"/>
              <a:ext cx="316650" cy="170950"/>
            </a:xfrm>
            <a:custGeom>
              <a:avLst/>
              <a:gdLst/>
              <a:ahLst/>
              <a:cxnLst/>
              <a:rect l="l" t="t" r="r" b="b"/>
              <a:pathLst>
                <a:path w="12666" h="6838" extrusionOk="0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8" name="Google Shape;6178;p81"/>
          <p:cNvGrpSpPr/>
          <p:nvPr/>
        </p:nvGrpSpPr>
        <p:grpSpPr>
          <a:xfrm>
            <a:off x="3889164" y="1591486"/>
            <a:ext cx="370879" cy="337755"/>
            <a:chOff x="-40378075" y="3267450"/>
            <a:chExt cx="317425" cy="289075"/>
          </a:xfrm>
        </p:grpSpPr>
        <p:sp>
          <p:nvSpPr>
            <p:cNvPr id="6179" name="Google Shape;6179;p81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81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81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81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3" name="Google Shape;6183;p81"/>
          <p:cNvGrpSpPr/>
          <p:nvPr/>
        </p:nvGrpSpPr>
        <p:grpSpPr>
          <a:xfrm>
            <a:off x="3892830" y="1992754"/>
            <a:ext cx="363548" cy="369974"/>
            <a:chOff x="-40372575" y="3604550"/>
            <a:chExt cx="311150" cy="316650"/>
          </a:xfrm>
        </p:grpSpPr>
        <p:sp>
          <p:nvSpPr>
            <p:cNvPr id="6184" name="Google Shape;6184;p81"/>
            <p:cNvSpPr/>
            <p:nvPr/>
          </p:nvSpPr>
          <p:spPr>
            <a:xfrm>
              <a:off x="-40372575" y="3604550"/>
              <a:ext cx="311150" cy="134475"/>
            </a:xfrm>
            <a:custGeom>
              <a:avLst/>
              <a:gdLst/>
              <a:ahLst/>
              <a:cxnLst/>
              <a:rect l="l" t="t" r="r" b="b"/>
              <a:pathLst>
                <a:path w="12446" h="5379" extrusionOk="0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81"/>
            <p:cNvSpPr/>
            <p:nvPr/>
          </p:nvSpPr>
          <p:spPr>
            <a:xfrm>
              <a:off x="-40312700" y="3730575"/>
              <a:ext cx="185100" cy="190625"/>
            </a:xfrm>
            <a:custGeom>
              <a:avLst/>
              <a:gdLst/>
              <a:ahLst/>
              <a:cxnLst/>
              <a:rect l="l" t="t" r="r" b="b"/>
              <a:pathLst>
                <a:path w="7404" h="7625" extrusionOk="0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81"/>
            <p:cNvSpPr/>
            <p:nvPr/>
          </p:nvSpPr>
          <p:spPr>
            <a:xfrm>
              <a:off x="-40250475" y="3688025"/>
              <a:ext cx="66950" cy="20500"/>
            </a:xfrm>
            <a:custGeom>
              <a:avLst/>
              <a:gdLst/>
              <a:ahLst/>
              <a:cxnLst/>
              <a:rect l="l" t="t" r="r" b="b"/>
              <a:pathLst>
                <a:path w="2678" h="820" extrusionOk="0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7" name="Google Shape;6187;p81"/>
          <p:cNvSpPr/>
          <p:nvPr/>
        </p:nvSpPr>
        <p:spPr>
          <a:xfrm>
            <a:off x="3896162" y="2436031"/>
            <a:ext cx="362613" cy="371902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8" name="Google Shape;6188;p81"/>
          <p:cNvGrpSpPr/>
          <p:nvPr/>
        </p:nvGrpSpPr>
        <p:grpSpPr>
          <a:xfrm>
            <a:off x="2616780" y="2885417"/>
            <a:ext cx="399038" cy="372165"/>
            <a:chOff x="-38542250" y="3220175"/>
            <a:chExt cx="341525" cy="318525"/>
          </a:xfrm>
        </p:grpSpPr>
        <p:sp>
          <p:nvSpPr>
            <p:cNvPr id="6189" name="Google Shape;6189;p81"/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81"/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81"/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2" name="Google Shape;6192;p81"/>
          <p:cNvGrpSpPr/>
          <p:nvPr/>
        </p:nvGrpSpPr>
        <p:grpSpPr>
          <a:xfrm>
            <a:off x="2638712" y="3344787"/>
            <a:ext cx="369974" cy="369068"/>
            <a:chOff x="-38537400" y="3588000"/>
            <a:chExt cx="316650" cy="315875"/>
          </a:xfrm>
        </p:grpSpPr>
        <p:sp>
          <p:nvSpPr>
            <p:cNvPr id="6193" name="Google Shape;6193;p81"/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81"/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81"/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81"/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7" name="Google Shape;6197;p81"/>
          <p:cNvGrpSpPr/>
          <p:nvPr/>
        </p:nvGrpSpPr>
        <p:grpSpPr>
          <a:xfrm>
            <a:off x="2637792" y="3802316"/>
            <a:ext cx="371814" cy="369974"/>
            <a:chOff x="-38538975" y="3954250"/>
            <a:chExt cx="318225" cy="316650"/>
          </a:xfrm>
        </p:grpSpPr>
        <p:sp>
          <p:nvSpPr>
            <p:cNvPr id="6198" name="Google Shape;6198;p81"/>
            <p:cNvSpPr/>
            <p:nvPr/>
          </p:nvSpPr>
          <p:spPr>
            <a:xfrm>
              <a:off x="-38538975" y="3954250"/>
              <a:ext cx="254425" cy="253625"/>
            </a:xfrm>
            <a:custGeom>
              <a:avLst/>
              <a:gdLst/>
              <a:ahLst/>
              <a:cxnLst/>
              <a:rect l="l" t="t" r="r" b="b"/>
              <a:pathLst>
                <a:path w="10177" h="10145" extrusionOk="0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81"/>
            <p:cNvSpPr/>
            <p:nvPr/>
          </p:nvSpPr>
          <p:spPr>
            <a:xfrm>
              <a:off x="-38496450" y="4081725"/>
              <a:ext cx="275700" cy="189175"/>
            </a:xfrm>
            <a:custGeom>
              <a:avLst/>
              <a:gdLst/>
              <a:ahLst/>
              <a:cxnLst/>
              <a:rect l="l" t="t" r="r" b="b"/>
              <a:pathLst>
                <a:path w="11028" h="7567" extrusionOk="0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0" name="Google Shape;6200;p81"/>
          <p:cNvGrpSpPr/>
          <p:nvPr/>
        </p:nvGrpSpPr>
        <p:grpSpPr>
          <a:xfrm>
            <a:off x="3955104" y="3797243"/>
            <a:ext cx="375465" cy="371814"/>
            <a:chOff x="-37385100" y="3949908"/>
            <a:chExt cx="321350" cy="318225"/>
          </a:xfrm>
        </p:grpSpPr>
        <p:sp>
          <p:nvSpPr>
            <p:cNvPr id="6201" name="Google Shape;6201;p81"/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81"/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3" name="Google Shape;6203;p81"/>
          <p:cNvGrpSpPr/>
          <p:nvPr/>
        </p:nvGrpSpPr>
        <p:grpSpPr>
          <a:xfrm>
            <a:off x="2130763" y="1532803"/>
            <a:ext cx="370909" cy="370675"/>
            <a:chOff x="-41895050" y="3217225"/>
            <a:chExt cx="317450" cy="317250"/>
          </a:xfrm>
        </p:grpSpPr>
        <p:sp>
          <p:nvSpPr>
            <p:cNvPr id="6204" name="Google Shape;6204;p81"/>
            <p:cNvSpPr/>
            <p:nvPr/>
          </p:nvSpPr>
          <p:spPr>
            <a:xfrm>
              <a:off x="-41895050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81"/>
            <p:cNvSpPr/>
            <p:nvPr/>
          </p:nvSpPr>
          <p:spPr>
            <a:xfrm>
              <a:off x="-41619375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81"/>
            <p:cNvSpPr/>
            <p:nvPr/>
          </p:nvSpPr>
          <p:spPr>
            <a:xfrm>
              <a:off x="-41832825" y="3321000"/>
              <a:ext cx="193000" cy="151250"/>
            </a:xfrm>
            <a:custGeom>
              <a:avLst/>
              <a:gdLst/>
              <a:ahLst/>
              <a:cxnLst/>
              <a:rect l="l" t="t" r="r" b="b"/>
              <a:pathLst>
                <a:path w="7720" h="6050" extrusionOk="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81"/>
            <p:cNvSpPr/>
            <p:nvPr/>
          </p:nvSpPr>
          <p:spPr>
            <a:xfrm>
              <a:off x="-41880075" y="3493500"/>
              <a:ext cx="287500" cy="40975"/>
            </a:xfrm>
            <a:custGeom>
              <a:avLst/>
              <a:gdLst/>
              <a:ahLst/>
              <a:cxnLst/>
              <a:rect l="l" t="t" r="r" b="b"/>
              <a:pathLst>
                <a:path w="11500" h="1639" extrusionOk="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81"/>
            <p:cNvSpPr/>
            <p:nvPr/>
          </p:nvSpPr>
          <p:spPr>
            <a:xfrm>
              <a:off x="-41880875" y="3217225"/>
              <a:ext cx="288300" cy="83325"/>
            </a:xfrm>
            <a:custGeom>
              <a:avLst/>
              <a:gdLst/>
              <a:ahLst/>
              <a:cxnLst/>
              <a:rect l="l" t="t" r="r" b="b"/>
              <a:pathLst>
                <a:path w="11532" h="3333" extrusionOk="0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9" name="Google Shape;6209;p81"/>
          <p:cNvGrpSpPr/>
          <p:nvPr/>
        </p:nvGrpSpPr>
        <p:grpSpPr>
          <a:xfrm>
            <a:off x="2130310" y="1969737"/>
            <a:ext cx="371814" cy="369974"/>
            <a:chOff x="-41893475" y="3584850"/>
            <a:chExt cx="318225" cy="316650"/>
          </a:xfrm>
        </p:grpSpPr>
        <p:sp>
          <p:nvSpPr>
            <p:cNvPr id="6210" name="Google Shape;6210;p81"/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81"/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81"/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81"/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4" name="Google Shape;6214;p81"/>
          <p:cNvSpPr/>
          <p:nvPr/>
        </p:nvSpPr>
        <p:spPr>
          <a:xfrm>
            <a:off x="2133283" y="2414037"/>
            <a:ext cx="371814" cy="369302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5" name="Google Shape;6215;p81"/>
          <p:cNvSpPr/>
          <p:nvPr/>
        </p:nvSpPr>
        <p:spPr>
          <a:xfrm>
            <a:off x="845041" y="2906375"/>
            <a:ext cx="438997" cy="369039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6" name="Google Shape;6216;p81"/>
          <p:cNvGrpSpPr/>
          <p:nvPr/>
        </p:nvGrpSpPr>
        <p:grpSpPr>
          <a:xfrm>
            <a:off x="900338" y="3365029"/>
            <a:ext cx="337522" cy="370909"/>
            <a:chOff x="-39998250" y="3605325"/>
            <a:chExt cx="288875" cy="317450"/>
          </a:xfrm>
        </p:grpSpPr>
        <p:sp>
          <p:nvSpPr>
            <p:cNvPr id="6217" name="Google Shape;6217;p81"/>
            <p:cNvSpPr/>
            <p:nvPr/>
          </p:nvSpPr>
          <p:spPr>
            <a:xfrm>
              <a:off x="-39998250" y="3799600"/>
              <a:ext cx="288875" cy="123175"/>
            </a:xfrm>
            <a:custGeom>
              <a:avLst/>
              <a:gdLst/>
              <a:ahLst/>
              <a:cxnLst/>
              <a:rect l="l" t="t" r="r" b="b"/>
              <a:pathLst>
                <a:path w="11555" h="4927" extrusionOk="0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81"/>
            <p:cNvSpPr/>
            <p:nvPr/>
          </p:nvSpPr>
          <p:spPr>
            <a:xfrm>
              <a:off x="-39940950" y="3605325"/>
              <a:ext cx="160700" cy="212050"/>
            </a:xfrm>
            <a:custGeom>
              <a:avLst/>
              <a:gdLst/>
              <a:ahLst/>
              <a:cxnLst/>
              <a:rect l="l" t="t" r="r" b="b"/>
              <a:pathLst>
                <a:path w="6428" h="8482" extrusionOk="0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9" name="Google Shape;6219;p81"/>
          <p:cNvGrpSpPr/>
          <p:nvPr/>
        </p:nvGrpSpPr>
        <p:grpSpPr>
          <a:xfrm>
            <a:off x="884112" y="3823493"/>
            <a:ext cx="369974" cy="369945"/>
            <a:chOff x="-40011050" y="3972375"/>
            <a:chExt cx="316650" cy="316625"/>
          </a:xfrm>
        </p:grpSpPr>
        <p:sp>
          <p:nvSpPr>
            <p:cNvPr id="6220" name="Google Shape;6220;p81"/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81"/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2" name="Google Shape;6222;p81"/>
          <p:cNvGrpSpPr/>
          <p:nvPr/>
        </p:nvGrpSpPr>
        <p:grpSpPr>
          <a:xfrm>
            <a:off x="3116043" y="2888192"/>
            <a:ext cx="266921" cy="369039"/>
            <a:chOff x="-38129425" y="3222550"/>
            <a:chExt cx="228450" cy="315850"/>
          </a:xfrm>
        </p:grpSpPr>
        <p:sp>
          <p:nvSpPr>
            <p:cNvPr id="6223" name="Google Shape;6223;p81"/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81"/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5" name="Google Shape;6225;p81"/>
          <p:cNvGrpSpPr/>
          <p:nvPr/>
        </p:nvGrpSpPr>
        <p:grpSpPr>
          <a:xfrm>
            <a:off x="3071012" y="3344787"/>
            <a:ext cx="371785" cy="369974"/>
            <a:chOff x="-38172725" y="3588000"/>
            <a:chExt cx="318200" cy="316650"/>
          </a:xfrm>
        </p:grpSpPr>
        <p:sp>
          <p:nvSpPr>
            <p:cNvPr id="6226" name="Google Shape;6226;p81"/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81"/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81"/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81"/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81"/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81"/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81"/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81"/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4" name="Google Shape;6234;p81"/>
          <p:cNvGrpSpPr/>
          <p:nvPr/>
        </p:nvGrpSpPr>
        <p:grpSpPr>
          <a:xfrm>
            <a:off x="3146914" y="3803222"/>
            <a:ext cx="219981" cy="369974"/>
            <a:chOff x="-38109725" y="3955025"/>
            <a:chExt cx="188275" cy="316650"/>
          </a:xfrm>
        </p:grpSpPr>
        <p:sp>
          <p:nvSpPr>
            <p:cNvPr id="6235" name="Google Shape;6235;p81"/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81"/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7" name="Google Shape;6237;p81"/>
          <p:cNvSpPr/>
          <p:nvPr/>
        </p:nvSpPr>
        <p:spPr>
          <a:xfrm>
            <a:off x="2248517" y="4262983"/>
            <a:ext cx="383790" cy="370266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38" name="Google Shape;6238;p81"/>
          <p:cNvGrpSpPr/>
          <p:nvPr/>
        </p:nvGrpSpPr>
        <p:grpSpPr>
          <a:xfrm>
            <a:off x="2562313" y="1534643"/>
            <a:ext cx="373654" cy="369068"/>
            <a:chOff x="-41530375" y="3218800"/>
            <a:chExt cx="319800" cy="315875"/>
          </a:xfrm>
        </p:grpSpPr>
        <p:sp>
          <p:nvSpPr>
            <p:cNvPr id="6239" name="Google Shape;6239;p81"/>
            <p:cNvSpPr/>
            <p:nvPr/>
          </p:nvSpPr>
          <p:spPr>
            <a:xfrm>
              <a:off x="-41530375" y="3337550"/>
              <a:ext cx="199300" cy="197125"/>
            </a:xfrm>
            <a:custGeom>
              <a:avLst/>
              <a:gdLst/>
              <a:ahLst/>
              <a:cxnLst/>
              <a:rect l="l" t="t" r="r" b="b"/>
              <a:pathLst>
                <a:path w="7972" h="7885" extrusionOk="0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81"/>
            <p:cNvSpPr/>
            <p:nvPr/>
          </p:nvSpPr>
          <p:spPr>
            <a:xfrm>
              <a:off x="-41435075" y="3218800"/>
              <a:ext cx="224500" cy="221950"/>
            </a:xfrm>
            <a:custGeom>
              <a:avLst/>
              <a:gdLst/>
              <a:ahLst/>
              <a:cxnLst/>
              <a:rect l="l" t="t" r="r" b="b"/>
              <a:pathLst>
                <a:path w="8980" h="8878" extrusionOk="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1" name="Google Shape;6241;p81"/>
          <p:cNvGrpSpPr/>
          <p:nvPr/>
        </p:nvGrpSpPr>
        <p:grpSpPr>
          <a:xfrm>
            <a:off x="2564607" y="2049801"/>
            <a:ext cx="369068" cy="289004"/>
            <a:chOff x="-41526450" y="3653375"/>
            <a:chExt cx="315875" cy="247350"/>
          </a:xfrm>
        </p:grpSpPr>
        <p:sp>
          <p:nvSpPr>
            <p:cNvPr id="6242" name="Google Shape;6242;p81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81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4" name="Google Shape;6244;p81"/>
          <p:cNvGrpSpPr/>
          <p:nvPr/>
        </p:nvGrpSpPr>
        <p:grpSpPr>
          <a:xfrm>
            <a:off x="2565994" y="2412465"/>
            <a:ext cx="366293" cy="369974"/>
            <a:chOff x="-41526450" y="3951100"/>
            <a:chExt cx="313500" cy="316650"/>
          </a:xfrm>
        </p:grpSpPr>
        <p:sp>
          <p:nvSpPr>
            <p:cNvPr id="6245" name="Google Shape;6245;p81"/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81"/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81"/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8" name="Google Shape;6248;p81"/>
          <p:cNvGrpSpPr/>
          <p:nvPr/>
        </p:nvGrpSpPr>
        <p:grpSpPr>
          <a:xfrm>
            <a:off x="1331249" y="2906594"/>
            <a:ext cx="339595" cy="371814"/>
            <a:chOff x="-39625900" y="3238300"/>
            <a:chExt cx="290650" cy="318225"/>
          </a:xfrm>
        </p:grpSpPr>
        <p:sp>
          <p:nvSpPr>
            <p:cNvPr id="6249" name="Google Shape;6249;p81"/>
            <p:cNvSpPr/>
            <p:nvPr/>
          </p:nvSpPr>
          <p:spPr>
            <a:xfrm>
              <a:off x="-39625900" y="3238300"/>
              <a:ext cx="290650" cy="318225"/>
            </a:xfrm>
            <a:custGeom>
              <a:avLst/>
              <a:gdLst/>
              <a:ahLst/>
              <a:cxnLst/>
              <a:rect l="l" t="t" r="r" b="b"/>
              <a:pathLst>
                <a:path w="11626" h="12729" extrusionOk="0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81"/>
            <p:cNvSpPr/>
            <p:nvPr/>
          </p:nvSpPr>
          <p:spPr>
            <a:xfrm>
              <a:off x="-39521150" y="3328875"/>
              <a:ext cx="82725" cy="227650"/>
            </a:xfrm>
            <a:custGeom>
              <a:avLst/>
              <a:gdLst/>
              <a:ahLst/>
              <a:cxnLst/>
              <a:rect l="l" t="t" r="r" b="b"/>
              <a:pathLst>
                <a:path w="3309" h="9106" extrusionOk="0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1" name="Google Shape;6251;p81"/>
          <p:cNvSpPr/>
          <p:nvPr/>
        </p:nvSpPr>
        <p:spPr>
          <a:xfrm>
            <a:off x="1353422" y="3365720"/>
            <a:ext cx="315672" cy="369974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52" name="Google Shape;6252;p81"/>
          <p:cNvGrpSpPr/>
          <p:nvPr/>
        </p:nvGrpSpPr>
        <p:grpSpPr>
          <a:xfrm>
            <a:off x="1325300" y="3823055"/>
            <a:ext cx="366293" cy="370441"/>
            <a:chOff x="-39647175" y="3972000"/>
            <a:chExt cx="313500" cy="317050"/>
          </a:xfrm>
        </p:grpSpPr>
        <p:sp>
          <p:nvSpPr>
            <p:cNvPr id="6253" name="Google Shape;6253;p81"/>
            <p:cNvSpPr/>
            <p:nvPr/>
          </p:nvSpPr>
          <p:spPr>
            <a:xfrm>
              <a:off x="-39647175" y="3972000"/>
              <a:ext cx="95325" cy="153975"/>
            </a:xfrm>
            <a:custGeom>
              <a:avLst/>
              <a:gdLst/>
              <a:ahLst/>
              <a:cxnLst/>
              <a:rect l="l" t="t" r="r" b="b"/>
              <a:pathLst>
                <a:path w="3813" h="6159" extrusionOk="0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81"/>
            <p:cNvSpPr/>
            <p:nvPr/>
          </p:nvSpPr>
          <p:spPr>
            <a:xfrm>
              <a:off x="-39588875" y="4011750"/>
              <a:ext cx="216600" cy="277300"/>
            </a:xfrm>
            <a:custGeom>
              <a:avLst/>
              <a:gdLst/>
              <a:ahLst/>
              <a:cxnLst/>
              <a:rect l="l" t="t" r="r" b="b"/>
              <a:pathLst>
                <a:path w="8664" h="11092" extrusionOk="0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81"/>
            <p:cNvSpPr/>
            <p:nvPr/>
          </p:nvSpPr>
          <p:spPr>
            <a:xfrm>
              <a:off x="-39398275" y="4073975"/>
              <a:ext cx="64600" cy="71600"/>
            </a:xfrm>
            <a:custGeom>
              <a:avLst/>
              <a:gdLst/>
              <a:ahLst/>
              <a:cxnLst/>
              <a:rect l="l" t="t" r="r" b="b"/>
              <a:pathLst>
                <a:path w="2584" h="2864" extrusionOk="0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6" name="Google Shape;6256;p81"/>
          <p:cNvGrpSpPr/>
          <p:nvPr/>
        </p:nvGrpSpPr>
        <p:grpSpPr>
          <a:xfrm>
            <a:off x="3494427" y="2887053"/>
            <a:ext cx="375495" cy="370879"/>
            <a:chOff x="-37808850" y="3221575"/>
            <a:chExt cx="321375" cy="317425"/>
          </a:xfrm>
        </p:grpSpPr>
        <p:sp>
          <p:nvSpPr>
            <p:cNvPr id="6257" name="Google Shape;6257;p81"/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81"/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9" name="Google Shape;6259;p81"/>
          <p:cNvGrpSpPr/>
          <p:nvPr/>
        </p:nvGrpSpPr>
        <p:grpSpPr>
          <a:xfrm>
            <a:off x="3503201" y="3409084"/>
            <a:ext cx="372749" cy="241158"/>
            <a:chOff x="-37806500" y="3643030"/>
            <a:chExt cx="319025" cy="206400"/>
          </a:xfrm>
        </p:grpSpPr>
        <p:sp>
          <p:nvSpPr>
            <p:cNvPr id="6260" name="Google Shape;6260;p81"/>
            <p:cNvSpPr/>
            <p:nvPr/>
          </p:nvSpPr>
          <p:spPr>
            <a:xfrm>
              <a:off x="-37615100" y="375970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81"/>
            <p:cNvSpPr/>
            <p:nvPr/>
          </p:nvSpPr>
          <p:spPr>
            <a:xfrm>
              <a:off x="-37806500" y="364303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2" name="Google Shape;6262;p81"/>
          <p:cNvGrpSpPr/>
          <p:nvPr/>
        </p:nvGrpSpPr>
        <p:grpSpPr>
          <a:xfrm>
            <a:off x="3505508" y="3801381"/>
            <a:ext cx="368134" cy="371814"/>
            <a:chOff x="-37804925" y="3953450"/>
            <a:chExt cx="315075" cy="318225"/>
          </a:xfrm>
        </p:grpSpPr>
        <p:sp>
          <p:nvSpPr>
            <p:cNvPr id="6263" name="Google Shape;6263;p81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81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81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66" name="Google Shape;6266;p81"/>
          <p:cNvSpPr/>
          <p:nvPr/>
        </p:nvSpPr>
        <p:spPr>
          <a:xfrm>
            <a:off x="2754452" y="4266125"/>
            <a:ext cx="265986" cy="369039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7" name="Google Shape;6267;p81"/>
          <p:cNvGrpSpPr/>
          <p:nvPr/>
        </p:nvGrpSpPr>
        <p:grpSpPr>
          <a:xfrm>
            <a:off x="4860977" y="1553988"/>
            <a:ext cx="355663" cy="308725"/>
            <a:chOff x="-28462125" y="3199700"/>
            <a:chExt cx="298550" cy="259150"/>
          </a:xfrm>
        </p:grpSpPr>
        <p:sp>
          <p:nvSpPr>
            <p:cNvPr id="6268" name="Google Shape;6268;p81"/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81"/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81"/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1" name="Google Shape;6271;p81"/>
          <p:cNvGrpSpPr/>
          <p:nvPr/>
        </p:nvGrpSpPr>
        <p:grpSpPr>
          <a:xfrm>
            <a:off x="4861930" y="1988678"/>
            <a:ext cx="353757" cy="352833"/>
            <a:chOff x="-28461325" y="3545475"/>
            <a:chExt cx="296950" cy="296175"/>
          </a:xfrm>
        </p:grpSpPr>
        <p:sp>
          <p:nvSpPr>
            <p:cNvPr id="6272" name="Google Shape;6272;p81"/>
            <p:cNvSpPr/>
            <p:nvPr/>
          </p:nvSpPr>
          <p:spPr>
            <a:xfrm>
              <a:off x="-28461325" y="3666775"/>
              <a:ext cx="34675" cy="52775"/>
            </a:xfrm>
            <a:custGeom>
              <a:avLst/>
              <a:gdLst/>
              <a:ahLst/>
              <a:cxnLst/>
              <a:rect l="l" t="t" r="r" b="b"/>
              <a:pathLst>
                <a:path w="1387" h="2111" extrusionOk="0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81"/>
            <p:cNvSpPr/>
            <p:nvPr/>
          </p:nvSpPr>
          <p:spPr>
            <a:xfrm>
              <a:off x="-28461325" y="3737650"/>
              <a:ext cx="52775" cy="17350"/>
            </a:xfrm>
            <a:custGeom>
              <a:avLst/>
              <a:gdLst/>
              <a:ahLst/>
              <a:cxnLst/>
              <a:rect l="l" t="t" r="r" b="b"/>
              <a:pathLst>
                <a:path w="2111" h="694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81"/>
            <p:cNvSpPr/>
            <p:nvPr/>
          </p:nvSpPr>
          <p:spPr>
            <a:xfrm>
              <a:off x="-28461325" y="3632100"/>
              <a:ext cx="52775" cy="17375"/>
            </a:xfrm>
            <a:custGeom>
              <a:avLst/>
              <a:gdLst/>
              <a:ahLst/>
              <a:cxnLst/>
              <a:rect l="l" t="t" r="r" b="b"/>
              <a:pathLst>
                <a:path w="2111" h="695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81"/>
            <p:cNvSpPr/>
            <p:nvPr/>
          </p:nvSpPr>
          <p:spPr>
            <a:xfrm>
              <a:off x="-28460550" y="35454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81"/>
            <p:cNvSpPr/>
            <p:nvPr/>
          </p:nvSpPr>
          <p:spPr>
            <a:xfrm>
              <a:off x="-28347925" y="3649450"/>
              <a:ext cx="86675" cy="86650"/>
            </a:xfrm>
            <a:custGeom>
              <a:avLst/>
              <a:gdLst/>
              <a:ahLst/>
              <a:cxnLst/>
              <a:rect l="l" t="t" r="r" b="b"/>
              <a:pathLst>
                <a:path w="3467" h="3466" extrusionOk="0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81"/>
            <p:cNvSpPr/>
            <p:nvPr/>
          </p:nvSpPr>
          <p:spPr>
            <a:xfrm>
              <a:off x="-28408550" y="3597450"/>
              <a:ext cx="191400" cy="192200"/>
            </a:xfrm>
            <a:custGeom>
              <a:avLst/>
              <a:gdLst/>
              <a:ahLst/>
              <a:cxnLst/>
              <a:rect l="l" t="t" r="r" b="b"/>
              <a:pathLst>
                <a:path w="7656" h="7688" extrusionOk="0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8" name="Google Shape;6278;p81"/>
          <p:cNvGrpSpPr/>
          <p:nvPr/>
        </p:nvGrpSpPr>
        <p:grpSpPr>
          <a:xfrm>
            <a:off x="4858162" y="2438722"/>
            <a:ext cx="361292" cy="352803"/>
            <a:chOff x="-28463700" y="3914875"/>
            <a:chExt cx="303275" cy="296150"/>
          </a:xfrm>
        </p:grpSpPr>
        <p:sp>
          <p:nvSpPr>
            <p:cNvPr id="6279" name="Google Shape;6279;p81"/>
            <p:cNvSpPr/>
            <p:nvPr/>
          </p:nvSpPr>
          <p:spPr>
            <a:xfrm>
              <a:off x="-28333725" y="4057375"/>
              <a:ext cx="86650" cy="64650"/>
            </a:xfrm>
            <a:custGeom>
              <a:avLst/>
              <a:gdLst/>
              <a:ahLst/>
              <a:cxnLst/>
              <a:rect l="l" t="t" r="r" b="b"/>
              <a:pathLst>
                <a:path w="3466" h="2586" extrusionOk="0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81"/>
            <p:cNvSpPr/>
            <p:nvPr/>
          </p:nvSpPr>
          <p:spPr>
            <a:xfrm>
              <a:off x="-28463700" y="3914875"/>
              <a:ext cx="303275" cy="296150"/>
            </a:xfrm>
            <a:custGeom>
              <a:avLst/>
              <a:gdLst/>
              <a:ahLst/>
              <a:cxnLst/>
              <a:rect l="l" t="t" r="r" b="b"/>
              <a:pathLst>
                <a:path w="12131" h="11846" extrusionOk="0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1" name="Google Shape;6281;p81"/>
          <p:cNvGrpSpPr/>
          <p:nvPr/>
        </p:nvGrpSpPr>
        <p:grpSpPr>
          <a:xfrm>
            <a:off x="7092947" y="1594805"/>
            <a:ext cx="351880" cy="227092"/>
            <a:chOff x="-26573400" y="3224125"/>
            <a:chExt cx="295375" cy="190625"/>
          </a:xfrm>
        </p:grpSpPr>
        <p:sp>
          <p:nvSpPr>
            <p:cNvPr id="6282" name="Google Shape;6282;p81"/>
            <p:cNvSpPr/>
            <p:nvPr/>
          </p:nvSpPr>
          <p:spPr>
            <a:xfrm>
              <a:off x="-26330800" y="3327900"/>
              <a:ext cx="52775" cy="68750"/>
            </a:xfrm>
            <a:custGeom>
              <a:avLst/>
              <a:gdLst/>
              <a:ahLst/>
              <a:cxnLst/>
              <a:rect l="l" t="t" r="r" b="b"/>
              <a:pathLst>
                <a:path w="2111" h="2750" extrusionOk="0">
                  <a:moveTo>
                    <a:pt x="1067" y="0"/>
                  </a:moveTo>
                  <a:cubicBezTo>
                    <a:pt x="953" y="0"/>
                    <a:pt x="835" y="55"/>
                    <a:pt x="756" y="166"/>
                  </a:cubicBezTo>
                  <a:cubicBezTo>
                    <a:pt x="536" y="481"/>
                    <a:pt x="0" y="1300"/>
                    <a:pt x="0" y="1741"/>
                  </a:cubicBezTo>
                  <a:cubicBezTo>
                    <a:pt x="0" y="2308"/>
                    <a:pt x="473" y="2749"/>
                    <a:pt x="1040" y="2749"/>
                  </a:cubicBezTo>
                  <a:cubicBezTo>
                    <a:pt x="1638" y="2749"/>
                    <a:pt x="2048" y="2276"/>
                    <a:pt x="2048" y="1741"/>
                  </a:cubicBezTo>
                  <a:cubicBezTo>
                    <a:pt x="2111" y="1300"/>
                    <a:pt x="1575" y="481"/>
                    <a:pt x="1355" y="166"/>
                  </a:cubicBezTo>
                  <a:cubicBezTo>
                    <a:pt x="1292" y="55"/>
                    <a:pt x="1182" y="0"/>
                    <a:pt x="10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81"/>
            <p:cNvSpPr/>
            <p:nvPr/>
          </p:nvSpPr>
          <p:spPr>
            <a:xfrm>
              <a:off x="-26573400" y="3224125"/>
              <a:ext cx="293025" cy="190625"/>
            </a:xfrm>
            <a:custGeom>
              <a:avLst/>
              <a:gdLst/>
              <a:ahLst/>
              <a:cxnLst/>
              <a:rect l="l" t="t" r="r" b="b"/>
              <a:pathLst>
                <a:path w="11721" h="7625" extrusionOk="0">
                  <a:moveTo>
                    <a:pt x="10775" y="2048"/>
                  </a:moveTo>
                  <a:cubicBezTo>
                    <a:pt x="10964" y="2048"/>
                    <a:pt x="11122" y="2206"/>
                    <a:pt x="11122" y="2426"/>
                  </a:cubicBezTo>
                  <a:cubicBezTo>
                    <a:pt x="11122" y="2615"/>
                    <a:pt x="10964" y="2773"/>
                    <a:pt x="10775" y="2773"/>
                  </a:cubicBezTo>
                  <a:lnTo>
                    <a:pt x="9830" y="2773"/>
                  </a:lnTo>
                  <a:lnTo>
                    <a:pt x="9988" y="2048"/>
                  </a:lnTo>
                  <a:close/>
                  <a:moveTo>
                    <a:pt x="4474" y="2773"/>
                  </a:moveTo>
                  <a:cubicBezTo>
                    <a:pt x="4663" y="2773"/>
                    <a:pt x="4821" y="2930"/>
                    <a:pt x="4821" y="3119"/>
                  </a:cubicBezTo>
                  <a:cubicBezTo>
                    <a:pt x="4821" y="3308"/>
                    <a:pt x="4663" y="3466"/>
                    <a:pt x="4474" y="3466"/>
                  </a:cubicBezTo>
                  <a:cubicBezTo>
                    <a:pt x="4285" y="3466"/>
                    <a:pt x="4128" y="3308"/>
                    <a:pt x="4128" y="3119"/>
                  </a:cubicBezTo>
                  <a:cubicBezTo>
                    <a:pt x="4128" y="2930"/>
                    <a:pt x="4285" y="2773"/>
                    <a:pt x="4474" y="2773"/>
                  </a:cubicBezTo>
                  <a:close/>
                  <a:moveTo>
                    <a:pt x="4474" y="4159"/>
                  </a:moveTo>
                  <a:cubicBezTo>
                    <a:pt x="4663" y="4159"/>
                    <a:pt x="4821" y="4317"/>
                    <a:pt x="4821" y="4506"/>
                  </a:cubicBezTo>
                  <a:cubicBezTo>
                    <a:pt x="4821" y="4695"/>
                    <a:pt x="4663" y="4852"/>
                    <a:pt x="4474" y="4852"/>
                  </a:cubicBezTo>
                  <a:cubicBezTo>
                    <a:pt x="4285" y="4852"/>
                    <a:pt x="4128" y="4695"/>
                    <a:pt x="4128" y="4506"/>
                  </a:cubicBezTo>
                  <a:cubicBezTo>
                    <a:pt x="4128" y="4317"/>
                    <a:pt x="4285" y="4159"/>
                    <a:pt x="4474" y="4159"/>
                  </a:cubicBezTo>
                  <a:close/>
                  <a:moveTo>
                    <a:pt x="4474" y="5514"/>
                  </a:moveTo>
                  <a:cubicBezTo>
                    <a:pt x="4663" y="5514"/>
                    <a:pt x="4821" y="5671"/>
                    <a:pt x="4821" y="5892"/>
                  </a:cubicBezTo>
                  <a:cubicBezTo>
                    <a:pt x="4821" y="6081"/>
                    <a:pt x="4663" y="6238"/>
                    <a:pt x="4474" y="6238"/>
                  </a:cubicBezTo>
                  <a:cubicBezTo>
                    <a:pt x="4285" y="6238"/>
                    <a:pt x="4128" y="6081"/>
                    <a:pt x="4128" y="5892"/>
                  </a:cubicBezTo>
                  <a:cubicBezTo>
                    <a:pt x="4128" y="5671"/>
                    <a:pt x="4285" y="5514"/>
                    <a:pt x="4474" y="5514"/>
                  </a:cubicBezTo>
                  <a:close/>
                  <a:moveTo>
                    <a:pt x="3088" y="0"/>
                  </a:moveTo>
                  <a:cubicBezTo>
                    <a:pt x="1355" y="0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6238"/>
                    <a:pt x="1418" y="7625"/>
                    <a:pt x="3088" y="7625"/>
                  </a:cubicBezTo>
                  <a:lnTo>
                    <a:pt x="6554" y="7625"/>
                  </a:lnTo>
                  <a:cubicBezTo>
                    <a:pt x="7152" y="7625"/>
                    <a:pt x="7593" y="7152"/>
                    <a:pt x="7593" y="6585"/>
                  </a:cubicBezTo>
                  <a:cubicBezTo>
                    <a:pt x="7593" y="6459"/>
                    <a:pt x="7562" y="6301"/>
                    <a:pt x="7499" y="6207"/>
                  </a:cubicBezTo>
                  <a:cubicBezTo>
                    <a:pt x="7940" y="6081"/>
                    <a:pt x="8255" y="5671"/>
                    <a:pt x="8255" y="5199"/>
                  </a:cubicBezTo>
                  <a:cubicBezTo>
                    <a:pt x="8255" y="5104"/>
                    <a:pt x="8223" y="4947"/>
                    <a:pt x="8192" y="4821"/>
                  </a:cubicBezTo>
                  <a:cubicBezTo>
                    <a:pt x="8633" y="4695"/>
                    <a:pt x="8948" y="4317"/>
                    <a:pt x="8948" y="3844"/>
                  </a:cubicBezTo>
                  <a:cubicBezTo>
                    <a:pt x="8948" y="3718"/>
                    <a:pt x="8885" y="3592"/>
                    <a:pt x="8854" y="3466"/>
                  </a:cubicBezTo>
                  <a:lnTo>
                    <a:pt x="10712" y="3466"/>
                  </a:lnTo>
                  <a:cubicBezTo>
                    <a:pt x="11311" y="3466"/>
                    <a:pt x="11721" y="2993"/>
                    <a:pt x="11721" y="2458"/>
                  </a:cubicBezTo>
                  <a:cubicBezTo>
                    <a:pt x="11721" y="1891"/>
                    <a:pt x="11342" y="1387"/>
                    <a:pt x="10775" y="1387"/>
                  </a:cubicBezTo>
                  <a:lnTo>
                    <a:pt x="6554" y="1387"/>
                  </a:lnTo>
                  <a:cubicBezTo>
                    <a:pt x="6806" y="1103"/>
                    <a:pt x="6932" y="757"/>
                    <a:pt x="6932" y="379"/>
                  </a:cubicBezTo>
                  <a:cubicBezTo>
                    <a:pt x="6932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4" name="Google Shape;6284;p81"/>
          <p:cNvGrpSpPr/>
          <p:nvPr/>
        </p:nvGrpSpPr>
        <p:grpSpPr>
          <a:xfrm>
            <a:off x="7092947" y="1989140"/>
            <a:ext cx="351880" cy="351910"/>
            <a:chOff x="-26573400" y="3546250"/>
            <a:chExt cx="295375" cy="295400"/>
          </a:xfrm>
        </p:grpSpPr>
        <p:sp>
          <p:nvSpPr>
            <p:cNvPr id="6285" name="Google Shape;6285;p81"/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81"/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81"/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81"/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81"/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0" name="Google Shape;6290;p81"/>
          <p:cNvGrpSpPr/>
          <p:nvPr/>
        </p:nvGrpSpPr>
        <p:grpSpPr>
          <a:xfrm>
            <a:off x="7081228" y="2439049"/>
            <a:ext cx="375319" cy="352148"/>
            <a:chOff x="-26583625" y="3917025"/>
            <a:chExt cx="315050" cy="295600"/>
          </a:xfrm>
        </p:grpSpPr>
        <p:sp>
          <p:nvSpPr>
            <p:cNvPr id="6291" name="Google Shape;6291;p81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81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81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81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95" name="Google Shape;6295;p81"/>
          <p:cNvSpPr/>
          <p:nvPr/>
        </p:nvSpPr>
        <p:spPr>
          <a:xfrm>
            <a:off x="5748315" y="2919564"/>
            <a:ext cx="352833" cy="351880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6" name="Google Shape;6296;p81"/>
          <p:cNvGrpSpPr/>
          <p:nvPr/>
        </p:nvGrpSpPr>
        <p:grpSpPr>
          <a:xfrm>
            <a:off x="5779742" y="3398079"/>
            <a:ext cx="289039" cy="352833"/>
            <a:chOff x="-24694925" y="3518700"/>
            <a:chExt cx="242625" cy="296175"/>
          </a:xfrm>
        </p:grpSpPr>
        <p:sp>
          <p:nvSpPr>
            <p:cNvPr id="6297" name="Google Shape;6297;p81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81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81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81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1" name="Google Shape;6301;p81"/>
          <p:cNvGrpSpPr/>
          <p:nvPr/>
        </p:nvGrpSpPr>
        <p:grpSpPr>
          <a:xfrm>
            <a:off x="5779280" y="3848107"/>
            <a:ext cx="289962" cy="352833"/>
            <a:chOff x="-24709100" y="3888875"/>
            <a:chExt cx="243400" cy="296175"/>
          </a:xfrm>
        </p:grpSpPr>
        <p:sp>
          <p:nvSpPr>
            <p:cNvPr id="6302" name="Google Shape;6302;p81"/>
            <p:cNvSpPr/>
            <p:nvPr/>
          </p:nvSpPr>
          <p:spPr>
            <a:xfrm>
              <a:off x="-24587800" y="3888875"/>
              <a:ext cx="105575" cy="227650"/>
            </a:xfrm>
            <a:custGeom>
              <a:avLst/>
              <a:gdLst/>
              <a:ahLst/>
              <a:cxnLst/>
              <a:rect l="l" t="t" r="r" b="b"/>
              <a:pathLst>
                <a:path w="4223" h="9106" extrusionOk="0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81"/>
            <p:cNvSpPr/>
            <p:nvPr/>
          </p:nvSpPr>
          <p:spPr>
            <a:xfrm>
              <a:off x="-24536600" y="4132250"/>
              <a:ext cx="70900" cy="17350"/>
            </a:xfrm>
            <a:custGeom>
              <a:avLst/>
              <a:gdLst/>
              <a:ahLst/>
              <a:cxnLst/>
              <a:rect l="l" t="t" r="r" b="b"/>
              <a:pathLst>
                <a:path w="2836" h="694" extrusionOk="0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81"/>
            <p:cNvSpPr/>
            <p:nvPr/>
          </p:nvSpPr>
          <p:spPr>
            <a:xfrm>
              <a:off x="-24709100" y="3963700"/>
              <a:ext cx="208750" cy="221350"/>
            </a:xfrm>
            <a:custGeom>
              <a:avLst/>
              <a:gdLst/>
              <a:ahLst/>
              <a:cxnLst/>
              <a:rect l="l" t="t" r="r" b="b"/>
              <a:pathLst>
                <a:path w="8350" h="8854" extrusionOk="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5" name="Google Shape;6305;p81"/>
          <p:cNvGrpSpPr/>
          <p:nvPr/>
        </p:nvGrpSpPr>
        <p:grpSpPr>
          <a:xfrm>
            <a:off x="7979280" y="2920770"/>
            <a:ext cx="356556" cy="349557"/>
            <a:chOff x="-22863675" y="3131775"/>
            <a:chExt cx="299300" cy="293425"/>
          </a:xfrm>
        </p:grpSpPr>
        <p:sp>
          <p:nvSpPr>
            <p:cNvPr id="6306" name="Google Shape;6306;p81"/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81"/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81"/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9" name="Google Shape;6309;p81"/>
          <p:cNvGrpSpPr/>
          <p:nvPr/>
        </p:nvGrpSpPr>
        <p:grpSpPr>
          <a:xfrm>
            <a:off x="5322144" y="1531949"/>
            <a:ext cx="310602" cy="352803"/>
            <a:chOff x="-28069875" y="3175300"/>
            <a:chExt cx="260725" cy="296150"/>
          </a:xfrm>
        </p:grpSpPr>
        <p:sp>
          <p:nvSpPr>
            <p:cNvPr id="6310" name="Google Shape;6310;p81"/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81"/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81"/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81"/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81"/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81"/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81"/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81"/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81"/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9" name="Google Shape;6319;p81"/>
          <p:cNvSpPr/>
          <p:nvPr/>
        </p:nvSpPr>
        <p:spPr>
          <a:xfrm>
            <a:off x="5301578" y="1989685"/>
            <a:ext cx="352803" cy="350719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0" name="Google Shape;6320;p81"/>
          <p:cNvGrpSpPr/>
          <p:nvPr/>
        </p:nvGrpSpPr>
        <p:grpSpPr>
          <a:xfrm>
            <a:off x="5363423" y="2439183"/>
            <a:ext cx="228045" cy="351880"/>
            <a:chOff x="-28032075" y="3916450"/>
            <a:chExt cx="191425" cy="295375"/>
          </a:xfrm>
        </p:grpSpPr>
        <p:sp>
          <p:nvSpPr>
            <p:cNvPr id="6321" name="Google Shape;6321;p81"/>
            <p:cNvSpPr/>
            <p:nvPr/>
          </p:nvSpPr>
          <p:spPr>
            <a:xfrm>
              <a:off x="-27996625" y="3916450"/>
              <a:ext cx="120525" cy="51225"/>
            </a:xfrm>
            <a:custGeom>
              <a:avLst/>
              <a:gdLst/>
              <a:ahLst/>
              <a:cxnLst/>
              <a:rect l="l" t="t" r="r" b="b"/>
              <a:pathLst>
                <a:path w="4821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81"/>
            <p:cNvSpPr/>
            <p:nvPr/>
          </p:nvSpPr>
          <p:spPr>
            <a:xfrm>
              <a:off x="-28032075" y="4089975"/>
              <a:ext cx="191425" cy="121850"/>
            </a:xfrm>
            <a:custGeom>
              <a:avLst/>
              <a:gdLst/>
              <a:ahLst/>
              <a:cxnLst/>
              <a:rect l="l" t="t" r="r" b="b"/>
              <a:pathLst>
                <a:path w="7657" h="4874" extrusionOk="0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81"/>
            <p:cNvSpPr/>
            <p:nvPr/>
          </p:nvSpPr>
          <p:spPr>
            <a:xfrm>
              <a:off x="-28024975" y="3985750"/>
              <a:ext cx="181950" cy="121975"/>
            </a:xfrm>
            <a:custGeom>
              <a:avLst/>
              <a:gdLst/>
              <a:ahLst/>
              <a:cxnLst/>
              <a:rect l="l" t="t" r="r" b="b"/>
              <a:pathLst>
                <a:path w="7278" h="4879" extrusionOk="0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4" name="Google Shape;6324;p81"/>
          <p:cNvGrpSpPr/>
          <p:nvPr/>
        </p:nvGrpSpPr>
        <p:grpSpPr>
          <a:xfrm>
            <a:off x="7528769" y="1531934"/>
            <a:ext cx="352833" cy="352833"/>
            <a:chOff x="-26201650" y="3176075"/>
            <a:chExt cx="296175" cy="296175"/>
          </a:xfrm>
        </p:grpSpPr>
        <p:sp>
          <p:nvSpPr>
            <p:cNvPr id="6325" name="Google Shape;6325;p81"/>
            <p:cNvSpPr/>
            <p:nvPr/>
          </p:nvSpPr>
          <p:spPr>
            <a:xfrm>
              <a:off x="-26082700" y="3176075"/>
              <a:ext cx="51200" cy="226875"/>
            </a:xfrm>
            <a:custGeom>
              <a:avLst/>
              <a:gdLst/>
              <a:ahLst/>
              <a:cxnLst/>
              <a:rect l="l" t="t" r="r" b="b"/>
              <a:pathLst>
                <a:path w="2048" h="9075" extrusionOk="0">
                  <a:moveTo>
                    <a:pt x="1071" y="1"/>
                  </a:moveTo>
                  <a:cubicBezTo>
                    <a:pt x="882" y="1"/>
                    <a:pt x="725" y="158"/>
                    <a:pt x="725" y="347"/>
                  </a:cubicBezTo>
                  <a:lnTo>
                    <a:pt x="725" y="6554"/>
                  </a:lnTo>
                  <a:cubicBezTo>
                    <a:pt x="473" y="6900"/>
                    <a:pt x="0" y="7656"/>
                    <a:pt x="0" y="8034"/>
                  </a:cubicBezTo>
                  <a:cubicBezTo>
                    <a:pt x="0" y="8633"/>
                    <a:pt x="473" y="9074"/>
                    <a:pt x="1040" y="9074"/>
                  </a:cubicBezTo>
                  <a:cubicBezTo>
                    <a:pt x="1638" y="9074"/>
                    <a:pt x="2048" y="8602"/>
                    <a:pt x="2048" y="8034"/>
                  </a:cubicBezTo>
                  <a:cubicBezTo>
                    <a:pt x="2048" y="7656"/>
                    <a:pt x="1638" y="6900"/>
                    <a:pt x="1355" y="6554"/>
                  </a:cubicBezTo>
                  <a:lnTo>
                    <a:pt x="1355" y="347"/>
                  </a:lnTo>
                  <a:cubicBezTo>
                    <a:pt x="1386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81"/>
            <p:cNvSpPr/>
            <p:nvPr/>
          </p:nvSpPr>
          <p:spPr>
            <a:xfrm>
              <a:off x="-26201650" y="3317075"/>
              <a:ext cx="296175" cy="155175"/>
            </a:xfrm>
            <a:custGeom>
              <a:avLst/>
              <a:gdLst/>
              <a:ahLst/>
              <a:cxnLst/>
              <a:rect l="l" t="t" r="r" b="b"/>
              <a:pathLst>
                <a:path w="11847" h="6207" extrusionOk="0">
                  <a:moveTo>
                    <a:pt x="3939" y="662"/>
                  </a:moveTo>
                  <a:cubicBezTo>
                    <a:pt x="3876" y="914"/>
                    <a:pt x="3750" y="1134"/>
                    <a:pt x="3624" y="1323"/>
                  </a:cubicBezTo>
                  <a:cubicBezTo>
                    <a:pt x="3624" y="1386"/>
                    <a:pt x="3593" y="1418"/>
                    <a:pt x="3593" y="1481"/>
                  </a:cubicBezTo>
                  <a:cubicBezTo>
                    <a:pt x="3277" y="1292"/>
                    <a:pt x="2836" y="1229"/>
                    <a:pt x="2490" y="1229"/>
                  </a:cubicBezTo>
                  <a:cubicBezTo>
                    <a:pt x="1986" y="1229"/>
                    <a:pt x="1293" y="1386"/>
                    <a:pt x="1041" y="1859"/>
                  </a:cubicBezTo>
                  <a:cubicBezTo>
                    <a:pt x="915" y="2048"/>
                    <a:pt x="757" y="2111"/>
                    <a:pt x="568" y="2111"/>
                  </a:cubicBezTo>
                  <a:lnTo>
                    <a:pt x="568" y="1008"/>
                  </a:lnTo>
                  <a:cubicBezTo>
                    <a:pt x="568" y="819"/>
                    <a:pt x="726" y="662"/>
                    <a:pt x="915" y="662"/>
                  </a:cubicBezTo>
                  <a:close/>
                  <a:moveTo>
                    <a:pt x="10681" y="662"/>
                  </a:moveTo>
                  <a:cubicBezTo>
                    <a:pt x="10870" y="662"/>
                    <a:pt x="11028" y="819"/>
                    <a:pt x="11028" y="1008"/>
                  </a:cubicBezTo>
                  <a:lnTo>
                    <a:pt x="11028" y="2111"/>
                  </a:lnTo>
                  <a:cubicBezTo>
                    <a:pt x="10870" y="2111"/>
                    <a:pt x="10681" y="2048"/>
                    <a:pt x="10555" y="1859"/>
                  </a:cubicBezTo>
                  <a:cubicBezTo>
                    <a:pt x="10335" y="1449"/>
                    <a:pt x="9894" y="1229"/>
                    <a:pt x="9452" y="1229"/>
                  </a:cubicBezTo>
                  <a:cubicBezTo>
                    <a:pt x="9011" y="1229"/>
                    <a:pt x="8602" y="1449"/>
                    <a:pt x="8350" y="1859"/>
                  </a:cubicBezTo>
                  <a:cubicBezTo>
                    <a:pt x="8318" y="1922"/>
                    <a:pt x="8224" y="2016"/>
                    <a:pt x="8192" y="2048"/>
                  </a:cubicBezTo>
                  <a:cubicBezTo>
                    <a:pt x="8161" y="1733"/>
                    <a:pt x="8003" y="1292"/>
                    <a:pt x="7657" y="662"/>
                  </a:cubicBezTo>
                  <a:close/>
                  <a:moveTo>
                    <a:pt x="2332" y="2741"/>
                  </a:moveTo>
                  <a:cubicBezTo>
                    <a:pt x="2521" y="2741"/>
                    <a:pt x="2679" y="2899"/>
                    <a:pt x="2679" y="3119"/>
                  </a:cubicBezTo>
                  <a:cubicBezTo>
                    <a:pt x="2679" y="3308"/>
                    <a:pt x="2521" y="3466"/>
                    <a:pt x="2332" y="3466"/>
                  </a:cubicBezTo>
                  <a:cubicBezTo>
                    <a:pt x="2143" y="3466"/>
                    <a:pt x="1986" y="3308"/>
                    <a:pt x="1986" y="3119"/>
                  </a:cubicBezTo>
                  <a:cubicBezTo>
                    <a:pt x="1986" y="2899"/>
                    <a:pt x="2143" y="2741"/>
                    <a:pt x="2332" y="2741"/>
                  </a:cubicBezTo>
                  <a:close/>
                  <a:moveTo>
                    <a:pt x="9295" y="2741"/>
                  </a:moveTo>
                  <a:cubicBezTo>
                    <a:pt x="9484" y="2741"/>
                    <a:pt x="9641" y="2899"/>
                    <a:pt x="9641" y="3119"/>
                  </a:cubicBezTo>
                  <a:cubicBezTo>
                    <a:pt x="9641" y="3308"/>
                    <a:pt x="9484" y="3466"/>
                    <a:pt x="9295" y="3466"/>
                  </a:cubicBezTo>
                  <a:cubicBezTo>
                    <a:pt x="9106" y="3466"/>
                    <a:pt x="8948" y="3308"/>
                    <a:pt x="8948" y="3119"/>
                  </a:cubicBezTo>
                  <a:cubicBezTo>
                    <a:pt x="8948" y="2899"/>
                    <a:pt x="9106" y="2741"/>
                    <a:pt x="9295" y="2741"/>
                  </a:cubicBezTo>
                  <a:close/>
                  <a:moveTo>
                    <a:pt x="1608" y="4127"/>
                  </a:moveTo>
                  <a:cubicBezTo>
                    <a:pt x="1828" y="4127"/>
                    <a:pt x="1986" y="4285"/>
                    <a:pt x="1986" y="4474"/>
                  </a:cubicBezTo>
                  <a:cubicBezTo>
                    <a:pt x="1986" y="4694"/>
                    <a:pt x="1828" y="4852"/>
                    <a:pt x="1608" y="4852"/>
                  </a:cubicBezTo>
                  <a:cubicBezTo>
                    <a:pt x="1419" y="4852"/>
                    <a:pt x="1261" y="4694"/>
                    <a:pt x="1261" y="4474"/>
                  </a:cubicBezTo>
                  <a:cubicBezTo>
                    <a:pt x="1261" y="4285"/>
                    <a:pt x="1419" y="4127"/>
                    <a:pt x="1608" y="4127"/>
                  </a:cubicBezTo>
                  <a:close/>
                  <a:moveTo>
                    <a:pt x="3025" y="4127"/>
                  </a:moveTo>
                  <a:cubicBezTo>
                    <a:pt x="3246" y="4127"/>
                    <a:pt x="3404" y="4285"/>
                    <a:pt x="3404" y="4474"/>
                  </a:cubicBezTo>
                  <a:cubicBezTo>
                    <a:pt x="3404" y="4694"/>
                    <a:pt x="3183" y="4852"/>
                    <a:pt x="3025" y="4852"/>
                  </a:cubicBezTo>
                  <a:cubicBezTo>
                    <a:pt x="2836" y="4852"/>
                    <a:pt x="2679" y="4694"/>
                    <a:pt x="2679" y="4474"/>
                  </a:cubicBezTo>
                  <a:cubicBezTo>
                    <a:pt x="2679" y="4285"/>
                    <a:pt x="2836" y="4127"/>
                    <a:pt x="3025" y="4127"/>
                  </a:cubicBezTo>
                  <a:close/>
                  <a:moveTo>
                    <a:pt x="8602" y="4127"/>
                  </a:moveTo>
                  <a:cubicBezTo>
                    <a:pt x="8791" y="4127"/>
                    <a:pt x="8948" y="4285"/>
                    <a:pt x="8948" y="4474"/>
                  </a:cubicBezTo>
                  <a:cubicBezTo>
                    <a:pt x="8948" y="4694"/>
                    <a:pt x="8791" y="4852"/>
                    <a:pt x="8602" y="4852"/>
                  </a:cubicBezTo>
                  <a:cubicBezTo>
                    <a:pt x="8381" y="4852"/>
                    <a:pt x="8224" y="4694"/>
                    <a:pt x="8224" y="4474"/>
                  </a:cubicBezTo>
                  <a:cubicBezTo>
                    <a:pt x="8224" y="4285"/>
                    <a:pt x="8381" y="4127"/>
                    <a:pt x="8602" y="4127"/>
                  </a:cubicBezTo>
                  <a:close/>
                  <a:moveTo>
                    <a:pt x="9957" y="4127"/>
                  </a:moveTo>
                  <a:cubicBezTo>
                    <a:pt x="10177" y="4127"/>
                    <a:pt x="10335" y="4285"/>
                    <a:pt x="10335" y="4474"/>
                  </a:cubicBezTo>
                  <a:cubicBezTo>
                    <a:pt x="10335" y="4694"/>
                    <a:pt x="10177" y="4852"/>
                    <a:pt x="9957" y="4852"/>
                  </a:cubicBezTo>
                  <a:cubicBezTo>
                    <a:pt x="9768" y="4852"/>
                    <a:pt x="9610" y="4694"/>
                    <a:pt x="9610" y="4474"/>
                  </a:cubicBezTo>
                  <a:cubicBezTo>
                    <a:pt x="9610" y="4285"/>
                    <a:pt x="9768" y="4127"/>
                    <a:pt x="9957" y="4127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08"/>
                  </a:cubicBezTo>
                  <a:lnTo>
                    <a:pt x="1" y="5860"/>
                  </a:lnTo>
                  <a:cubicBezTo>
                    <a:pt x="1" y="6049"/>
                    <a:pt x="159" y="6207"/>
                    <a:pt x="348" y="6207"/>
                  </a:cubicBezTo>
                  <a:lnTo>
                    <a:pt x="11500" y="6207"/>
                  </a:lnTo>
                  <a:cubicBezTo>
                    <a:pt x="11689" y="6207"/>
                    <a:pt x="11847" y="6049"/>
                    <a:pt x="11847" y="5860"/>
                  </a:cubicBezTo>
                  <a:lnTo>
                    <a:pt x="11847" y="1008"/>
                  </a:lnTo>
                  <a:cubicBezTo>
                    <a:pt x="11752" y="441"/>
                    <a:pt x="11280" y="0"/>
                    <a:pt x="10713" y="0"/>
                  </a:cubicBezTo>
                  <a:lnTo>
                    <a:pt x="7058" y="0"/>
                  </a:lnTo>
                  <a:cubicBezTo>
                    <a:pt x="6775" y="0"/>
                    <a:pt x="6617" y="315"/>
                    <a:pt x="6775" y="536"/>
                  </a:cubicBezTo>
                  <a:cubicBezTo>
                    <a:pt x="7342" y="1323"/>
                    <a:pt x="7594" y="1953"/>
                    <a:pt x="7594" y="2426"/>
                  </a:cubicBezTo>
                  <a:cubicBezTo>
                    <a:pt x="7594" y="2899"/>
                    <a:pt x="7405" y="3371"/>
                    <a:pt x="7027" y="3749"/>
                  </a:cubicBezTo>
                  <a:cubicBezTo>
                    <a:pt x="6686" y="4033"/>
                    <a:pt x="6243" y="4163"/>
                    <a:pt x="5813" y="4163"/>
                  </a:cubicBezTo>
                  <a:cubicBezTo>
                    <a:pt x="5766" y="4163"/>
                    <a:pt x="5719" y="4162"/>
                    <a:pt x="5672" y="4159"/>
                  </a:cubicBezTo>
                  <a:cubicBezTo>
                    <a:pt x="5168" y="4127"/>
                    <a:pt x="4695" y="3812"/>
                    <a:pt x="4443" y="3340"/>
                  </a:cubicBezTo>
                  <a:cubicBezTo>
                    <a:pt x="4128" y="2835"/>
                    <a:pt x="4097" y="2205"/>
                    <a:pt x="4349" y="1638"/>
                  </a:cubicBezTo>
                  <a:cubicBezTo>
                    <a:pt x="4506" y="1323"/>
                    <a:pt x="4695" y="945"/>
                    <a:pt x="4979" y="536"/>
                  </a:cubicBezTo>
                  <a:cubicBezTo>
                    <a:pt x="5136" y="315"/>
                    <a:pt x="4979" y="0"/>
                    <a:pt x="46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7" name="Google Shape;6327;p81"/>
          <p:cNvGrpSpPr/>
          <p:nvPr/>
        </p:nvGrpSpPr>
        <p:grpSpPr>
          <a:xfrm>
            <a:off x="7528293" y="1989155"/>
            <a:ext cx="353786" cy="351880"/>
            <a:chOff x="-26204800" y="3547050"/>
            <a:chExt cx="296975" cy="295375"/>
          </a:xfrm>
        </p:grpSpPr>
        <p:sp>
          <p:nvSpPr>
            <p:cNvPr id="6328" name="Google Shape;6328;p81"/>
            <p:cNvSpPr/>
            <p:nvPr/>
          </p:nvSpPr>
          <p:spPr>
            <a:xfrm>
              <a:off x="-26204000" y="3669125"/>
              <a:ext cx="296175" cy="173300"/>
            </a:xfrm>
            <a:custGeom>
              <a:avLst/>
              <a:gdLst/>
              <a:ahLst/>
              <a:cxnLst/>
              <a:rect l="l" t="t" r="r" b="b"/>
              <a:pathLst>
                <a:path w="11847" h="6932" extrusionOk="0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81"/>
            <p:cNvSpPr/>
            <p:nvPr/>
          </p:nvSpPr>
          <p:spPr>
            <a:xfrm>
              <a:off x="-26204800" y="3547050"/>
              <a:ext cx="296975" cy="122100"/>
            </a:xfrm>
            <a:custGeom>
              <a:avLst/>
              <a:gdLst/>
              <a:ahLst/>
              <a:cxnLst/>
              <a:rect l="l" t="t" r="r" b="b"/>
              <a:pathLst>
                <a:path w="11879" h="4884" extrusionOk="0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0" name="Google Shape;6330;p81"/>
          <p:cNvSpPr/>
          <p:nvPr/>
        </p:nvSpPr>
        <p:spPr>
          <a:xfrm>
            <a:off x="7561179" y="2438650"/>
            <a:ext cx="289009" cy="352833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31" name="Google Shape;6331;p81"/>
          <p:cNvGrpSpPr/>
          <p:nvPr/>
        </p:nvGrpSpPr>
        <p:grpSpPr>
          <a:xfrm>
            <a:off x="6199548" y="2919133"/>
            <a:ext cx="345328" cy="352833"/>
            <a:chOff x="-24353875" y="3147725"/>
            <a:chExt cx="289875" cy="296175"/>
          </a:xfrm>
        </p:grpSpPr>
        <p:sp>
          <p:nvSpPr>
            <p:cNvPr id="6332" name="Google Shape;6332;p81"/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81"/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4" name="Google Shape;6334;p81"/>
          <p:cNvGrpSpPr/>
          <p:nvPr/>
        </p:nvGrpSpPr>
        <p:grpSpPr>
          <a:xfrm>
            <a:off x="6207530" y="3398540"/>
            <a:ext cx="329365" cy="351910"/>
            <a:chOff x="-24344425" y="3519475"/>
            <a:chExt cx="276475" cy="295400"/>
          </a:xfrm>
        </p:grpSpPr>
        <p:sp>
          <p:nvSpPr>
            <p:cNvPr id="6335" name="Google Shape;6335;p81"/>
            <p:cNvSpPr/>
            <p:nvPr/>
          </p:nvSpPr>
          <p:spPr>
            <a:xfrm>
              <a:off x="-24240450" y="3554150"/>
              <a:ext cx="69325" cy="34450"/>
            </a:xfrm>
            <a:custGeom>
              <a:avLst/>
              <a:gdLst/>
              <a:ahLst/>
              <a:cxnLst/>
              <a:rect l="l" t="t" r="r" b="b"/>
              <a:pathLst>
                <a:path w="2773" h="1378" extrusionOk="0">
                  <a:moveTo>
                    <a:pt x="1387" y="0"/>
                  </a:moveTo>
                  <a:cubicBezTo>
                    <a:pt x="788" y="0"/>
                    <a:pt x="284" y="347"/>
                    <a:pt x="95" y="914"/>
                  </a:cubicBezTo>
                  <a:cubicBezTo>
                    <a:pt x="0" y="1071"/>
                    <a:pt x="95" y="1260"/>
                    <a:pt x="284" y="1355"/>
                  </a:cubicBezTo>
                  <a:cubicBezTo>
                    <a:pt x="318" y="1366"/>
                    <a:pt x="352" y="1371"/>
                    <a:pt x="385" y="1371"/>
                  </a:cubicBezTo>
                  <a:cubicBezTo>
                    <a:pt x="537" y="1371"/>
                    <a:pt x="673" y="1263"/>
                    <a:pt x="725" y="1134"/>
                  </a:cubicBezTo>
                  <a:cubicBezTo>
                    <a:pt x="788" y="882"/>
                    <a:pt x="1072" y="662"/>
                    <a:pt x="1387" y="662"/>
                  </a:cubicBezTo>
                  <a:cubicBezTo>
                    <a:pt x="1702" y="662"/>
                    <a:pt x="1922" y="882"/>
                    <a:pt x="2048" y="1134"/>
                  </a:cubicBezTo>
                  <a:cubicBezTo>
                    <a:pt x="2120" y="1301"/>
                    <a:pt x="2246" y="1378"/>
                    <a:pt x="2371" y="1378"/>
                  </a:cubicBezTo>
                  <a:cubicBezTo>
                    <a:pt x="2411" y="1378"/>
                    <a:pt x="2451" y="1370"/>
                    <a:pt x="2489" y="1355"/>
                  </a:cubicBezTo>
                  <a:cubicBezTo>
                    <a:pt x="2678" y="1260"/>
                    <a:pt x="2773" y="1071"/>
                    <a:pt x="2678" y="914"/>
                  </a:cubicBezTo>
                  <a:cubicBezTo>
                    <a:pt x="2489" y="347"/>
                    <a:pt x="1985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81"/>
            <p:cNvSpPr/>
            <p:nvPr/>
          </p:nvSpPr>
          <p:spPr>
            <a:xfrm>
              <a:off x="-24344425" y="3519475"/>
              <a:ext cx="276475" cy="295400"/>
            </a:xfrm>
            <a:custGeom>
              <a:avLst/>
              <a:gdLst/>
              <a:ahLst/>
              <a:cxnLst/>
              <a:rect l="l" t="t" r="r" b="b"/>
              <a:pathLst>
                <a:path w="11059" h="11816" extrusionOk="0">
                  <a:moveTo>
                    <a:pt x="5546" y="694"/>
                  </a:moveTo>
                  <a:cubicBezTo>
                    <a:pt x="6743" y="694"/>
                    <a:pt x="7625" y="1608"/>
                    <a:pt x="7625" y="2773"/>
                  </a:cubicBezTo>
                  <a:lnTo>
                    <a:pt x="7625" y="3120"/>
                  </a:lnTo>
                  <a:cubicBezTo>
                    <a:pt x="7625" y="3309"/>
                    <a:pt x="7467" y="3466"/>
                    <a:pt x="7278" y="3466"/>
                  </a:cubicBezTo>
                  <a:lnTo>
                    <a:pt x="5892" y="3466"/>
                  </a:lnTo>
                  <a:lnTo>
                    <a:pt x="5892" y="3120"/>
                  </a:lnTo>
                  <a:cubicBezTo>
                    <a:pt x="5892" y="2931"/>
                    <a:pt x="5735" y="2773"/>
                    <a:pt x="5546" y="2773"/>
                  </a:cubicBezTo>
                  <a:cubicBezTo>
                    <a:pt x="5357" y="2773"/>
                    <a:pt x="5199" y="2931"/>
                    <a:pt x="5199" y="3120"/>
                  </a:cubicBezTo>
                  <a:lnTo>
                    <a:pt x="5199" y="3466"/>
                  </a:lnTo>
                  <a:lnTo>
                    <a:pt x="3813" y="3466"/>
                  </a:lnTo>
                  <a:cubicBezTo>
                    <a:pt x="3624" y="3466"/>
                    <a:pt x="3466" y="3309"/>
                    <a:pt x="3466" y="3120"/>
                  </a:cubicBezTo>
                  <a:lnTo>
                    <a:pt x="3466" y="2773"/>
                  </a:lnTo>
                  <a:cubicBezTo>
                    <a:pt x="3466" y="1639"/>
                    <a:pt x="4411" y="694"/>
                    <a:pt x="5546" y="694"/>
                  </a:cubicBezTo>
                  <a:close/>
                  <a:moveTo>
                    <a:pt x="7940" y="4821"/>
                  </a:moveTo>
                  <a:cubicBezTo>
                    <a:pt x="8160" y="4821"/>
                    <a:pt x="8318" y="4979"/>
                    <a:pt x="8318" y="5168"/>
                  </a:cubicBezTo>
                  <a:cubicBezTo>
                    <a:pt x="8318" y="5357"/>
                    <a:pt x="8160" y="5514"/>
                    <a:pt x="7940" y="5514"/>
                  </a:cubicBezTo>
                  <a:lnTo>
                    <a:pt x="3088" y="5514"/>
                  </a:lnTo>
                  <a:cubicBezTo>
                    <a:pt x="2899" y="5514"/>
                    <a:pt x="2742" y="5357"/>
                    <a:pt x="2742" y="5168"/>
                  </a:cubicBezTo>
                  <a:cubicBezTo>
                    <a:pt x="2742" y="4979"/>
                    <a:pt x="2899" y="4821"/>
                    <a:pt x="3088" y="4821"/>
                  </a:cubicBezTo>
                  <a:close/>
                  <a:moveTo>
                    <a:pt x="4128" y="6932"/>
                  </a:moveTo>
                  <a:cubicBezTo>
                    <a:pt x="4317" y="6932"/>
                    <a:pt x="4474" y="7089"/>
                    <a:pt x="4474" y="7310"/>
                  </a:cubicBezTo>
                  <a:cubicBezTo>
                    <a:pt x="4474" y="7499"/>
                    <a:pt x="4317" y="7656"/>
                    <a:pt x="4128" y="7656"/>
                  </a:cubicBezTo>
                  <a:lnTo>
                    <a:pt x="3088" y="7656"/>
                  </a:lnTo>
                  <a:cubicBezTo>
                    <a:pt x="2899" y="7656"/>
                    <a:pt x="2742" y="7499"/>
                    <a:pt x="2742" y="7310"/>
                  </a:cubicBezTo>
                  <a:cubicBezTo>
                    <a:pt x="2742" y="7089"/>
                    <a:pt x="2899" y="6932"/>
                    <a:pt x="3088" y="6932"/>
                  </a:cubicBezTo>
                  <a:close/>
                  <a:moveTo>
                    <a:pt x="7940" y="6932"/>
                  </a:moveTo>
                  <a:cubicBezTo>
                    <a:pt x="8160" y="6932"/>
                    <a:pt x="8318" y="7089"/>
                    <a:pt x="8318" y="7310"/>
                  </a:cubicBezTo>
                  <a:cubicBezTo>
                    <a:pt x="8286" y="7499"/>
                    <a:pt x="8160" y="7656"/>
                    <a:pt x="7940" y="7656"/>
                  </a:cubicBezTo>
                  <a:lnTo>
                    <a:pt x="6932" y="7656"/>
                  </a:lnTo>
                  <a:cubicBezTo>
                    <a:pt x="6743" y="7656"/>
                    <a:pt x="6585" y="7499"/>
                    <a:pt x="6585" y="7310"/>
                  </a:cubicBezTo>
                  <a:cubicBezTo>
                    <a:pt x="6585" y="7089"/>
                    <a:pt x="6743" y="6932"/>
                    <a:pt x="6932" y="6932"/>
                  </a:cubicBezTo>
                  <a:close/>
                  <a:moveTo>
                    <a:pt x="3781" y="8318"/>
                  </a:moveTo>
                  <a:cubicBezTo>
                    <a:pt x="4002" y="8350"/>
                    <a:pt x="4128" y="8507"/>
                    <a:pt x="4128" y="8665"/>
                  </a:cubicBezTo>
                  <a:cubicBezTo>
                    <a:pt x="4128" y="8885"/>
                    <a:pt x="3970" y="9043"/>
                    <a:pt x="3781" y="9043"/>
                  </a:cubicBezTo>
                  <a:lnTo>
                    <a:pt x="3057" y="9043"/>
                  </a:lnTo>
                  <a:cubicBezTo>
                    <a:pt x="2868" y="9043"/>
                    <a:pt x="2710" y="8885"/>
                    <a:pt x="2710" y="8665"/>
                  </a:cubicBezTo>
                  <a:cubicBezTo>
                    <a:pt x="2710" y="8476"/>
                    <a:pt x="2868" y="8318"/>
                    <a:pt x="3057" y="8318"/>
                  </a:cubicBezTo>
                  <a:close/>
                  <a:moveTo>
                    <a:pt x="7940" y="8318"/>
                  </a:moveTo>
                  <a:cubicBezTo>
                    <a:pt x="8160" y="8350"/>
                    <a:pt x="8286" y="8507"/>
                    <a:pt x="8286" y="8665"/>
                  </a:cubicBezTo>
                  <a:cubicBezTo>
                    <a:pt x="8286" y="8885"/>
                    <a:pt x="8129" y="9043"/>
                    <a:pt x="7940" y="9043"/>
                  </a:cubicBezTo>
                  <a:lnTo>
                    <a:pt x="7247" y="9043"/>
                  </a:lnTo>
                  <a:cubicBezTo>
                    <a:pt x="7026" y="9043"/>
                    <a:pt x="6869" y="8885"/>
                    <a:pt x="6869" y="8665"/>
                  </a:cubicBezTo>
                  <a:cubicBezTo>
                    <a:pt x="6869" y="8476"/>
                    <a:pt x="7026" y="8318"/>
                    <a:pt x="7247" y="8318"/>
                  </a:cubicBezTo>
                  <a:close/>
                  <a:moveTo>
                    <a:pt x="2868" y="2049"/>
                  </a:moveTo>
                  <a:lnTo>
                    <a:pt x="2868" y="2049"/>
                  </a:lnTo>
                  <a:cubicBezTo>
                    <a:pt x="2805" y="2332"/>
                    <a:pt x="2805" y="2521"/>
                    <a:pt x="2805" y="2805"/>
                  </a:cubicBezTo>
                  <a:cubicBezTo>
                    <a:pt x="2395" y="2962"/>
                    <a:pt x="2080" y="3309"/>
                    <a:pt x="2080" y="3781"/>
                  </a:cubicBezTo>
                  <a:lnTo>
                    <a:pt x="2080" y="8665"/>
                  </a:lnTo>
                  <a:cubicBezTo>
                    <a:pt x="2080" y="9263"/>
                    <a:pt x="2553" y="9704"/>
                    <a:pt x="3088" y="9704"/>
                  </a:cubicBezTo>
                  <a:lnTo>
                    <a:pt x="5199" y="9704"/>
                  </a:lnTo>
                  <a:lnTo>
                    <a:pt x="5199" y="7247"/>
                  </a:lnTo>
                  <a:cubicBezTo>
                    <a:pt x="5199" y="7058"/>
                    <a:pt x="5357" y="6900"/>
                    <a:pt x="5546" y="6900"/>
                  </a:cubicBezTo>
                  <a:cubicBezTo>
                    <a:pt x="5735" y="6900"/>
                    <a:pt x="5892" y="7058"/>
                    <a:pt x="5892" y="7247"/>
                  </a:cubicBezTo>
                  <a:lnTo>
                    <a:pt x="5892" y="9704"/>
                  </a:lnTo>
                  <a:lnTo>
                    <a:pt x="8003" y="9704"/>
                  </a:lnTo>
                  <a:cubicBezTo>
                    <a:pt x="8570" y="9704"/>
                    <a:pt x="9011" y="9232"/>
                    <a:pt x="9011" y="8665"/>
                  </a:cubicBezTo>
                  <a:lnTo>
                    <a:pt x="9011" y="3844"/>
                  </a:lnTo>
                  <a:cubicBezTo>
                    <a:pt x="9011" y="3372"/>
                    <a:pt x="8728" y="2994"/>
                    <a:pt x="8318" y="2836"/>
                  </a:cubicBezTo>
                  <a:cubicBezTo>
                    <a:pt x="8318" y="2584"/>
                    <a:pt x="8318" y="2364"/>
                    <a:pt x="8223" y="2112"/>
                  </a:cubicBezTo>
                  <a:lnTo>
                    <a:pt x="8223" y="2112"/>
                  </a:lnTo>
                  <a:cubicBezTo>
                    <a:pt x="9043" y="2269"/>
                    <a:pt x="9736" y="2962"/>
                    <a:pt x="9736" y="3844"/>
                  </a:cubicBezTo>
                  <a:lnTo>
                    <a:pt x="9736" y="8696"/>
                  </a:lnTo>
                  <a:cubicBezTo>
                    <a:pt x="9736" y="9641"/>
                    <a:pt x="8948" y="10429"/>
                    <a:pt x="8003" y="10429"/>
                  </a:cubicBezTo>
                  <a:lnTo>
                    <a:pt x="3151" y="10429"/>
                  </a:lnTo>
                  <a:cubicBezTo>
                    <a:pt x="2206" y="10429"/>
                    <a:pt x="1418" y="9641"/>
                    <a:pt x="1418" y="8696"/>
                  </a:cubicBezTo>
                  <a:lnTo>
                    <a:pt x="1418" y="3781"/>
                  </a:lnTo>
                  <a:lnTo>
                    <a:pt x="1355" y="3781"/>
                  </a:lnTo>
                  <a:cubicBezTo>
                    <a:pt x="1355" y="2931"/>
                    <a:pt x="1985" y="2206"/>
                    <a:pt x="2868" y="2049"/>
                  </a:cubicBezTo>
                  <a:close/>
                  <a:moveTo>
                    <a:pt x="3088" y="1"/>
                  </a:moveTo>
                  <a:cubicBezTo>
                    <a:pt x="1355" y="1"/>
                    <a:pt x="1" y="1419"/>
                    <a:pt x="1" y="3120"/>
                  </a:cubicBezTo>
                  <a:lnTo>
                    <a:pt x="1" y="8728"/>
                  </a:lnTo>
                  <a:cubicBezTo>
                    <a:pt x="1" y="10397"/>
                    <a:pt x="1355" y="11815"/>
                    <a:pt x="3088" y="11815"/>
                  </a:cubicBezTo>
                  <a:lnTo>
                    <a:pt x="7940" y="11815"/>
                  </a:lnTo>
                  <a:cubicBezTo>
                    <a:pt x="9673" y="11815"/>
                    <a:pt x="11059" y="10397"/>
                    <a:pt x="11059" y="8728"/>
                  </a:cubicBezTo>
                  <a:lnTo>
                    <a:pt x="11059" y="3120"/>
                  </a:lnTo>
                  <a:cubicBezTo>
                    <a:pt x="11059" y="1387"/>
                    <a:pt x="9641" y="1"/>
                    <a:pt x="79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7" name="Google Shape;6337;p81"/>
          <p:cNvGrpSpPr/>
          <p:nvPr/>
        </p:nvGrpSpPr>
        <p:grpSpPr>
          <a:xfrm>
            <a:off x="6197210" y="3850460"/>
            <a:ext cx="350004" cy="348128"/>
            <a:chOff x="-24353075" y="3891250"/>
            <a:chExt cx="293800" cy="292225"/>
          </a:xfrm>
        </p:grpSpPr>
        <p:sp>
          <p:nvSpPr>
            <p:cNvPr id="6338" name="Google Shape;6338;p81"/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81"/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0" name="Google Shape;6340;p81"/>
          <p:cNvGrpSpPr/>
          <p:nvPr/>
        </p:nvGrpSpPr>
        <p:grpSpPr>
          <a:xfrm>
            <a:off x="7980681" y="3398763"/>
            <a:ext cx="353757" cy="351463"/>
            <a:chOff x="-22845575" y="3504075"/>
            <a:chExt cx="296950" cy="295025"/>
          </a:xfrm>
        </p:grpSpPr>
        <p:sp>
          <p:nvSpPr>
            <p:cNvPr id="6341" name="Google Shape;6341;p81"/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81"/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3" name="Google Shape;6343;p81"/>
          <p:cNvGrpSpPr/>
          <p:nvPr/>
        </p:nvGrpSpPr>
        <p:grpSpPr>
          <a:xfrm>
            <a:off x="5773862" y="1532411"/>
            <a:ext cx="299344" cy="351880"/>
            <a:chOff x="-27691025" y="3175300"/>
            <a:chExt cx="251275" cy="295375"/>
          </a:xfrm>
        </p:grpSpPr>
        <p:sp>
          <p:nvSpPr>
            <p:cNvPr id="6344" name="Google Shape;6344;p81"/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81"/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81"/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81"/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8" name="Google Shape;6348;p81"/>
          <p:cNvGrpSpPr/>
          <p:nvPr/>
        </p:nvGrpSpPr>
        <p:grpSpPr>
          <a:xfrm>
            <a:off x="5746179" y="2051087"/>
            <a:ext cx="354710" cy="228015"/>
            <a:chOff x="-27721750" y="3598250"/>
            <a:chExt cx="297750" cy="191400"/>
          </a:xfrm>
        </p:grpSpPr>
        <p:sp>
          <p:nvSpPr>
            <p:cNvPr id="6349" name="Google Shape;6349;p81"/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81"/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1" name="Google Shape;6351;p81"/>
          <p:cNvGrpSpPr/>
          <p:nvPr/>
        </p:nvGrpSpPr>
        <p:grpSpPr>
          <a:xfrm>
            <a:off x="5747579" y="2444633"/>
            <a:ext cx="351910" cy="340980"/>
            <a:chOff x="-27719400" y="3925600"/>
            <a:chExt cx="295400" cy="286225"/>
          </a:xfrm>
        </p:grpSpPr>
        <p:sp>
          <p:nvSpPr>
            <p:cNvPr id="6352" name="Google Shape;6352;p81"/>
            <p:cNvSpPr/>
            <p:nvPr/>
          </p:nvSpPr>
          <p:spPr>
            <a:xfrm>
              <a:off x="-27596525" y="3925600"/>
              <a:ext cx="172525" cy="162575"/>
            </a:xfrm>
            <a:custGeom>
              <a:avLst/>
              <a:gdLst/>
              <a:ahLst/>
              <a:cxnLst/>
              <a:rect l="l" t="t" r="r" b="b"/>
              <a:pathLst>
                <a:path w="6901" h="6503" extrusionOk="0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81"/>
            <p:cNvSpPr/>
            <p:nvPr/>
          </p:nvSpPr>
          <p:spPr>
            <a:xfrm>
              <a:off x="-27719400" y="4054275"/>
              <a:ext cx="157550" cy="157550"/>
            </a:xfrm>
            <a:custGeom>
              <a:avLst/>
              <a:gdLst/>
              <a:ahLst/>
              <a:cxnLst/>
              <a:rect l="l" t="t" r="r" b="b"/>
              <a:pathLst>
                <a:path w="6302" h="6302" extrusionOk="0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4" name="Google Shape;6354;p81"/>
          <p:cNvGrpSpPr/>
          <p:nvPr/>
        </p:nvGrpSpPr>
        <p:grpSpPr>
          <a:xfrm>
            <a:off x="7968851" y="1531473"/>
            <a:ext cx="353757" cy="353757"/>
            <a:chOff x="-25834600" y="3176875"/>
            <a:chExt cx="296950" cy="296950"/>
          </a:xfrm>
        </p:grpSpPr>
        <p:sp>
          <p:nvSpPr>
            <p:cNvPr id="6355" name="Google Shape;6355;p81"/>
            <p:cNvSpPr/>
            <p:nvPr/>
          </p:nvSpPr>
          <p:spPr>
            <a:xfrm>
              <a:off x="-25625875" y="3316275"/>
              <a:ext cx="69325" cy="85875"/>
            </a:xfrm>
            <a:custGeom>
              <a:avLst/>
              <a:gdLst/>
              <a:ahLst/>
              <a:cxnLst/>
              <a:rect l="l" t="t" r="r" b="b"/>
              <a:pathLst>
                <a:path w="2773" h="3435" extrusionOk="0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81"/>
            <p:cNvSpPr/>
            <p:nvPr/>
          </p:nvSpPr>
          <p:spPr>
            <a:xfrm>
              <a:off x="-25729075" y="3176875"/>
              <a:ext cx="191425" cy="296950"/>
            </a:xfrm>
            <a:custGeom>
              <a:avLst/>
              <a:gdLst/>
              <a:ahLst/>
              <a:cxnLst/>
              <a:rect l="l" t="t" r="r" b="b"/>
              <a:pathLst>
                <a:path w="7657" h="11878" extrusionOk="0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81"/>
            <p:cNvSpPr/>
            <p:nvPr/>
          </p:nvSpPr>
          <p:spPr>
            <a:xfrm>
              <a:off x="-25834600" y="3350150"/>
              <a:ext cx="69325" cy="96100"/>
            </a:xfrm>
            <a:custGeom>
              <a:avLst/>
              <a:gdLst/>
              <a:ahLst/>
              <a:cxnLst/>
              <a:rect l="l" t="t" r="r" b="b"/>
              <a:pathLst>
                <a:path w="2773" h="3844" extrusionOk="0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81"/>
            <p:cNvSpPr/>
            <p:nvPr/>
          </p:nvSpPr>
          <p:spPr>
            <a:xfrm>
              <a:off x="-25799950" y="3368250"/>
              <a:ext cx="104775" cy="104000"/>
            </a:xfrm>
            <a:custGeom>
              <a:avLst/>
              <a:gdLst/>
              <a:ahLst/>
              <a:cxnLst/>
              <a:rect l="l" t="t" r="r" b="b"/>
              <a:pathLst>
                <a:path w="4191" h="4160" extrusionOk="0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81"/>
            <p:cNvSpPr/>
            <p:nvPr/>
          </p:nvSpPr>
          <p:spPr>
            <a:xfrm>
              <a:off x="-25712525" y="3317075"/>
              <a:ext cx="34675" cy="86650"/>
            </a:xfrm>
            <a:custGeom>
              <a:avLst/>
              <a:gdLst/>
              <a:ahLst/>
              <a:cxnLst/>
              <a:rect l="l" t="t" r="r" b="b"/>
              <a:pathLst>
                <a:path w="1387" h="3466" extrusionOk="0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0" name="Google Shape;6360;p81"/>
          <p:cNvGrpSpPr/>
          <p:nvPr/>
        </p:nvGrpSpPr>
        <p:grpSpPr>
          <a:xfrm>
            <a:off x="7968851" y="1999474"/>
            <a:ext cx="353757" cy="331241"/>
            <a:chOff x="-25834600" y="3564375"/>
            <a:chExt cx="296950" cy="278050"/>
          </a:xfrm>
        </p:grpSpPr>
        <p:sp>
          <p:nvSpPr>
            <p:cNvPr id="6361" name="Google Shape;6361;p81"/>
            <p:cNvSpPr/>
            <p:nvPr/>
          </p:nvSpPr>
          <p:spPr>
            <a:xfrm>
              <a:off x="-25694400" y="37037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81"/>
            <p:cNvSpPr/>
            <p:nvPr/>
          </p:nvSpPr>
          <p:spPr>
            <a:xfrm>
              <a:off x="-25591225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81"/>
            <p:cNvSpPr/>
            <p:nvPr/>
          </p:nvSpPr>
          <p:spPr>
            <a:xfrm>
              <a:off x="-25834600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81"/>
            <p:cNvSpPr/>
            <p:nvPr/>
          </p:nvSpPr>
          <p:spPr>
            <a:xfrm>
              <a:off x="-25695200" y="356437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81"/>
            <p:cNvSpPr/>
            <p:nvPr/>
          </p:nvSpPr>
          <p:spPr>
            <a:xfrm>
              <a:off x="-25792850" y="3606125"/>
              <a:ext cx="42550" cy="40975"/>
            </a:xfrm>
            <a:custGeom>
              <a:avLst/>
              <a:gdLst/>
              <a:ahLst/>
              <a:cxnLst/>
              <a:rect l="l" t="t" r="r" b="b"/>
              <a:pathLst>
                <a:path w="1702" h="1639" extrusionOk="0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81"/>
            <p:cNvSpPr/>
            <p:nvPr/>
          </p:nvSpPr>
          <p:spPr>
            <a:xfrm>
              <a:off x="-25621950" y="3606125"/>
              <a:ext cx="43350" cy="40975"/>
            </a:xfrm>
            <a:custGeom>
              <a:avLst/>
              <a:gdLst/>
              <a:ahLst/>
              <a:cxnLst/>
              <a:rect l="l" t="t" r="r" b="b"/>
              <a:pathLst>
                <a:path w="1734" h="1639" extrusionOk="0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81"/>
            <p:cNvSpPr/>
            <p:nvPr/>
          </p:nvSpPr>
          <p:spPr>
            <a:xfrm>
              <a:off x="-25783400" y="3806975"/>
              <a:ext cx="192200" cy="35450"/>
            </a:xfrm>
            <a:custGeom>
              <a:avLst/>
              <a:gdLst/>
              <a:ahLst/>
              <a:cxnLst/>
              <a:rect l="l" t="t" r="r" b="b"/>
              <a:pathLst>
                <a:path w="7688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81"/>
            <p:cNvSpPr/>
            <p:nvPr/>
          </p:nvSpPr>
          <p:spPr>
            <a:xfrm>
              <a:off x="-25764500" y="3635275"/>
              <a:ext cx="153600" cy="155175"/>
            </a:xfrm>
            <a:custGeom>
              <a:avLst/>
              <a:gdLst/>
              <a:ahLst/>
              <a:cxnLst/>
              <a:rect l="l" t="t" r="r" b="b"/>
              <a:pathLst>
                <a:path w="6144" h="6207" extrusionOk="0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9" name="Google Shape;6369;p81"/>
          <p:cNvGrpSpPr/>
          <p:nvPr/>
        </p:nvGrpSpPr>
        <p:grpSpPr>
          <a:xfrm>
            <a:off x="7966974" y="2438826"/>
            <a:ext cx="357509" cy="352595"/>
            <a:chOff x="-25834600" y="3915850"/>
            <a:chExt cx="300100" cy="295975"/>
          </a:xfrm>
        </p:grpSpPr>
        <p:sp>
          <p:nvSpPr>
            <p:cNvPr id="6370" name="Google Shape;6370;p81"/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81"/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81"/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3" name="Google Shape;6373;p81"/>
          <p:cNvGrpSpPr/>
          <p:nvPr/>
        </p:nvGrpSpPr>
        <p:grpSpPr>
          <a:xfrm>
            <a:off x="6702402" y="2920056"/>
            <a:ext cx="228968" cy="350987"/>
            <a:chOff x="-23930925" y="3149300"/>
            <a:chExt cx="192200" cy="294625"/>
          </a:xfrm>
        </p:grpSpPr>
        <p:sp>
          <p:nvSpPr>
            <p:cNvPr id="6374" name="Google Shape;6374;p81"/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81"/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81"/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81"/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8" name="Google Shape;6378;p81"/>
          <p:cNvGrpSpPr/>
          <p:nvPr/>
        </p:nvGrpSpPr>
        <p:grpSpPr>
          <a:xfrm>
            <a:off x="6659232" y="3398540"/>
            <a:ext cx="315307" cy="351910"/>
            <a:chOff x="-23962425" y="3519475"/>
            <a:chExt cx="264675" cy="295400"/>
          </a:xfrm>
        </p:grpSpPr>
        <p:sp>
          <p:nvSpPr>
            <p:cNvPr id="6379" name="Google Shape;6379;p81"/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81"/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81" name="Google Shape;6381;p81"/>
          <p:cNvSpPr/>
          <p:nvPr/>
        </p:nvSpPr>
        <p:spPr>
          <a:xfrm>
            <a:off x="6629668" y="3852251"/>
            <a:ext cx="375349" cy="344435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82" name="Google Shape;6382;p81"/>
          <p:cNvGrpSpPr/>
          <p:nvPr/>
        </p:nvGrpSpPr>
        <p:grpSpPr>
          <a:xfrm>
            <a:off x="8037908" y="3848584"/>
            <a:ext cx="239302" cy="351880"/>
            <a:chOff x="-22788075" y="3904625"/>
            <a:chExt cx="200875" cy="295375"/>
          </a:xfrm>
        </p:grpSpPr>
        <p:sp>
          <p:nvSpPr>
            <p:cNvPr id="6383" name="Google Shape;6383;p81"/>
            <p:cNvSpPr/>
            <p:nvPr/>
          </p:nvSpPr>
          <p:spPr>
            <a:xfrm>
              <a:off x="-22775475" y="4165325"/>
              <a:ext cx="65400" cy="34675"/>
            </a:xfrm>
            <a:custGeom>
              <a:avLst/>
              <a:gdLst/>
              <a:ahLst/>
              <a:cxnLst/>
              <a:rect l="l" t="t" r="r" b="b"/>
              <a:pathLst>
                <a:path w="2616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81"/>
            <p:cNvSpPr/>
            <p:nvPr/>
          </p:nvSpPr>
          <p:spPr>
            <a:xfrm>
              <a:off x="-22669150" y="3904725"/>
              <a:ext cx="81950" cy="244100"/>
            </a:xfrm>
            <a:custGeom>
              <a:avLst/>
              <a:gdLst/>
              <a:ahLst/>
              <a:cxnLst/>
              <a:rect l="l" t="t" r="r" b="b"/>
              <a:pathLst>
                <a:path w="3278" h="9764" extrusionOk="0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81"/>
            <p:cNvSpPr/>
            <p:nvPr/>
          </p:nvSpPr>
          <p:spPr>
            <a:xfrm>
              <a:off x="-22788075" y="3904625"/>
              <a:ext cx="87450" cy="244200"/>
            </a:xfrm>
            <a:custGeom>
              <a:avLst/>
              <a:gdLst/>
              <a:ahLst/>
              <a:cxnLst/>
              <a:rect l="l" t="t" r="r" b="b"/>
              <a:pathLst>
                <a:path w="3498" h="9768" extrusionOk="0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81"/>
            <p:cNvSpPr/>
            <p:nvPr/>
          </p:nvSpPr>
          <p:spPr>
            <a:xfrm>
              <a:off x="-22670725" y="4165325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7" name="Google Shape;6387;p81"/>
          <p:cNvGrpSpPr/>
          <p:nvPr/>
        </p:nvGrpSpPr>
        <p:grpSpPr>
          <a:xfrm>
            <a:off x="6193206" y="1531949"/>
            <a:ext cx="354710" cy="352803"/>
            <a:chOff x="-27351575" y="3175300"/>
            <a:chExt cx="297750" cy="296150"/>
          </a:xfrm>
        </p:grpSpPr>
        <p:sp>
          <p:nvSpPr>
            <p:cNvPr id="6388" name="Google Shape;6388;p81"/>
            <p:cNvSpPr/>
            <p:nvPr/>
          </p:nvSpPr>
          <p:spPr>
            <a:xfrm>
              <a:off x="-27351575" y="3175300"/>
              <a:ext cx="296975" cy="157550"/>
            </a:xfrm>
            <a:custGeom>
              <a:avLst/>
              <a:gdLst/>
              <a:ahLst/>
              <a:cxnLst/>
              <a:rect l="l" t="t" r="r" b="b"/>
              <a:pathLst>
                <a:path w="11879" h="6302" extrusionOk="0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81"/>
            <p:cNvSpPr/>
            <p:nvPr/>
          </p:nvSpPr>
          <p:spPr>
            <a:xfrm>
              <a:off x="-27123950" y="333282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81"/>
            <p:cNvSpPr/>
            <p:nvPr/>
          </p:nvSpPr>
          <p:spPr>
            <a:xfrm>
              <a:off x="-27350775" y="3350150"/>
              <a:ext cx="296950" cy="121300"/>
            </a:xfrm>
            <a:custGeom>
              <a:avLst/>
              <a:gdLst/>
              <a:ahLst/>
              <a:cxnLst/>
              <a:rect l="l" t="t" r="r" b="b"/>
              <a:pathLst>
                <a:path w="11878" h="4852" extrusionOk="0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81"/>
            <p:cNvSpPr/>
            <p:nvPr/>
          </p:nvSpPr>
          <p:spPr>
            <a:xfrm>
              <a:off x="-27299575" y="3332825"/>
              <a:ext cx="18125" cy="52000"/>
            </a:xfrm>
            <a:custGeom>
              <a:avLst/>
              <a:gdLst/>
              <a:ahLst/>
              <a:cxnLst/>
              <a:rect l="l" t="t" r="r" b="b"/>
              <a:pathLst>
                <a:path w="725" h="2080" extrusionOk="0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2" name="Google Shape;6392;p81"/>
          <p:cNvGrpSpPr/>
          <p:nvPr/>
        </p:nvGrpSpPr>
        <p:grpSpPr>
          <a:xfrm>
            <a:off x="6235914" y="1988559"/>
            <a:ext cx="269293" cy="353072"/>
            <a:chOff x="-27313750" y="3545275"/>
            <a:chExt cx="226050" cy="296375"/>
          </a:xfrm>
        </p:grpSpPr>
        <p:sp>
          <p:nvSpPr>
            <p:cNvPr id="6393" name="Google Shape;6393;p81"/>
            <p:cNvSpPr/>
            <p:nvPr/>
          </p:nvSpPr>
          <p:spPr>
            <a:xfrm>
              <a:off x="-27305100" y="3598450"/>
              <a:ext cx="208750" cy="173100"/>
            </a:xfrm>
            <a:custGeom>
              <a:avLst/>
              <a:gdLst/>
              <a:ahLst/>
              <a:cxnLst/>
              <a:rect l="l" t="t" r="r" b="b"/>
              <a:pathLst>
                <a:path w="8350" h="6924" extrusionOk="0">
                  <a:moveTo>
                    <a:pt x="4128" y="2733"/>
                  </a:moveTo>
                  <a:cubicBezTo>
                    <a:pt x="4380" y="3048"/>
                    <a:pt x="4726" y="3269"/>
                    <a:pt x="5167" y="3552"/>
                  </a:cubicBezTo>
                  <a:lnTo>
                    <a:pt x="5167" y="4497"/>
                  </a:lnTo>
                  <a:cubicBezTo>
                    <a:pt x="5167" y="4844"/>
                    <a:pt x="5010" y="5159"/>
                    <a:pt x="4695" y="5348"/>
                  </a:cubicBezTo>
                  <a:cubicBezTo>
                    <a:pt x="4537" y="5474"/>
                    <a:pt x="4325" y="5537"/>
                    <a:pt x="4112" y="5537"/>
                  </a:cubicBezTo>
                  <a:cubicBezTo>
                    <a:pt x="3899" y="5537"/>
                    <a:pt x="3687" y="5474"/>
                    <a:pt x="3529" y="5348"/>
                  </a:cubicBezTo>
                  <a:cubicBezTo>
                    <a:pt x="3277" y="5159"/>
                    <a:pt x="3057" y="4844"/>
                    <a:pt x="3057" y="4497"/>
                  </a:cubicBezTo>
                  <a:lnTo>
                    <a:pt x="3057" y="3552"/>
                  </a:lnTo>
                  <a:lnTo>
                    <a:pt x="3120" y="3552"/>
                  </a:lnTo>
                  <a:cubicBezTo>
                    <a:pt x="3529" y="3269"/>
                    <a:pt x="3907" y="2985"/>
                    <a:pt x="4128" y="2733"/>
                  </a:cubicBezTo>
                  <a:close/>
                  <a:moveTo>
                    <a:pt x="4222" y="0"/>
                  </a:moveTo>
                  <a:cubicBezTo>
                    <a:pt x="3568" y="0"/>
                    <a:pt x="2915" y="166"/>
                    <a:pt x="2363" y="496"/>
                  </a:cubicBezTo>
                  <a:cubicBezTo>
                    <a:pt x="1702" y="906"/>
                    <a:pt x="1229" y="1473"/>
                    <a:pt x="946" y="2166"/>
                  </a:cubicBezTo>
                  <a:lnTo>
                    <a:pt x="190" y="4560"/>
                  </a:lnTo>
                  <a:cubicBezTo>
                    <a:pt x="1" y="5002"/>
                    <a:pt x="64" y="5474"/>
                    <a:pt x="316" y="5915"/>
                  </a:cubicBezTo>
                  <a:cubicBezTo>
                    <a:pt x="662" y="6514"/>
                    <a:pt x="1324" y="6892"/>
                    <a:pt x="2080" y="6923"/>
                  </a:cubicBezTo>
                  <a:cubicBezTo>
                    <a:pt x="2363" y="6923"/>
                    <a:pt x="2615" y="6892"/>
                    <a:pt x="2805" y="6766"/>
                  </a:cubicBezTo>
                  <a:cubicBezTo>
                    <a:pt x="3120" y="6608"/>
                    <a:pt x="3403" y="6419"/>
                    <a:pt x="3561" y="6104"/>
                  </a:cubicBezTo>
                  <a:cubicBezTo>
                    <a:pt x="3750" y="6199"/>
                    <a:pt x="3939" y="6230"/>
                    <a:pt x="4191" y="6230"/>
                  </a:cubicBezTo>
                  <a:cubicBezTo>
                    <a:pt x="4380" y="6230"/>
                    <a:pt x="4600" y="6199"/>
                    <a:pt x="4821" y="6104"/>
                  </a:cubicBezTo>
                  <a:cubicBezTo>
                    <a:pt x="5010" y="6388"/>
                    <a:pt x="5230" y="6608"/>
                    <a:pt x="5545" y="6766"/>
                  </a:cubicBezTo>
                  <a:cubicBezTo>
                    <a:pt x="5797" y="6892"/>
                    <a:pt x="6018" y="6923"/>
                    <a:pt x="6270" y="6923"/>
                  </a:cubicBezTo>
                  <a:lnTo>
                    <a:pt x="6302" y="6923"/>
                  </a:lnTo>
                  <a:cubicBezTo>
                    <a:pt x="7026" y="6892"/>
                    <a:pt x="7688" y="6451"/>
                    <a:pt x="8034" y="5915"/>
                  </a:cubicBezTo>
                  <a:cubicBezTo>
                    <a:pt x="8318" y="5474"/>
                    <a:pt x="8349" y="5002"/>
                    <a:pt x="8192" y="4623"/>
                  </a:cubicBezTo>
                  <a:lnTo>
                    <a:pt x="7436" y="2135"/>
                  </a:lnTo>
                  <a:cubicBezTo>
                    <a:pt x="7184" y="1473"/>
                    <a:pt x="6711" y="906"/>
                    <a:pt x="6081" y="496"/>
                  </a:cubicBezTo>
                  <a:cubicBezTo>
                    <a:pt x="5530" y="166"/>
                    <a:pt x="4876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81"/>
            <p:cNvSpPr/>
            <p:nvPr/>
          </p:nvSpPr>
          <p:spPr>
            <a:xfrm>
              <a:off x="-27313750" y="3770725"/>
              <a:ext cx="226050" cy="70925"/>
            </a:xfrm>
            <a:custGeom>
              <a:avLst/>
              <a:gdLst/>
              <a:ahLst/>
              <a:cxnLst/>
              <a:rect l="l" t="t" r="r" b="b"/>
              <a:pathLst>
                <a:path w="9042" h="2837" extrusionOk="0">
                  <a:moveTo>
                    <a:pt x="4159" y="1"/>
                  </a:moveTo>
                  <a:cubicBezTo>
                    <a:pt x="3970" y="190"/>
                    <a:pt x="3686" y="379"/>
                    <a:pt x="3403" y="505"/>
                  </a:cubicBezTo>
                  <a:cubicBezTo>
                    <a:pt x="3151" y="631"/>
                    <a:pt x="2772" y="694"/>
                    <a:pt x="2426" y="694"/>
                  </a:cubicBezTo>
                  <a:cubicBezTo>
                    <a:pt x="1764" y="662"/>
                    <a:pt x="1166" y="442"/>
                    <a:pt x="693" y="32"/>
                  </a:cubicBezTo>
                  <a:cubicBezTo>
                    <a:pt x="252" y="473"/>
                    <a:pt x="0" y="1072"/>
                    <a:pt x="0" y="1734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lnTo>
                    <a:pt x="8695" y="2836"/>
                  </a:lnTo>
                  <a:cubicBezTo>
                    <a:pt x="8884" y="2836"/>
                    <a:pt x="9042" y="2679"/>
                    <a:pt x="9042" y="2490"/>
                  </a:cubicBezTo>
                  <a:lnTo>
                    <a:pt x="9042" y="1765"/>
                  </a:lnTo>
                  <a:cubicBezTo>
                    <a:pt x="9042" y="1135"/>
                    <a:pt x="8821" y="505"/>
                    <a:pt x="8349" y="95"/>
                  </a:cubicBezTo>
                  <a:cubicBezTo>
                    <a:pt x="7876" y="473"/>
                    <a:pt x="7309" y="725"/>
                    <a:pt x="6679" y="757"/>
                  </a:cubicBezTo>
                  <a:lnTo>
                    <a:pt x="6616" y="757"/>
                  </a:lnTo>
                  <a:cubicBezTo>
                    <a:pt x="6238" y="757"/>
                    <a:pt x="5891" y="662"/>
                    <a:pt x="5576" y="505"/>
                  </a:cubicBezTo>
                  <a:cubicBezTo>
                    <a:pt x="5324" y="379"/>
                    <a:pt x="5072" y="221"/>
                    <a:pt x="4883" y="1"/>
                  </a:cubicBezTo>
                  <a:cubicBezTo>
                    <a:pt x="4757" y="32"/>
                    <a:pt x="4631" y="32"/>
                    <a:pt x="4505" y="32"/>
                  </a:cubicBezTo>
                  <a:cubicBezTo>
                    <a:pt x="4411" y="32"/>
                    <a:pt x="4285" y="32"/>
                    <a:pt x="4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81"/>
            <p:cNvSpPr/>
            <p:nvPr/>
          </p:nvSpPr>
          <p:spPr>
            <a:xfrm>
              <a:off x="-27261000" y="3545275"/>
              <a:ext cx="122100" cy="51425"/>
            </a:xfrm>
            <a:custGeom>
              <a:avLst/>
              <a:gdLst/>
              <a:ahLst/>
              <a:cxnLst/>
              <a:rect l="l" t="t" r="r" b="b"/>
              <a:pathLst>
                <a:path w="4884" h="2057" extrusionOk="0">
                  <a:moveTo>
                    <a:pt x="2454" y="1"/>
                  </a:moveTo>
                  <a:cubicBezTo>
                    <a:pt x="1639" y="1"/>
                    <a:pt x="820" y="339"/>
                    <a:pt x="127" y="1017"/>
                  </a:cubicBezTo>
                  <a:cubicBezTo>
                    <a:pt x="32" y="1111"/>
                    <a:pt x="1" y="1237"/>
                    <a:pt x="32" y="1332"/>
                  </a:cubicBezTo>
                  <a:lnTo>
                    <a:pt x="190" y="2056"/>
                  </a:lnTo>
                  <a:cubicBezTo>
                    <a:pt x="820" y="1647"/>
                    <a:pt x="1608" y="1458"/>
                    <a:pt x="2395" y="1458"/>
                  </a:cubicBezTo>
                  <a:cubicBezTo>
                    <a:pt x="3183" y="1458"/>
                    <a:pt x="3970" y="1647"/>
                    <a:pt x="4601" y="2056"/>
                  </a:cubicBezTo>
                  <a:lnTo>
                    <a:pt x="4664" y="2056"/>
                  </a:lnTo>
                  <a:lnTo>
                    <a:pt x="4853" y="1332"/>
                  </a:lnTo>
                  <a:cubicBezTo>
                    <a:pt x="4884" y="1237"/>
                    <a:pt x="4853" y="1111"/>
                    <a:pt x="4758" y="1017"/>
                  </a:cubicBezTo>
                  <a:cubicBezTo>
                    <a:pt x="4081" y="339"/>
                    <a:pt x="3269" y="1"/>
                    <a:pt x="24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6" name="Google Shape;6396;p81"/>
          <p:cNvGrpSpPr/>
          <p:nvPr/>
        </p:nvGrpSpPr>
        <p:grpSpPr>
          <a:xfrm>
            <a:off x="6193206" y="2436830"/>
            <a:ext cx="354710" cy="356586"/>
            <a:chOff x="-27351575" y="3915650"/>
            <a:chExt cx="297750" cy="299325"/>
          </a:xfrm>
        </p:grpSpPr>
        <p:sp>
          <p:nvSpPr>
            <p:cNvPr id="6397" name="Google Shape;6397;p81"/>
            <p:cNvSpPr/>
            <p:nvPr/>
          </p:nvSpPr>
          <p:spPr>
            <a:xfrm>
              <a:off x="-27351575" y="4059000"/>
              <a:ext cx="153625" cy="155975"/>
            </a:xfrm>
            <a:custGeom>
              <a:avLst/>
              <a:gdLst/>
              <a:ahLst/>
              <a:cxnLst/>
              <a:rect l="l" t="t" r="r" b="b"/>
              <a:pathLst>
                <a:path w="6145" h="6239" extrusionOk="0">
                  <a:moveTo>
                    <a:pt x="3183" y="1"/>
                  </a:moveTo>
                  <a:lnTo>
                    <a:pt x="2490" y="725"/>
                  </a:lnTo>
                  <a:cubicBezTo>
                    <a:pt x="2206" y="1009"/>
                    <a:pt x="1986" y="1387"/>
                    <a:pt x="1860" y="1828"/>
                  </a:cubicBezTo>
                  <a:cubicBezTo>
                    <a:pt x="1608" y="2742"/>
                    <a:pt x="1229" y="3435"/>
                    <a:pt x="725" y="4002"/>
                  </a:cubicBezTo>
                  <a:lnTo>
                    <a:pt x="316" y="4411"/>
                  </a:lnTo>
                  <a:cubicBezTo>
                    <a:pt x="127" y="4632"/>
                    <a:pt x="1" y="4884"/>
                    <a:pt x="1" y="5167"/>
                  </a:cubicBezTo>
                  <a:cubicBezTo>
                    <a:pt x="1" y="5451"/>
                    <a:pt x="127" y="5734"/>
                    <a:pt x="316" y="5923"/>
                  </a:cubicBezTo>
                  <a:cubicBezTo>
                    <a:pt x="505" y="6113"/>
                    <a:pt x="788" y="6239"/>
                    <a:pt x="1072" y="6239"/>
                  </a:cubicBezTo>
                  <a:cubicBezTo>
                    <a:pt x="1355" y="6113"/>
                    <a:pt x="1608" y="5986"/>
                    <a:pt x="1765" y="5797"/>
                  </a:cubicBezTo>
                  <a:lnTo>
                    <a:pt x="2206" y="5419"/>
                  </a:lnTo>
                  <a:cubicBezTo>
                    <a:pt x="2710" y="4884"/>
                    <a:pt x="3435" y="4506"/>
                    <a:pt x="4380" y="4254"/>
                  </a:cubicBezTo>
                  <a:cubicBezTo>
                    <a:pt x="4664" y="4191"/>
                    <a:pt x="4916" y="4033"/>
                    <a:pt x="5168" y="3876"/>
                  </a:cubicBezTo>
                  <a:lnTo>
                    <a:pt x="4664" y="3372"/>
                  </a:lnTo>
                  <a:cubicBezTo>
                    <a:pt x="4537" y="3246"/>
                    <a:pt x="4537" y="2994"/>
                    <a:pt x="4664" y="2899"/>
                  </a:cubicBezTo>
                  <a:cubicBezTo>
                    <a:pt x="4711" y="2836"/>
                    <a:pt x="4797" y="2805"/>
                    <a:pt x="4888" y="2805"/>
                  </a:cubicBezTo>
                  <a:cubicBezTo>
                    <a:pt x="4979" y="2805"/>
                    <a:pt x="5073" y="2836"/>
                    <a:pt x="5136" y="2899"/>
                  </a:cubicBezTo>
                  <a:lnTo>
                    <a:pt x="5672" y="3435"/>
                  </a:lnTo>
                  <a:lnTo>
                    <a:pt x="6144" y="2962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81"/>
            <p:cNvSpPr/>
            <p:nvPr/>
          </p:nvSpPr>
          <p:spPr>
            <a:xfrm>
              <a:off x="-27257050" y="3915650"/>
              <a:ext cx="203225" cy="202450"/>
            </a:xfrm>
            <a:custGeom>
              <a:avLst/>
              <a:gdLst/>
              <a:ahLst/>
              <a:cxnLst/>
              <a:rect l="l" t="t" r="r" b="b"/>
              <a:pathLst>
                <a:path w="8129" h="8098" extrusionOk="0">
                  <a:moveTo>
                    <a:pt x="1891" y="2364"/>
                  </a:moveTo>
                  <a:cubicBezTo>
                    <a:pt x="1985" y="2364"/>
                    <a:pt x="2048" y="2395"/>
                    <a:pt x="2143" y="2490"/>
                  </a:cubicBezTo>
                  <a:lnTo>
                    <a:pt x="5545" y="5892"/>
                  </a:lnTo>
                  <a:cubicBezTo>
                    <a:pt x="5671" y="6018"/>
                    <a:pt x="5671" y="6239"/>
                    <a:pt x="5545" y="6365"/>
                  </a:cubicBezTo>
                  <a:cubicBezTo>
                    <a:pt x="5498" y="6428"/>
                    <a:pt x="5411" y="6459"/>
                    <a:pt x="5321" y="6459"/>
                  </a:cubicBezTo>
                  <a:cubicBezTo>
                    <a:pt x="5230" y="6459"/>
                    <a:pt x="5136" y="6428"/>
                    <a:pt x="5073" y="6365"/>
                  </a:cubicBezTo>
                  <a:lnTo>
                    <a:pt x="1670" y="2962"/>
                  </a:lnTo>
                  <a:cubicBezTo>
                    <a:pt x="1544" y="2836"/>
                    <a:pt x="1544" y="2647"/>
                    <a:pt x="1670" y="2490"/>
                  </a:cubicBezTo>
                  <a:cubicBezTo>
                    <a:pt x="1733" y="2395"/>
                    <a:pt x="1828" y="2364"/>
                    <a:pt x="1891" y="2364"/>
                  </a:cubicBezTo>
                  <a:close/>
                  <a:moveTo>
                    <a:pt x="6742" y="1"/>
                  </a:moveTo>
                  <a:cubicBezTo>
                    <a:pt x="6333" y="1"/>
                    <a:pt x="6018" y="158"/>
                    <a:pt x="5766" y="379"/>
                  </a:cubicBezTo>
                  <a:lnTo>
                    <a:pt x="4128" y="2017"/>
                  </a:lnTo>
                  <a:cubicBezTo>
                    <a:pt x="3938" y="2206"/>
                    <a:pt x="3679" y="2301"/>
                    <a:pt x="3415" y="2301"/>
                  </a:cubicBezTo>
                  <a:cubicBezTo>
                    <a:pt x="3151" y="2301"/>
                    <a:pt x="2883" y="2206"/>
                    <a:pt x="2678" y="2017"/>
                  </a:cubicBezTo>
                  <a:cubicBezTo>
                    <a:pt x="2489" y="1812"/>
                    <a:pt x="2229" y="1710"/>
                    <a:pt x="1965" y="1710"/>
                  </a:cubicBezTo>
                  <a:cubicBezTo>
                    <a:pt x="1702" y="1710"/>
                    <a:pt x="1434" y="1812"/>
                    <a:pt x="1229" y="2017"/>
                  </a:cubicBezTo>
                  <a:cubicBezTo>
                    <a:pt x="851" y="2395"/>
                    <a:pt x="851" y="3057"/>
                    <a:pt x="1229" y="3466"/>
                  </a:cubicBezTo>
                  <a:lnTo>
                    <a:pt x="1481" y="3687"/>
                  </a:lnTo>
                  <a:lnTo>
                    <a:pt x="0" y="5167"/>
                  </a:lnTo>
                  <a:lnTo>
                    <a:pt x="2962" y="8097"/>
                  </a:lnTo>
                  <a:lnTo>
                    <a:pt x="3403" y="7625"/>
                  </a:lnTo>
                  <a:lnTo>
                    <a:pt x="2836" y="7089"/>
                  </a:lnTo>
                  <a:cubicBezTo>
                    <a:pt x="2710" y="6963"/>
                    <a:pt x="2710" y="6743"/>
                    <a:pt x="2836" y="6617"/>
                  </a:cubicBezTo>
                  <a:cubicBezTo>
                    <a:pt x="2899" y="6554"/>
                    <a:pt x="2985" y="6522"/>
                    <a:pt x="3072" y="6522"/>
                  </a:cubicBezTo>
                  <a:cubicBezTo>
                    <a:pt x="3159" y="6522"/>
                    <a:pt x="3245" y="6554"/>
                    <a:pt x="3308" y="6617"/>
                  </a:cubicBezTo>
                  <a:lnTo>
                    <a:pt x="3875" y="7152"/>
                  </a:lnTo>
                  <a:lnTo>
                    <a:pt x="4380" y="6648"/>
                  </a:lnTo>
                  <a:lnTo>
                    <a:pt x="4600" y="6900"/>
                  </a:lnTo>
                  <a:cubicBezTo>
                    <a:pt x="4821" y="7089"/>
                    <a:pt x="5073" y="7215"/>
                    <a:pt x="5356" y="7215"/>
                  </a:cubicBezTo>
                  <a:cubicBezTo>
                    <a:pt x="5640" y="7215"/>
                    <a:pt x="5923" y="7089"/>
                    <a:pt x="6112" y="6900"/>
                  </a:cubicBezTo>
                  <a:cubicBezTo>
                    <a:pt x="6490" y="6491"/>
                    <a:pt x="6490" y="5829"/>
                    <a:pt x="6112" y="5420"/>
                  </a:cubicBezTo>
                  <a:cubicBezTo>
                    <a:pt x="5703" y="5041"/>
                    <a:pt x="5703" y="4380"/>
                    <a:pt x="6112" y="3970"/>
                  </a:cubicBezTo>
                  <a:lnTo>
                    <a:pt x="7719" y="2364"/>
                  </a:lnTo>
                  <a:cubicBezTo>
                    <a:pt x="8003" y="2080"/>
                    <a:pt x="8129" y="1733"/>
                    <a:pt x="8129" y="1387"/>
                  </a:cubicBezTo>
                  <a:cubicBezTo>
                    <a:pt x="8129" y="1009"/>
                    <a:pt x="7971" y="662"/>
                    <a:pt x="7719" y="379"/>
                  </a:cubicBezTo>
                  <a:cubicBezTo>
                    <a:pt x="7436" y="127"/>
                    <a:pt x="7120" y="1"/>
                    <a:pt x="67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9" name="Google Shape;6399;p81"/>
          <p:cNvGrpSpPr/>
          <p:nvPr/>
        </p:nvGrpSpPr>
        <p:grpSpPr>
          <a:xfrm>
            <a:off x="4880696" y="2919029"/>
            <a:ext cx="319060" cy="353042"/>
            <a:chOff x="-25445525" y="3175900"/>
            <a:chExt cx="267825" cy="296350"/>
          </a:xfrm>
        </p:grpSpPr>
        <p:sp>
          <p:nvSpPr>
            <p:cNvPr id="6400" name="Google Shape;6400;p81"/>
            <p:cNvSpPr/>
            <p:nvPr/>
          </p:nvSpPr>
          <p:spPr>
            <a:xfrm>
              <a:off x="-25445525" y="3367475"/>
              <a:ext cx="123675" cy="104775"/>
            </a:xfrm>
            <a:custGeom>
              <a:avLst/>
              <a:gdLst/>
              <a:ahLst/>
              <a:cxnLst/>
              <a:rect l="l" t="t" r="r" b="b"/>
              <a:pathLst>
                <a:path w="4947" h="4191" extrusionOk="0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81"/>
            <p:cNvSpPr/>
            <p:nvPr/>
          </p:nvSpPr>
          <p:spPr>
            <a:xfrm>
              <a:off x="-25398250" y="3175900"/>
              <a:ext cx="220550" cy="296350"/>
            </a:xfrm>
            <a:custGeom>
              <a:avLst/>
              <a:gdLst/>
              <a:ahLst/>
              <a:cxnLst/>
              <a:rect l="l" t="t" r="r" b="b"/>
              <a:pathLst>
                <a:path w="8822" h="11854" extrusionOk="0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81"/>
            <p:cNvSpPr/>
            <p:nvPr/>
          </p:nvSpPr>
          <p:spPr>
            <a:xfrm>
              <a:off x="-25328950" y="3211525"/>
              <a:ext cx="35475" cy="36250"/>
            </a:xfrm>
            <a:custGeom>
              <a:avLst/>
              <a:gdLst/>
              <a:ahLst/>
              <a:cxnLst/>
              <a:rect l="l" t="t" r="r" b="b"/>
              <a:pathLst>
                <a:path w="1419" h="1450" extrusionOk="0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3" name="Google Shape;6403;p81"/>
          <p:cNvGrpSpPr/>
          <p:nvPr/>
        </p:nvGrpSpPr>
        <p:grpSpPr>
          <a:xfrm>
            <a:off x="4862410" y="3409352"/>
            <a:ext cx="355633" cy="330288"/>
            <a:chOff x="-25465200" y="3565175"/>
            <a:chExt cx="298525" cy="277250"/>
          </a:xfrm>
        </p:grpSpPr>
        <p:sp>
          <p:nvSpPr>
            <p:cNvPr id="6404" name="Google Shape;6404;p81"/>
            <p:cNvSpPr/>
            <p:nvPr/>
          </p:nvSpPr>
          <p:spPr>
            <a:xfrm>
              <a:off x="-25413225" y="3565175"/>
              <a:ext cx="172500" cy="103975"/>
            </a:xfrm>
            <a:custGeom>
              <a:avLst/>
              <a:gdLst/>
              <a:ahLst/>
              <a:cxnLst/>
              <a:rect l="l" t="t" r="r" b="b"/>
              <a:pathLst>
                <a:path w="6900" h="4159" extrusionOk="0">
                  <a:moveTo>
                    <a:pt x="4884" y="1166"/>
                  </a:moveTo>
                  <a:lnTo>
                    <a:pt x="5797" y="2079"/>
                  </a:lnTo>
                  <a:lnTo>
                    <a:pt x="4884" y="2079"/>
                  </a:lnTo>
                  <a:lnTo>
                    <a:pt x="4884" y="1166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284" y="2899"/>
                    <a:pt x="631" y="2804"/>
                    <a:pt x="1040" y="2804"/>
                  </a:cubicBezTo>
                  <a:lnTo>
                    <a:pt x="4065" y="2804"/>
                  </a:lnTo>
                  <a:cubicBezTo>
                    <a:pt x="4726" y="2804"/>
                    <a:pt x="5325" y="3151"/>
                    <a:pt x="5608" y="3718"/>
                  </a:cubicBezTo>
                  <a:lnTo>
                    <a:pt x="5797" y="4159"/>
                  </a:lnTo>
                  <a:lnTo>
                    <a:pt x="6900" y="4159"/>
                  </a:lnTo>
                  <a:lnTo>
                    <a:pt x="6900" y="2426"/>
                  </a:lnTo>
                  <a:cubicBezTo>
                    <a:pt x="6900" y="2394"/>
                    <a:pt x="6869" y="2237"/>
                    <a:pt x="6774" y="2205"/>
                  </a:cubicBezTo>
                  <a:lnTo>
                    <a:pt x="4695" y="126"/>
                  </a:lnTo>
                  <a:cubicBezTo>
                    <a:pt x="4726" y="32"/>
                    <a:pt x="4632" y="0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81"/>
            <p:cNvSpPr/>
            <p:nvPr/>
          </p:nvSpPr>
          <p:spPr>
            <a:xfrm>
              <a:off x="-25465200" y="3650225"/>
              <a:ext cx="298525" cy="192200"/>
            </a:xfrm>
            <a:custGeom>
              <a:avLst/>
              <a:gdLst/>
              <a:ahLst/>
              <a:cxnLst/>
              <a:rect l="l" t="t" r="r" b="b"/>
              <a:pathLst>
                <a:path w="11941" h="7688" extrusionOk="0">
                  <a:moveTo>
                    <a:pt x="10838" y="3529"/>
                  </a:moveTo>
                  <a:cubicBezTo>
                    <a:pt x="10964" y="3529"/>
                    <a:pt x="11027" y="3561"/>
                    <a:pt x="11121" y="3655"/>
                  </a:cubicBezTo>
                  <a:cubicBezTo>
                    <a:pt x="11184" y="3718"/>
                    <a:pt x="11184" y="3813"/>
                    <a:pt x="11184" y="3907"/>
                  </a:cubicBezTo>
                  <a:lnTo>
                    <a:pt x="10901" y="5703"/>
                  </a:lnTo>
                  <a:lnTo>
                    <a:pt x="10365" y="3529"/>
                  </a:lnTo>
                  <a:close/>
                  <a:moveTo>
                    <a:pt x="5227" y="2768"/>
                  </a:moveTo>
                  <a:cubicBezTo>
                    <a:pt x="5400" y="2768"/>
                    <a:pt x="5580" y="2884"/>
                    <a:pt x="5608" y="3025"/>
                  </a:cubicBezTo>
                  <a:lnTo>
                    <a:pt x="5892" y="4159"/>
                  </a:lnTo>
                  <a:lnTo>
                    <a:pt x="7341" y="4159"/>
                  </a:lnTo>
                  <a:cubicBezTo>
                    <a:pt x="7530" y="4159"/>
                    <a:pt x="7687" y="4317"/>
                    <a:pt x="7687" y="4506"/>
                  </a:cubicBezTo>
                  <a:cubicBezTo>
                    <a:pt x="7687" y="4758"/>
                    <a:pt x="7530" y="4915"/>
                    <a:pt x="7341" y="4915"/>
                  </a:cubicBezTo>
                  <a:lnTo>
                    <a:pt x="6018" y="4915"/>
                  </a:lnTo>
                  <a:lnTo>
                    <a:pt x="6270" y="5829"/>
                  </a:lnTo>
                  <a:cubicBezTo>
                    <a:pt x="6301" y="6050"/>
                    <a:pt x="6175" y="6207"/>
                    <a:pt x="6018" y="6270"/>
                  </a:cubicBezTo>
                  <a:lnTo>
                    <a:pt x="5955" y="6270"/>
                  </a:lnTo>
                  <a:cubicBezTo>
                    <a:pt x="5797" y="6270"/>
                    <a:pt x="5640" y="6176"/>
                    <a:pt x="5608" y="6018"/>
                  </a:cubicBezTo>
                  <a:lnTo>
                    <a:pt x="5324" y="4852"/>
                  </a:lnTo>
                  <a:lnTo>
                    <a:pt x="3875" y="4852"/>
                  </a:lnTo>
                  <a:cubicBezTo>
                    <a:pt x="3686" y="4852"/>
                    <a:pt x="3529" y="4695"/>
                    <a:pt x="3529" y="4506"/>
                  </a:cubicBezTo>
                  <a:cubicBezTo>
                    <a:pt x="3529" y="4317"/>
                    <a:pt x="3686" y="4159"/>
                    <a:pt x="3875" y="4159"/>
                  </a:cubicBezTo>
                  <a:lnTo>
                    <a:pt x="5167" y="4159"/>
                  </a:lnTo>
                  <a:lnTo>
                    <a:pt x="4946" y="3214"/>
                  </a:lnTo>
                  <a:cubicBezTo>
                    <a:pt x="4883" y="3025"/>
                    <a:pt x="5009" y="2868"/>
                    <a:pt x="5167" y="2773"/>
                  </a:cubicBezTo>
                  <a:cubicBezTo>
                    <a:pt x="5187" y="2770"/>
                    <a:pt x="5207" y="2768"/>
                    <a:pt x="5227" y="2768"/>
                  </a:cubicBezTo>
                  <a:close/>
                  <a:moveTo>
                    <a:pt x="3151" y="1"/>
                  </a:moveTo>
                  <a:cubicBezTo>
                    <a:pt x="2584" y="1"/>
                    <a:pt x="2142" y="473"/>
                    <a:pt x="2142" y="1040"/>
                  </a:cubicBezTo>
                  <a:lnTo>
                    <a:pt x="2142" y="1387"/>
                  </a:lnTo>
                  <a:lnTo>
                    <a:pt x="1103" y="1387"/>
                  </a:lnTo>
                  <a:cubicBezTo>
                    <a:pt x="788" y="1387"/>
                    <a:pt x="473" y="1544"/>
                    <a:pt x="284" y="1796"/>
                  </a:cubicBezTo>
                  <a:cubicBezTo>
                    <a:pt x="95" y="2017"/>
                    <a:pt x="0" y="2332"/>
                    <a:pt x="95" y="2679"/>
                  </a:cubicBezTo>
                  <a:lnTo>
                    <a:pt x="1166" y="6869"/>
                  </a:lnTo>
                  <a:cubicBezTo>
                    <a:pt x="1260" y="7341"/>
                    <a:pt x="1701" y="7656"/>
                    <a:pt x="2174" y="7656"/>
                  </a:cubicBezTo>
                  <a:lnTo>
                    <a:pt x="10995" y="7688"/>
                  </a:lnTo>
                  <a:cubicBezTo>
                    <a:pt x="11153" y="7688"/>
                    <a:pt x="11310" y="7593"/>
                    <a:pt x="11342" y="7436"/>
                  </a:cubicBezTo>
                  <a:lnTo>
                    <a:pt x="11909" y="4033"/>
                  </a:lnTo>
                  <a:cubicBezTo>
                    <a:pt x="11941" y="3718"/>
                    <a:pt x="11846" y="3435"/>
                    <a:pt x="11657" y="3214"/>
                  </a:cubicBezTo>
                  <a:cubicBezTo>
                    <a:pt x="11468" y="2962"/>
                    <a:pt x="11184" y="2868"/>
                    <a:pt x="10869" y="2868"/>
                  </a:cubicBezTo>
                  <a:lnTo>
                    <a:pt x="10208" y="2868"/>
                  </a:lnTo>
                  <a:lnTo>
                    <a:pt x="10050" y="2269"/>
                  </a:lnTo>
                  <a:cubicBezTo>
                    <a:pt x="9924" y="1796"/>
                    <a:pt x="9546" y="1450"/>
                    <a:pt x="9042" y="1450"/>
                  </a:cubicBezTo>
                  <a:lnTo>
                    <a:pt x="7530" y="1450"/>
                  </a:lnTo>
                  <a:lnTo>
                    <a:pt x="7120" y="599"/>
                  </a:lnTo>
                  <a:cubicBezTo>
                    <a:pt x="6963" y="253"/>
                    <a:pt x="6585" y="1"/>
                    <a:pt x="61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6" name="Google Shape;6406;p81"/>
          <p:cNvGrpSpPr/>
          <p:nvPr/>
        </p:nvGrpSpPr>
        <p:grpSpPr>
          <a:xfrm>
            <a:off x="4861948" y="3848882"/>
            <a:ext cx="356556" cy="351285"/>
            <a:chOff x="-25465200" y="3916150"/>
            <a:chExt cx="299300" cy="294875"/>
          </a:xfrm>
        </p:grpSpPr>
        <p:sp>
          <p:nvSpPr>
            <p:cNvPr id="6407" name="Google Shape;6407;p81"/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81"/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9" name="Google Shape;6409;p81"/>
          <p:cNvGrpSpPr/>
          <p:nvPr/>
        </p:nvGrpSpPr>
        <p:grpSpPr>
          <a:xfrm>
            <a:off x="7089388" y="2919148"/>
            <a:ext cx="351880" cy="352803"/>
            <a:chOff x="-23615075" y="3148525"/>
            <a:chExt cx="295375" cy="296150"/>
          </a:xfrm>
        </p:grpSpPr>
        <p:sp>
          <p:nvSpPr>
            <p:cNvPr id="6410" name="Google Shape;6410;p81"/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81"/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81"/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81"/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4" name="Google Shape;6414;p81"/>
          <p:cNvSpPr/>
          <p:nvPr/>
        </p:nvSpPr>
        <p:spPr>
          <a:xfrm>
            <a:off x="7087484" y="3397507"/>
            <a:ext cx="356586" cy="353876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15" name="Google Shape;6415;p81"/>
          <p:cNvGrpSpPr/>
          <p:nvPr/>
        </p:nvGrpSpPr>
        <p:grpSpPr>
          <a:xfrm>
            <a:off x="7088911" y="3858427"/>
            <a:ext cx="352833" cy="332194"/>
            <a:chOff x="-23615075" y="3906200"/>
            <a:chExt cx="296175" cy="278850"/>
          </a:xfrm>
        </p:grpSpPr>
        <p:sp>
          <p:nvSpPr>
            <p:cNvPr id="6416" name="Google Shape;6416;p81"/>
            <p:cNvSpPr/>
            <p:nvPr/>
          </p:nvSpPr>
          <p:spPr>
            <a:xfrm>
              <a:off x="-23615075" y="3954250"/>
              <a:ext cx="296175" cy="193775"/>
            </a:xfrm>
            <a:custGeom>
              <a:avLst/>
              <a:gdLst/>
              <a:ahLst/>
              <a:cxnLst/>
              <a:rect l="l" t="t" r="r" b="b"/>
              <a:pathLst>
                <a:path w="11847" h="7751" extrusionOk="0">
                  <a:moveTo>
                    <a:pt x="10838" y="2993"/>
                  </a:moveTo>
                  <a:cubicBezTo>
                    <a:pt x="11027" y="2993"/>
                    <a:pt x="11185" y="3119"/>
                    <a:pt x="11185" y="3340"/>
                  </a:cubicBezTo>
                  <a:cubicBezTo>
                    <a:pt x="11153" y="3403"/>
                    <a:pt x="11153" y="3497"/>
                    <a:pt x="11059" y="3529"/>
                  </a:cubicBezTo>
                  <a:cubicBezTo>
                    <a:pt x="10996" y="3592"/>
                    <a:pt x="10901" y="3687"/>
                    <a:pt x="10806" y="3687"/>
                  </a:cubicBezTo>
                  <a:lnTo>
                    <a:pt x="1040" y="3687"/>
                  </a:lnTo>
                  <a:cubicBezTo>
                    <a:pt x="914" y="3687"/>
                    <a:pt x="819" y="3655"/>
                    <a:pt x="756" y="3529"/>
                  </a:cubicBezTo>
                  <a:cubicBezTo>
                    <a:pt x="725" y="3497"/>
                    <a:pt x="662" y="3403"/>
                    <a:pt x="662" y="3340"/>
                  </a:cubicBezTo>
                  <a:cubicBezTo>
                    <a:pt x="662" y="3119"/>
                    <a:pt x="819" y="2993"/>
                    <a:pt x="1040" y="2993"/>
                  </a:cubicBezTo>
                  <a:close/>
                  <a:moveTo>
                    <a:pt x="9735" y="4411"/>
                  </a:moveTo>
                  <a:cubicBezTo>
                    <a:pt x="9641" y="4947"/>
                    <a:pt x="9357" y="5671"/>
                    <a:pt x="8507" y="6364"/>
                  </a:cubicBezTo>
                  <a:cubicBezTo>
                    <a:pt x="8444" y="6396"/>
                    <a:pt x="8349" y="6459"/>
                    <a:pt x="8318" y="6459"/>
                  </a:cubicBezTo>
                  <a:cubicBezTo>
                    <a:pt x="8192" y="6459"/>
                    <a:pt x="8129" y="6396"/>
                    <a:pt x="8034" y="6333"/>
                  </a:cubicBezTo>
                  <a:cubicBezTo>
                    <a:pt x="7908" y="6175"/>
                    <a:pt x="7971" y="5986"/>
                    <a:pt x="8066" y="5860"/>
                  </a:cubicBezTo>
                  <a:cubicBezTo>
                    <a:pt x="8696" y="5356"/>
                    <a:pt x="8948" y="4821"/>
                    <a:pt x="9011" y="4411"/>
                  </a:cubicBezTo>
                  <a:close/>
                  <a:moveTo>
                    <a:pt x="3497" y="0"/>
                  </a:moveTo>
                  <a:cubicBezTo>
                    <a:pt x="3434" y="95"/>
                    <a:pt x="3340" y="221"/>
                    <a:pt x="3214" y="347"/>
                  </a:cubicBezTo>
                  <a:lnTo>
                    <a:pt x="2237" y="1324"/>
                  </a:lnTo>
                  <a:cubicBezTo>
                    <a:pt x="2111" y="1450"/>
                    <a:pt x="1985" y="1576"/>
                    <a:pt x="1765" y="1639"/>
                  </a:cubicBezTo>
                  <a:lnTo>
                    <a:pt x="2174" y="2237"/>
                  </a:lnTo>
                  <a:lnTo>
                    <a:pt x="1040" y="2237"/>
                  </a:lnTo>
                  <a:cubicBezTo>
                    <a:pt x="441" y="2237"/>
                    <a:pt x="0" y="2710"/>
                    <a:pt x="0" y="3245"/>
                  </a:cubicBezTo>
                  <a:cubicBezTo>
                    <a:pt x="0" y="3497"/>
                    <a:pt x="63" y="3687"/>
                    <a:pt x="189" y="3876"/>
                  </a:cubicBezTo>
                  <a:cubicBezTo>
                    <a:pt x="315" y="4096"/>
                    <a:pt x="504" y="4191"/>
                    <a:pt x="756" y="4254"/>
                  </a:cubicBezTo>
                  <a:cubicBezTo>
                    <a:pt x="945" y="6018"/>
                    <a:pt x="1765" y="6932"/>
                    <a:pt x="2930" y="7719"/>
                  </a:cubicBezTo>
                  <a:cubicBezTo>
                    <a:pt x="2962" y="7751"/>
                    <a:pt x="3025" y="7751"/>
                    <a:pt x="3119" y="7751"/>
                  </a:cubicBezTo>
                  <a:lnTo>
                    <a:pt x="8696" y="7751"/>
                  </a:lnTo>
                  <a:cubicBezTo>
                    <a:pt x="8790" y="7751"/>
                    <a:pt x="8822" y="7719"/>
                    <a:pt x="8916" y="7719"/>
                  </a:cubicBezTo>
                  <a:cubicBezTo>
                    <a:pt x="10239" y="6805"/>
                    <a:pt x="10932" y="5671"/>
                    <a:pt x="11090" y="4254"/>
                  </a:cubicBezTo>
                  <a:cubicBezTo>
                    <a:pt x="11311" y="4159"/>
                    <a:pt x="11500" y="4033"/>
                    <a:pt x="11626" y="3876"/>
                  </a:cubicBezTo>
                  <a:cubicBezTo>
                    <a:pt x="11752" y="3687"/>
                    <a:pt x="11815" y="3497"/>
                    <a:pt x="11815" y="3245"/>
                  </a:cubicBezTo>
                  <a:cubicBezTo>
                    <a:pt x="11846" y="2741"/>
                    <a:pt x="11374" y="2269"/>
                    <a:pt x="10775" y="2269"/>
                  </a:cubicBezTo>
                  <a:lnTo>
                    <a:pt x="10712" y="2269"/>
                  </a:lnTo>
                  <a:cubicBezTo>
                    <a:pt x="10996" y="1733"/>
                    <a:pt x="11153" y="1135"/>
                    <a:pt x="11153" y="536"/>
                  </a:cubicBezTo>
                  <a:cubicBezTo>
                    <a:pt x="11153" y="347"/>
                    <a:pt x="10996" y="189"/>
                    <a:pt x="10775" y="189"/>
                  </a:cubicBezTo>
                  <a:cubicBezTo>
                    <a:pt x="9326" y="189"/>
                    <a:pt x="8034" y="1009"/>
                    <a:pt x="7404" y="2269"/>
                  </a:cubicBezTo>
                  <a:lnTo>
                    <a:pt x="6301" y="2269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81"/>
            <p:cNvSpPr/>
            <p:nvPr/>
          </p:nvSpPr>
          <p:spPr>
            <a:xfrm>
              <a:off x="-23615075" y="3906200"/>
              <a:ext cx="77200" cy="77225"/>
            </a:xfrm>
            <a:custGeom>
              <a:avLst/>
              <a:gdLst/>
              <a:ahLst/>
              <a:cxnLst/>
              <a:rect l="l" t="t" r="r" b="b"/>
              <a:pathLst>
                <a:path w="3088" h="3089" extrusionOk="0">
                  <a:moveTo>
                    <a:pt x="2009" y="1"/>
                  </a:moveTo>
                  <a:cubicBezTo>
                    <a:pt x="1733" y="1"/>
                    <a:pt x="1465" y="95"/>
                    <a:pt x="1292" y="284"/>
                  </a:cubicBezTo>
                  <a:lnTo>
                    <a:pt x="315" y="1292"/>
                  </a:lnTo>
                  <a:cubicBezTo>
                    <a:pt x="126" y="1481"/>
                    <a:pt x="0" y="1765"/>
                    <a:pt x="0" y="2017"/>
                  </a:cubicBezTo>
                  <a:cubicBezTo>
                    <a:pt x="0" y="2301"/>
                    <a:pt x="126" y="2584"/>
                    <a:pt x="315" y="2773"/>
                  </a:cubicBezTo>
                  <a:cubicBezTo>
                    <a:pt x="504" y="2962"/>
                    <a:pt x="756" y="3088"/>
                    <a:pt x="1040" y="3088"/>
                  </a:cubicBezTo>
                  <a:cubicBezTo>
                    <a:pt x="1292" y="3088"/>
                    <a:pt x="1576" y="2962"/>
                    <a:pt x="1765" y="2773"/>
                  </a:cubicBezTo>
                  <a:lnTo>
                    <a:pt x="2773" y="1796"/>
                  </a:lnTo>
                  <a:cubicBezTo>
                    <a:pt x="2962" y="1576"/>
                    <a:pt x="3088" y="1324"/>
                    <a:pt x="3088" y="1040"/>
                  </a:cubicBezTo>
                  <a:cubicBezTo>
                    <a:pt x="3088" y="757"/>
                    <a:pt x="2962" y="505"/>
                    <a:pt x="2773" y="284"/>
                  </a:cubicBezTo>
                  <a:cubicBezTo>
                    <a:pt x="2568" y="95"/>
                    <a:pt x="2284" y="1"/>
                    <a:pt x="2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81"/>
            <p:cNvSpPr/>
            <p:nvPr/>
          </p:nvSpPr>
          <p:spPr>
            <a:xfrm>
              <a:off x="-23543400" y="4167700"/>
              <a:ext cx="153600" cy="17350"/>
            </a:xfrm>
            <a:custGeom>
              <a:avLst/>
              <a:gdLst/>
              <a:ahLst/>
              <a:cxnLst/>
              <a:rect l="l" t="t" r="r" b="b"/>
              <a:pathLst>
                <a:path w="6144" h="694" extrusionOk="0">
                  <a:moveTo>
                    <a:pt x="0" y="0"/>
                  </a:moveTo>
                  <a:cubicBezTo>
                    <a:pt x="158" y="378"/>
                    <a:pt x="536" y="693"/>
                    <a:pt x="1008" y="693"/>
                  </a:cubicBezTo>
                  <a:lnTo>
                    <a:pt x="5167" y="693"/>
                  </a:lnTo>
                  <a:cubicBezTo>
                    <a:pt x="5608" y="693"/>
                    <a:pt x="5986" y="441"/>
                    <a:pt x="61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9" name="Google Shape;6419;p81"/>
          <p:cNvSpPr/>
          <p:nvPr/>
        </p:nvSpPr>
        <p:spPr>
          <a:xfrm>
            <a:off x="6207743" y="4290395"/>
            <a:ext cx="351880" cy="350957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20" name="Google Shape;6420;p81"/>
          <p:cNvGrpSpPr/>
          <p:nvPr/>
        </p:nvGrpSpPr>
        <p:grpSpPr>
          <a:xfrm>
            <a:off x="6637880" y="1532068"/>
            <a:ext cx="353757" cy="352565"/>
            <a:chOff x="-26980600" y="3175500"/>
            <a:chExt cx="296950" cy="295950"/>
          </a:xfrm>
        </p:grpSpPr>
        <p:sp>
          <p:nvSpPr>
            <p:cNvPr id="6421" name="Google Shape;6421;p81"/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81"/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81"/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4" name="Google Shape;6424;p81"/>
          <p:cNvSpPr/>
          <p:nvPr/>
        </p:nvSpPr>
        <p:spPr>
          <a:xfrm>
            <a:off x="6660447" y="1989089"/>
            <a:ext cx="309649" cy="351910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25" name="Google Shape;6425;p81"/>
          <p:cNvGrpSpPr/>
          <p:nvPr/>
        </p:nvGrpSpPr>
        <p:grpSpPr>
          <a:xfrm>
            <a:off x="6638357" y="2470604"/>
            <a:ext cx="352803" cy="289039"/>
            <a:chOff x="-26981375" y="3951875"/>
            <a:chExt cx="296150" cy="242625"/>
          </a:xfrm>
        </p:grpSpPr>
        <p:sp>
          <p:nvSpPr>
            <p:cNvPr id="6426" name="Google Shape;6426;p81"/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81"/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81"/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9" name="Google Shape;6429;p81"/>
          <p:cNvGrpSpPr/>
          <p:nvPr/>
        </p:nvGrpSpPr>
        <p:grpSpPr>
          <a:xfrm>
            <a:off x="5303399" y="2918195"/>
            <a:ext cx="351910" cy="354710"/>
            <a:chOff x="-25094250" y="3176075"/>
            <a:chExt cx="295400" cy="297750"/>
          </a:xfrm>
        </p:grpSpPr>
        <p:sp>
          <p:nvSpPr>
            <p:cNvPr id="6430" name="Google Shape;6430;p81"/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81"/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6432;p81"/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3" name="Google Shape;6433;p81"/>
          <p:cNvGrpSpPr/>
          <p:nvPr/>
        </p:nvGrpSpPr>
        <p:grpSpPr>
          <a:xfrm>
            <a:off x="5303399" y="3398556"/>
            <a:ext cx="351910" cy="351880"/>
            <a:chOff x="-25094250" y="3547050"/>
            <a:chExt cx="295400" cy="295375"/>
          </a:xfrm>
        </p:grpSpPr>
        <p:sp>
          <p:nvSpPr>
            <p:cNvPr id="6434" name="Google Shape;6434;p81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6435;p81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6436;p81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6437;p81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6438;p81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39" name="Google Shape;6439;p81"/>
          <p:cNvSpPr/>
          <p:nvPr/>
        </p:nvSpPr>
        <p:spPr>
          <a:xfrm>
            <a:off x="5303415" y="3903536"/>
            <a:ext cx="352833" cy="241864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0" name="Google Shape;6440;p81"/>
          <p:cNvGrpSpPr/>
          <p:nvPr/>
        </p:nvGrpSpPr>
        <p:grpSpPr>
          <a:xfrm>
            <a:off x="7535476" y="2919148"/>
            <a:ext cx="352803" cy="352803"/>
            <a:chOff x="-23245675" y="3148525"/>
            <a:chExt cx="296150" cy="296150"/>
          </a:xfrm>
        </p:grpSpPr>
        <p:sp>
          <p:nvSpPr>
            <p:cNvPr id="6441" name="Google Shape;6441;p81"/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6442;p81"/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6443;p81"/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4" name="Google Shape;6444;p81"/>
          <p:cNvSpPr/>
          <p:nvPr/>
        </p:nvSpPr>
        <p:spPr>
          <a:xfrm>
            <a:off x="7577658" y="3398490"/>
            <a:ext cx="269323" cy="351910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5" name="Google Shape;6445;p81"/>
          <p:cNvGrpSpPr/>
          <p:nvPr/>
        </p:nvGrpSpPr>
        <p:grpSpPr>
          <a:xfrm>
            <a:off x="7535938" y="3848122"/>
            <a:ext cx="351880" cy="352803"/>
            <a:chOff x="-23244900" y="3888100"/>
            <a:chExt cx="295375" cy="296150"/>
          </a:xfrm>
        </p:grpSpPr>
        <p:sp>
          <p:nvSpPr>
            <p:cNvPr id="6446" name="Google Shape;6446;p81"/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6447;p81"/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6448;p81"/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6449;p81"/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6450;p81"/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6451;p81"/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6452;p81"/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6453;p81"/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6454;p81"/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6455;p81"/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6456;p81"/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57" name="Google Shape;6457;p81"/>
          <p:cNvSpPr/>
          <p:nvPr/>
        </p:nvSpPr>
        <p:spPr>
          <a:xfrm>
            <a:off x="6612202" y="4288988"/>
            <a:ext cx="353786" cy="353757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" name="Google Shape;6462;p82"/>
          <p:cNvSpPr txBox="1">
            <a:spLocks noGrp="1"/>
          </p:cNvSpPr>
          <p:nvPr>
            <p:ph type="title" idx="4294967295"/>
          </p:nvPr>
        </p:nvSpPr>
        <p:spPr>
          <a:xfrm>
            <a:off x="849675" y="94377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3" name="Google Shape;6463;p82"/>
          <p:cNvSpPr txBox="1">
            <a:spLocks noGrp="1"/>
          </p:cNvSpPr>
          <p:nvPr>
            <p:ph type="title" idx="4294967295"/>
          </p:nvPr>
        </p:nvSpPr>
        <p:spPr>
          <a:xfrm>
            <a:off x="4858400" y="94377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Teamwork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4" name="Google Shape;6464;p82"/>
          <p:cNvSpPr/>
          <p:nvPr/>
        </p:nvSpPr>
        <p:spPr>
          <a:xfrm>
            <a:off x="849879" y="1532849"/>
            <a:ext cx="367261" cy="366364"/>
          </a:xfrm>
          <a:custGeom>
            <a:avLst/>
            <a:gdLst/>
            <a:ahLst/>
            <a:cxnLst/>
            <a:rect l="l" t="t" r="r" b="b"/>
            <a:pathLst>
              <a:path w="12697" h="12666" extrusionOk="0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65" name="Google Shape;6465;p82"/>
          <p:cNvGrpSpPr/>
          <p:nvPr/>
        </p:nvGrpSpPr>
        <p:grpSpPr>
          <a:xfrm>
            <a:off x="850004" y="1975418"/>
            <a:ext cx="367261" cy="367261"/>
            <a:chOff x="-65145700" y="3727425"/>
            <a:chExt cx="317425" cy="317425"/>
          </a:xfrm>
        </p:grpSpPr>
        <p:sp>
          <p:nvSpPr>
            <p:cNvPr id="6466" name="Google Shape;6466;p82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82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8" name="Google Shape;6468;p82"/>
          <p:cNvGrpSpPr/>
          <p:nvPr/>
        </p:nvGrpSpPr>
        <p:grpSpPr>
          <a:xfrm>
            <a:off x="853201" y="2404333"/>
            <a:ext cx="360868" cy="367261"/>
            <a:chOff x="-65144125" y="4094450"/>
            <a:chExt cx="311900" cy="317425"/>
          </a:xfrm>
        </p:grpSpPr>
        <p:sp>
          <p:nvSpPr>
            <p:cNvPr id="6469" name="Google Shape;6469;p82"/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82"/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82"/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72" name="Google Shape;6472;p82"/>
          <p:cNvSpPr/>
          <p:nvPr/>
        </p:nvSpPr>
        <p:spPr>
          <a:xfrm>
            <a:off x="3057429" y="1531476"/>
            <a:ext cx="369083" cy="369112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73" name="Google Shape;6473;p82"/>
          <p:cNvGrpSpPr/>
          <p:nvPr/>
        </p:nvGrpSpPr>
        <p:grpSpPr>
          <a:xfrm>
            <a:off x="3056770" y="1975028"/>
            <a:ext cx="370645" cy="368042"/>
            <a:chOff x="-63250675" y="3744075"/>
            <a:chExt cx="320350" cy="318100"/>
          </a:xfrm>
        </p:grpSpPr>
        <p:sp>
          <p:nvSpPr>
            <p:cNvPr id="6474" name="Google Shape;6474;p82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82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82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7" name="Google Shape;6477;p82"/>
          <p:cNvGrpSpPr/>
          <p:nvPr/>
        </p:nvGrpSpPr>
        <p:grpSpPr>
          <a:xfrm>
            <a:off x="3058462" y="2404333"/>
            <a:ext cx="367261" cy="367261"/>
            <a:chOff x="-63250675" y="4110200"/>
            <a:chExt cx="317425" cy="317425"/>
          </a:xfrm>
        </p:grpSpPr>
        <p:sp>
          <p:nvSpPr>
            <p:cNvPr id="6478" name="Google Shape;6478;p82"/>
            <p:cNvSpPr/>
            <p:nvPr/>
          </p:nvSpPr>
          <p:spPr>
            <a:xfrm>
              <a:off x="-6300730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lnTo>
                    <a:pt x="0" y="591"/>
                  </a:lnTo>
                  <a:cubicBezTo>
                    <a:pt x="252" y="780"/>
                    <a:pt x="441" y="1000"/>
                    <a:pt x="599" y="1189"/>
                  </a:cubicBezTo>
                  <a:lnTo>
                    <a:pt x="1071" y="717"/>
                  </a:lnTo>
                  <a:cubicBezTo>
                    <a:pt x="1229" y="559"/>
                    <a:pt x="1229" y="276"/>
                    <a:pt x="1071" y="118"/>
                  </a:cubicBezTo>
                  <a:cubicBezTo>
                    <a:pt x="993" y="39"/>
                    <a:pt x="882" y="0"/>
                    <a:pt x="7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82"/>
            <p:cNvSpPr/>
            <p:nvPr/>
          </p:nvSpPr>
          <p:spPr>
            <a:xfrm>
              <a:off x="-63203425" y="4159025"/>
              <a:ext cx="222925" cy="222150"/>
            </a:xfrm>
            <a:custGeom>
              <a:avLst/>
              <a:gdLst/>
              <a:ahLst/>
              <a:cxnLst/>
              <a:rect l="l" t="t" r="r" b="b"/>
              <a:pathLst>
                <a:path w="8917" h="8886" extrusionOk="0">
                  <a:moveTo>
                    <a:pt x="4033" y="1418"/>
                  </a:moveTo>
                  <a:lnTo>
                    <a:pt x="4033" y="3088"/>
                  </a:lnTo>
                  <a:cubicBezTo>
                    <a:pt x="3939" y="3151"/>
                    <a:pt x="3876" y="3151"/>
                    <a:pt x="3781" y="3183"/>
                  </a:cubicBezTo>
                  <a:lnTo>
                    <a:pt x="2615" y="1985"/>
                  </a:lnTo>
                  <a:cubicBezTo>
                    <a:pt x="2993" y="1670"/>
                    <a:pt x="3529" y="1481"/>
                    <a:pt x="4033" y="1418"/>
                  </a:cubicBezTo>
                  <a:close/>
                  <a:moveTo>
                    <a:pt x="4852" y="1418"/>
                  </a:moveTo>
                  <a:cubicBezTo>
                    <a:pt x="5356" y="1481"/>
                    <a:pt x="5892" y="1670"/>
                    <a:pt x="6270" y="1985"/>
                  </a:cubicBezTo>
                  <a:lnTo>
                    <a:pt x="5104" y="3183"/>
                  </a:lnTo>
                  <a:cubicBezTo>
                    <a:pt x="5010" y="3151"/>
                    <a:pt x="4947" y="3088"/>
                    <a:pt x="4852" y="3088"/>
                  </a:cubicBezTo>
                  <a:lnTo>
                    <a:pt x="4852" y="1418"/>
                  </a:lnTo>
                  <a:close/>
                  <a:moveTo>
                    <a:pt x="2017" y="2553"/>
                  </a:moveTo>
                  <a:lnTo>
                    <a:pt x="3214" y="3718"/>
                  </a:lnTo>
                  <a:cubicBezTo>
                    <a:pt x="3151" y="3813"/>
                    <a:pt x="3119" y="3876"/>
                    <a:pt x="3119" y="3970"/>
                  </a:cubicBezTo>
                  <a:lnTo>
                    <a:pt x="1418" y="3970"/>
                  </a:lnTo>
                  <a:cubicBezTo>
                    <a:pt x="1513" y="3466"/>
                    <a:pt x="1733" y="2994"/>
                    <a:pt x="2017" y="2553"/>
                  </a:cubicBezTo>
                  <a:close/>
                  <a:moveTo>
                    <a:pt x="6869" y="2553"/>
                  </a:moveTo>
                  <a:cubicBezTo>
                    <a:pt x="7184" y="2994"/>
                    <a:pt x="7373" y="3466"/>
                    <a:pt x="7467" y="3970"/>
                  </a:cubicBezTo>
                  <a:lnTo>
                    <a:pt x="5766" y="3970"/>
                  </a:lnTo>
                  <a:cubicBezTo>
                    <a:pt x="5734" y="3876"/>
                    <a:pt x="5734" y="3813"/>
                    <a:pt x="5671" y="3718"/>
                  </a:cubicBezTo>
                  <a:lnTo>
                    <a:pt x="6869" y="2553"/>
                  </a:lnTo>
                  <a:close/>
                  <a:moveTo>
                    <a:pt x="3119" y="4789"/>
                  </a:moveTo>
                  <a:cubicBezTo>
                    <a:pt x="3182" y="4884"/>
                    <a:pt x="3182" y="4947"/>
                    <a:pt x="3214" y="5041"/>
                  </a:cubicBezTo>
                  <a:lnTo>
                    <a:pt x="2017" y="6207"/>
                  </a:lnTo>
                  <a:cubicBezTo>
                    <a:pt x="1733" y="5829"/>
                    <a:pt x="1513" y="5357"/>
                    <a:pt x="1418" y="4789"/>
                  </a:cubicBezTo>
                  <a:close/>
                  <a:moveTo>
                    <a:pt x="7467" y="4789"/>
                  </a:moveTo>
                  <a:cubicBezTo>
                    <a:pt x="7373" y="5357"/>
                    <a:pt x="7184" y="5829"/>
                    <a:pt x="6869" y="6207"/>
                  </a:cubicBezTo>
                  <a:lnTo>
                    <a:pt x="5671" y="5041"/>
                  </a:lnTo>
                  <a:cubicBezTo>
                    <a:pt x="5734" y="4947"/>
                    <a:pt x="5766" y="4884"/>
                    <a:pt x="5766" y="4789"/>
                  </a:cubicBezTo>
                  <a:close/>
                  <a:moveTo>
                    <a:pt x="3781" y="5609"/>
                  </a:moveTo>
                  <a:cubicBezTo>
                    <a:pt x="3876" y="5672"/>
                    <a:pt x="3939" y="5703"/>
                    <a:pt x="4033" y="5703"/>
                  </a:cubicBezTo>
                  <a:lnTo>
                    <a:pt x="4033" y="7404"/>
                  </a:lnTo>
                  <a:cubicBezTo>
                    <a:pt x="3529" y="7310"/>
                    <a:pt x="2993" y="7121"/>
                    <a:pt x="2615" y="6806"/>
                  </a:cubicBezTo>
                  <a:lnTo>
                    <a:pt x="3781" y="5609"/>
                  </a:lnTo>
                  <a:close/>
                  <a:moveTo>
                    <a:pt x="5104" y="5609"/>
                  </a:moveTo>
                  <a:lnTo>
                    <a:pt x="6270" y="6806"/>
                  </a:lnTo>
                  <a:cubicBezTo>
                    <a:pt x="5892" y="7121"/>
                    <a:pt x="5419" y="7310"/>
                    <a:pt x="4852" y="7404"/>
                  </a:cubicBezTo>
                  <a:lnTo>
                    <a:pt x="4852" y="5703"/>
                  </a:lnTo>
                  <a:cubicBezTo>
                    <a:pt x="4947" y="5672"/>
                    <a:pt x="5010" y="5672"/>
                    <a:pt x="5104" y="5609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1985"/>
                    <a:pt x="0" y="4443"/>
                  </a:cubicBezTo>
                  <a:cubicBezTo>
                    <a:pt x="0" y="6869"/>
                    <a:pt x="2017" y="8885"/>
                    <a:pt x="4474" y="8885"/>
                  </a:cubicBezTo>
                  <a:cubicBezTo>
                    <a:pt x="6900" y="8885"/>
                    <a:pt x="8916" y="6869"/>
                    <a:pt x="8916" y="4443"/>
                  </a:cubicBezTo>
                  <a:cubicBezTo>
                    <a:pt x="8916" y="1954"/>
                    <a:pt x="6900" y="1"/>
                    <a:pt x="4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82"/>
            <p:cNvSpPr/>
            <p:nvPr/>
          </p:nvSpPr>
          <p:spPr>
            <a:xfrm>
              <a:off x="-63102600" y="4401625"/>
              <a:ext cx="20500" cy="26000"/>
            </a:xfrm>
            <a:custGeom>
              <a:avLst/>
              <a:gdLst/>
              <a:ahLst/>
              <a:cxnLst/>
              <a:rect l="l" t="t" r="r" b="b"/>
              <a:pathLst>
                <a:path w="820" h="1040" extrusionOk="0">
                  <a:moveTo>
                    <a:pt x="0" y="0"/>
                  </a:moveTo>
                  <a:lnTo>
                    <a:pt x="0" y="630"/>
                  </a:lnTo>
                  <a:cubicBezTo>
                    <a:pt x="0" y="882"/>
                    <a:pt x="189" y="1040"/>
                    <a:pt x="441" y="1040"/>
                  </a:cubicBezTo>
                  <a:cubicBezTo>
                    <a:pt x="662" y="1040"/>
                    <a:pt x="819" y="851"/>
                    <a:pt x="819" y="630"/>
                  </a:cubicBezTo>
                  <a:lnTo>
                    <a:pt x="8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82"/>
            <p:cNvSpPr/>
            <p:nvPr/>
          </p:nvSpPr>
          <p:spPr>
            <a:xfrm>
              <a:off x="-63006525" y="4354350"/>
              <a:ext cx="29950" cy="29975"/>
            </a:xfrm>
            <a:custGeom>
              <a:avLst/>
              <a:gdLst/>
              <a:ahLst/>
              <a:cxnLst/>
              <a:rect l="l" t="t" r="r" b="b"/>
              <a:pathLst>
                <a:path w="1198" h="1199" extrusionOk="0">
                  <a:moveTo>
                    <a:pt x="599" y="1"/>
                  </a:moveTo>
                  <a:cubicBezTo>
                    <a:pt x="410" y="221"/>
                    <a:pt x="253" y="410"/>
                    <a:pt x="1" y="599"/>
                  </a:cubicBezTo>
                  <a:lnTo>
                    <a:pt x="473" y="1072"/>
                  </a:lnTo>
                  <a:cubicBezTo>
                    <a:pt x="568" y="1167"/>
                    <a:pt x="694" y="1198"/>
                    <a:pt x="757" y="1198"/>
                  </a:cubicBezTo>
                  <a:cubicBezTo>
                    <a:pt x="851" y="1198"/>
                    <a:pt x="946" y="1167"/>
                    <a:pt x="1040" y="1072"/>
                  </a:cubicBezTo>
                  <a:cubicBezTo>
                    <a:pt x="1198" y="915"/>
                    <a:pt x="1198" y="631"/>
                    <a:pt x="1040" y="473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82"/>
            <p:cNvSpPr/>
            <p:nvPr/>
          </p:nvSpPr>
          <p:spPr>
            <a:xfrm>
              <a:off x="-62960825" y="4258275"/>
              <a:ext cx="27575" cy="20500"/>
            </a:xfrm>
            <a:custGeom>
              <a:avLst/>
              <a:gdLst/>
              <a:ahLst/>
              <a:cxnLst/>
              <a:rect l="l" t="t" r="r" b="b"/>
              <a:pathLst>
                <a:path w="1103" h="820" extrusionOk="0">
                  <a:moveTo>
                    <a:pt x="0" y="0"/>
                  </a:moveTo>
                  <a:lnTo>
                    <a:pt x="0" y="441"/>
                  </a:lnTo>
                  <a:lnTo>
                    <a:pt x="0" y="819"/>
                  </a:lnTo>
                  <a:lnTo>
                    <a:pt x="662" y="819"/>
                  </a:lnTo>
                  <a:cubicBezTo>
                    <a:pt x="914" y="819"/>
                    <a:pt x="1071" y="630"/>
                    <a:pt x="1071" y="378"/>
                  </a:cubicBezTo>
                  <a:cubicBezTo>
                    <a:pt x="1103" y="189"/>
                    <a:pt x="914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82"/>
            <p:cNvSpPr/>
            <p:nvPr/>
          </p:nvSpPr>
          <p:spPr>
            <a:xfrm>
              <a:off x="-63250675" y="4259050"/>
              <a:ext cx="26800" cy="20500"/>
            </a:xfrm>
            <a:custGeom>
              <a:avLst/>
              <a:gdLst/>
              <a:ahLst/>
              <a:cxnLst/>
              <a:rect l="l" t="t" r="r" b="b"/>
              <a:pathLst>
                <a:path w="1072" h="820" extrusionOk="0">
                  <a:moveTo>
                    <a:pt x="410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31"/>
                    <a:pt x="221" y="820"/>
                    <a:pt x="410" y="820"/>
                  </a:cubicBezTo>
                  <a:lnTo>
                    <a:pt x="1071" y="820"/>
                  </a:lnTo>
                  <a:lnTo>
                    <a:pt x="1071" y="442"/>
                  </a:lnTo>
                  <a:lnTo>
                    <a:pt x="107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82"/>
            <p:cNvSpPr/>
            <p:nvPr/>
          </p:nvSpPr>
          <p:spPr>
            <a:xfrm>
              <a:off x="-63208950" y="4354350"/>
              <a:ext cx="29175" cy="29975"/>
            </a:xfrm>
            <a:custGeom>
              <a:avLst/>
              <a:gdLst/>
              <a:ahLst/>
              <a:cxnLst/>
              <a:rect l="l" t="t" r="r" b="b"/>
              <a:pathLst>
                <a:path w="1167" h="1199" extrusionOk="0">
                  <a:moveTo>
                    <a:pt x="631" y="1"/>
                  </a:moveTo>
                  <a:lnTo>
                    <a:pt x="158" y="473"/>
                  </a:lnTo>
                  <a:cubicBezTo>
                    <a:pt x="1" y="631"/>
                    <a:pt x="1" y="915"/>
                    <a:pt x="158" y="1072"/>
                  </a:cubicBezTo>
                  <a:cubicBezTo>
                    <a:pt x="221" y="1167"/>
                    <a:pt x="348" y="1198"/>
                    <a:pt x="442" y="1198"/>
                  </a:cubicBezTo>
                  <a:cubicBezTo>
                    <a:pt x="505" y="1198"/>
                    <a:pt x="631" y="1167"/>
                    <a:pt x="694" y="1072"/>
                  </a:cubicBezTo>
                  <a:lnTo>
                    <a:pt x="1167" y="599"/>
                  </a:lnTo>
                  <a:cubicBezTo>
                    <a:pt x="1009" y="442"/>
                    <a:pt x="820" y="253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82"/>
            <p:cNvSpPr/>
            <p:nvPr/>
          </p:nvSpPr>
          <p:spPr>
            <a:xfrm>
              <a:off x="-6320815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457" y="0"/>
                  </a:moveTo>
                  <a:cubicBezTo>
                    <a:pt x="347" y="0"/>
                    <a:pt x="237" y="39"/>
                    <a:pt x="158" y="118"/>
                  </a:cubicBezTo>
                  <a:cubicBezTo>
                    <a:pt x="0" y="276"/>
                    <a:pt x="0" y="559"/>
                    <a:pt x="158" y="717"/>
                  </a:cubicBezTo>
                  <a:lnTo>
                    <a:pt x="631" y="1189"/>
                  </a:lnTo>
                  <a:lnTo>
                    <a:pt x="1229" y="591"/>
                  </a:lnTo>
                  <a:lnTo>
                    <a:pt x="757" y="118"/>
                  </a:lnTo>
                  <a:cubicBezTo>
                    <a:pt x="678" y="39"/>
                    <a:pt x="568" y="0"/>
                    <a:pt x="4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82"/>
            <p:cNvSpPr/>
            <p:nvPr/>
          </p:nvSpPr>
          <p:spPr>
            <a:xfrm>
              <a:off x="-63102600" y="4110200"/>
              <a:ext cx="20500" cy="27600"/>
            </a:xfrm>
            <a:custGeom>
              <a:avLst/>
              <a:gdLst/>
              <a:ahLst/>
              <a:cxnLst/>
              <a:rect l="l" t="t" r="r" b="b"/>
              <a:pathLst>
                <a:path w="820" h="1104" extrusionOk="0">
                  <a:moveTo>
                    <a:pt x="441" y="0"/>
                  </a:moveTo>
                  <a:cubicBezTo>
                    <a:pt x="221" y="0"/>
                    <a:pt x="0" y="221"/>
                    <a:pt x="0" y="410"/>
                  </a:cubicBezTo>
                  <a:lnTo>
                    <a:pt x="0" y="1103"/>
                  </a:lnTo>
                  <a:lnTo>
                    <a:pt x="819" y="1103"/>
                  </a:lnTo>
                  <a:lnTo>
                    <a:pt x="819" y="410"/>
                  </a:lnTo>
                  <a:cubicBezTo>
                    <a:pt x="819" y="158"/>
                    <a:pt x="630" y="0"/>
                    <a:pt x="4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7" name="Google Shape;6487;p82"/>
          <p:cNvGrpSpPr/>
          <p:nvPr/>
        </p:nvGrpSpPr>
        <p:grpSpPr>
          <a:xfrm>
            <a:off x="1737509" y="2901428"/>
            <a:ext cx="359075" cy="358844"/>
            <a:chOff x="-61351725" y="3372400"/>
            <a:chExt cx="310350" cy="310150"/>
          </a:xfrm>
        </p:grpSpPr>
        <p:sp>
          <p:nvSpPr>
            <p:cNvPr id="6488" name="Google Shape;6488;p82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82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82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1" name="Google Shape;6491;p82"/>
          <p:cNvGrpSpPr/>
          <p:nvPr/>
        </p:nvGrpSpPr>
        <p:grpSpPr>
          <a:xfrm>
            <a:off x="1733864" y="3364484"/>
            <a:ext cx="366364" cy="333534"/>
            <a:chOff x="-61354875" y="3751050"/>
            <a:chExt cx="316650" cy="288275"/>
          </a:xfrm>
        </p:grpSpPr>
        <p:sp>
          <p:nvSpPr>
            <p:cNvPr id="6492" name="Google Shape;6492;p82"/>
            <p:cNvSpPr/>
            <p:nvPr/>
          </p:nvSpPr>
          <p:spPr>
            <a:xfrm>
              <a:off x="-61200500" y="3875475"/>
              <a:ext cx="41775" cy="41000"/>
            </a:xfrm>
            <a:custGeom>
              <a:avLst/>
              <a:gdLst/>
              <a:ahLst/>
              <a:cxnLst/>
              <a:rect l="l" t="t" r="r" b="b"/>
              <a:pathLst>
                <a:path w="1671" h="1640" extrusionOk="0">
                  <a:moveTo>
                    <a:pt x="820" y="1"/>
                  </a:moveTo>
                  <a:cubicBezTo>
                    <a:pt x="379" y="1"/>
                    <a:pt x="1" y="348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92" y="1639"/>
                    <a:pt x="1670" y="1261"/>
                    <a:pt x="1670" y="820"/>
                  </a:cubicBezTo>
                  <a:cubicBezTo>
                    <a:pt x="1670" y="348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82"/>
            <p:cNvSpPr/>
            <p:nvPr/>
          </p:nvSpPr>
          <p:spPr>
            <a:xfrm>
              <a:off x="-61293425" y="3813275"/>
              <a:ext cx="192975" cy="165425"/>
            </a:xfrm>
            <a:custGeom>
              <a:avLst/>
              <a:gdLst/>
              <a:ahLst/>
              <a:cxnLst/>
              <a:rect l="l" t="t" r="r" b="b"/>
              <a:pathLst>
                <a:path w="7719" h="6617" extrusionOk="0">
                  <a:moveTo>
                    <a:pt x="6191" y="1260"/>
                  </a:moveTo>
                  <a:cubicBezTo>
                    <a:pt x="6301" y="1260"/>
                    <a:pt x="6411" y="1292"/>
                    <a:pt x="6490" y="1355"/>
                  </a:cubicBezTo>
                  <a:cubicBezTo>
                    <a:pt x="6648" y="1512"/>
                    <a:pt x="6648" y="1796"/>
                    <a:pt x="6490" y="1953"/>
                  </a:cubicBezTo>
                  <a:lnTo>
                    <a:pt x="5954" y="2457"/>
                  </a:lnTo>
                  <a:cubicBezTo>
                    <a:pt x="6112" y="2709"/>
                    <a:pt x="6207" y="3025"/>
                    <a:pt x="6207" y="3308"/>
                  </a:cubicBezTo>
                  <a:cubicBezTo>
                    <a:pt x="6207" y="3592"/>
                    <a:pt x="6112" y="3907"/>
                    <a:pt x="5954" y="4127"/>
                  </a:cubicBezTo>
                  <a:lnTo>
                    <a:pt x="6490" y="4631"/>
                  </a:lnTo>
                  <a:cubicBezTo>
                    <a:pt x="6648" y="4789"/>
                    <a:pt x="6648" y="5072"/>
                    <a:pt x="6490" y="5230"/>
                  </a:cubicBezTo>
                  <a:cubicBezTo>
                    <a:pt x="6396" y="5324"/>
                    <a:pt x="6270" y="5356"/>
                    <a:pt x="6207" y="5356"/>
                  </a:cubicBezTo>
                  <a:cubicBezTo>
                    <a:pt x="6080" y="5356"/>
                    <a:pt x="6017" y="5324"/>
                    <a:pt x="5923" y="5230"/>
                  </a:cubicBezTo>
                  <a:lnTo>
                    <a:pt x="5419" y="4726"/>
                  </a:lnTo>
                  <a:cubicBezTo>
                    <a:pt x="5167" y="4883"/>
                    <a:pt x="4852" y="4946"/>
                    <a:pt x="4600" y="4946"/>
                  </a:cubicBezTo>
                  <a:cubicBezTo>
                    <a:pt x="4316" y="4946"/>
                    <a:pt x="4001" y="4883"/>
                    <a:pt x="3749" y="4726"/>
                  </a:cubicBezTo>
                  <a:lnTo>
                    <a:pt x="3245" y="5230"/>
                  </a:lnTo>
                  <a:cubicBezTo>
                    <a:pt x="3182" y="5324"/>
                    <a:pt x="3056" y="5356"/>
                    <a:pt x="2961" y="5356"/>
                  </a:cubicBezTo>
                  <a:cubicBezTo>
                    <a:pt x="2835" y="5356"/>
                    <a:pt x="2772" y="5324"/>
                    <a:pt x="2709" y="5230"/>
                  </a:cubicBezTo>
                  <a:cubicBezTo>
                    <a:pt x="2552" y="5072"/>
                    <a:pt x="2552" y="4789"/>
                    <a:pt x="2709" y="4631"/>
                  </a:cubicBezTo>
                  <a:lnTo>
                    <a:pt x="3214" y="4127"/>
                  </a:lnTo>
                  <a:cubicBezTo>
                    <a:pt x="2961" y="3907"/>
                    <a:pt x="2898" y="3623"/>
                    <a:pt x="2898" y="3308"/>
                  </a:cubicBezTo>
                  <a:cubicBezTo>
                    <a:pt x="2898" y="2993"/>
                    <a:pt x="2961" y="2709"/>
                    <a:pt x="3119" y="2457"/>
                  </a:cubicBezTo>
                  <a:lnTo>
                    <a:pt x="2615" y="1953"/>
                  </a:lnTo>
                  <a:cubicBezTo>
                    <a:pt x="2457" y="1796"/>
                    <a:pt x="2457" y="1512"/>
                    <a:pt x="2615" y="1355"/>
                  </a:cubicBezTo>
                  <a:cubicBezTo>
                    <a:pt x="2694" y="1292"/>
                    <a:pt x="2804" y="1260"/>
                    <a:pt x="2914" y="1260"/>
                  </a:cubicBezTo>
                  <a:cubicBezTo>
                    <a:pt x="3025" y="1260"/>
                    <a:pt x="3135" y="1292"/>
                    <a:pt x="3214" y="1355"/>
                  </a:cubicBezTo>
                  <a:lnTo>
                    <a:pt x="3718" y="1890"/>
                  </a:lnTo>
                  <a:cubicBezTo>
                    <a:pt x="3970" y="1733"/>
                    <a:pt x="4253" y="1638"/>
                    <a:pt x="4537" y="1638"/>
                  </a:cubicBezTo>
                  <a:cubicBezTo>
                    <a:pt x="4820" y="1638"/>
                    <a:pt x="5135" y="1733"/>
                    <a:pt x="5387" y="1890"/>
                  </a:cubicBezTo>
                  <a:lnTo>
                    <a:pt x="5891" y="1355"/>
                  </a:lnTo>
                  <a:cubicBezTo>
                    <a:pt x="5970" y="1292"/>
                    <a:pt x="6080" y="1260"/>
                    <a:pt x="6191" y="1260"/>
                  </a:cubicBezTo>
                  <a:close/>
                  <a:moveTo>
                    <a:pt x="0" y="0"/>
                  </a:moveTo>
                  <a:lnTo>
                    <a:pt x="0" y="1260"/>
                  </a:lnTo>
                  <a:lnTo>
                    <a:pt x="851" y="1260"/>
                  </a:lnTo>
                  <a:cubicBezTo>
                    <a:pt x="1071" y="1260"/>
                    <a:pt x="1260" y="1449"/>
                    <a:pt x="1260" y="1638"/>
                  </a:cubicBezTo>
                  <a:cubicBezTo>
                    <a:pt x="1260" y="1859"/>
                    <a:pt x="1071" y="2079"/>
                    <a:pt x="851" y="2079"/>
                  </a:cubicBezTo>
                  <a:lnTo>
                    <a:pt x="0" y="2079"/>
                  </a:lnTo>
                  <a:lnTo>
                    <a:pt x="0" y="4568"/>
                  </a:lnTo>
                  <a:lnTo>
                    <a:pt x="851" y="4568"/>
                  </a:lnTo>
                  <a:cubicBezTo>
                    <a:pt x="1071" y="4568"/>
                    <a:pt x="1260" y="4757"/>
                    <a:pt x="1260" y="4946"/>
                  </a:cubicBezTo>
                  <a:cubicBezTo>
                    <a:pt x="1260" y="5198"/>
                    <a:pt x="1071" y="5387"/>
                    <a:pt x="851" y="5387"/>
                  </a:cubicBezTo>
                  <a:lnTo>
                    <a:pt x="0" y="5387"/>
                  </a:lnTo>
                  <a:lnTo>
                    <a:pt x="0" y="6616"/>
                  </a:lnTo>
                  <a:lnTo>
                    <a:pt x="7719" y="6616"/>
                  </a:lnTo>
                  <a:lnTo>
                    <a:pt x="77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82"/>
            <p:cNvSpPr/>
            <p:nvPr/>
          </p:nvSpPr>
          <p:spPr>
            <a:xfrm>
              <a:off x="-61354875" y="3751050"/>
              <a:ext cx="316650" cy="288275"/>
            </a:xfrm>
            <a:custGeom>
              <a:avLst/>
              <a:gdLst/>
              <a:ahLst/>
              <a:cxnLst/>
              <a:rect l="l" t="t" r="r" b="b"/>
              <a:pathLst>
                <a:path w="12666" h="11531" extrusionOk="0">
                  <a:moveTo>
                    <a:pt x="10618" y="1701"/>
                  </a:moveTo>
                  <a:cubicBezTo>
                    <a:pt x="10870" y="1701"/>
                    <a:pt x="11027" y="1890"/>
                    <a:pt x="11027" y="2080"/>
                  </a:cubicBezTo>
                  <a:lnTo>
                    <a:pt x="11027" y="9546"/>
                  </a:lnTo>
                  <a:cubicBezTo>
                    <a:pt x="11027" y="9767"/>
                    <a:pt x="10807" y="9956"/>
                    <a:pt x="10618" y="9956"/>
                  </a:cubicBezTo>
                  <a:lnTo>
                    <a:pt x="2080" y="9956"/>
                  </a:lnTo>
                  <a:cubicBezTo>
                    <a:pt x="1828" y="9956"/>
                    <a:pt x="1670" y="9767"/>
                    <a:pt x="1670" y="9546"/>
                  </a:cubicBezTo>
                  <a:lnTo>
                    <a:pt x="1670" y="2080"/>
                  </a:lnTo>
                  <a:cubicBezTo>
                    <a:pt x="1670" y="1859"/>
                    <a:pt x="1891" y="1701"/>
                    <a:pt x="2080" y="1701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10334"/>
                  </a:lnTo>
                  <a:cubicBezTo>
                    <a:pt x="1" y="10995"/>
                    <a:pt x="536" y="11531"/>
                    <a:pt x="1198" y="11531"/>
                  </a:cubicBezTo>
                  <a:lnTo>
                    <a:pt x="11405" y="11531"/>
                  </a:lnTo>
                  <a:cubicBezTo>
                    <a:pt x="12067" y="11531"/>
                    <a:pt x="12666" y="10995"/>
                    <a:pt x="12666" y="10334"/>
                  </a:cubicBezTo>
                  <a:lnTo>
                    <a:pt x="12666" y="1260"/>
                  </a:lnTo>
                  <a:cubicBezTo>
                    <a:pt x="12666" y="567"/>
                    <a:pt x="12130" y="0"/>
                    <a:pt x="114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5" name="Google Shape;6495;p82"/>
          <p:cNvGrpSpPr/>
          <p:nvPr/>
        </p:nvGrpSpPr>
        <p:grpSpPr>
          <a:xfrm>
            <a:off x="1733864" y="3806124"/>
            <a:ext cx="366364" cy="367290"/>
            <a:chOff x="-61354875" y="4101525"/>
            <a:chExt cx="316650" cy="317450"/>
          </a:xfrm>
        </p:grpSpPr>
        <p:sp>
          <p:nvSpPr>
            <p:cNvPr id="6496" name="Google Shape;6496;p82"/>
            <p:cNvSpPr/>
            <p:nvPr/>
          </p:nvSpPr>
          <p:spPr>
            <a:xfrm>
              <a:off x="-61172925" y="4240150"/>
              <a:ext cx="62225" cy="145750"/>
            </a:xfrm>
            <a:custGeom>
              <a:avLst/>
              <a:gdLst/>
              <a:ahLst/>
              <a:cxnLst/>
              <a:rect l="l" t="t" r="r" b="b"/>
              <a:pathLst>
                <a:path w="2489" h="5830" extrusionOk="0">
                  <a:moveTo>
                    <a:pt x="1260" y="1"/>
                  </a:moveTo>
                  <a:cubicBezTo>
                    <a:pt x="1071" y="1"/>
                    <a:pt x="819" y="221"/>
                    <a:pt x="819" y="442"/>
                  </a:cubicBezTo>
                  <a:lnTo>
                    <a:pt x="819" y="725"/>
                  </a:lnTo>
                  <a:cubicBezTo>
                    <a:pt x="347" y="883"/>
                    <a:pt x="0" y="1355"/>
                    <a:pt x="0" y="1891"/>
                  </a:cubicBezTo>
                  <a:cubicBezTo>
                    <a:pt x="0" y="2584"/>
                    <a:pt x="536" y="2962"/>
                    <a:pt x="977" y="3277"/>
                  </a:cubicBezTo>
                  <a:cubicBezTo>
                    <a:pt x="1292" y="3529"/>
                    <a:pt x="1639" y="3750"/>
                    <a:pt x="1639" y="4002"/>
                  </a:cubicBezTo>
                  <a:cubicBezTo>
                    <a:pt x="1639" y="4222"/>
                    <a:pt x="1450" y="4411"/>
                    <a:pt x="1260" y="4411"/>
                  </a:cubicBezTo>
                  <a:cubicBezTo>
                    <a:pt x="1008" y="4411"/>
                    <a:pt x="819" y="4222"/>
                    <a:pt x="819" y="4002"/>
                  </a:cubicBezTo>
                  <a:cubicBezTo>
                    <a:pt x="819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51"/>
                  </a:lnTo>
                  <a:cubicBezTo>
                    <a:pt x="819" y="5672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4002"/>
                  </a:cubicBezTo>
                  <a:cubicBezTo>
                    <a:pt x="2489" y="3309"/>
                    <a:pt x="1922" y="2931"/>
                    <a:pt x="1481" y="2616"/>
                  </a:cubicBezTo>
                  <a:cubicBezTo>
                    <a:pt x="1166" y="2364"/>
                    <a:pt x="819" y="2143"/>
                    <a:pt x="819" y="1891"/>
                  </a:cubicBezTo>
                  <a:cubicBezTo>
                    <a:pt x="819" y="1702"/>
                    <a:pt x="1008" y="1513"/>
                    <a:pt x="1260" y="1513"/>
                  </a:cubicBezTo>
                  <a:cubicBezTo>
                    <a:pt x="1513" y="1513"/>
                    <a:pt x="1639" y="1702"/>
                    <a:pt x="1639" y="1891"/>
                  </a:cubicBezTo>
                  <a:cubicBezTo>
                    <a:pt x="1639" y="2143"/>
                    <a:pt x="1859" y="2332"/>
                    <a:pt x="2048" y="2332"/>
                  </a:cubicBezTo>
                  <a:cubicBezTo>
                    <a:pt x="2300" y="2332"/>
                    <a:pt x="2489" y="2143"/>
                    <a:pt x="2489" y="1891"/>
                  </a:cubicBezTo>
                  <a:cubicBezTo>
                    <a:pt x="2489" y="1355"/>
                    <a:pt x="2143" y="914"/>
                    <a:pt x="1639" y="725"/>
                  </a:cubicBezTo>
                  <a:lnTo>
                    <a:pt x="1639" y="442"/>
                  </a:lnTo>
                  <a:cubicBezTo>
                    <a:pt x="1639" y="221"/>
                    <a:pt x="1450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82"/>
            <p:cNvSpPr/>
            <p:nvPr/>
          </p:nvSpPr>
          <p:spPr>
            <a:xfrm>
              <a:off x="-61354875" y="4101525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11405" y="1608"/>
                  </a:moveTo>
                  <a:cubicBezTo>
                    <a:pt x="11657" y="1608"/>
                    <a:pt x="11847" y="1797"/>
                    <a:pt x="11847" y="2049"/>
                  </a:cubicBezTo>
                  <a:lnTo>
                    <a:pt x="11847" y="3277"/>
                  </a:lnTo>
                  <a:lnTo>
                    <a:pt x="820" y="3277"/>
                  </a:lnTo>
                  <a:lnTo>
                    <a:pt x="820" y="2049"/>
                  </a:lnTo>
                  <a:cubicBezTo>
                    <a:pt x="820" y="1797"/>
                    <a:pt x="1009" y="1608"/>
                    <a:pt x="1198" y="1608"/>
                  </a:cubicBezTo>
                  <a:lnTo>
                    <a:pt x="1639" y="1608"/>
                  </a:lnTo>
                  <a:lnTo>
                    <a:pt x="1639" y="2049"/>
                  </a:lnTo>
                  <a:cubicBezTo>
                    <a:pt x="1639" y="2301"/>
                    <a:pt x="1828" y="2458"/>
                    <a:pt x="2048" y="2458"/>
                  </a:cubicBezTo>
                  <a:cubicBezTo>
                    <a:pt x="2237" y="2458"/>
                    <a:pt x="2427" y="2238"/>
                    <a:pt x="2427" y="2049"/>
                  </a:cubicBezTo>
                  <a:lnTo>
                    <a:pt x="2427" y="1608"/>
                  </a:lnTo>
                  <a:lnTo>
                    <a:pt x="5892" y="1608"/>
                  </a:lnTo>
                  <a:lnTo>
                    <a:pt x="5892" y="2049"/>
                  </a:lnTo>
                  <a:cubicBezTo>
                    <a:pt x="5892" y="2301"/>
                    <a:pt x="6081" y="2458"/>
                    <a:pt x="6333" y="2458"/>
                  </a:cubicBezTo>
                  <a:cubicBezTo>
                    <a:pt x="6585" y="2458"/>
                    <a:pt x="6743" y="2238"/>
                    <a:pt x="6743" y="2049"/>
                  </a:cubicBezTo>
                  <a:lnTo>
                    <a:pt x="6743" y="1608"/>
                  </a:lnTo>
                  <a:lnTo>
                    <a:pt x="10208" y="1608"/>
                  </a:lnTo>
                  <a:lnTo>
                    <a:pt x="10208" y="2049"/>
                  </a:lnTo>
                  <a:cubicBezTo>
                    <a:pt x="10208" y="2301"/>
                    <a:pt x="10397" y="2458"/>
                    <a:pt x="10618" y="2458"/>
                  </a:cubicBezTo>
                  <a:cubicBezTo>
                    <a:pt x="10870" y="2458"/>
                    <a:pt x="11027" y="2238"/>
                    <a:pt x="11027" y="2049"/>
                  </a:cubicBezTo>
                  <a:lnTo>
                    <a:pt x="11027" y="1608"/>
                  </a:lnTo>
                  <a:close/>
                  <a:moveTo>
                    <a:pt x="2868" y="4916"/>
                  </a:moveTo>
                  <a:cubicBezTo>
                    <a:pt x="3088" y="4916"/>
                    <a:pt x="3246" y="5136"/>
                    <a:pt x="3246" y="5357"/>
                  </a:cubicBezTo>
                  <a:cubicBezTo>
                    <a:pt x="3309" y="5546"/>
                    <a:pt x="3088" y="5766"/>
                    <a:pt x="2868" y="5766"/>
                  </a:cubicBezTo>
                  <a:lnTo>
                    <a:pt x="2048" y="5766"/>
                  </a:lnTo>
                  <a:cubicBezTo>
                    <a:pt x="1796" y="5766"/>
                    <a:pt x="1639" y="5546"/>
                    <a:pt x="1639" y="5357"/>
                  </a:cubicBezTo>
                  <a:cubicBezTo>
                    <a:pt x="1639" y="5136"/>
                    <a:pt x="1828" y="4916"/>
                    <a:pt x="2048" y="4916"/>
                  </a:cubicBezTo>
                  <a:close/>
                  <a:moveTo>
                    <a:pt x="2868" y="6585"/>
                  </a:moveTo>
                  <a:cubicBezTo>
                    <a:pt x="3088" y="6585"/>
                    <a:pt x="3246" y="6774"/>
                    <a:pt x="3246" y="6963"/>
                  </a:cubicBezTo>
                  <a:cubicBezTo>
                    <a:pt x="3309" y="7215"/>
                    <a:pt x="3088" y="7404"/>
                    <a:pt x="2868" y="7404"/>
                  </a:cubicBezTo>
                  <a:lnTo>
                    <a:pt x="2048" y="7404"/>
                  </a:lnTo>
                  <a:cubicBezTo>
                    <a:pt x="1796" y="7404"/>
                    <a:pt x="1639" y="7215"/>
                    <a:pt x="1639" y="6963"/>
                  </a:cubicBezTo>
                  <a:cubicBezTo>
                    <a:pt x="1639" y="6743"/>
                    <a:pt x="1828" y="6585"/>
                    <a:pt x="2048" y="6585"/>
                  </a:cubicBezTo>
                  <a:close/>
                  <a:moveTo>
                    <a:pt x="2868" y="8287"/>
                  </a:moveTo>
                  <a:cubicBezTo>
                    <a:pt x="3088" y="8287"/>
                    <a:pt x="3246" y="8476"/>
                    <a:pt x="3246" y="8665"/>
                  </a:cubicBezTo>
                  <a:cubicBezTo>
                    <a:pt x="3309" y="8854"/>
                    <a:pt x="3088" y="9074"/>
                    <a:pt x="2868" y="9074"/>
                  </a:cubicBezTo>
                  <a:lnTo>
                    <a:pt x="2048" y="9074"/>
                  </a:lnTo>
                  <a:cubicBezTo>
                    <a:pt x="1796" y="9074"/>
                    <a:pt x="1639" y="8854"/>
                    <a:pt x="1639" y="8665"/>
                  </a:cubicBezTo>
                  <a:cubicBezTo>
                    <a:pt x="1639" y="8413"/>
                    <a:pt x="1828" y="8287"/>
                    <a:pt x="2048" y="8287"/>
                  </a:cubicBezTo>
                  <a:close/>
                  <a:moveTo>
                    <a:pt x="8538" y="5199"/>
                  </a:moveTo>
                  <a:cubicBezTo>
                    <a:pt x="10366" y="5199"/>
                    <a:pt x="11847" y="6711"/>
                    <a:pt x="11847" y="8507"/>
                  </a:cubicBezTo>
                  <a:cubicBezTo>
                    <a:pt x="11847" y="10334"/>
                    <a:pt x="10334" y="11815"/>
                    <a:pt x="8538" y="11815"/>
                  </a:cubicBezTo>
                  <a:cubicBezTo>
                    <a:pt x="6711" y="11815"/>
                    <a:pt x="5230" y="10334"/>
                    <a:pt x="5230" y="8507"/>
                  </a:cubicBezTo>
                  <a:cubicBezTo>
                    <a:pt x="5230" y="6711"/>
                    <a:pt x="6743" y="5199"/>
                    <a:pt x="8538" y="5199"/>
                  </a:cubicBezTo>
                  <a:close/>
                  <a:moveTo>
                    <a:pt x="2048" y="1"/>
                  </a:moveTo>
                  <a:cubicBezTo>
                    <a:pt x="1828" y="1"/>
                    <a:pt x="1639" y="190"/>
                    <a:pt x="1639" y="410"/>
                  </a:cubicBezTo>
                  <a:lnTo>
                    <a:pt x="1639" y="788"/>
                  </a:lnTo>
                  <a:lnTo>
                    <a:pt x="1198" y="788"/>
                  </a:lnTo>
                  <a:cubicBezTo>
                    <a:pt x="536" y="788"/>
                    <a:pt x="1" y="1324"/>
                    <a:pt x="1" y="2049"/>
                  </a:cubicBezTo>
                  <a:lnTo>
                    <a:pt x="1" y="9767"/>
                  </a:lnTo>
                  <a:cubicBezTo>
                    <a:pt x="1" y="10429"/>
                    <a:pt x="536" y="11028"/>
                    <a:pt x="1198" y="11028"/>
                  </a:cubicBezTo>
                  <a:lnTo>
                    <a:pt x="5230" y="11028"/>
                  </a:lnTo>
                  <a:cubicBezTo>
                    <a:pt x="5987" y="12004"/>
                    <a:pt x="7184" y="12697"/>
                    <a:pt x="8538" y="12697"/>
                  </a:cubicBezTo>
                  <a:cubicBezTo>
                    <a:pt x="10807" y="12697"/>
                    <a:pt x="12666" y="10838"/>
                    <a:pt x="12666" y="8539"/>
                  </a:cubicBezTo>
                  <a:lnTo>
                    <a:pt x="12666" y="2080"/>
                  </a:lnTo>
                  <a:cubicBezTo>
                    <a:pt x="12666" y="1356"/>
                    <a:pt x="12130" y="788"/>
                    <a:pt x="11405" y="788"/>
                  </a:cubicBezTo>
                  <a:lnTo>
                    <a:pt x="11027" y="788"/>
                  </a:lnTo>
                  <a:lnTo>
                    <a:pt x="11027" y="410"/>
                  </a:lnTo>
                  <a:cubicBezTo>
                    <a:pt x="11027" y="158"/>
                    <a:pt x="10807" y="1"/>
                    <a:pt x="10618" y="1"/>
                  </a:cubicBezTo>
                  <a:cubicBezTo>
                    <a:pt x="10429" y="1"/>
                    <a:pt x="10177" y="190"/>
                    <a:pt x="10177" y="410"/>
                  </a:cubicBezTo>
                  <a:lnTo>
                    <a:pt x="10177" y="788"/>
                  </a:lnTo>
                  <a:lnTo>
                    <a:pt x="6711" y="788"/>
                  </a:lnTo>
                  <a:lnTo>
                    <a:pt x="6711" y="410"/>
                  </a:lnTo>
                  <a:cubicBezTo>
                    <a:pt x="6711" y="158"/>
                    <a:pt x="6522" y="1"/>
                    <a:pt x="6333" y="1"/>
                  </a:cubicBezTo>
                  <a:cubicBezTo>
                    <a:pt x="6144" y="1"/>
                    <a:pt x="5892" y="190"/>
                    <a:pt x="5892" y="410"/>
                  </a:cubicBezTo>
                  <a:lnTo>
                    <a:pt x="5892" y="788"/>
                  </a:lnTo>
                  <a:lnTo>
                    <a:pt x="2427" y="788"/>
                  </a:lnTo>
                  <a:lnTo>
                    <a:pt x="2427" y="410"/>
                  </a:lnTo>
                  <a:cubicBezTo>
                    <a:pt x="2427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8" name="Google Shape;6498;p82"/>
          <p:cNvGrpSpPr/>
          <p:nvPr/>
        </p:nvGrpSpPr>
        <p:grpSpPr>
          <a:xfrm>
            <a:off x="3950299" y="2898000"/>
            <a:ext cx="368157" cy="365699"/>
            <a:chOff x="-59470075" y="3308975"/>
            <a:chExt cx="318200" cy="316075"/>
          </a:xfrm>
        </p:grpSpPr>
        <p:sp>
          <p:nvSpPr>
            <p:cNvPr id="6499" name="Google Shape;6499;p82"/>
            <p:cNvSpPr/>
            <p:nvPr/>
          </p:nvSpPr>
          <p:spPr>
            <a:xfrm>
              <a:off x="-59403925" y="3522625"/>
              <a:ext cx="21275" cy="20500"/>
            </a:xfrm>
            <a:custGeom>
              <a:avLst/>
              <a:gdLst/>
              <a:ahLst/>
              <a:cxnLst/>
              <a:rect l="l" t="t" r="r" b="b"/>
              <a:pathLst>
                <a:path w="851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82"/>
            <p:cNvSpPr/>
            <p:nvPr/>
          </p:nvSpPr>
          <p:spPr>
            <a:xfrm>
              <a:off x="-593621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82"/>
            <p:cNvSpPr/>
            <p:nvPr/>
          </p:nvSpPr>
          <p:spPr>
            <a:xfrm>
              <a:off x="-593212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82"/>
            <p:cNvSpPr/>
            <p:nvPr/>
          </p:nvSpPr>
          <p:spPr>
            <a:xfrm>
              <a:off x="-592794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82"/>
            <p:cNvSpPr/>
            <p:nvPr/>
          </p:nvSpPr>
          <p:spPr>
            <a:xfrm>
              <a:off x="-59470075" y="3418825"/>
              <a:ext cx="317425" cy="206225"/>
            </a:xfrm>
            <a:custGeom>
              <a:avLst/>
              <a:gdLst/>
              <a:ahLst/>
              <a:cxnLst/>
              <a:rect l="l" t="t" r="r" b="b"/>
              <a:pathLst>
                <a:path w="12697" h="8249" extrusionOk="0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82"/>
            <p:cNvSpPr/>
            <p:nvPr/>
          </p:nvSpPr>
          <p:spPr>
            <a:xfrm>
              <a:off x="-592385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82"/>
            <p:cNvSpPr/>
            <p:nvPr/>
          </p:nvSpPr>
          <p:spPr>
            <a:xfrm>
              <a:off x="-59292875" y="3308975"/>
              <a:ext cx="106350" cy="41400"/>
            </a:xfrm>
            <a:custGeom>
              <a:avLst/>
              <a:gdLst/>
              <a:ahLst/>
              <a:cxnLst/>
              <a:rect l="l" t="t" r="r" b="b"/>
              <a:pathLst>
                <a:path w="4254" h="1656" extrusionOk="0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82"/>
            <p:cNvSpPr/>
            <p:nvPr/>
          </p:nvSpPr>
          <p:spPr>
            <a:xfrm>
              <a:off x="-59214100" y="3371400"/>
              <a:ext cx="62225" cy="68550"/>
            </a:xfrm>
            <a:custGeom>
              <a:avLst/>
              <a:gdLst/>
              <a:ahLst/>
              <a:cxnLst/>
              <a:rect l="l" t="t" r="r" b="b"/>
              <a:pathLst>
                <a:path w="2489" h="2742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82"/>
            <p:cNvSpPr/>
            <p:nvPr/>
          </p:nvSpPr>
          <p:spPr>
            <a:xfrm>
              <a:off x="-59297600" y="3392600"/>
              <a:ext cx="62250" cy="48150"/>
            </a:xfrm>
            <a:custGeom>
              <a:avLst/>
              <a:gdLst/>
              <a:ahLst/>
              <a:cxnLst/>
              <a:rect l="l" t="t" r="r" b="b"/>
              <a:pathLst>
                <a:path w="2490" h="1926" extrusionOk="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8" name="Google Shape;6508;p82"/>
          <p:cNvGrpSpPr/>
          <p:nvPr/>
        </p:nvGrpSpPr>
        <p:grpSpPr>
          <a:xfrm>
            <a:off x="1295729" y="1533705"/>
            <a:ext cx="367261" cy="364686"/>
            <a:chOff x="-64781025" y="3361050"/>
            <a:chExt cx="317425" cy="315200"/>
          </a:xfrm>
        </p:grpSpPr>
        <p:sp>
          <p:nvSpPr>
            <p:cNvPr id="6509" name="Google Shape;6509;p82"/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82"/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82"/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82"/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3" name="Google Shape;6513;p82"/>
          <p:cNvSpPr/>
          <p:nvPr/>
        </p:nvSpPr>
        <p:spPr>
          <a:xfrm>
            <a:off x="1295604" y="1976311"/>
            <a:ext cx="367261" cy="36543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4" name="Google Shape;6514;p82"/>
          <p:cNvSpPr/>
          <p:nvPr/>
        </p:nvSpPr>
        <p:spPr>
          <a:xfrm>
            <a:off x="1322938" y="2404313"/>
            <a:ext cx="312592" cy="367261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5" name="Google Shape;6515;p82"/>
          <p:cNvSpPr/>
          <p:nvPr/>
        </p:nvSpPr>
        <p:spPr>
          <a:xfrm>
            <a:off x="3508223" y="1572954"/>
            <a:ext cx="366335" cy="286155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16" name="Google Shape;6516;p82"/>
          <p:cNvGrpSpPr/>
          <p:nvPr/>
        </p:nvGrpSpPr>
        <p:grpSpPr>
          <a:xfrm>
            <a:off x="3500129" y="1975144"/>
            <a:ext cx="382765" cy="367810"/>
            <a:chOff x="-62890750" y="3747425"/>
            <a:chExt cx="330825" cy="317900"/>
          </a:xfrm>
        </p:grpSpPr>
        <p:sp>
          <p:nvSpPr>
            <p:cNvPr id="6517" name="Google Shape;6517;p82"/>
            <p:cNvSpPr/>
            <p:nvPr/>
          </p:nvSpPr>
          <p:spPr>
            <a:xfrm>
              <a:off x="-62890750" y="3747425"/>
              <a:ext cx="313500" cy="195825"/>
            </a:xfrm>
            <a:custGeom>
              <a:avLst/>
              <a:gdLst/>
              <a:ahLst/>
              <a:cxnLst/>
              <a:rect l="l" t="t" r="r" b="b"/>
              <a:pathLst>
                <a:path w="12540" h="7833" extrusionOk="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82"/>
            <p:cNvSpPr/>
            <p:nvPr/>
          </p:nvSpPr>
          <p:spPr>
            <a:xfrm>
              <a:off x="-62874975" y="3869075"/>
              <a:ext cx="315050" cy="196250"/>
            </a:xfrm>
            <a:custGeom>
              <a:avLst/>
              <a:gdLst/>
              <a:ahLst/>
              <a:cxnLst/>
              <a:rect l="l" t="t" r="r" b="b"/>
              <a:pathLst>
                <a:path w="12602" h="7850" extrusionOk="0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82"/>
            <p:cNvSpPr/>
            <p:nvPr/>
          </p:nvSpPr>
          <p:spPr>
            <a:xfrm>
              <a:off x="-62751325" y="3834525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82"/>
            <p:cNvSpPr/>
            <p:nvPr/>
          </p:nvSpPr>
          <p:spPr>
            <a:xfrm>
              <a:off x="-62715100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82"/>
            <p:cNvSpPr/>
            <p:nvPr/>
          </p:nvSpPr>
          <p:spPr>
            <a:xfrm>
              <a:off x="-62751325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82"/>
            <p:cNvSpPr/>
            <p:nvPr/>
          </p:nvSpPr>
          <p:spPr>
            <a:xfrm>
              <a:off x="-62822225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82"/>
            <p:cNvSpPr/>
            <p:nvPr/>
          </p:nvSpPr>
          <p:spPr>
            <a:xfrm>
              <a:off x="-62715100" y="3833750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82"/>
            <p:cNvSpPr/>
            <p:nvPr/>
          </p:nvSpPr>
          <p:spPr>
            <a:xfrm>
              <a:off x="-62758425" y="3881000"/>
              <a:ext cx="22875" cy="48075"/>
            </a:xfrm>
            <a:custGeom>
              <a:avLst/>
              <a:gdLst/>
              <a:ahLst/>
              <a:cxnLst/>
              <a:rect l="l" t="t" r="r" b="b"/>
              <a:pathLst>
                <a:path w="915" h="1923" extrusionOk="0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82"/>
            <p:cNvSpPr/>
            <p:nvPr/>
          </p:nvSpPr>
          <p:spPr>
            <a:xfrm>
              <a:off x="-62715100" y="3809325"/>
              <a:ext cx="74850" cy="51225"/>
            </a:xfrm>
            <a:custGeom>
              <a:avLst/>
              <a:gdLst/>
              <a:ahLst/>
              <a:cxnLst/>
              <a:rect l="l" t="t" r="r" b="b"/>
              <a:pathLst>
                <a:path w="2994" h="2049" extrusionOk="0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82"/>
            <p:cNvSpPr/>
            <p:nvPr/>
          </p:nvSpPr>
          <p:spPr>
            <a:xfrm>
              <a:off x="-62715875" y="3950300"/>
              <a:ext cx="75625" cy="51225"/>
            </a:xfrm>
            <a:custGeom>
              <a:avLst/>
              <a:gdLst/>
              <a:ahLst/>
              <a:cxnLst/>
              <a:rect l="l" t="t" r="r" b="b"/>
              <a:pathLst>
                <a:path w="3025" h="2049" extrusionOk="0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82"/>
            <p:cNvSpPr/>
            <p:nvPr/>
          </p:nvSpPr>
          <p:spPr>
            <a:xfrm>
              <a:off x="-62811200" y="3949525"/>
              <a:ext cx="75650" cy="52000"/>
            </a:xfrm>
            <a:custGeom>
              <a:avLst/>
              <a:gdLst/>
              <a:ahLst/>
              <a:cxnLst/>
              <a:rect l="l" t="t" r="r" b="b"/>
              <a:pathLst>
                <a:path w="3026" h="2080" extrusionOk="0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82"/>
            <p:cNvSpPr/>
            <p:nvPr/>
          </p:nvSpPr>
          <p:spPr>
            <a:xfrm>
              <a:off x="-62673350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82"/>
            <p:cNvSpPr/>
            <p:nvPr/>
          </p:nvSpPr>
          <p:spPr>
            <a:xfrm>
              <a:off x="-62810400" y="3810125"/>
              <a:ext cx="75625" cy="51200"/>
            </a:xfrm>
            <a:custGeom>
              <a:avLst/>
              <a:gdLst/>
              <a:ahLst/>
              <a:cxnLst/>
              <a:rect l="l" t="t" r="r" b="b"/>
              <a:pathLst>
                <a:path w="3025" h="2048" extrusionOk="0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82"/>
            <p:cNvSpPr/>
            <p:nvPr/>
          </p:nvSpPr>
          <p:spPr>
            <a:xfrm>
              <a:off x="-62715100" y="3881000"/>
              <a:ext cx="22850" cy="48075"/>
            </a:xfrm>
            <a:custGeom>
              <a:avLst/>
              <a:gdLst/>
              <a:ahLst/>
              <a:cxnLst/>
              <a:rect l="l" t="t" r="r" b="b"/>
              <a:pathLst>
                <a:path w="914" h="1923" extrusionOk="0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1" name="Google Shape;6531;p82"/>
          <p:cNvGrpSpPr/>
          <p:nvPr/>
        </p:nvGrpSpPr>
        <p:grpSpPr>
          <a:xfrm>
            <a:off x="3507881" y="2404781"/>
            <a:ext cx="367261" cy="366364"/>
            <a:chOff x="-62884425" y="4111775"/>
            <a:chExt cx="317425" cy="316650"/>
          </a:xfrm>
        </p:grpSpPr>
        <p:sp>
          <p:nvSpPr>
            <p:cNvPr id="6532" name="Google Shape;6532;p82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82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4" name="Google Shape;6534;p82"/>
          <p:cNvGrpSpPr/>
          <p:nvPr/>
        </p:nvGrpSpPr>
        <p:grpSpPr>
          <a:xfrm>
            <a:off x="2180515" y="2900850"/>
            <a:ext cx="365438" cy="360001"/>
            <a:chOff x="-60991775" y="3376900"/>
            <a:chExt cx="315850" cy="311150"/>
          </a:xfrm>
        </p:grpSpPr>
        <p:sp>
          <p:nvSpPr>
            <p:cNvPr id="6535" name="Google Shape;6535;p82"/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82"/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82"/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8" name="Google Shape;6538;p82"/>
          <p:cNvGrpSpPr/>
          <p:nvPr/>
        </p:nvGrpSpPr>
        <p:grpSpPr>
          <a:xfrm>
            <a:off x="2180052" y="3351714"/>
            <a:ext cx="366364" cy="359075"/>
            <a:chOff x="-60988625" y="3740800"/>
            <a:chExt cx="316650" cy="310350"/>
          </a:xfrm>
        </p:grpSpPr>
        <p:sp>
          <p:nvSpPr>
            <p:cNvPr id="6539" name="Google Shape;6539;p82"/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82"/>
            <p:cNvSpPr/>
            <p:nvPr/>
          </p:nvSpPr>
          <p:spPr>
            <a:xfrm>
              <a:off x="-60742100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82"/>
            <p:cNvSpPr/>
            <p:nvPr/>
          </p:nvSpPr>
          <p:spPr>
            <a:xfrm>
              <a:off x="-60740525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2" name="Google Shape;6542;p82"/>
          <p:cNvGrpSpPr/>
          <p:nvPr/>
        </p:nvGrpSpPr>
        <p:grpSpPr>
          <a:xfrm>
            <a:off x="2180052" y="3807165"/>
            <a:ext cx="366364" cy="365207"/>
            <a:chOff x="-60987850" y="4100950"/>
            <a:chExt cx="316650" cy="315650"/>
          </a:xfrm>
        </p:grpSpPr>
        <p:sp>
          <p:nvSpPr>
            <p:cNvPr id="6543" name="Google Shape;6543;p82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82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82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82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82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8" name="Google Shape;6548;p82"/>
          <p:cNvGrpSpPr/>
          <p:nvPr/>
        </p:nvGrpSpPr>
        <p:grpSpPr>
          <a:xfrm>
            <a:off x="3949836" y="3352625"/>
            <a:ext cx="369083" cy="357253"/>
            <a:chOff x="-59447250" y="3706150"/>
            <a:chExt cx="319000" cy="308775"/>
          </a:xfrm>
        </p:grpSpPr>
        <p:sp>
          <p:nvSpPr>
            <p:cNvPr id="6549" name="Google Shape;6549;p82"/>
            <p:cNvSpPr/>
            <p:nvPr/>
          </p:nvSpPr>
          <p:spPr>
            <a:xfrm>
              <a:off x="-59381875" y="3922750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36"/>
                    <a:pt x="2363" y="0"/>
                    <a:pt x="16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82"/>
            <p:cNvSpPr/>
            <p:nvPr/>
          </p:nvSpPr>
          <p:spPr>
            <a:xfrm>
              <a:off x="-59364550" y="3861525"/>
              <a:ext cx="43350" cy="40900"/>
            </a:xfrm>
            <a:custGeom>
              <a:avLst/>
              <a:gdLst/>
              <a:ahLst/>
              <a:cxnLst/>
              <a:rect l="l" t="t" r="r" b="b"/>
              <a:pathLst>
                <a:path w="1734" h="1636" extrusionOk="0">
                  <a:moveTo>
                    <a:pt x="858" y="0"/>
                  </a:moveTo>
                  <a:cubicBezTo>
                    <a:pt x="784" y="0"/>
                    <a:pt x="707" y="8"/>
                    <a:pt x="631" y="23"/>
                  </a:cubicBezTo>
                  <a:cubicBezTo>
                    <a:pt x="347" y="118"/>
                    <a:pt x="127" y="307"/>
                    <a:pt x="95" y="590"/>
                  </a:cubicBezTo>
                  <a:cubicBezTo>
                    <a:pt x="1" y="906"/>
                    <a:pt x="95" y="1189"/>
                    <a:pt x="284" y="1410"/>
                  </a:cubicBezTo>
                  <a:cubicBezTo>
                    <a:pt x="446" y="1548"/>
                    <a:pt x="658" y="1636"/>
                    <a:pt x="871" y="1636"/>
                  </a:cubicBezTo>
                  <a:cubicBezTo>
                    <a:pt x="949" y="1636"/>
                    <a:pt x="1027" y="1624"/>
                    <a:pt x="1103" y="1599"/>
                  </a:cubicBezTo>
                  <a:cubicBezTo>
                    <a:pt x="1387" y="1536"/>
                    <a:pt x="1607" y="1347"/>
                    <a:pt x="1670" y="1063"/>
                  </a:cubicBezTo>
                  <a:cubicBezTo>
                    <a:pt x="1733" y="748"/>
                    <a:pt x="1670" y="464"/>
                    <a:pt x="1450" y="244"/>
                  </a:cubicBezTo>
                  <a:cubicBezTo>
                    <a:pt x="1307" y="77"/>
                    <a:pt x="1091" y="0"/>
                    <a:pt x="8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82"/>
            <p:cNvSpPr/>
            <p:nvPr/>
          </p:nvSpPr>
          <p:spPr>
            <a:xfrm>
              <a:off x="-59447250" y="3706150"/>
              <a:ext cx="319000" cy="308775"/>
            </a:xfrm>
            <a:custGeom>
              <a:avLst/>
              <a:gdLst/>
              <a:ahLst/>
              <a:cxnLst/>
              <a:rect l="l" t="t" r="r" b="b"/>
              <a:pathLst>
                <a:path w="12760" h="12351" extrusionOk="0">
                  <a:moveTo>
                    <a:pt x="6428" y="820"/>
                  </a:moveTo>
                  <a:cubicBezTo>
                    <a:pt x="6900" y="820"/>
                    <a:pt x="7247" y="1166"/>
                    <a:pt x="7247" y="1639"/>
                  </a:cubicBezTo>
                  <a:lnTo>
                    <a:pt x="7247" y="4128"/>
                  </a:lnTo>
                  <a:lnTo>
                    <a:pt x="5609" y="4128"/>
                  </a:lnTo>
                  <a:lnTo>
                    <a:pt x="5609" y="1639"/>
                  </a:lnTo>
                  <a:cubicBezTo>
                    <a:pt x="5609" y="1166"/>
                    <a:pt x="5955" y="820"/>
                    <a:pt x="6428" y="820"/>
                  </a:cubicBezTo>
                  <a:close/>
                  <a:moveTo>
                    <a:pt x="10681" y="6616"/>
                  </a:moveTo>
                  <a:cubicBezTo>
                    <a:pt x="10901" y="6616"/>
                    <a:pt x="11059" y="6805"/>
                    <a:pt x="11059" y="6994"/>
                  </a:cubicBezTo>
                  <a:cubicBezTo>
                    <a:pt x="11122" y="7247"/>
                    <a:pt x="10901" y="7436"/>
                    <a:pt x="10681" y="7436"/>
                  </a:cubicBezTo>
                  <a:lnTo>
                    <a:pt x="8192" y="7436"/>
                  </a:lnTo>
                  <a:cubicBezTo>
                    <a:pt x="7971" y="7436"/>
                    <a:pt x="7751" y="7247"/>
                    <a:pt x="7751" y="6994"/>
                  </a:cubicBezTo>
                  <a:cubicBezTo>
                    <a:pt x="7751" y="6742"/>
                    <a:pt x="7971" y="6616"/>
                    <a:pt x="8192" y="6616"/>
                  </a:cubicBezTo>
                  <a:close/>
                  <a:moveTo>
                    <a:pt x="10681" y="8255"/>
                  </a:moveTo>
                  <a:cubicBezTo>
                    <a:pt x="10901" y="8255"/>
                    <a:pt x="11059" y="8444"/>
                    <a:pt x="11059" y="8696"/>
                  </a:cubicBezTo>
                  <a:cubicBezTo>
                    <a:pt x="11122" y="8885"/>
                    <a:pt x="10901" y="9074"/>
                    <a:pt x="10681" y="9074"/>
                  </a:cubicBezTo>
                  <a:lnTo>
                    <a:pt x="8192" y="9074"/>
                  </a:lnTo>
                  <a:cubicBezTo>
                    <a:pt x="7971" y="9074"/>
                    <a:pt x="7751" y="8885"/>
                    <a:pt x="7751" y="8696"/>
                  </a:cubicBezTo>
                  <a:cubicBezTo>
                    <a:pt x="7751" y="8444"/>
                    <a:pt x="7971" y="8255"/>
                    <a:pt x="8192" y="8255"/>
                  </a:cubicBezTo>
                  <a:close/>
                  <a:moveTo>
                    <a:pt x="4233" y="5360"/>
                  </a:moveTo>
                  <a:cubicBezTo>
                    <a:pt x="4671" y="5360"/>
                    <a:pt x="5082" y="5531"/>
                    <a:pt x="5388" y="5860"/>
                  </a:cubicBezTo>
                  <a:cubicBezTo>
                    <a:pt x="5829" y="6301"/>
                    <a:pt x="5987" y="6868"/>
                    <a:pt x="5829" y="7467"/>
                  </a:cubicBezTo>
                  <a:cubicBezTo>
                    <a:pt x="5766" y="7751"/>
                    <a:pt x="5640" y="7971"/>
                    <a:pt x="5451" y="8192"/>
                  </a:cubicBezTo>
                  <a:cubicBezTo>
                    <a:pt x="6176" y="8601"/>
                    <a:pt x="6711" y="9389"/>
                    <a:pt x="6711" y="10334"/>
                  </a:cubicBezTo>
                  <a:cubicBezTo>
                    <a:pt x="6711" y="10555"/>
                    <a:pt x="6491" y="10744"/>
                    <a:pt x="6270" y="10744"/>
                  </a:cubicBezTo>
                  <a:lnTo>
                    <a:pt x="2143" y="10744"/>
                  </a:lnTo>
                  <a:cubicBezTo>
                    <a:pt x="1891" y="10744"/>
                    <a:pt x="1733" y="10555"/>
                    <a:pt x="1733" y="10303"/>
                  </a:cubicBezTo>
                  <a:cubicBezTo>
                    <a:pt x="1733" y="9357"/>
                    <a:pt x="2238" y="8570"/>
                    <a:pt x="3025" y="8129"/>
                  </a:cubicBezTo>
                  <a:cubicBezTo>
                    <a:pt x="2647" y="7688"/>
                    <a:pt x="2490" y="7121"/>
                    <a:pt x="2647" y="6553"/>
                  </a:cubicBezTo>
                  <a:cubicBezTo>
                    <a:pt x="2805" y="6018"/>
                    <a:pt x="3246" y="5577"/>
                    <a:pt x="3781" y="5419"/>
                  </a:cubicBezTo>
                  <a:cubicBezTo>
                    <a:pt x="3933" y="5379"/>
                    <a:pt x="4084" y="5360"/>
                    <a:pt x="4233" y="5360"/>
                  </a:cubicBezTo>
                  <a:close/>
                  <a:moveTo>
                    <a:pt x="10681" y="9893"/>
                  </a:moveTo>
                  <a:cubicBezTo>
                    <a:pt x="10901" y="9893"/>
                    <a:pt x="11059" y="10113"/>
                    <a:pt x="11059" y="10303"/>
                  </a:cubicBezTo>
                  <a:cubicBezTo>
                    <a:pt x="11122" y="10555"/>
                    <a:pt x="10901" y="10744"/>
                    <a:pt x="10681" y="10744"/>
                  </a:cubicBezTo>
                  <a:lnTo>
                    <a:pt x="8192" y="10744"/>
                  </a:lnTo>
                  <a:cubicBezTo>
                    <a:pt x="7971" y="10744"/>
                    <a:pt x="7751" y="10555"/>
                    <a:pt x="7751" y="10303"/>
                  </a:cubicBezTo>
                  <a:cubicBezTo>
                    <a:pt x="7751" y="10050"/>
                    <a:pt x="7971" y="9893"/>
                    <a:pt x="8192" y="9893"/>
                  </a:cubicBezTo>
                  <a:close/>
                  <a:moveTo>
                    <a:pt x="6396" y="0"/>
                  </a:moveTo>
                  <a:cubicBezTo>
                    <a:pt x="5483" y="0"/>
                    <a:pt x="4726" y="725"/>
                    <a:pt x="4726" y="1639"/>
                  </a:cubicBezTo>
                  <a:lnTo>
                    <a:pt x="4726" y="2458"/>
                  </a:lnTo>
                  <a:lnTo>
                    <a:pt x="1261" y="2458"/>
                  </a:lnTo>
                  <a:cubicBezTo>
                    <a:pt x="599" y="2458"/>
                    <a:pt x="1" y="3025"/>
                    <a:pt x="1" y="3686"/>
                  </a:cubicBezTo>
                  <a:lnTo>
                    <a:pt x="1" y="11122"/>
                  </a:lnTo>
                  <a:cubicBezTo>
                    <a:pt x="1" y="11815"/>
                    <a:pt x="568" y="12350"/>
                    <a:pt x="1261" y="12350"/>
                  </a:cubicBezTo>
                  <a:lnTo>
                    <a:pt x="11468" y="12350"/>
                  </a:lnTo>
                  <a:cubicBezTo>
                    <a:pt x="12130" y="12350"/>
                    <a:pt x="12697" y="11815"/>
                    <a:pt x="12697" y="11122"/>
                  </a:cubicBezTo>
                  <a:lnTo>
                    <a:pt x="12697" y="3686"/>
                  </a:lnTo>
                  <a:cubicBezTo>
                    <a:pt x="12760" y="3025"/>
                    <a:pt x="12162" y="2458"/>
                    <a:pt x="11500" y="2458"/>
                  </a:cubicBezTo>
                  <a:lnTo>
                    <a:pt x="8034" y="2458"/>
                  </a:lnTo>
                  <a:lnTo>
                    <a:pt x="8034" y="1639"/>
                  </a:lnTo>
                  <a:cubicBezTo>
                    <a:pt x="8034" y="725"/>
                    <a:pt x="7278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82"/>
            <p:cNvSpPr/>
            <p:nvPr/>
          </p:nvSpPr>
          <p:spPr>
            <a:xfrm>
              <a:off x="-59293650" y="3740025"/>
              <a:ext cx="14175" cy="14200"/>
            </a:xfrm>
            <a:custGeom>
              <a:avLst/>
              <a:gdLst/>
              <a:ahLst/>
              <a:cxnLst/>
              <a:rect l="l" t="t" r="r" b="b"/>
              <a:pathLst>
                <a:path w="567" h="568" extrusionOk="0">
                  <a:moveTo>
                    <a:pt x="284" y="0"/>
                  </a:moveTo>
                  <a:cubicBezTo>
                    <a:pt x="126" y="0"/>
                    <a:pt x="0" y="126"/>
                    <a:pt x="0" y="284"/>
                  </a:cubicBezTo>
                  <a:cubicBezTo>
                    <a:pt x="0" y="441"/>
                    <a:pt x="126" y="567"/>
                    <a:pt x="284" y="567"/>
                  </a:cubicBezTo>
                  <a:cubicBezTo>
                    <a:pt x="441" y="567"/>
                    <a:pt x="567" y="441"/>
                    <a:pt x="567" y="284"/>
                  </a:cubicBezTo>
                  <a:cubicBezTo>
                    <a:pt x="567" y="126"/>
                    <a:pt x="441" y="0"/>
                    <a:pt x="28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3" name="Google Shape;6553;p82"/>
          <p:cNvGrpSpPr/>
          <p:nvPr/>
        </p:nvGrpSpPr>
        <p:grpSpPr>
          <a:xfrm>
            <a:off x="1738564" y="1533936"/>
            <a:ext cx="368186" cy="364224"/>
            <a:chOff x="-64406125" y="3362225"/>
            <a:chExt cx="318225" cy="314800"/>
          </a:xfrm>
        </p:grpSpPr>
        <p:sp>
          <p:nvSpPr>
            <p:cNvPr id="6554" name="Google Shape;6554;p82"/>
            <p:cNvSpPr/>
            <p:nvPr/>
          </p:nvSpPr>
          <p:spPr>
            <a:xfrm>
              <a:off x="-64332100" y="3362225"/>
              <a:ext cx="170150" cy="199025"/>
            </a:xfrm>
            <a:custGeom>
              <a:avLst/>
              <a:gdLst/>
              <a:ahLst/>
              <a:cxnLst/>
              <a:rect l="l" t="t" r="r" b="b"/>
              <a:pathLst>
                <a:path w="6806" h="7961" extrusionOk="0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82"/>
            <p:cNvSpPr/>
            <p:nvPr/>
          </p:nvSpPr>
          <p:spPr>
            <a:xfrm>
              <a:off x="-64406125" y="3559050"/>
              <a:ext cx="318225" cy="117975"/>
            </a:xfrm>
            <a:custGeom>
              <a:avLst/>
              <a:gdLst/>
              <a:ahLst/>
              <a:cxnLst/>
              <a:rect l="l" t="t" r="r" b="b"/>
              <a:pathLst>
                <a:path w="12729" h="4719" extrusionOk="0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6" name="Google Shape;6556;p82"/>
          <p:cNvSpPr/>
          <p:nvPr/>
        </p:nvSpPr>
        <p:spPr>
          <a:xfrm>
            <a:off x="1801771" y="1975400"/>
            <a:ext cx="241524" cy="367261"/>
          </a:xfrm>
          <a:custGeom>
            <a:avLst/>
            <a:gdLst/>
            <a:ahLst/>
            <a:cxnLst/>
            <a:rect l="l" t="t" r="r" b="b"/>
            <a:pathLst>
              <a:path w="8350" h="12697" extrusionOk="0">
                <a:moveTo>
                  <a:pt x="4222" y="1166"/>
                </a:moveTo>
                <a:cubicBezTo>
                  <a:pt x="4443" y="1166"/>
                  <a:pt x="4600" y="1386"/>
                  <a:pt x="4600" y="1607"/>
                </a:cubicBezTo>
                <a:lnTo>
                  <a:pt x="4600" y="1890"/>
                </a:lnTo>
                <a:cubicBezTo>
                  <a:pt x="5073" y="2048"/>
                  <a:pt x="5451" y="2520"/>
                  <a:pt x="5451" y="3088"/>
                </a:cubicBezTo>
                <a:cubicBezTo>
                  <a:pt x="5451" y="3308"/>
                  <a:pt x="5231" y="3497"/>
                  <a:pt x="5010" y="3497"/>
                </a:cubicBezTo>
                <a:cubicBezTo>
                  <a:pt x="4758" y="3497"/>
                  <a:pt x="4600" y="3308"/>
                  <a:pt x="4600" y="3088"/>
                </a:cubicBezTo>
                <a:cubicBezTo>
                  <a:pt x="4600" y="2835"/>
                  <a:pt x="4411" y="2678"/>
                  <a:pt x="4222" y="2678"/>
                </a:cubicBezTo>
                <a:cubicBezTo>
                  <a:pt x="3970" y="2678"/>
                  <a:pt x="3781" y="2867"/>
                  <a:pt x="3781" y="3088"/>
                </a:cubicBezTo>
                <a:cubicBezTo>
                  <a:pt x="3781" y="3308"/>
                  <a:pt x="4096" y="3529"/>
                  <a:pt x="4443" y="3781"/>
                </a:cubicBezTo>
                <a:cubicBezTo>
                  <a:pt x="4884" y="4096"/>
                  <a:pt x="5451" y="4505"/>
                  <a:pt x="5451" y="5167"/>
                </a:cubicBezTo>
                <a:cubicBezTo>
                  <a:pt x="5451" y="5702"/>
                  <a:pt x="5073" y="6143"/>
                  <a:pt x="4600" y="6333"/>
                </a:cubicBezTo>
                <a:lnTo>
                  <a:pt x="4600" y="6616"/>
                </a:lnTo>
                <a:cubicBezTo>
                  <a:pt x="4600" y="6868"/>
                  <a:pt x="4411" y="7026"/>
                  <a:pt x="4222" y="7026"/>
                </a:cubicBezTo>
                <a:cubicBezTo>
                  <a:pt x="3970" y="7026"/>
                  <a:pt x="3781" y="6805"/>
                  <a:pt x="3781" y="6616"/>
                </a:cubicBezTo>
                <a:lnTo>
                  <a:pt x="3781" y="6333"/>
                </a:lnTo>
                <a:cubicBezTo>
                  <a:pt x="3309" y="6143"/>
                  <a:pt x="2962" y="5702"/>
                  <a:pt x="2962" y="5167"/>
                </a:cubicBezTo>
                <a:cubicBezTo>
                  <a:pt x="2962" y="4915"/>
                  <a:pt x="3151" y="4757"/>
                  <a:pt x="3372" y="4757"/>
                </a:cubicBezTo>
                <a:cubicBezTo>
                  <a:pt x="3624" y="4757"/>
                  <a:pt x="3781" y="4978"/>
                  <a:pt x="3781" y="5167"/>
                </a:cubicBezTo>
                <a:cubicBezTo>
                  <a:pt x="3781" y="5387"/>
                  <a:pt x="3970" y="5608"/>
                  <a:pt x="4222" y="5608"/>
                </a:cubicBezTo>
                <a:cubicBezTo>
                  <a:pt x="4443" y="5608"/>
                  <a:pt x="4600" y="5387"/>
                  <a:pt x="4600" y="5167"/>
                </a:cubicBezTo>
                <a:cubicBezTo>
                  <a:pt x="4600" y="4915"/>
                  <a:pt x="4285" y="4694"/>
                  <a:pt x="3939" y="4442"/>
                </a:cubicBezTo>
                <a:cubicBezTo>
                  <a:pt x="3498" y="4127"/>
                  <a:pt x="2962" y="3749"/>
                  <a:pt x="2962" y="3088"/>
                </a:cubicBezTo>
                <a:cubicBezTo>
                  <a:pt x="2962" y="2520"/>
                  <a:pt x="3309" y="2079"/>
                  <a:pt x="3781" y="1890"/>
                </a:cubicBezTo>
                <a:lnTo>
                  <a:pt x="3781" y="1607"/>
                </a:lnTo>
                <a:cubicBezTo>
                  <a:pt x="3781" y="1386"/>
                  <a:pt x="3970" y="1166"/>
                  <a:pt x="4222" y="1166"/>
                </a:cubicBezTo>
                <a:close/>
                <a:moveTo>
                  <a:pt x="4222" y="0"/>
                </a:moveTo>
                <a:cubicBezTo>
                  <a:pt x="1923" y="0"/>
                  <a:pt x="64" y="1859"/>
                  <a:pt x="64" y="4127"/>
                </a:cubicBezTo>
                <a:cubicBezTo>
                  <a:pt x="64" y="6270"/>
                  <a:pt x="1733" y="8034"/>
                  <a:pt x="3781" y="8223"/>
                </a:cubicBezTo>
                <a:lnTo>
                  <a:pt x="3781" y="9767"/>
                </a:lnTo>
                <a:cubicBezTo>
                  <a:pt x="3655" y="9609"/>
                  <a:pt x="3529" y="9483"/>
                  <a:pt x="3372" y="9325"/>
                </a:cubicBezTo>
                <a:cubicBezTo>
                  <a:pt x="2647" y="8601"/>
                  <a:pt x="1576" y="8128"/>
                  <a:pt x="442" y="8128"/>
                </a:cubicBezTo>
                <a:cubicBezTo>
                  <a:pt x="190" y="8128"/>
                  <a:pt x="32" y="8317"/>
                  <a:pt x="32" y="8506"/>
                </a:cubicBezTo>
                <a:cubicBezTo>
                  <a:pt x="1" y="9609"/>
                  <a:pt x="442" y="10617"/>
                  <a:pt x="1261" y="11468"/>
                </a:cubicBezTo>
                <a:cubicBezTo>
                  <a:pt x="2049" y="12255"/>
                  <a:pt x="3057" y="12696"/>
                  <a:pt x="4096" y="12696"/>
                </a:cubicBezTo>
                <a:lnTo>
                  <a:pt x="4159" y="12696"/>
                </a:lnTo>
                <a:cubicBezTo>
                  <a:pt x="5231" y="12696"/>
                  <a:pt x="6302" y="12287"/>
                  <a:pt x="7089" y="11468"/>
                </a:cubicBezTo>
                <a:cubicBezTo>
                  <a:pt x="7877" y="10680"/>
                  <a:pt x="8318" y="9641"/>
                  <a:pt x="8318" y="8506"/>
                </a:cubicBezTo>
                <a:cubicBezTo>
                  <a:pt x="8350" y="8317"/>
                  <a:pt x="8160" y="8128"/>
                  <a:pt x="7940" y="8128"/>
                </a:cubicBezTo>
                <a:cubicBezTo>
                  <a:pt x="7871" y="8124"/>
                  <a:pt x="7801" y="8122"/>
                  <a:pt x="7733" y="8122"/>
                </a:cubicBezTo>
                <a:cubicBezTo>
                  <a:pt x="6711" y="8122"/>
                  <a:pt x="5778" y="8558"/>
                  <a:pt x="5010" y="9325"/>
                </a:cubicBezTo>
                <a:cubicBezTo>
                  <a:pt x="4852" y="9483"/>
                  <a:pt x="4726" y="9609"/>
                  <a:pt x="4600" y="9767"/>
                </a:cubicBezTo>
                <a:lnTo>
                  <a:pt x="4600" y="8223"/>
                </a:lnTo>
                <a:cubicBezTo>
                  <a:pt x="6680" y="8034"/>
                  <a:pt x="8350" y="6270"/>
                  <a:pt x="8350" y="4127"/>
                </a:cubicBezTo>
                <a:cubicBezTo>
                  <a:pt x="8350" y="1859"/>
                  <a:pt x="6491" y="0"/>
                  <a:pt x="422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57" name="Google Shape;6557;p82"/>
          <p:cNvGrpSpPr/>
          <p:nvPr/>
        </p:nvGrpSpPr>
        <p:grpSpPr>
          <a:xfrm>
            <a:off x="1739027" y="2404781"/>
            <a:ext cx="367261" cy="366364"/>
            <a:chOff x="-64410850" y="4094450"/>
            <a:chExt cx="317425" cy="316650"/>
          </a:xfrm>
        </p:grpSpPr>
        <p:sp>
          <p:nvSpPr>
            <p:cNvPr id="6558" name="Google Shape;6558;p82"/>
            <p:cNvSpPr/>
            <p:nvPr/>
          </p:nvSpPr>
          <p:spPr>
            <a:xfrm>
              <a:off x="-64410850" y="4348850"/>
              <a:ext cx="317425" cy="62250"/>
            </a:xfrm>
            <a:custGeom>
              <a:avLst/>
              <a:gdLst/>
              <a:ahLst/>
              <a:cxnLst/>
              <a:rect l="l" t="t" r="r" b="b"/>
              <a:pathLst>
                <a:path w="12697" h="2490" extrusionOk="0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82"/>
            <p:cNvSpPr/>
            <p:nvPr/>
          </p:nvSpPr>
          <p:spPr>
            <a:xfrm>
              <a:off x="-64315550" y="4094450"/>
              <a:ext cx="122100" cy="192200"/>
            </a:xfrm>
            <a:custGeom>
              <a:avLst/>
              <a:gdLst/>
              <a:ahLst/>
              <a:cxnLst/>
              <a:rect l="l" t="t" r="r" b="b"/>
              <a:pathLst>
                <a:path w="4884" h="7688" extrusionOk="0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82"/>
            <p:cNvSpPr/>
            <p:nvPr/>
          </p:nvSpPr>
          <p:spPr>
            <a:xfrm>
              <a:off x="-64335250" y="4307100"/>
              <a:ext cx="161500" cy="21300"/>
            </a:xfrm>
            <a:custGeom>
              <a:avLst/>
              <a:gdLst/>
              <a:ahLst/>
              <a:cxnLst/>
              <a:rect l="l" t="t" r="r" b="b"/>
              <a:pathLst>
                <a:path w="6460" h="852" extrusionOk="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1" name="Google Shape;6561;p82"/>
          <p:cNvSpPr/>
          <p:nvPr/>
        </p:nvSpPr>
        <p:spPr>
          <a:xfrm>
            <a:off x="3983247" y="1532300"/>
            <a:ext cx="319882" cy="367463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62" name="Google Shape;6562;p82"/>
          <p:cNvGrpSpPr/>
          <p:nvPr/>
        </p:nvGrpSpPr>
        <p:grpSpPr>
          <a:xfrm>
            <a:off x="3960575" y="1974854"/>
            <a:ext cx="365467" cy="368389"/>
            <a:chOff x="-62516625" y="3743175"/>
            <a:chExt cx="315875" cy="318400"/>
          </a:xfrm>
        </p:grpSpPr>
        <p:sp>
          <p:nvSpPr>
            <p:cNvPr id="6563" name="Google Shape;6563;p82"/>
            <p:cNvSpPr/>
            <p:nvPr/>
          </p:nvSpPr>
          <p:spPr>
            <a:xfrm>
              <a:off x="-62334675" y="3884950"/>
              <a:ext cx="62250" cy="145725"/>
            </a:xfrm>
            <a:custGeom>
              <a:avLst/>
              <a:gdLst/>
              <a:ahLst/>
              <a:cxnLst/>
              <a:rect l="l" t="t" r="r" b="b"/>
              <a:pathLst>
                <a:path w="2490" h="5829" extrusionOk="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82"/>
            <p:cNvSpPr/>
            <p:nvPr/>
          </p:nvSpPr>
          <p:spPr>
            <a:xfrm>
              <a:off x="-62516625" y="3743175"/>
              <a:ext cx="315875" cy="318400"/>
            </a:xfrm>
            <a:custGeom>
              <a:avLst/>
              <a:gdLst/>
              <a:ahLst/>
              <a:cxnLst/>
              <a:rect l="l" t="t" r="r" b="b"/>
              <a:pathLst>
                <a:path w="12635" h="12736" extrusionOk="0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5" name="Google Shape;6565;p82"/>
          <p:cNvGrpSpPr/>
          <p:nvPr/>
        </p:nvGrpSpPr>
        <p:grpSpPr>
          <a:xfrm>
            <a:off x="3967415" y="2424826"/>
            <a:ext cx="351786" cy="326274"/>
            <a:chOff x="-62511900" y="4129100"/>
            <a:chExt cx="304050" cy="282000"/>
          </a:xfrm>
        </p:grpSpPr>
        <p:sp>
          <p:nvSpPr>
            <p:cNvPr id="6566" name="Google Shape;6566;p82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82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82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82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82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1" name="Google Shape;6571;p82"/>
          <p:cNvGrpSpPr/>
          <p:nvPr/>
        </p:nvGrpSpPr>
        <p:grpSpPr>
          <a:xfrm>
            <a:off x="2645537" y="2897220"/>
            <a:ext cx="310770" cy="367261"/>
            <a:chOff x="-60597975" y="3367475"/>
            <a:chExt cx="268600" cy="317425"/>
          </a:xfrm>
        </p:grpSpPr>
        <p:sp>
          <p:nvSpPr>
            <p:cNvPr id="6572" name="Google Shape;6572;p82"/>
            <p:cNvSpPr/>
            <p:nvPr/>
          </p:nvSpPr>
          <p:spPr>
            <a:xfrm>
              <a:off x="-60535750" y="3495075"/>
              <a:ext cx="206375" cy="82725"/>
            </a:xfrm>
            <a:custGeom>
              <a:avLst/>
              <a:gdLst/>
              <a:ahLst/>
              <a:cxnLst/>
              <a:rect l="l" t="t" r="r" b="b"/>
              <a:pathLst>
                <a:path w="8255" h="3309" extrusionOk="0">
                  <a:moveTo>
                    <a:pt x="5357" y="1229"/>
                  </a:moveTo>
                  <a:cubicBezTo>
                    <a:pt x="5577" y="1229"/>
                    <a:pt x="5766" y="1418"/>
                    <a:pt x="5766" y="1607"/>
                  </a:cubicBezTo>
                  <a:cubicBezTo>
                    <a:pt x="5766" y="1890"/>
                    <a:pt x="5577" y="2048"/>
                    <a:pt x="5357" y="2048"/>
                  </a:cubicBezTo>
                  <a:lnTo>
                    <a:pt x="2049" y="2048"/>
                  </a:lnTo>
                  <a:cubicBezTo>
                    <a:pt x="1797" y="2048"/>
                    <a:pt x="1639" y="1859"/>
                    <a:pt x="1639" y="1607"/>
                  </a:cubicBezTo>
                  <a:cubicBezTo>
                    <a:pt x="1639" y="1386"/>
                    <a:pt x="1828" y="1229"/>
                    <a:pt x="2049" y="1229"/>
                  </a:cubicBezTo>
                  <a:close/>
                  <a:moveTo>
                    <a:pt x="1" y="0"/>
                  </a:moveTo>
                  <a:lnTo>
                    <a:pt x="1" y="3308"/>
                  </a:lnTo>
                  <a:lnTo>
                    <a:pt x="8255" y="3308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82"/>
            <p:cNvSpPr/>
            <p:nvPr/>
          </p:nvSpPr>
          <p:spPr>
            <a:xfrm>
              <a:off x="-60432575" y="3367475"/>
              <a:ext cx="20500" cy="47275"/>
            </a:xfrm>
            <a:custGeom>
              <a:avLst/>
              <a:gdLst/>
              <a:ahLst/>
              <a:cxnLst/>
              <a:rect l="l" t="t" r="r" b="b"/>
              <a:pathLst>
                <a:path w="820" h="1891" extrusionOk="0">
                  <a:moveTo>
                    <a:pt x="1" y="0"/>
                  </a:moveTo>
                  <a:lnTo>
                    <a:pt x="1" y="1891"/>
                  </a:lnTo>
                  <a:cubicBezTo>
                    <a:pt x="127" y="1765"/>
                    <a:pt x="221" y="1639"/>
                    <a:pt x="379" y="1639"/>
                  </a:cubicBezTo>
                  <a:cubicBezTo>
                    <a:pt x="600" y="1639"/>
                    <a:pt x="694" y="1765"/>
                    <a:pt x="820" y="1891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82"/>
            <p:cNvSpPr/>
            <p:nvPr/>
          </p:nvSpPr>
          <p:spPr>
            <a:xfrm>
              <a:off x="-60535750" y="3367475"/>
              <a:ext cx="206375" cy="107150"/>
            </a:xfrm>
            <a:custGeom>
              <a:avLst/>
              <a:gdLst/>
              <a:ahLst/>
              <a:cxnLst/>
              <a:rect l="l" t="t" r="r" b="b"/>
              <a:pathLst>
                <a:path w="8255" h="4286" extrusionOk="0">
                  <a:moveTo>
                    <a:pt x="1" y="0"/>
                  </a:moveTo>
                  <a:lnTo>
                    <a:pt x="1" y="4285"/>
                  </a:lnTo>
                  <a:lnTo>
                    <a:pt x="8255" y="4285"/>
                  </a:lnTo>
                  <a:lnTo>
                    <a:pt x="8255" y="1261"/>
                  </a:lnTo>
                  <a:cubicBezTo>
                    <a:pt x="8255" y="567"/>
                    <a:pt x="7720" y="32"/>
                    <a:pt x="7026" y="32"/>
                  </a:cubicBezTo>
                  <a:lnTo>
                    <a:pt x="5829" y="32"/>
                  </a:lnTo>
                  <a:lnTo>
                    <a:pt x="5829" y="2930"/>
                  </a:lnTo>
                  <a:cubicBezTo>
                    <a:pt x="5829" y="3182"/>
                    <a:pt x="5633" y="3350"/>
                    <a:pt x="5418" y="3350"/>
                  </a:cubicBezTo>
                  <a:cubicBezTo>
                    <a:pt x="5311" y="3350"/>
                    <a:pt x="5199" y="3308"/>
                    <a:pt x="5105" y="3214"/>
                  </a:cubicBezTo>
                  <a:lnTo>
                    <a:pt x="4569" y="2678"/>
                  </a:lnTo>
                  <a:lnTo>
                    <a:pt x="4002" y="3214"/>
                  </a:lnTo>
                  <a:cubicBezTo>
                    <a:pt x="3917" y="3289"/>
                    <a:pt x="3821" y="3322"/>
                    <a:pt x="3728" y="3322"/>
                  </a:cubicBezTo>
                  <a:cubicBezTo>
                    <a:pt x="3510" y="3322"/>
                    <a:pt x="3309" y="3142"/>
                    <a:pt x="3309" y="2899"/>
                  </a:cubicBezTo>
                  <a:lnTo>
                    <a:pt x="330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82"/>
            <p:cNvSpPr/>
            <p:nvPr/>
          </p:nvSpPr>
          <p:spPr>
            <a:xfrm>
              <a:off x="-60597975" y="3368175"/>
              <a:ext cx="40200" cy="316725"/>
            </a:xfrm>
            <a:custGeom>
              <a:avLst/>
              <a:gdLst/>
              <a:ahLst/>
              <a:cxnLst/>
              <a:rect l="l" t="t" r="r" b="b"/>
              <a:pathLst>
                <a:path w="1608" h="12669" extrusionOk="0">
                  <a:moveTo>
                    <a:pt x="337" y="0"/>
                  </a:moveTo>
                  <a:cubicBezTo>
                    <a:pt x="163" y="0"/>
                    <a:pt x="1" y="178"/>
                    <a:pt x="1" y="382"/>
                  </a:cubicBezTo>
                  <a:lnTo>
                    <a:pt x="1" y="12259"/>
                  </a:lnTo>
                  <a:cubicBezTo>
                    <a:pt x="1" y="12480"/>
                    <a:pt x="190" y="12669"/>
                    <a:pt x="379" y="12669"/>
                  </a:cubicBezTo>
                  <a:lnTo>
                    <a:pt x="1608" y="12669"/>
                  </a:lnTo>
                  <a:lnTo>
                    <a:pt x="1608" y="4"/>
                  </a:lnTo>
                  <a:lnTo>
                    <a:pt x="379" y="4"/>
                  </a:lnTo>
                  <a:cubicBezTo>
                    <a:pt x="365" y="2"/>
                    <a:pt x="351" y="0"/>
                    <a:pt x="3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82"/>
            <p:cNvSpPr/>
            <p:nvPr/>
          </p:nvSpPr>
          <p:spPr>
            <a:xfrm>
              <a:off x="-60535750" y="3597450"/>
              <a:ext cx="206375" cy="86675"/>
            </a:xfrm>
            <a:custGeom>
              <a:avLst/>
              <a:gdLst/>
              <a:ahLst/>
              <a:cxnLst/>
              <a:rect l="l" t="t" r="r" b="b"/>
              <a:pathLst>
                <a:path w="8255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026" y="3466"/>
                  </a:lnTo>
                  <a:cubicBezTo>
                    <a:pt x="7720" y="3466"/>
                    <a:pt x="8255" y="2931"/>
                    <a:pt x="8255" y="2206"/>
                  </a:cubicBezTo>
                  <a:lnTo>
                    <a:pt x="825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7" name="Google Shape;6577;p82"/>
          <p:cNvSpPr/>
          <p:nvPr/>
        </p:nvSpPr>
        <p:spPr>
          <a:xfrm>
            <a:off x="2616264" y="3348731"/>
            <a:ext cx="369083" cy="365005"/>
          </a:xfrm>
          <a:custGeom>
            <a:avLst/>
            <a:gdLst/>
            <a:ahLst/>
            <a:cxnLst/>
            <a:rect l="l" t="t" r="r" b="b"/>
            <a:pathLst>
              <a:path w="12760" h="12619" extrusionOk="0">
                <a:moveTo>
                  <a:pt x="10082" y="2190"/>
                </a:moveTo>
                <a:lnTo>
                  <a:pt x="11027" y="2726"/>
                </a:lnTo>
                <a:lnTo>
                  <a:pt x="8948" y="6317"/>
                </a:lnTo>
                <a:lnTo>
                  <a:pt x="8003" y="5781"/>
                </a:lnTo>
                <a:cubicBezTo>
                  <a:pt x="8349" y="5151"/>
                  <a:pt x="9704" y="2820"/>
                  <a:pt x="10082" y="2190"/>
                </a:cubicBezTo>
                <a:close/>
                <a:moveTo>
                  <a:pt x="7813" y="6601"/>
                </a:moveTo>
                <a:lnTo>
                  <a:pt x="8318" y="6916"/>
                </a:lnTo>
                <a:lnTo>
                  <a:pt x="7782" y="7262"/>
                </a:lnTo>
                <a:lnTo>
                  <a:pt x="7813" y="6601"/>
                </a:lnTo>
                <a:close/>
                <a:moveTo>
                  <a:pt x="10554" y="8522"/>
                </a:moveTo>
                <a:cubicBezTo>
                  <a:pt x="10806" y="8522"/>
                  <a:pt x="10964" y="8711"/>
                  <a:pt x="10964" y="8900"/>
                </a:cubicBezTo>
                <a:cubicBezTo>
                  <a:pt x="10964" y="9153"/>
                  <a:pt x="10806" y="9342"/>
                  <a:pt x="10554" y="9342"/>
                </a:cubicBezTo>
                <a:lnTo>
                  <a:pt x="5608" y="9342"/>
                </a:lnTo>
                <a:cubicBezTo>
                  <a:pt x="5356" y="9342"/>
                  <a:pt x="5167" y="9153"/>
                  <a:pt x="5167" y="8900"/>
                </a:cubicBezTo>
                <a:cubicBezTo>
                  <a:pt x="5167" y="8680"/>
                  <a:pt x="5356" y="8522"/>
                  <a:pt x="5608" y="8522"/>
                </a:cubicBezTo>
                <a:close/>
                <a:moveTo>
                  <a:pt x="3088" y="5592"/>
                </a:moveTo>
                <a:cubicBezTo>
                  <a:pt x="3308" y="5592"/>
                  <a:pt x="3497" y="5813"/>
                  <a:pt x="3497" y="6002"/>
                </a:cubicBezTo>
                <a:lnTo>
                  <a:pt x="3497" y="6286"/>
                </a:lnTo>
                <a:cubicBezTo>
                  <a:pt x="3970" y="6443"/>
                  <a:pt x="4348" y="6916"/>
                  <a:pt x="4348" y="7451"/>
                </a:cubicBezTo>
                <a:cubicBezTo>
                  <a:pt x="4348" y="7703"/>
                  <a:pt x="4159" y="7861"/>
                  <a:pt x="3907" y="7861"/>
                </a:cubicBezTo>
                <a:cubicBezTo>
                  <a:pt x="3655" y="7861"/>
                  <a:pt x="3497" y="7640"/>
                  <a:pt x="3497" y="7451"/>
                </a:cubicBezTo>
                <a:cubicBezTo>
                  <a:pt x="3497" y="7231"/>
                  <a:pt x="3308" y="7010"/>
                  <a:pt x="3088" y="7010"/>
                </a:cubicBezTo>
                <a:cubicBezTo>
                  <a:pt x="2836" y="7010"/>
                  <a:pt x="2678" y="7231"/>
                  <a:pt x="2678" y="7451"/>
                </a:cubicBezTo>
                <a:cubicBezTo>
                  <a:pt x="2678" y="7703"/>
                  <a:pt x="3025" y="7924"/>
                  <a:pt x="3340" y="8176"/>
                </a:cubicBezTo>
                <a:cubicBezTo>
                  <a:pt x="3781" y="8491"/>
                  <a:pt x="4348" y="8869"/>
                  <a:pt x="4348" y="9531"/>
                </a:cubicBezTo>
                <a:cubicBezTo>
                  <a:pt x="4348" y="10098"/>
                  <a:pt x="3970" y="10539"/>
                  <a:pt x="3497" y="10728"/>
                </a:cubicBezTo>
                <a:lnTo>
                  <a:pt x="3497" y="11011"/>
                </a:lnTo>
                <a:cubicBezTo>
                  <a:pt x="3497" y="11232"/>
                  <a:pt x="3308" y="11452"/>
                  <a:pt x="3088" y="11452"/>
                </a:cubicBezTo>
                <a:cubicBezTo>
                  <a:pt x="2836" y="11452"/>
                  <a:pt x="2678" y="11232"/>
                  <a:pt x="2678" y="11011"/>
                </a:cubicBezTo>
                <a:lnTo>
                  <a:pt x="2678" y="10728"/>
                </a:lnTo>
                <a:cubicBezTo>
                  <a:pt x="2206" y="10570"/>
                  <a:pt x="1859" y="10098"/>
                  <a:pt x="1859" y="9531"/>
                </a:cubicBezTo>
                <a:cubicBezTo>
                  <a:pt x="1859" y="9310"/>
                  <a:pt x="2048" y="9121"/>
                  <a:pt x="2300" y="9121"/>
                </a:cubicBezTo>
                <a:cubicBezTo>
                  <a:pt x="2521" y="9121"/>
                  <a:pt x="2678" y="9310"/>
                  <a:pt x="2678" y="9531"/>
                </a:cubicBezTo>
                <a:cubicBezTo>
                  <a:pt x="2678" y="9783"/>
                  <a:pt x="2867" y="9940"/>
                  <a:pt x="3088" y="9940"/>
                </a:cubicBezTo>
                <a:cubicBezTo>
                  <a:pt x="3308" y="9940"/>
                  <a:pt x="3497" y="9751"/>
                  <a:pt x="3497" y="9531"/>
                </a:cubicBezTo>
                <a:cubicBezTo>
                  <a:pt x="3497" y="9310"/>
                  <a:pt x="3182" y="9089"/>
                  <a:pt x="2836" y="8837"/>
                </a:cubicBezTo>
                <a:cubicBezTo>
                  <a:pt x="2395" y="8522"/>
                  <a:pt x="1859" y="8113"/>
                  <a:pt x="1859" y="7451"/>
                </a:cubicBezTo>
                <a:cubicBezTo>
                  <a:pt x="1859" y="6916"/>
                  <a:pt x="2206" y="6475"/>
                  <a:pt x="2678" y="6286"/>
                </a:cubicBezTo>
                <a:lnTo>
                  <a:pt x="2678" y="6002"/>
                </a:lnTo>
                <a:cubicBezTo>
                  <a:pt x="2678" y="5750"/>
                  <a:pt x="2867" y="5592"/>
                  <a:pt x="3088" y="5592"/>
                </a:cubicBezTo>
                <a:close/>
                <a:moveTo>
                  <a:pt x="10554" y="11011"/>
                </a:moveTo>
                <a:cubicBezTo>
                  <a:pt x="10806" y="11011"/>
                  <a:pt x="10964" y="11200"/>
                  <a:pt x="10964" y="11452"/>
                </a:cubicBezTo>
                <a:cubicBezTo>
                  <a:pt x="10964" y="11641"/>
                  <a:pt x="10806" y="11830"/>
                  <a:pt x="10554" y="11830"/>
                </a:cubicBezTo>
                <a:lnTo>
                  <a:pt x="5608" y="11830"/>
                </a:lnTo>
                <a:cubicBezTo>
                  <a:pt x="5356" y="11830"/>
                  <a:pt x="5167" y="11641"/>
                  <a:pt x="5167" y="11452"/>
                </a:cubicBezTo>
                <a:cubicBezTo>
                  <a:pt x="5167" y="11200"/>
                  <a:pt x="5356" y="11011"/>
                  <a:pt x="5608" y="11011"/>
                </a:cubicBezTo>
                <a:close/>
                <a:moveTo>
                  <a:pt x="10933" y="1"/>
                </a:moveTo>
                <a:cubicBezTo>
                  <a:pt x="10599" y="1"/>
                  <a:pt x="10280" y="176"/>
                  <a:pt x="10113" y="489"/>
                </a:cubicBezTo>
                <a:lnTo>
                  <a:pt x="7877" y="4395"/>
                </a:lnTo>
                <a:lnTo>
                  <a:pt x="1229" y="4395"/>
                </a:lnTo>
                <a:cubicBezTo>
                  <a:pt x="567" y="4395"/>
                  <a:pt x="0" y="4931"/>
                  <a:pt x="0" y="5592"/>
                </a:cubicBezTo>
                <a:lnTo>
                  <a:pt x="0" y="11389"/>
                </a:lnTo>
                <a:cubicBezTo>
                  <a:pt x="0" y="12051"/>
                  <a:pt x="567" y="12618"/>
                  <a:pt x="1229" y="12618"/>
                </a:cubicBezTo>
                <a:lnTo>
                  <a:pt x="11437" y="12618"/>
                </a:lnTo>
                <a:cubicBezTo>
                  <a:pt x="12098" y="12618"/>
                  <a:pt x="12697" y="12082"/>
                  <a:pt x="12697" y="11389"/>
                </a:cubicBezTo>
                <a:lnTo>
                  <a:pt x="12697" y="5592"/>
                </a:lnTo>
                <a:cubicBezTo>
                  <a:pt x="12602" y="4931"/>
                  <a:pt x="12067" y="4395"/>
                  <a:pt x="11374" y="4395"/>
                </a:cubicBezTo>
                <a:lnTo>
                  <a:pt x="11027" y="4395"/>
                </a:lnTo>
                <a:lnTo>
                  <a:pt x="12476" y="1875"/>
                </a:lnTo>
                <a:cubicBezTo>
                  <a:pt x="12760" y="1402"/>
                  <a:pt x="12602" y="804"/>
                  <a:pt x="12130" y="583"/>
                </a:cubicBezTo>
                <a:lnTo>
                  <a:pt x="11437" y="142"/>
                </a:lnTo>
                <a:cubicBezTo>
                  <a:pt x="11277" y="46"/>
                  <a:pt x="11103" y="1"/>
                  <a:pt x="1093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8" name="Google Shape;6578;p82"/>
          <p:cNvGrpSpPr/>
          <p:nvPr/>
        </p:nvGrpSpPr>
        <p:grpSpPr>
          <a:xfrm>
            <a:off x="2617740" y="3858536"/>
            <a:ext cx="366364" cy="262465"/>
            <a:chOff x="-60621600" y="4145650"/>
            <a:chExt cx="316650" cy="226850"/>
          </a:xfrm>
        </p:grpSpPr>
        <p:sp>
          <p:nvSpPr>
            <p:cNvPr id="6579" name="Google Shape;6579;p82"/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82"/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82"/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2" name="Google Shape;6582;p82"/>
          <p:cNvGrpSpPr/>
          <p:nvPr/>
        </p:nvGrpSpPr>
        <p:grpSpPr>
          <a:xfrm>
            <a:off x="3954392" y="3807035"/>
            <a:ext cx="359972" cy="365467"/>
            <a:chOff x="-59400775" y="4084200"/>
            <a:chExt cx="311125" cy="315875"/>
          </a:xfrm>
        </p:grpSpPr>
        <p:sp>
          <p:nvSpPr>
            <p:cNvPr id="6583" name="Google Shape;6583;p82"/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82"/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82"/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82"/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82"/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82"/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9" name="Google Shape;6589;p82"/>
          <p:cNvGrpSpPr/>
          <p:nvPr/>
        </p:nvGrpSpPr>
        <p:grpSpPr>
          <a:xfrm>
            <a:off x="2178486" y="1532866"/>
            <a:ext cx="365438" cy="366364"/>
            <a:chOff x="-64044600" y="3360375"/>
            <a:chExt cx="315850" cy="316650"/>
          </a:xfrm>
        </p:grpSpPr>
        <p:sp>
          <p:nvSpPr>
            <p:cNvPr id="6590" name="Google Shape;6590;p82"/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82"/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82"/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93" name="Google Shape;6593;p82"/>
          <p:cNvGrpSpPr/>
          <p:nvPr/>
        </p:nvGrpSpPr>
        <p:grpSpPr>
          <a:xfrm>
            <a:off x="2204909" y="1975418"/>
            <a:ext cx="312592" cy="367261"/>
            <a:chOff x="-64022550" y="3727425"/>
            <a:chExt cx="270175" cy="317425"/>
          </a:xfrm>
        </p:grpSpPr>
        <p:sp>
          <p:nvSpPr>
            <p:cNvPr id="6594" name="Google Shape;6594;p82"/>
            <p:cNvSpPr/>
            <p:nvPr/>
          </p:nvSpPr>
          <p:spPr>
            <a:xfrm>
              <a:off x="-64022550" y="3912500"/>
              <a:ext cx="270175" cy="90600"/>
            </a:xfrm>
            <a:custGeom>
              <a:avLst/>
              <a:gdLst/>
              <a:ahLst/>
              <a:cxnLst/>
              <a:rect l="l" t="t" r="r" b="b"/>
              <a:pathLst>
                <a:path w="10807" h="3624" extrusionOk="0">
                  <a:moveTo>
                    <a:pt x="2111" y="1"/>
                  </a:moveTo>
                  <a:cubicBezTo>
                    <a:pt x="945" y="1"/>
                    <a:pt x="0" y="946"/>
                    <a:pt x="0" y="2080"/>
                  </a:cubicBezTo>
                  <a:lnTo>
                    <a:pt x="0" y="3183"/>
                  </a:lnTo>
                  <a:cubicBezTo>
                    <a:pt x="0" y="3435"/>
                    <a:pt x="221" y="3624"/>
                    <a:pt x="441" y="3624"/>
                  </a:cubicBezTo>
                  <a:lnTo>
                    <a:pt x="10365" y="3624"/>
                  </a:lnTo>
                  <a:cubicBezTo>
                    <a:pt x="10618" y="3624"/>
                    <a:pt x="10807" y="3435"/>
                    <a:pt x="10807" y="3183"/>
                  </a:cubicBezTo>
                  <a:lnTo>
                    <a:pt x="10807" y="2080"/>
                  </a:lnTo>
                  <a:cubicBezTo>
                    <a:pt x="10807" y="946"/>
                    <a:pt x="9861" y="1"/>
                    <a:pt x="87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82"/>
            <p:cNvSpPr/>
            <p:nvPr/>
          </p:nvSpPr>
          <p:spPr>
            <a:xfrm>
              <a:off x="-64000500" y="4023550"/>
              <a:ext cx="227650" cy="21300"/>
            </a:xfrm>
            <a:custGeom>
              <a:avLst/>
              <a:gdLst/>
              <a:ahLst/>
              <a:cxnLst/>
              <a:rect l="l" t="t" r="r" b="b"/>
              <a:pathLst>
                <a:path w="9106" h="852" extrusionOk="0">
                  <a:moveTo>
                    <a:pt x="0" y="1"/>
                  </a:moveTo>
                  <a:lnTo>
                    <a:pt x="0" y="442"/>
                  </a:lnTo>
                  <a:cubicBezTo>
                    <a:pt x="0" y="694"/>
                    <a:pt x="190" y="851"/>
                    <a:pt x="442" y="851"/>
                  </a:cubicBezTo>
                  <a:lnTo>
                    <a:pt x="8696" y="851"/>
                  </a:lnTo>
                  <a:cubicBezTo>
                    <a:pt x="8948" y="851"/>
                    <a:pt x="9105" y="631"/>
                    <a:pt x="9105" y="442"/>
                  </a:cubicBezTo>
                  <a:lnTo>
                    <a:pt x="91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82"/>
            <p:cNvSpPr/>
            <p:nvPr/>
          </p:nvSpPr>
          <p:spPr>
            <a:xfrm>
              <a:off x="-63960325" y="3727425"/>
              <a:ext cx="144925" cy="165425"/>
            </a:xfrm>
            <a:custGeom>
              <a:avLst/>
              <a:gdLst/>
              <a:ahLst/>
              <a:cxnLst/>
              <a:rect l="l" t="t" r="r" b="b"/>
              <a:pathLst>
                <a:path w="5797" h="6617" extrusionOk="0">
                  <a:moveTo>
                    <a:pt x="2930" y="0"/>
                  </a:moveTo>
                  <a:cubicBezTo>
                    <a:pt x="1292" y="0"/>
                    <a:pt x="0" y="1292"/>
                    <a:pt x="0" y="2867"/>
                  </a:cubicBezTo>
                  <a:cubicBezTo>
                    <a:pt x="32" y="3812"/>
                    <a:pt x="504" y="4694"/>
                    <a:pt x="1260" y="5230"/>
                  </a:cubicBezTo>
                  <a:lnTo>
                    <a:pt x="1260" y="6616"/>
                  </a:lnTo>
                  <a:lnTo>
                    <a:pt x="4568" y="6616"/>
                  </a:lnTo>
                  <a:lnTo>
                    <a:pt x="4568" y="5230"/>
                  </a:lnTo>
                  <a:cubicBezTo>
                    <a:pt x="5356" y="4694"/>
                    <a:pt x="5797" y="3812"/>
                    <a:pt x="5797" y="2867"/>
                  </a:cubicBezTo>
                  <a:cubicBezTo>
                    <a:pt x="5797" y="1260"/>
                    <a:pt x="4505" y="0"/>
                    <a:pt x="29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97" name="Google Shape;6597;p82"/>
          <p:cNvGrpSpPr/>
          <p:nvPr/>
        </p:nvGrpSpPr>
        <p:grpSpPr>
          <a:xfrm>
            <a:off x="2229047" y="2404318"/>
            <a:ext cx="264317" cy="367290"/>
            <a:chOff x="-64001300" y="4093650"/>
            <a:chExt cx="228450" cy="317450"/>
          </a:xfrm>
        </p:grpSpPr>
        <p:sp>
          <p:nvSpPr>
            <p:cNvPr id="6598" name="Google Shape;6598;p82"/>
            <p:cNvSpPr/>
            <p:nvPr/>
          </p:nvSpPr>
          <p:spPr>
            <a:xfrm>
              <a:off x="-63933550" y="4328375"/>
              <a:ext cx="93750" cy="40975"/>
            </a:xfrm>
            <a:custGeom>
              <a:avLst/>
              <a:gdLst/>
              <a:ahLst/>
              <a:cxnLst/>
              <a:rect l="l" t="t" r="r" b="b"/>
              <a:pathLst>
                <a:path w="3750" h="1639" extrusionOk="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82"/>
            <p:cNvSpPr/>
            <p:nvPr/>
          </p:nvSpPr>
          <p:spPr>
            <a:xfrm>
              <a:off x="-63980025" y="4135400"/>
              <a:ext cx="185900" cy="234725"/>
            </a:xfrm>
            <a:custGeom>
              <a:avLst/>
              <a:gdLst/>
              <a:ahLst/>
              <a:cxnLst/>
              <a:rect l="l" t="t" r="r" b="b"/>
              <a:pathLst>
                <a:path w="7436" h="9389" extrusionOk="0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82"/>
            <p:cNvSpPr/>
            <p:nvPr/>
          </p:nvSpPr>
          <p:spPr>
            <a:xfrm>
              <a:off x="-64001300" y="4389800"/>
              <a:ext cx="228450" cy="21300"/>
            </a:xfrm>
            <a:custGeom>
              <a:avLst/>
              <a:gdLst/>
              <a:ahLst/>
              <a:cxnLst/>
              <a:rect l="l" t="t" r="r" b="b"/>
              <a:pathLst>
                <a:path w="9138" h="852" extrusionOk="0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82"/>
            <p:cNvSpPr/>
            <p:nvPr/>
          </p:nvSpPr>
          <p:spPr>
            <a:xfrm>
              <a:off x="-64001300" y="4093650"/>
              <a:ext cx="226875" cy="20500"/>
            </a:xfrm>
            <a:custGeom>
              <a:avLst/>
              <a:gdLst/>
              <a:ahLst/>
              <a:cxnLst/>
              <a:rect l="l" t="t" r="r" b="b"/>
              <a:pathLst>
                <a:path w="9075" h="820" extrusionOk="0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2" name="Google Shape;6602;p82"/>
          <p:cNvGrpSpPr/>
          <p:nvPr/>
        </p:nvGrpSpPr>
        <p:grpSpPr>
          <a:xfrm>
            <a:off x="848051" y="2897610"/>
            <a:ext cx="359972" cy="366480"/>
            <a:chOff x="-62148800" y="3377700"/>
            <a:chExt cx="311125" cy="316750"/>
          </a:xfrm>
        </p:grpSpPr>
        <p:sp>
          <p:nvSpPr>
            <p:cNvPr id="6603" name="Google Shape;6603;p82"/>
            <p:cNvSpPr/>
            <p:nvPr/>
          </p:nvSpPr>
          <p:spPr>
            <a:xfrm>
              <a:off x="-62085775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82"/>
            <p:cNvSpPr/>
            <p:nvPr/>
          </p:nvSpPr>
          <p:spPr>
            <a:xfrm>
              <a:off x="-62148800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5" name="Google Shape;6605;p82"/>
          <p:cNvGrpSpPr/>
          <p:nvPr/>
        </p:nvGrpSpPr>
        <p:grpSpPr>
          <a:xfrm>
            <a:off x="843958" y="3347607"/>
            <a:ext cx="368157" cy="367290"/>
            <a:chOff x="-62154300" y="3743950"/>
            <a:chExt cx="318200" cy="317450"/>
          </a:xfrm>
        </p:grpSpPr>
        <p:sp>
          <p:nvSpPr>
            <p:cNvPr id="6606" name="Google Shape;6606;p82"/>
            <p:cNvSpPr/>
            <p:nvPr/>
          </p:nvSpPr>
          <p:spPr>
            <a:xfrm>
              <a:off x="-61992850" y="3743950"/>
              <a:ext cx="63825" cy="69150"/>
            </a:xfrm>
            <a:custGeom>
              <a:avLst/>
              <a:gdLst/>
              <a:ahLst/>
              <a:cxnLst/>
              <a:rect l="l" t="t" r="r" b="b"/>
              <a:pathLst>
                <a:path w="2553" h="2766" extrusionOk="0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82"/>
            <p:cNvSpPr/>
            <p:nvPr/>
          </p:nvSpPr>
          <p:spPr>
            <a:xfrm>
              <a:off x="-62154300" y="3785700"/>
              <a:ext cx="318200" cy="275700"/>
            </a:xfrm>
            <a:custGeom>
              <a:avLst/>
              <a:gdLst/>
              <a:ahLst/>
              <a:cxnLst/>
              <a:rect l="l" t="t" r="r" b="b"/>
              <a:pathLst>
                <a:path w="12728" h="11028" extrusionOk="0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8" name="Google Shape;6608;p82"/>
          <p:cNvGrpSpPr/>
          <p:nvPr/>
        </p:nvGrpSpPr>
        <p:grpSpPr>
          <a:xfrm>
            <a:off x="843944" y="3806587"/>
            <a:ext cx="368186" cy="366364"/>
            <a:chOff x="-62151950" y="4111775"/>
            <a:chExt cx="318225" cy="316650"/>
          </a:xfrm>
        </p:grpSpPr>
        <p:sp>
          <p:nvSpPr>
            <p:cNvPr id="6609" name="Google Shape;6609;p82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82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82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82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13" name="Google Shape;6613;p82"/>
          <p:cNvGrpSpPr/>
          <p:nvPr/>
        </p:nvGrpSpPr>
        <p:grpSpPr>
          <a:xfrm>
            <a:off x="3062568" y="2897133"/>
            <a:ext cx="368157" cy="367434"/>
            <a:chOff x="-60254550" y="3367325"/>
            <a:chExt cx="318200" cy="317575"/>
          </a:xfrm>
        </p:grpSpPr>
        <p:sp>
          <p:nvSpPr>
            <p:cNvPr id="6614" name="Google Shape;6614;p82"/>
            <p:cNvSpPr/>
            <p:nvPr/>
          </p:nvSpPr>
          <p:spPr>
            <a:xfrm>
              <a:off x="-6021912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82"/>
            <p:cNvSpPr/>
            <p:nvPr/>
          </p:nvSpPr>
          <p:spPr>
            <a:xfrm>
              <a:off x="-60156900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82"/>
            <p:cNvSpPr/>
            <p:nvPr/>
          </p:nvSpPr>
          <p:spPr>
            <a:xfrm>
              <a:off x="-6009467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6617;p82"/>
            <p:cNvSpPr/>
            <p:nvPr/>
          </p:nvSpPr>
          <p:spPr>
            <a:xfrm>
              <a:off x="-60254550" y="3478525"/>
              <a:ext cx="318200" cy="206375"/>
            </a:xfrm>
            <a:custGeom>
              <a:avLst/>
              <a:gdLst/>
              <a:ahLst/>
              <a:cxnLst/>
              <a:rect l="l" t="t" r="r" b="b"/>
              <a:pathLst>
                <a:path w="12728" h="8255" extrusionOk="0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18" name="Google Shape;6618;p82"/>
          <p:cNvGrpSpPr/>
          <p:nvPr/>
        </p:nvGrpSpPr>
        <p:grpSpPr>
          <a:xfrm>
            <a:off x="3063465" y="3348127"/>
            <a:ext cx="366364" cy="366248"/>
            <a:chOff x="-60255350" y="3733825"/>
            <a:chExt cx="316650" cy="316550"/>
          </a:xfrm>
        </p:grpSpPr>
        <p:sp>
          <p:nvSpPr>
            <p:cNvPr id="6619" name="Google Shape;6619;p82"/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82"/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82"/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82"/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82"/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82"/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82"/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6" name="Google Shape;6626;p82"/>
          <p:cNvGrpSpPr/>
          <p:nvPr/>
        </p:nvGrpSpPr>
        <p:grpSpPr>
          <a:xfrm>
            <a:off x="3091262" y="3807035"/>
            <a:ext cx="310770" cy="365467"/>
            <a:chOff x="-60232500" y="4101525"/>
            <a:chExt cx="268600" cy="315875"/>
          </a:xfrm>
        </p:grpSpPr>
        <p:sp>
          <p:nvSpPr>
            <p:cNvPr id="6627" name="Google Shape;6627;p82"/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82"/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9" name="Google Shape;6629;p82"/>
          <p:cNvSpPr/>
          <p:nvPr/>
        </p:nvSpPr>
        <p:spPr>
          <a:xfrm>
            <a:off x="2179036" y="4275969"/>
            <a:ext cx="366335" cy="367290"/>
          </a:xfrm>
          <a:custGeom>
            <a:avLst/>
            <a:gdLst/>
            <a:ahLst/>
            <a:cxnLst/>
            <a:rect l="l" t="t" r="r" b="b"/>
            <a:pathLst>
              <a:path w="12665" h="12698" extrusionOk="0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30" name="Google Shape;6630;p82"/>
          <p:cNvGrpSpPr/>
          <p:nvPr/>
        </p:nvGrpSpPr>
        <p:grpSpPr>
          <a:xfrm>
            <a:off x="2624262" y="1532866"/>
            <a:ext cx="368186" cy="366364"/>
            <a:chOff x="-63679950" y="3360375"/>
            <a:chExt cx="318225" cy="316650"/>
          </a:xfrm>
        </p:grpSpPr>
        <p:sp>
          <p:nvSpPr>
            <p:cNvPr id="6631" name="Google Shape;6631;p82"/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82"/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82"/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82"/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35" name="Google Shape;6635;p82"/>
          <p:cNvSpPr/>
          <p:nvPr/>
        </p:nvSpPr>
        <p:spPr>
          <a:xfrm>
            <a:off x="2623229" y="1975169"/>
            <a:ext cx="370009" cy="367724"/>
          </a:xfrm>
          <a:custGeom>
            <a:avLst/>
            <a:gdLst/>
            <a:ahLst/>
            <a:cxnLst/>
            <a:rect l="l" t="t" r="r" b="b"/>
            <a:pathLst>
              <a:path w="12792" h="12713" extrusionOk="0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36" name="Google Shape;6636;p82"/>
          <p:cNvGrpSpPr/>
          <p:nvPr/>
        </p:nvGrpSpPr>
        <p:grpSpPr>
          <a:xfrm>
            <a:off x="2622889" y="2404203"/>
            <a:ext cx="370934" cy="367521"/>
            <a:chOff x="-63679950" y="4093450"/>
            <a:chExt cx="320600" cy="317650"/>
          </a:xfrm>
        </p:grpSpPr>
        <p:sp>
          <p:nvSpPr>
            <p:cNvPr id="6637" name="Google Shape;6637;p82"/>
            <p:cNvSpPr/>
            <p:nvPr/>
          </p:nvSpPr>
          <p:spPr>
            <a:xfrm>
              <a:off x="-63595650" y="4093450"/>
              <a:ext cx="236300" cy="230425"/>
            </a:xfrm>
            <a:custGeom>
              <a:avLst/>
              <a:gdLst/>
              <a:ahLst/>
              <a:cxnLst/>
              <a:rect l="l" t="t" r="r" b="b"/>
              <a:pathLst>
                <a:path w="9452" h="9217" extrusionOk="0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82"/>
            <p:cNvSpPr/>
            <p:nvPr/>
          </p:nvSpPr>
          <p:spPr>
            <a:xfrm>
              <a:off x="-63679950" y="4233850"/>
              <a:ext cx="177250" cy="177250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82"/>
            <p:cNvSpPr/>
            <p:nvPr/>
          </p:nvSpPr>
          <p:spPr>
            <a:xfrm>
              <a:off x="-63548400" y="4348850"/>
              <a:ext cx="185900" cy="62250"/>
            </a:xfrm>
            <a:custGeom>
              <a:avLst/>
              <a:gdLst/>
              <a:ahLst/>
              <a:cxnLst/>
              <a:rect l="l" t="t" r="r" b="b"/>
              <a:pathLst>
                <a:path w="7436" h="2490" extrusionOk="0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0" name="Google Shape;6640;p82"/>
          <p:cNvGrpSpPr/>
          <p:nvPr/>
        </p:nvGrpSpPr>
        <p:grpSpPr>
          <a:xfrm>
            <a:off x="1283006" y="2897205"/>
            <a:ext cx="366364" cy="367290"/>
            <a:chOff x="-61784125" y="3377700"/>
            <a:chExt cx="316650" cy="317450"/>
          </a:xfrm>
        </p:grpSpPr>
        <p:sp>
          <p:nvSpPr>
            <p:cNvPr id="6641" name="Google Shape;6641;p82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82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82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82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82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82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82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8" name="Google Shape;6648;p82"/>
          <p:cNvGrpSpPr/>
          <p:nvPr/>
        </p:nvGrpSpPr>
        <p:grpSpPr>
          <a:xfrm>
            <a:off x="1283006" y="3347607"/>
            <a:ext cx="366364" cy="367290"/>
            <a:chOff x="-61783350" y="3743950"/>
            <a:chExt cx="316650" cy="317450"/>
          </a:xfrm>
        </p:grpSpPr>
        <p:sp>
          <p:nvSpPr>
            <p:cNvPr id="6649" name="Google Shape;6649;p82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6650;p82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51" name="Google Shape;6651;p82"/>
          <p:cNvSpPr/>
          <p:nvPr/>
        </p:nvSpPr>
        <p:spPr>
          <a:xfrm>
            <a:off x="1282887" y="3806407"/>
            <a:ext cx="366364" cy="366682"/>
          </a:xfrm>
          <a:custGeom>
            <a:avLst/>
            <a:gdLst/>
            <a:ahLst/>
            <a:cxnLst/>
            <a:rect l="l" t="t" r="r" b="b"/>
            <a:pathLst>
              <a:path w="12666" h="12677" extrusionOk="0">
                <a:moveTo>
                  <a:pt x="8916" y="1639"/>
                </a:moveTo>
                <a:cubicBezTo>
                  <a:pt x="9137" y="1639"/>
                  <a:pt x="9294" y="1828"/>
                  <a:pt x="9294" y="2048"/>
                </a:cubicBezTo>
                <a:cubicBezTo>
                  <a:pt x="9294" y="2269"/>
                  <a:pt x="9105" y="2458"/>
                  <a:pt x="8916" y="2458"/>
                </a:cubicBezTo>
                <a:lnTo>
                  <a:pt x="3655" y="2458"/>
                </a:lnTo>
                <a:cubicBezTo>
                  <a:pt x="3434" y="2458"/>
                  <a:pt x="3245" y="2269"/>
                  <a:pt x="3245" y="2048"/>
                </a:cubicBezTo>
                <a:cubicBezTo>
                  <a:pt x="3245" y="1796"/>
                  <a:pt x="3434" y="1639"/>
                  <a:pt x="3655" y="1639"/>
                </a:cubicBezTo>
                <a:close/>
                <a:moveTo>
                  <a:pt x="10555" y="3245"/>
                </a:moveTo>
                <a:cubicBezTo>
                  <a:pt x="10807" y="3245"/>
                  <a:pt x="10964" y="3434"/>
                  <a:pt x="10964" y="3686"/>
                </a:cubicBezTo>
                <a:cubicBezTo>
                  <a:pt x="10964" y="3939"/>
                  <a:pt x="10807" y="4128"/>
                  <a:pt x="10555" y="4128"/>
                </a:cubicBezTo>
                <a:lnTo>
                  <a:pt x="2017" y="4128"/>
                </a:lnTo>
                <a:cubicBezTo>
                  <a:pt x="1765" y="4128"/>
                  <a:pt x="1607" y="3939"/>
                  <a:pt x="1607" y="3686"/>
                </a:cubicBezTo>
                <a:cubicBezTo>
                  <a:pt x="1607" y="3434"/>
                  <a:pt x="1828" y="3245"/>
                  <a:pt x="2017" y="3245"/>
                </a:cubicBezTo>
                <a:close/>
                <a:moveTo>
                  <a:pt x="6711" y="5766"/>
                </a:moveTo>
                <a:cubicBezTo>
                  <a:pt x="7593" y="5766"/>
                  <a:pt x="8349" y="6522"/>
                  <a:pt x="8349" y="7436"/>
                </a:cubicBezTo>
                <a:cubicBezTo>
                  <a:pt x="8349" y="8349"/>
                  <a:pt x="7593" y="9074"/>
                  <a:pt x="6711" y="9074"/>
                </a:cubicBezTo>
                <a:cubicBezTo>
                  <a:pt x="5797" y="9074"/>
                  <a:pt x="5041" y="8349"/>
                  <a:pt x="5041" y="7436"/>
                </a:cubicBezTo>
                <a:cubicBezTo>
                  <a:pt x="5041" y="6522"/>
                  <a:pt x="5797" y="5766"/>
                  <a:pt x="6711" y="5766"/>
                </a:cubicBezTo>
                <a:close/>
                <a:moveTo>
                  <a:pt x="2048" y="0"/>
                </a:moveTo>
                <a:cubicBezTo>
                  <a:pt x="1828" y="0"/>
                  <a:pt x="1670" y="189"/>
                  <a:pt x="1670" y="378"/>
                </a:cubicBezTo>
                <a:cubicBezTo>
                  <a:pt x="1670" y="1040"/>
                  <a:pt x="1103" y="1639"/>
                  <a:pt x="410" y="1639"/>
                </a:cubicBezTo>
                <a:cubicBezTo>
                  <a:pt x="158" y="1639"/>
                  <a:pt x="0" y="1828"/>
                  <a:pt x="0" y="2048"/>
                </a:cubicBezTo>
                <a:lnTo>
                  <a:pt x="0" y="6994"/>
                </a:lnTo>
                <a:cubicBezTo>
                  <a:pt x="0" y="7247"/>
                  <a:pt x="189" y="7404"/>
                  <a:pt x="410" y="7404"/>
                </a:cubicBezTo>
                <a:cubicBezTo>
                  <a:pt x="1072" y="7404"/>
                  <a:pt x="1670" y="7940"/>
                  <a:pt x="1670" y="8601"/>
                </a:cubicBezTo>
                <a:cubicBezTo>
                  <a:pt x="1670" y="8853"/>
                  <a:pt x="1859" y="9042"/>
                  <a:pt x="2048" y="9042"/>
                </a:cubicBezTo>
                <a:lnTo>
                  <a:pt x="4884" y="9042"/>
                </a:lnTo>
                <a:lnTo>
                  <a:pt x="5073" y="9231"/>
                </a:lnTo>
                <a:lnTo>
                  <a:pt x="5073" y="12224"/>
                </a:lnTo>
                <a:cubicBezTo>
                  <a:pt x="5073" y="12468"/>
                  <a:pt x="5298" y="12654"/>
                  <a:pt x="5517" y="12654"/>
                </a:cubicBezTo>
                <a:cubicBezTo>
                  <a:pt x="5581" y="12654"/>
                  <a:pt x="5645" y="12638"/>
                  <a:pt x="5703" y="12602"/>
                </a:cubicBezTo>
                <a:lnTo>
                  <a:pt x="6743" y="11909"/>
                </a:lnTo>
                <a:lnTo>
                  <a:pt x="7782" y="12602"/>
                </a:lnTo>
                <a:cubicBezTo>
                  <a:pt x="7850" y="12653"/>
                  <a:pt x="7926" y="12676"/>
                  <a:pt x="8002" y="12676"/>
                </a:cubicBezTo>
                <a:cubicBezTo>
                  <a:pt x="8210" y="12676"/>
                  <a:pt x="8412" y="12501"/>
                  <a:pt x="8412" y="12224"/>
                </a:cubicBezTo>
                <a:lnTo>
                  <a:pt x="8412" y="9231"/>
                </a:lnTo>
                <a:lnTo>
                  <a:pt x="8601" y="9042"/>
                </a:lnTo>
                <a:lnTo>
                  <a:pt x="10618" y="9042"/>
                </a:lnTo>
                <a:cubicBezTo>
                  <a:pt x="10838" y="9042"/>
                  <a:pt x="10996" y="8853"/>
                  <a:pt x="10996" y="8601"/>
                </a:cubicBezTo>
                <a:cubicBezTo>
                  <a:pt x="10996" y="7940"/>
                  <a:pt x="11563" y="7404"/>
                  <a:pt x="12224" y="7404"/>
                </a:cubicBezTo>
                <a:cubicBezTo>
                  <a:pt x="12445" y="7404"/>
                  <a:pt x="12665" y="7184"/>
                  <a:pt x="12665" y="6994"/>
                </a:cubicBezTo>
                <a:lnTo>
                  <a:pt x="12665" y="2048"/>
                </a:lnTo>
                <a:cubicBezTo>
                  <a:pt x="12602" y="1796"/>
                  <a:pt x="12445" y="1639"/>
                  <a:pt x="12224" y="1639"/>
                </a:cubicBezTo>
                <a:cubicBezTo>
                  <a:pt x="11531" y="1639"/>
                  <a:pt x="10996" y="1103"/>
                  <a:pt x="10996" y="378"/>
                </a:cubicBezTo>
                <a:cubicBezTo>
                  <a:pt x="10996" y="158"/>
                  <a:pt x="10807" y="0"/>
                  <a:pt x="1058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2" name="Google Shape;6652;p82"/>
          <p:cNvSpPr/>
          <p:nvPr/>
        </p:nvSpPr>
        <p:spPr>
          <a:xfrm>
            <a:off x="3505689" y="2907052"/>
            <a:ext cx="366364" cy="347563"/>
          </a:xfrm>
          <a:custGeom>
            <a:avLst/>
            <a:gdLst/>
            <a:ahLst/>
            <a:cxnLst/>
            <a:rect l="l" t="t" r="r" b="b"/>
            <a:pathLst>
              <a:path w="12666" h="12016" extrusionOk="0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3" name="Google Shape;6653;p82"/>
          <p:cNvSpPr/>
          <p:nvPr/>
        </p:nvSpPr>
        <p:spPr>
          <a:xfrm>
            <a:off x="3504778" y="3387693"/>
            <a:ext cx="368186" cy="287081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4"/>
                </a:lnTo>
                <a:lnTo>
                  <a:pt x="978" y="6239"/>
                </a:lnTo>
                <a:cubicBezTo>
                  <a:pt x="960" y="6256"/>
                  <a:pt x="937" y="6264"/>
                  <a:pt x="914" y="6264"/>
                </a:cubicBezTo>
                <a:cubicBezTo>
                  <a:pt x="854" y="6264"/>
                  <a:pt x="788" y="621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4128" y="7184"/>
                </a:moveTo>
                <a:lnTo>
                  <a:pt x="6963" y="8035"/>
                </a:lnTo>
                <a:cubicBezTo>
                  <a:pt x="6648" y="8507"/>
                  <a:pt x="6176" y="8759"/>
                  <a:pt x="5640" y="8759"/>
                </a:cubicBezTo>
                <a:cubicBezTo>
                  <a:pt x="4821" y="8759"/>
                  <a:pt x="4097" y="8066"/>
                  <a:pt x="4128" y="7184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198"/>
                </a:cubicBezTo>
                <a:lnTo>
                  <a:pt x="11815" y="8665"/>
                </a:lnTo>
                <a:cubicBezTo>
                  <a:pt x="11815" y="8885"/>
                  <a:pt x="11626" y="9043"/>
                  <a:pt x="11374" y="9043"/>
                </a:cubicBezTo>
                <a:cubicBezTo>
                  <a:pt x="11154" y="9043"/>
                  <a:pt x="10996" y="8854"/>
                  <a:pt x="10996" y="8665"/>
                </a:cubicBezTo>
                <a:lnTo>
                  <a:pt x="10996" y="1198"/>
                </a:lnTo>
                <a:cubicBezTo>
                  <a:pt x="10996" y="977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70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5"/>
                  <a:pt x="983" y="7095"/>
                </a:cubicBezTo>
                <a:cubicBezTo>
                  <a:pt x="1127" y="7095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44"/>
                  <a:pt x="4286" y="9641"/>
                  <a:pt x="5672" y="9641"/>
                </a:cubicBezTo>
                <a:cubicBezTo>
                  <a:pt x="6585" y="9641"/>
                  <a:pt x="7405" y="9074"/>
                  <a:pt x="7814" y="8287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96"/>
                </a:cubicBezTo>
                <a:lnTo>
                  <a:pt x="12729" y="1261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4" name="Google Shape;6654;p82"/>
          <p:cNvGrpSpPr/>
          <p:nvPr/>
        </p:nvGrpSpPr>
        <p:grpSpPr>
          <a:xfrm>
            <a:off x="3504430" y="3807440"/>
            <a:ext cx="369112" cy="364657"/>
            <a:chOff x="-59869425" y="4102225"/>
            <a:chExt cx="319025" cy="315175"/>
          </a:xfrm>
        </p:grpSpPr>
        <p:sp>
          <p:nvSpPr>
            <p:cNvPr id="6655" name="Google Shape;6655;p82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82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82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82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59" name="Google Shape;6659;p82"/>
          <p:cNvGrpSpPr/>
          <p:nvPr/>
        </p:nvGrpSpPr>
        <p:grpSpPr>
          <a:xfrm>
            <a:off x="2623233" y="4276262"/>
            <a:ext cx="366364" cy="365467"/>
            <a:chOff x="-59029025" y="3711650"/>
            <a:chExt cx="316650" cy="315875"/>
          </a:xfrm>
        </p:grpSpPr>
        <p:sp>
          <p:nvSpPr>
            <p:cNvPr id="6660" name="Google Shape;6660;p82"/>
            <p:cNvSpPr/>
            <p:nvPr/>
          </p:nvSpPr>
          <p:spPr>
            <a:xfrm>
              <a:off x="-59029025" y="371245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1229" y="0"/>
                  </a:moveTo>
                  <a:cubicBezTo>
                    <a:pt x="568" y="0"/>
                    <a:pt x="1" y="568"/>
                    <a:pt x="1" y="1229"/>
                  </a:cubicBezTo>
                  <a:cubicBezTo>
                    <a:pt x="1" y="1891"/>
                    <a:pt x="568" y="2458"/>
                    <a:pt x="1229" y="2458"/>
                  </a:cubicBezTo>
                  <a:cubicBezTo>
                    <a:pt x="1419" y="2458"/>
                    <a:pt x="1576" y="2426"/>
                    <a:pt x="1734" y="2332"/>
                  </a:cubicBezTo>
                  <a:lnTo>
                    <a:pt x="2206" y="2804"/>
                  </a:lnTo>
                  <a:cubicBezTo>
                    <a:pt x="2458" y="2489"/>
                    <a:pt x="2584" y="2426"/>
                    <a:pt x="2805" y="2206"/>
                  </a:cubicBezTo>
                  <a:lnTo>
                    <a:pt x="2332" y="1733"/>
                  </a:lnTo>
                  <a:cubicBezTo>
                    <a:pt x="2427" y="1576"/>
                    <a:pt x="2458" y="1387"/>
                    <a:pt x="2458" y="1229"/>
                  </a:cubicBezTo>
                  <a:cubicBezTo>
                    <a:pt x="2458" y="568"/>
                    <a:pt x="1923" y="0"/>
                    <a:pt x="12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82"/>
            <p:cNvSpPr/>
            <p:nvPr/>
          </p:nvSpPr>
          <p:spPr>
            <a:xfrm>
              <a:off x="-58782500" y="3958175"/>
              <a:ext cx="70125" cy="69350"/>
            </a:xfrm>
            <a:custGeom>
              <a:avLst/>
              <a:gdLst/>
              <a:ahLst/>
              <a:cxnLst/>
              <a:rect l="l" t="t" r="r" b="b"/>
              <a:pathLst>
                <a:path w="2805" h="2774" extrusionOk="0">
                  <a:moveTo>
                    <a:pt x="599" y="1"/>
                  </a:moveTo>
                  <a:cubicBezTo>
                    <a:pt x="379" y="222"/>
                    <a:pt x="316" y="316"/>
                    <a:pt x="1" y="568"/>
                  </a:cubicBezTo>
                  <a:lnTo>
                    <a:pt x="473" y="1041"/>
                  </a:lnTo>
                  <a:cubicBezTo>
                    <a:pt x="379" y="1198"/>
                    <a:pt x="347" y="1387"/>
                    <a:pt x="347" y="1576"/>
                  </a:cubicBezTo>
                  <a:cubicBezTo>
                    <a:pt x="347" y="2238"/>
                    <a:pt x="914" y="2773"/>
                    <a:pt x="1576" y="2773"/>
                  </a:cubicBezTo>
                  <a:cubicBezTo>
                    <a:pt x="2238" y="2773"/>
                    <a:pt x="2805" y="2238"/>
                    <a:pt x="2805" y="1576"/>
                  </a:cubicBezTo>
                  <a:cubicBezTo>
                    <a:pt x="2805" y="883"/>
                    <a:pt x="2238" y="348"/>
                    <a:pt x="1576" y="348"/>
                  </a:cubicBezTo>
                  <a:cubicBezTo>
                    <a:pt x="1387" y="348"/>
                    <a:pt x="1230" y="379"/>
                    <a:pt x="1072" y="474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82"/>
            <p:cNvSpPr/>
            <p:nvPr/>
          </p:nvSpPr>
          <p:spPr>
            <a:xfrm>
              <a:off x="-58782500" y="371165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1576" y="1"/>
                  </a:moveTo>
                  <a:cubicBezTo>
                    <a:pt x="914" y="1"/>
                    <a:pt x="347" y="568"/>
                    <a:pt x="347" y="1230"/>
                  </a:cubicBezTo>
                  <a:cubicBezTo>
                    <a:pt x="347" y="1419"/>
                    <a:pt x="379" y="1576"/>
                    <a:pt x="473" y="1734"/>
                  </a:cubicBezTo>
                  <a:lnTo>
                    <a:pt x="1" y="2206"/>
                  </a:lnTo>
                  <a:cubicBezTo>
                    <a:pt x="284" y="2458"/>
                    <a:pt x="347" y="2521"/>
                    <a:pt x="599" y="2805"/>
                  </a:cubicBezTo>
                  <a:lnTo>
                    <a:pt x="1072" y="2332"/>
                  </a:lnTo>
                  <a:cubicBezTo>
                    <a:pt x="1230" y="2395"/>
                    <a:pt x="1419" y="2458"/>
                    <a:pt x="1576" y="2458"/>
                  </a:cubicBezTo>
                  <a:cubicBezTo>
                    <a:pt x="2238" y="2458"/>
                    <a:pt x="2805" y="1891"/>
                    <a:pt x="2805" y="1230"/>
                  </a:cubicBezTo>
                  <a:cubicBezTo>
                    <a:pt x="2805" y="568"/>
                    <a:pt x="2238" y="1"/>
                    <a:pt x="15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82"/>
            <p:cNvSpPr/>
            <p:nvPr/>
          </p:nvSpPr>
          <p:spPr>
            <a:xfrm>
              <a:off x="-58911650" y="3880200"/>
              <a:ext cx="79550" cy="30750"/>
            </a:xfrm>
            <a:custGeom>
              <a:avLst/>
              <a:gdLst/>
              <a:ahLst/>
              <a:cxnLst/>
              <a:rect l="l" t="t" r="r" b="b"/>
              <a:pathLst>
                <a:path w="3182" h="1230" extrusionOk="0">
                  <a:moveTo>
                    <a:pt x="1607" y="1"/>
                  </a:moveTo>
                  <a:cubicBezTo>
                    <a:pt x="819" y="1"/>
                    <a:pt x="189" y="505"/>
                    <a:pt x="0" y="1230"/>
                  </a:cubicBezTo>
                  <a:lnTo>
                    <a:pt x="3182" y="1230"/>
                  </a:lnTo>
                  <a:cubicBezTo>
                    <a:pt x="3025" y="537"/>
                    <a:pt x="2394" y="1"/>
                    <a:pt x="16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82"/>
            <p:cNvSpPr/>
            <p:nvPr/>
          </p:nvSpPr>
          <p:spPr>
            <a:xfrm>
              <a:off x="-58891975" y="3818000"/>
              <a:ext cx="41775" cy="41750"/>
            </a:xfrm>
            <a:custGeom>
              <a:avLst/>
              <a:gdLst/>
              <a:ahLst/>
              <a:cxnLst/>
              <a:rect l="l" t="t" r="r" b="b"/>
              <a:pathLst>
                <a:path w="1671" h="1670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51" y="1670"/>
                  </a:cubicBezTo>
                  <a:cubicBezTo>
                    <a:pt x="1292" y="1670"/>
                    <a:pt x="1670" y="1292"/>
                    <a:pt x="1670" y="819"/>
                  </a:cubicBezTo>
                  <a:cubicBezTo>
                    <a:pt x="1670" y="378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82"/>
            <p:cNvSpPr/>
            <p:nvPr/>
          </p:nvSpPr>
          <p:spPr>
            <a:xfrm>
              <a:off x="-58983325" y="3755775"/>
              <a:ext cx="227625" cy="226850"/>
            </a:xfrm>
            <a:custGeom>
              <a:avLst/>
              <a:gdLst/>
              <a:ahLst/>
              <a:cxnLst/>
              <a:rect l="l" t="t" r="r" b="b"/>
              <a:pathLst>
                <a:path w="9105" h="9074" extrusionOk="0">
                  <a:moveTo>
                    <a:pt x="4537" y="1701"/>
                  </a:moveTo>
                  <a:cubicBezTo>
                    <a:pt x="5419" y="1701"/>
                    <a:pt x="6175" y="2458"/>
                    <a:pt x="6175" y="3371"/>
                  </a:cubicBezTo>
                  <a:cubicBezTo>
                    <a:pt x="6175" y="3781"/>
                    <a:pt x="6018" y="4190"/>
                    <a:pt x="5702" y="4505"/>
                  </a:cubicBezTo>
                  <a:cubicBezTo>
                    <a:pt x="6459" y="4946"/>
                    <a:pt x="6994" y="5734"/>
                    <a:pt x="6994" y="6679"/>
                  </a:cubicBezTo>
                  <a:cubicBezTo>
                    <a:pt x="6963" y="6868"/>
                    <a:pt x="6805" y="7057"/>
                    <a:pt x="6585" y="7057"/>
                  </a:cubicBezTo>
                  <a:lnTo>
                    <a:pt x="2426" y="7057"/>
                  </a:lnTo>
                  <a:cubicBezTo>
                    <a:pt x="2205" y="7057"/>
                    <a:pt x="2048" y="6868"/>
                    <a:pt x="2048" y="6679"/>
                  </a:cubicBezTo>
                  <a:cubicBezTo>
                    <a:pt x="2048" y="5734"/>
                    <a:pt x="2552" y="4946"/>
                    <a:pt x="3340" y="4505"/>
                  </a:cubicBezTo>
                  <a:cubicBezTo>
                    <a:pt x="3056" y="4190"/>
                    <a:pt x="2867" y="3781"/>
                    <a:pt x="2867" y="3371"/>
                  </a:cubicBezTo>
                  <a:cubicBezTo>
                    <a:pt x="2867" y="2458"/>
                    <a:pt x="3623" y="1701"/>
                    <a:pt x="4537" y="1701"/>
                  </a:cubicBezTo>
                  <a:close/>
                  <a:moveTo>
                    <a:pt x="4537" y="0"/>
                  </a:moveTo>
                  <a:cubicBezTo>
                    <a:pt x="2016" y="0"/>
                    <a:pt x="0" y="2048"/>
                    <a:pt x="0" y="4537"/>
                  </a:cubicBezTo>
                  <a:cubicBezTo>
                    <a:pt x="0" y="7057"/>
                    <a:pt x="2048" y="9074"/>
                    <a:pt x="4537" y="9074"/>
                  </a:cubicBezTo>
                  <a:cubicBezTo>
                    <a:pt x="7057" y="9074"/>
                    <a:pt x="9042" y="7026"/>
                    <a:pt x="9042" y="4537"/>
                  </a:cubicBezTo>
                  <a:cubicBezTo>
                    <a:pt x="9105" y="2017"/>
                    <a:pt x="7057" y="0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82"/>
            <p:cNvSpPr/>
            <p:nvPr/>
          </p:nvSpPr>
          <p:spPr>
            <a:xfrm>
              <a:off x="-59029025" y="3956600"/>
              <a:ext cx="70900" cy="70925"/>
            </a:xfrm>
            <a:custGeom>
              <a:avLst/>
              <a:gdLst/>
              <a:ahLst/>
              <a:cxnLst/>
              <a:rect l="l" t="t" r="r" b="b"/>
              <a:pathLst>
                <a:path w="2836" h="2837" extrusionOk="0">
                  <a:moveTo>
                    <a:pt x="2269" y="1"/>
                  </a:moveTo>
                  <a:lnTo>
                    <a:pt x="1734" y="537"/>
                  </a:lnTo>
                  <a:cubicBezTo>
                    <a:pt x="1576" y="442"/>
                    <a:pt x="1387" y="411"/>
                    <a:pt x="1229" y="411"/>
                  </a:cubicBezTo>
                  <a:cubicBezTo>
                    <a:pt x="568" y="411"/>
                    <a:pt x="1" y="946"/>
                    <a:pt x="1" y="1639"/>
                  </a:cubicBezTo>
                  <a:cubicBezTo>
                    <a:pt x="1" y="2301"/>
                    <a:pt x="568" y="2836"/>
                    <a:pt x="1229" y="2836"/>
                  </a:cubicBezTo>
                  <a:cubicBezTo>
                    <a:pt x="1891" y="2836"/>
                    <a:pt x="2458" y="2301"/>
                    <a:pt x="2458" y="1639"/>
                  </a:cubicBezTo>
                  <a:cubicBezTo>
                    <a:pt x="2458" y="1419"/>
                    <a:pt x="2427" y="1261"/>
                    <a:pt x="2332" y="1104"/>
                  </a:cubicBezTo>
                  <a:lnTo>
                    <a:pt x="2836" y="600"/>
                  </a:lnTo>
                  <a:cubicBezTo>
                    <a:pt x="2584" y="379"/>
                    <a:pt x="2490" y="285"/>
                    <a:pt x="22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7" name="Google Shape;6667;p82"/>
          <p:cNvGrpSpPr/>
          <p:nvPr/>
        </p:nvGrpSpPr>
        <p:grpSpPr>
          <a:xfrm>
            <a:off x="4859311" y="1532317"/>
            <a:ext cx="351940" cy="348188"/>
            <a:chOff x="581525" y="3254850"/>
            <a:chExt cx="297750" cy="294575"/>
          </a:xfrm>
        </p:grpSpPr>
        <p:sp>
          <p:nvSpPr>
            <p:cNvPr id="6668" name="Google Shape;6668;p82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82"/>
            <p:cNvSpPr/>
            <p:nvPr/>
          </p:nvSpPr>
          <p:spPr>
            <a:xfrm>
              <a:off x="721725" y="32548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82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71" name="Google Shape;6671;p82"/>
          <p:cNvGrpSpPr/>
          <p:nvPr/>
        </p:nvGrpSpPr>
        <p:grpSpPr>
          <a:xfrm>
            <a:off x="4858380" y="1971253"/>
            <a:ext cx="353802" cy="351497"/>
            <a:chOff x="580725" y="3617925"/>
            <a:chExt cx="299325" cy="297375"/>
          </a:xfrm>
        </p:grpSpPr>
        <p:sp>
          <p:nvSpPr>
            <p:cNvPr id="6672" name="Google Shape;6672;p82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82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82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82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82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77" name="Google Shape;6677;p82"/>
          <p:cNvGrpSpPr/>
          <p:nvPr/>
        </p:nvGrpSpPr>
        <p:grpSpPr>
          <a:xfrm>
            <a:off x="4860242" y="2418443"/>
            <a:ext cx="350079" cy="350079"/>
            <a:chOff x="583100" y="3982600"/>
            <a:chExt cx="296175" cy="296175"/>
          </a:xfrm>
        </p:grpSpPr>
        <p:sp>
          <p:nvSpPr>
            <p:cNvPr id="6678" name="Google Shape;6678;p82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82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82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82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82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82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82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5" name="Google Shape;6685;p82"/>
          <p:cNvGrpSpPr/>
          <p:nvPr/>
        </p:nvGrpSpPr>
        <p:grpSpPr>
          <a:xfrm>
            <a:off x="7092856" y="1532067"/>
            <a:ext cx="307231" cy="348690"/>
            <a:chOff x="2423775" y="3226875"/>
            <a:chExt cx="259925" cy="295000"/>
          </a:xfrm>
        </p:grpSpPr>
        <p:sp>
          <p:nvSpPr>
            <p:cNvPr id="6686" name="Google Shape;6686;p82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82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82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9" name="Google Shape;6689;p82"/>
          <p:cNvGrpSpPr/>
          <p:nvPr/>
        </p:nvGrpSpPr>
        <p:grpSpPr>
          <a:xfrm>
            <a:off x="7070043" y="1973352"/>
            <a:ext cx="352857" cy="347301"/>
            <a:chOff x="2404875" y="3592725"/>
            <a:chExt cx="298525" cy="293825"/>
          </a:xfrm>
        </p:grpSpPr>
        <p:sp>
          <p:nvSpPr>
            <p:cNvPr id="6690" name="Google Shape;6690;p82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82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82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3" name="Google Shape;6693;p82"/>
          <p:cNvGrpSpPr/>
          <p:nvPr/>
        </p:nvGrpSpPr>
        <p:grpSpPr>
          <a:xfrm>
            <a:off x="7070974" y="2418917"/>
            <a:ext cx="350995" cy="349133"/>
            <a:chOff x="2404875" y="3955825"/>
            <a:chExt cx="296950" cy="295375"/>
          </a:xfrm>
        </p:grpSpPr>
        <p:sp>
          <p:nvSpPr>
            <p:cNvPr id="6694" name="Google Shape;6694;p82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82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82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82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8" name="Google Shape;6698;p82"/>
          <p:cNvGrpSpPr/>
          <p:nvPr/>
        </p:nvGrpSpPr>
        <p:grpSpPr>
          <a:xfrm>
            <a:off x="5764954" y="2883111"/>
            <a:ext cx="349163" cy="350079"/>
            <a:chOff x="4263650" y="3235150"/>
            <a:chExt cx="295400" cy="296175"/>
          </a:xfrm>
        </p:grpSpPr>
        <p:sp>
          <p:nvSpPr>
            <p:cNvPr id="6699" name="Google Shape;6699;p82"/>
            <p:cNvSpPr/>
            <p:nvPr/>
          </p:nvSpPr>
          <p:spPr>
            <a:xfrm>
              <a:off x="4393625" y="33911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63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82"/>
            <p:cNvSpPr/>
            <p:nvPr/>
          </p:nvSpPr>
          <p:spPr>
            <a:xfrm>
              <a:off x="4377075" y="3443875"/>
              <a:ext cx="70125" cy="34675"/>
            </a:xfrm>
            <a:custGeom>
              <a:avLst/>
              <a:gdLst/>
              <a:ahLst/>
              <a:cxnLst/>
              <a:rect l="l" t="t" r="r" b="b"/>
              <a:pathLst>
                <a:path w="2805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805" y="1387"/>
                  </a:lnTo>
                  <a:cubicBezTo>
                    <a:pt x="2805" y="630"/>
                    <a:pt x="2174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82"/>
            <p:cNvSpPr/>
            <p:nvPr/>
          </p:nvSpPr>
          <p:spPr>
            <a:xfrm>
              <a:off x="4333750" y="3357225"/>
              <a:ext cx="156775" cy="174100"/>
            </a:xfrm>
            <a:custGeom>
              <a:avLst/>
              <a:gdLst/>
              <a:ahLst/>
              <a:cxnLst/>
              <a:rect l="l" t="t" r="r" b="b"/>
              <a:pathLst>
                <a:path w="6271" h="6964" extrusionOk="0">
                  <a:moveTo>
                    <a:pt x="3088" y="725"/>
                  </a:moveTo>
                  <a:cubicBezTo>
                    <a:pt x="3813" y="725"/>
                    <a:pt x="4506" y="1356"/>
                    <a:pt x="4506" y="2080"/>
                  </a:cubicBezTo>
                  <a:cubicBezTo>
                    <a:pt x="4506" y="2458"/>
                    <a:pt x="4348" y="2805"/>
                    <a:pt x="4096" y="3025"/>
                  </a:cubicBezTo>
                  <a:cubicBezTo>
                    <a:pt x="4727" y="3372"/>
                    <a:pt x="5168" y="4065"/>
                    <a:pt x="5168" y="4853"/>
                  </a:cubicBezTo>
                  <a:lnTo>
                    <a:pt x="5168" y="5199"/>
                  </a:lnTo>
                  <a:cubicBezTo>
                    <a:pt x="5168" y="5388"/>
                    <a:pt x="5010" y="5546"/>
                    <a:pt x="4821" y="5546"/>
                  </a:cubicBezTo>
                  <a:lnTo>
                    <a:pt x="1293" y="5546"/>
                  </a:lnTo>
                  <a:cubicBezTo>
                    <a:pt x="1103" y="5546"/>
                    <a:pt x="946" y="5388"/>
                    <a:pt x="946" y="5199"/>
                  </a:cubicBezTo>
                  <a:lnTo>
                    <a:pt x="946" y="4853"/>
                  </a:lnTo>
                  <a:lnTo>
                    <a:pt x="1040" y="4853"/>
                  </a:lnTo>
                  <a:cubicBezTo>
                    <a:pt x="1040" y="4065"/>
                    <a:pt x="1450" y="3403"/>
                    <a:pt x="2080" y="3025"/>
                  </a:cubicBezTo>
                  <a:cubicBezTo>
                    <a:pt x="1860" y="2805"/>
                    <a:pt x="1702" y="2458"/>
                    <a:pt x="1702" y="2080"/>
                  </a:cubicBezTo>
                  <a:cubicBezTo>
                    <a:pt x="1702" y="1356"/>
                    <a:pt x="2332" y="725"/>
                    <a:pt x="3088" y="725"/>
                  </a:cubicBezTo>
                  <a:close/>
                  <a:moveTo>
                    <a:pt x="1" y="1"/>
                  </a:moveTo>
                  <a:lnTo>
                    <a:pt x="1" y="6617"/>
                  </a:lnTo>
                  <a:cubicBezTo>
                    <a:pt x="1" y="6806"/>
                    <a:pt x="158" y="6963"/>
                    <a:pt x="347" y="6963"/>
                  </a:cubicBezTo>
                  <a:lnTo>
                    <a:pt x="5924" y="6963"/>
                  </a:lnTo>
                  <a:cubicBezTo>
                    <a:pt x="6113" y="6963"/>
                    <a:pt x="6270" y="6806"/>
                    <a:pt x="6270" y="6617"/>
                  </a:cubicBezTo>
                  <a:lnTo>
                    <a:pt x="627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82"/>
            <p:cNvSpPr/>
            <p:nvPr/>
          </p:nvSpPr>
          <p:spPr>
            <a:xfrm>
              <a:off x="4316425" y="3235150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lnTo>
                    <a:pt x="7625" y="1418"/>
                  </a:lnTo>
                  <a:lnTo>
                    <a:pt x="7625" y="347"/>
                  </a:lnTo>
                  <a:lnTo>
                    <a:pt x="7656" y="347"/>
                  </a:lnTo>
                  <a:cubicBezTo>
                    <a:pt x="7656" y="158"/>
                    <a:pt x="7499" y="1"/>
                    <a:pt x="73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82"/>
            <p:cNvSpPr/>
            <p:nvPr/>
          </p:nvSpPr>
          <p:spPr>
            <a:xfrm>
              <a:off x="4263650" y="3288700"/>
              <a:ext cx="295400" cy="137875"/>
            </a:xfrm>
            <a:custGeom>
              <a:avLst/>
              <a:gdLst/>
              <a:ahLst/>
              <a:cxnLst/>
              <a:rect l="l" t="t" r="r" b="b"/>
              <a:pathLst>
                <a:path w="11816" h="5515" extrusionOk="0">
                  <a:moveTo>
                    <a:pt x="10082" y="662"/>
                  </a:moveTo>
                  <a:cubicBezTo>
                    <a:pt x="10303" y="662"/>
                    <a:pt x="10461" y="820"/>
                    <a:pt x="10461" y="1009"/>
                  </a:cubicBezTo>
                  <a:cubicBezTo>
                    <a:pt x="10461" y="1198"/>
                    <a:pt x="10303" y="1356"/>
                    <a:pt x="10082" y="1356"/>
                  </a:cubicBezTo>
                  <a:cubicBezTo>
                    <a:pt x="9893" y="1356"/>
                    <a:pt x="9736" y="1198"/>
                    <a:pt x="9736" y="1009"/>
                  </a:cubicBezTo>
                  <a:cubicBezTo>
                    <a:pt x="9767" y="820"/>
                    <a:pt x="9893" y="662"/>
                    <a:pt x="10082" y="662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4475"/>
                  </a:lnTo>
                  <a:cubicBezTo>
                    <a:pt x="1" y="5073"/>
                    <a:pt x="473" y="5514"/>
                    <a:pt x="1041" y="5514"/>
                  </a:cubicBezTo>
                  <a:lnTo>
                    <a:pt x="2112" y="5514"/>
                  </a:lnTo>
                  <a:lnTo>
                    <a:pt x="2112" y="2395"/>
                  </a:lnTo>
                  <a:cubicBezTo>
                    <a:pt x="2112" y="2206"/>
                    <a:pt x="2269" y="2049"/>
                    <a:pt x="2458" y="2049"/>
                  </a:cubicBezTo>
                  <a:lnTo>
                    <a:pt x="9421" y="2049"/>
                  </a:lnTo>
                  <a:cubicBezTo>
                    <a:pt x="9610" y="2049"/>
                    <a:pt x="9767" y="2206"/>
                    <a:pt x="9767" y="2395"/>
                  </a:cubicBezTo>
                  <a:lnTo>
                    <a:pt x="9767" y="5514"/>
                  </a:lnTo>
                  <a:lnTo>
                    <a:pt x="10807" y="5514"/>
                  </a:lnTo>
                  <a:cubicBezTo>
                    <a:pt x="11406" y="5514"/>
                    <a:pt x="11815" y="5042"/>
                    <a:pt x="11815" y="4475"/>
                  </a:cubicBezTo>
                  <a:lnTo>
                    <a:pt x="11815" y="1009"/>
                  </a:lnTo>
                  <a:cubicBezTo>
                    <a:pt x="11815" y="410"/>
                    <a:pt x="11343" y="1"/>
                    <a:pt x="108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4" name="Google Shape;6704;p82"/>
          <p:cNvGrpSpPr/>
          <p:nvPr/>
        </p:nvGrpSpPr>
        <p:grpSpPr>
          <a:xfrm>
            <a:off x="5762634" y="3342272"/>
            <a:ext cx="353802" cy="327739"/>
            <a:chOff x="4266025" y="3609275"/>
            <a:chExt cx="299325" cy="277275"/>
          </a:xfrm>
        </p:grpSpPr>
        <p:sp>
          <p:nvSpPr>
            <p:cNvPr id="6705" name="Google Shape;6705;p82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6706;p82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7" name="Google Shape;6707;p82"/>
          <p:cNvGrpSpPr/>
          <p:nvPr/>
        </p:nvGrpSpPr>
        <p:grpSpPr>
          <a:xfrm>
            <a:off x="5763092" y="3807659"/>
            <a:ext cx="352886" cy="349133"/>
            <a:chOff x="4263650" y="3963700"/>
            <a:chExt cx="298550" cy="295375"/>
          </a:xfrm>
        </p:grpSpPr>
        <p:sp>
          <p:nvSpPr>
            <p:cNvPr id="6708" name="Google Shape;6708;p82"/>
            <p:cNvSpPr/>
            <p:nvPr/>
          </p:nvSpPr>
          <p:spPr>
            <a:xfrm>
              <a:off x="4384950" y="3963700"/>
              <a:ext cx="53575" cy="51225"/>
            </a:xfrm>
            <a:custGeom>
              <a:avLst/>
              <a:gdLst/>
              <a:ahLst/>
              <a:cxnLst/>
              <a:rect l="l" t="t" r="r" b="b"/>
              <a:pathLst>
                <a:path w="2143" h="2049" extrusionOk="0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82"/>
            <p:cNvSpPr/>
            <p:nvPr/>
          </p:nvSpPr>
          <p:spPr>
            <a:xfrm>
              <a:off x="43156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6710;p82"/>
            <p:cNvSpPr/>
            <p:nvPr/>
          </p:nvSpPr>
          <p:spPr>
            <a:xfrm>
              <a:off x="44558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6711;p82"/>
            <p:cNvSpPr/>
            <p:nvPr/>
          </p:nvSpPr>
          <p:spPr>
            <a:xfrm>
              <a:off x="4263650" y="4085000"/>
              <a:ext cx="298550" cy="122100"/>
            </a:xfrm>
            <a:custGeom>
              <a:avLst/>
              <a:gdLst/>
              <a:ahLst/>
              <a:cxnLst/>
              <a:rect l="l" t="t" r="r" b="b"/>
              <a:pathLst>
                <a:path w="11942" h="4884" extrusionOk="0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6712;p82"/>
            <p:cNvSpPr/>
            <p:nvPr/>
          </p:nvSpPr>
          <p:spPr>
            <a:xfrm>
              <a:off x="4431425" y="4196825"/>
              <a:ext cx="104000" cy="62250"/>
            </a:xfrm>
            <a:custGeom>
              <a:avLst/>
              <a:gdLst/>
              <a:ahLst/>
              <a:cxnLst/>
              <a:rect l="l" t="t" r="r" b="b"/>
              <a:pathLst>
                <a:path w="4160" h="2490" extrusionOk="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6713;p82"/>
            <p:cNvSpPr/>
            <p:nvPr/>
          </p:nvSpPr>
          <p:spPr>
            <a:xfrm>
              <a:off x="4359750" y="4022775"/>
              <a:ext cx="104775" cy="44125"/>
            </a:xfrm>
            <a:custGeom>
              <a:avLst/>
              <a:gdLst/>
              <a:ahLst/>
              <a:cxnLst/>
              <a:rect l="l" t="t" r="r" b="b"/>
              <a:pathLst>
                <a:path w="4191" h="1765" extrusionOk="0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6714;p82"/>
            <p:cNvSpPr/>
            <p:nvPr/>
          </p:nvSpPr>
          <p:spPr>
            <a:xfrm>
              <a:off x="4291225" y="4196825"/>
              <a:ext cx="102425" cy="62250"/>
            </a:xfrm>
            <a:custGeom>
              <a:avLst/>
              <a:gdLst/>
              <a:ahLst/>
              <a:cxnLst/>
              <a:rect l="l" t="t" r="r" b="b"/>
              <a:pathLst>
                <a:path w="4097" h="2490" extrusionOk="0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5" name="Google Shape;6715;p82"/>
          <p:cNvGrpSpPr/>
          <p:nvPr/>
        </p:nvGrpSpPr>
        <p:grpSpPr>
          <a:xfrm>
            <a:off x="8041429" y="2883111"/>
            <a:ext cx="226264" cy="350079"/>
            <a:chOff x="6164975" y="3211525"/>
            <a:chExt cx="191425" cy="296175"/>
          </a:xfrm>
        </p:grpSpPr>
        <p:sp>
          <p:nvSpPr>
            <p:cNvPr id="6716" name="Google Shape;6716;p82"/>
            <p:cNvSpPr/>
            <p:nvPr/>
          </p:nvSpPr>
          <p:spPr>
            <a:xfrm>
              <a:off x="6269750" y="3371400"/>
              <a:ext cx="68525" cy="84300"/>
            </a:xfrm>
            <a:custGeom>
              <a:avLst/>
              <a:gdLst/>
              <a:ahLst/>
              <a:cxnLst/>
              <a:rect l="l" t="t" r="r" b="b"/>
              <a:pathLst>
                <a:path w="2741" h="3372" extrusionOk="0">
                  <a:moveTo>
                    <a:pt x="1670" y="1"/>
                  </a:moveTo>
                  <a:cubicBezTo>
                    <a:pt x="1166" y="316"/>
                    <a:pt x="599" y="505"/>
                    <a:pt x="0" y="568"/>
                  </a:cubicBezTo>
                  <a:lnTo>
                    <a:pt x="0" y="1482"/>
                  </a:lnTo>
                  <a:lnTo>
                    <a:pt x="1890" y="3372"/>
                  </a:lnTo>
                  <a:lnTo>
                    <a:pt x="2741" y="3372"/>
                  </a:lnTo>
                  <a:lnTo>
                    <a:pt x="2741" y="3340"/>
                  </a:lnTo>
                  <a:lnTo>
                    <a:pt x="2741" y="2301"/>
                  </a:lnTo>
                  <a:cubicBezTo>
                    <a:pt x="2741" y="1356"/>
                    <a:pt x="2300" y="536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6717;p82"/>
            <p:cNvSpPr/>
            <p:nvPr/>
          </p:nvSpPr>
          <p:spPr>
            <a:xfrm>
              <a:off x="6228775" y="3424175"/>
              <a:ext cx="62250" cy="30750"/>
            </a:xfrm>
            <a:custGeom>
              <a:avLst/>
              <a:gdLst/>
              <a:ahLst/>
              <a:cxnLst/>
              <a:rect l="l" t="t" r="r" b="b"/>
              <a:pathLst>
                <a:path w="2490" h="1230" extrusionOk="0">
                  <a:moveTo>
                    <a:pt x="1229" y="1"/>
                  </a:moveTo>
                  <a:lnTo>
                    <a:pt x="1" y="1229"/>
                  </a:lnTo>
                  <a:lnTo>
                    <a:pt x="2490" y="1229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6718;p82"/>
            <p:cNvSpPr/>
            <p:nvPr/>
          </p:nvSpPr>
          <p:spPr>
            <a:xfrm>
              <a:off x="6182300" y="3369825"/>
              <a:ext cx="69350" cy="85100"/>
            </a:xfrm>
            <a:custGeom>
              <a:avLst/>
              <a:gdLst/>
              <a:ahLst/>
              <a:cxnLst/>
              <a:rect l="l" t="t" r="r" b="b"/>
              <a:pathLst>
                <a:path w="2774" h="3404" extrusionOk="0">
                  <a:moveTo>
                    <a:pt x="1072" y="1"/>
                  </a:moveTo>
                  <a:cubicBezTo>
                    <a:pt x="411" y="599"/>
                    <a:pt x="1" y="1419"/>
                    <a:pt x="1" y="2332"/>
                  </a:cubicBezTo>
                  <a:lnTo>
                    <a:pt x="1" y="3403"/>
                  </a:lnTo>
                  <a:lnTo>
                    <a:pt x="883" y="3403"/>
                  </a:lnTo>
                  <a:lnTo>
                    <a:pt x="2773" y="1513"/>
                  </a:lnTo>
                  <a:lnTo>
                    <a:pt x="2773" y="599"/>
                  </a:lnTo>
                  <a:cubicBezTo>
                    <a:pt x="2143" y="568"/>
                    <a:pt x="1576" y="316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6719;p82"/>
            <p:cNvSpPr/>
            <p:nvPr/>
          </p:nvSpPr>
          <p:spPr>
            <a:xfrm>
              <a:off x="6164975" y="3472225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316"/>
                    <a:pt x="7278" y="1"/>
                    <a:pt x="69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6720;p82"/>
            <p:cNvSpPr/>
            <p:nvPr/>
          </p:nvSpPr>
          <p:spPr>
            <a:xfrm>
              <a:off x="6164975" y="3211525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725" y="0"/>
                  </a:moveTo>
                  <a:cubicBezTo>
                    <a:pt x="316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284"/>
                    <a:pt x="7278" y="0"/>
                    <a:pt x="69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6721;p82"/>
            <p:cNvSpPr/>
            <p:nvPr/>
          </p:nvSpPr>
          <p:spPr>
            <a:xfrm>
              <a:off x="6183100" y="3262725"/>
              <a:ext cx="155175" cy="35650"/>
            </a:xfrm>
            <a:custGeom>
              <a:avLst/>
              <a:gdLst/>
              <a:ahLst/>
              <a:cxnLst/>
              <a:rect l="l" t="t" r="r" b="b"/>
              <a:pathLst>
                <a:path w="6207" h="1426" extrusionOk="0">
                  <a:moveTo>
                    <a:pt x="0" y="0"/>
                  </a:moveTo>
                  <a:lnTo>
                    <a:pt x="0" y="441"/>
                  </a:lnTo>
                  <a:lnTo>
                    <a:pt x="568" y="788"/>
                  </a:lnTo>
                  <a:cubicBezTo>
                    <a:pt x="1355" y="1213"/>
                    <a:pt x="2237" y="1426"/>
                    <a:pt x="3112" y="1426"/>
                  </a:cubicBezTo>
                  <a:cubicBezTo>
                    <a:pt x="3986" y="1426"/>
                    <a:pt x="4852" y="1213"/>
                    <a:pt x="5608" y="788"/>
                  </a:cubicBezTo>
                  <a:lnTo>
                    <a:pt x="6207" y="441"/>
                  </a:lnTo>
                  <a:lnTo>
                    <a:pt x="62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6722;p82"/>
            <p:cNvSpPr/>
            <p:nvPr/>
          </p:nvSpPr>
          <p:spPr>
            <a:xfrm>
              <a:off x="6181525" y="3294225"/>
              <a:ext cx="155975" cy="74050"/>
            </a:xfrm>
            <a:custGeom>
              <a:avLst/>
              <a:gdLst/>
              <a:ahLst/>
              <a:cxnLst/>
              <a:rect l="l" t="t" r="r" b="b"/>
              <a:pathLst>
                <a:path w="6239" h="2962" extrusionOk="0">
                  <a:moveTo>
                    <a:pt x="0" y="0"/>
                  </a:moveTo>
                  <a:cubicBezTo>
                    <a:pt x="126" y="1607"/>
                    <a:pt x="1481" y="2962"/>
                    <a:pt x="3119" y="2962"/>
                  </a:cubicBezTo>
                  <a:cubicBezTo>
                    <a:pt x="4758" y="2962"/>
                    <a:pt x="6112" y="1607"/>
                    <a:pt x="6238" y="0"/>
                  </a:cubicBezTo>
                  <a:lnTo>
                    <a:pt x="6238" y="0"/>
                  </a:lnTo>
                  <a:lnTo>
                    <a:pt x="5986" y="126"/>
                  </a:lnTo>
                  <a:cubicBezTo>
                    <a:pt x="5136" y="631"/>
                    <a:pt x="4096" y="883"/>
                    <a:pt x="3119" y="883"/>
                  </a:cubicBezTo>
                  <a:cubicBezTo>
                    <a:pt x="2143" y="883"/>
                    <a:pt x="1166" y="631"/>
                    <a:pt x="252" y="1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3" name="Google Shape;6723;p82"/>
          <p:cNvGrpSpPr/>
          <p:nvPr/>
        </p:nvGrpSpPr>
        <p:grpSpPr>
          <a:xfrm>
            <a:off x="5303466" y="1531387"/>
            <a:ext cx="352886" cy="350049"/>
            <a:chOff x="946175" y="3253275"/>
            <a:chExt cx="298550" cy="296150"/>
          </a:xfrm>
        </p:grpSpPr>
        <p:sp>
          <p:nvSpPr>
            <p:cNvPr id="6724" name="Google Shape;6724;p82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82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82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82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82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9" name="Google Shape;6729;p82"/>
          <p:cNvGrpSpPr/>
          <p:nvPr/>
        </p:nvGrpSpPr>
        <p:grpSpPr>
          <a:xfrm>
            <a:off x="5304397" y="1973351"/>
            <a:ext cx="351024" cy="347301"/>
            <a:chOff x="946175" y="3619500"/>
            <a:chExt cx="296975" cy="293825"/>
          </a:xfrm>
        </p:grpSpPr>
        <p:sp>
          <p:nvSpPr>
            <p:cNvPr id="6730" name="Google Shape;6730;p82"/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82"/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82"/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82"/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82"/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82"/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6" name="Google Shape;6736;p82"/>
          <p:cNvGrpSpPr/>
          <p:nvPr/>
        </p:nvGrpSpPr>
        <p:grpSpPr>
          <a:xfrm>
            <a:off x="5303939" y="2417985"/>
            <a:ext cx="351940" cy="350995"/>
            <a:chOff x="944600" y="3981825"/>
            <a:chExt cx="297750" cy="296950"/>
          </a:xfrm>
        </p:grpSpPr>
        <p:sp>
          <p:nvSpPr>
            <p:cNvPr id="6737" name="Google Shape;6737;p82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6738;p82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6739;p82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82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1" name="Google Shape;6741;p82"/>
          <p:cNvGrpSpPr/>
          <p:nvPr/>
        </p:nvGrpSpPr>
        <p:grpSpPr>
          <a:xfrm>
            <a:off x="7520875" y="1531845"/>
            <a:ext cx="350079" cy="349133"/>
            <a:chOff x="2768750" y="3227275"/>
            <a:chExt cx="296175" cy="295375"/>
          </a:xfrm>
        </p:grpSpPr>
        <p:sp>
          <p:nvSpPr>
            <p:cNvPr id="6742" name="Google Shape;6742;p82"/>
            <p:cNvSpPr/>
            <p:nvPr/>
          </p:nvSpPr>
          <p:spPr>
            <a:xfrm>
              <a:off x="2882950" y="3227275"/>
              <a:ext cx="68550" cy="69325"/>
            </a:xfrm>
            <a:custGeom>
              <a:avLst/>
              <a:gdLst/>
              <a:ahLst/>
              <a:cxnLst/>
              <a:rect l="l" t="t" r="r" b="b"/>
              <a:pathLst>
                <a:path w="2742" h="2773" extrusionOk="0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74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82"/>
            <p:cNvSpPr/>
            <p:nvPr/>
          </p:nvSpPr>
          <p:spPr>
            <a:xfrm>
              <a:off x="2856175" y="3436000"/>
              <a:ext cx="17350" cy="34675"/>
            </a:xfrm>
            <a:custGeom>
              <a:avLst/>
              <a:gdLst/>
              <a:ahLst/>
              <a:cxnLst/>
              <a:rect l="l" t="t" r="r" b="b"/>
              <a:pathLst>
                <a:path w="694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694" y="1386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82"/>
            <p:cNvSpPr/>
            <p:nvPr/>
          </p:nvSpPr>
          <p:spPr>
            <a:xfrm>
              <a:off x="2890050" y="3436000"/>
              <a:ext cx="18125" cy="34675"/>
            </a:xfrm>
            <a:custGeom>
              <a:avLst/>
              <a:gdLst/>
              <a:ahLst/>
              <a:cxnLst/>
              <a:rect l="l" t="t" r="r" b="b"/>
              <a:pathLst>
                <a:path w="725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725" y="138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82"/>
            <p:cNvSpPr/>
            <p:nvPr/>
          </p:nvSpPr>
          <p:spPr>
            <a:xfrm>
              <a:off x="2821525" y="3436000"/>
              <a:ext cx="17350" cy="34675"/>
            </a:xfrm>
            <a:custGeom>
              <a:avLst/>
              <a:gdLst/>
              <a:ahLst/>
              <a:cxnLst/>
              <a:rect l="l" t="t" r="r" b="b"/>
              <a:pathLst>
                <a:path w="694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693" y="1386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82"/>
            <p:cNvSpPr/>
            <p:nvPr/>
          </p:nvSpPr>
          <p:spPr>
            <a:xfrm>
              <a:off x="2924700" y="3436000"/>
              <a:ext cx="34675" cy="34675"/>
            </a:xfrm>
            <a:custGeom>
              <a:avLst/>
              <a:gdLst/>
              <a:ahLst/>
              <a:cxnLst/>
              <a:rect l="l" t="t" r="r" b="b"/>
              <a:pathLst>
                <a:path w="1387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1387" y="138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82"/>
            <p:cNvSpPr/>
            <p:nvPr/>
          </p:nvSpPr>
          <p:spPr>
            <a:xfrm>
              <a:off x="2768750" y="3384800"/>
              <a:ext cx="244175" cy="137850"/>
            </a:xfrm>
            <a:custGeom>
              <a:avLst/>
              <a:gdLst/>
              <a:ahLst/>
              <a:cxnLst/>
              <a:rect l="l" t="t" r="r" b="b"/>
              <a:pathLst>
                <a:path w="9767" h="5514" extrusionOk="0">
                  <a:moveTo>
                    <a:pt x="7971" y="1387"/>
                  </a:moveTo>
                  <a:cubicBezTo>
                    <a:pt x="8192" y="1387"/>
                    <a:pt x="8349" y="1544"/>
                    <a:pt x="8349" y="1733"/>
                  </a:cubicBezTo>
                  <a:lnTo>
                    <a:pt x="8349" y="3813"/>
                  </a:lnTo>
                  <a:cubicBezTo>
                    <a:pt x="8349" y="4033"/>
                    <a:pt x="8192" y="4191"/>
                    <a:pt x="7971" y="4191"/>
                  </a:cubicBezTo>
                  <a:lnTo>
                    <a:pt x="1765" y="4191"/>
                  </a:lnTo>
                  <a:cubicBezTo>
                    <a:pt x="1576" y="4191"/>
                    <a:pt x="1418" y="4033"/>
                    <a:pt x="1418" y="3813"/>
                  </a:cubicBezTo>
                  <a:lnTo>
                    <a:pt x="1418" y="1733"/>
                  </a:lnTo>
                  <a:cubicBezTo>
                    <a:pt x="1418" y="1544"/>
                    <a:pt x="1576" y="1387"/>
                    <a:pt x="1765" y="1387"/>
                  </a:cubicBezTo>
                  <a:close/>
                  <a:moveTo>
                    <a:pt x="1040" y="0"/>
                  </a:moveTo>
                  <a:cubicBezTo>
                    <a:pt x="473" y="0"/>
                    <a:pt x="32" y="473"/>
                    <a:pt x="32" y="1040"/>
                  </a:cubicBezTo>
                  <a:lnTo>
                    <a:pt x="32" y="4506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8727" y="5514"/>
                  </a:lnTo>
                  <a:cubicBezTo>
                    <a:pt x="9326" y="5514"/>
                    <a:pt x="9767" y="5041"/>
                    <a:pt x="9767" y="4506"/>
                  </a:cubicBezTo>
                  <a:lnTo>
                    <a:pt x="9767" y="1040"/>
                  </a:lnTo>
                  <a:cubicBezTo>
                    <a:pt x="9767" y="442"/>
                    <a:pt x="9294" y="0"/>
                    <a:pt x="87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82"/>
            <p:cNvSpPr/>
            <p:nvPr/>
          </p:nvSpPr>
          <p:spPr>
            <a:xfrm>
              <a:off x="3030250" y="3419450"/>
              <a:ext cx="34675" cy="68550"/>
            </a:xfrm>
            <a:custGeom>
              <a:avLst/>
              <a:gdLst/>
              <a:ahLst/>
              <a:cxnLst/>
              <a:rect l="l" t="t" r="r" b="b"/>
              <a:pathLst>
                <a:path w="1387" h="2742" extrusionOk="0">
                  <a:moveTo>
                    <a:pt x="0" y="1"/>
                  </a:moveTo>
                  <a:lnTo>
                    <a:pt x="0" y="2742"/>
                  </a:lnTo>
                  <a:lnTo>
                    <a:pt x="1040" y="2742"/>
                  </a:lnTo>
                  <a:cubicBezTo>
                    <a:pt x="1229" y="2742"/>
                    <a:pt x="1386" y="2584"/>
                    <a:pt x="1386" y="2395"/>
                  </a:cubicBez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82"/>
            <p:cNvSpPr/>
            <p:nvPr/>
          </p:nvSpPr>
          <p:spPr>
            <a:xfrm>
              <a:off x="2856175" y="3294225"/>
              <a:ext cx="122100" cy="73275"/>
            </a:xfrm>
            <a:custGeom>
              <a:avLst/>
              <a:gdLst/>
              <a:ahLst/>
              <a:cxnLst/>
              <a:rect l="l" t="t" r="r" b="b"/>
              <a:pathLst>
                <a:path w="4884" h="2931" extrusionOk="0">
                  <a:moveTo>
                    <a:pt x="820" y="0"/>
                  </a:moveTo>
                  <a:cubicBezTo>
                    <a:pt x="316" y="473"/>
                    <a:pt x="0" y="1103"/>
                    <a:pt x="0" y="1828"/>
                  </a:cubicBezTo>
                  <a:lnTo>
                    <a:pt x="0" y="2552"/>
                  </a:lnTo>
                  <a:cubicBezTo>
                    <a:pt x="0" y="2773"/>
                    <a:pt x="158" y="2930"/>
                    <a:pt x="347" y="2930"/>
                  </a:cubicBezTo>
                  <a:lnTo>
                    <a:pt x="4506" y="2930"/>
                  </a:lnTo>
                  <a:cubicBezTo>
                    <a:pt x="4726" y="2930"/>
                    <a:pt x="4884" y="2773"/>
                    <a:pt x="4884" y="2552"/>
                  </a:cubicBezTo>
                  <a:lnTo>
                    <a:pt x="4884" y="1828"/>
                  </a:lnTo>
                  <a:cubicBezTo>
                    <a:pt x="4884" y="1103"/>
                    <a:pt x="4569" y="441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65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0" name="Google Shape;6750;p82"/>
          <p:cNvGrpSpPr/>
          <p:nvPr/>
        </p:nvGrpSpPr>
        <p:grpSpPr>
          <a:xfrm>
            <a:off x="7541826" y="1972717"/>
            <a:ext cx="308177" cy="348572"/>
            <a:chOff x="2786075" y="3591800"/>
            <a:chExt cx="260725" cy="294900"/>
          </a:xfrm>
        </p:grpSpPr>
        <p:sp>
          <p:nvSpPr>
            <p:cNvPr id="6751" name="Google Shape;6751;p82"/>
            <p:cNvSpPr/>
            <p:nvPr/>
          </p:nvSpPr>
          <p:spPr>
            <a:xfrm>
              <a:off x="2898700" y="36770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82"/>
            <p:cNvSpPr/>
            <p:nvPr/>
          </p:nvSpPr>
          <p:spPr>
            <a:xfrm>
              <a:off x="2883750" y="37297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1323" y="1"/>
                  </a:moveTo>
                  <a:cubicBezTo>
                    <a:pt x="693" y="1"/>
                    <a:pt x="189" y="379"/>
                    <a:pt x="0" y="977"/>
                  </a:cubicBezTo>
                  <a:cubicBezTo>
                    <a:pt x="378" y="1198"/>
                    <a:pt x="819" y="1355"/>
                    <a:pt x="1323" y="1355"/>
                  </a:cubicBezTo>
                  <a:cubicBezTo>
                    <a:pt x="1796" y="1355"/>
                    <a:pt x="2269" y="1198"/>
                    <a:pt x="2678" y="977"/>
                  </a:cubicBezTo>
                  <a:cubicBezTo>
                    <a:pt x="2489" y="410"/>
                    <a:pt x="1922" y="1"/>
                    <a:pt x="13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82"/>
            <p:cNvSpPr/>
            <p:nvPr/>
          </p:nvSpPr>
          <p:spPr>
            <a:xfrm>
              <a:off x="2855375" y="3643150"/>
              <a:ext cx="122125" cy="98475"/>
            </a:xfrm>
            <a:custGeom>
              <a:avLst/>
              <a:gdLst/>
              <a:ahLst/>
              <a:cxnLst/>
              <a:rect l="l" t="t" r="r" b="b"/>
              <a:pathLst>
                <a:path w="4885" h="3939" extrusionOk="0">
                  <a:moveTo>
                    <a:pt x="2458" y="0"/>
                  </a:moveTo>
                  <a:cubicBezTo>
                    <a:pt x="1198" y="0"/>
                    <a:pt x="222" y="977"/>
                    <a:pt x="64" y="2079"/>
                  </a:cubicBezTo>
                  <a:cubicBezTo>
                    <a:pt x="1" y="2741"/>
                    <a:pt x="159" y="3371"/>
                    <a:pt x="600" y="3938"/>
                  </a:cubicBezTo>
                  <a:cubicBezTo>
                    <a:pt x="820" y="3529"/>
                    <a:pt x="1135" y="3214"/>
                    <a:pt x="1482" y="3025"/>
                  </a:cubicBezTo>
                  <a:cubicBezTo>
                    <a:pt x="1230" y="2772"/>
                    <a:pt x="1072" y="2426"/>
                    <a:pt x="1072" y="2079"/>
                  </a:cubicBezTo>
                  <a:cubicBezTo>
                    <a:pt x="1072" y="1323"/>
                    <a:pt x="1734" y="693"/>
                    <a:pt x="2458" y="693"/>
                  </a:cubicBezTo>
                  <a:cubicBezTo>
                    <a:pt x="3214" y="693"/>
                    <a:pt x="3845" y="1323"/>
                    <a:pt x="3845" y="2079"/>
                  </a:cubicBezTo>
                  <a:cubicBezTo>
                    <a:pt x="3845" y="2426"/>
                    <a:pt x="3687" y="2772"/>
                    <a:pt x="3435" y="3025"/>
                  </a:cubicBezTo>
                  <a:cubicBezTo>
                    <a:pt x="3845" y="3214"/>
                    <a:pt x="4128" y="3529"/>
                    <a:pt x="4317" y="3938"/>
                  </a:cubicBezTo>
                  <a:cubicBezTo>
                    <a:pt x="4695" y="3466"/>
                    <a:pt x="4853" y="2930"/>
                    <a:pt x="4853" y="2394"/>
                  </a:cubicBezTo>
                  <a:cubicBezTo>
                    <a:pt x="4884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82"/>
            <p:cNvSpPr/>
            <p:nvPr/>
          </p:nvSpPr>
          <p:spPr>
            <a:xfrm>
              <a:off x="2801050" y="3591800"/>
              <a:ext cx="229225" cy="258500"/>
            </a:xfrm>
            <a:custGeom>
              <a:avLst/>
              <a:gdLst/>
              <a:ahLst/>
              <a:cxnLst/>
              <a:rect l="l" t="t" r="r" b="b"/>
              <a:pathLst>
                <a:path w="9169" h="10340" extrusionOk="0">
                  <a:moveTo>
                    <a:pt x="4679" y="1327"/>
                  </a:moveTo>
                  <a:cubicBezTo>
                    <a:pt x="6369" y="1327"/>
                    <a:pt x="7750" y="2741"/>
                    <a:pt x="7750" y="4448"/>
                  </a:cubicBezTo>
                  <a:cubicBezTo>
                    <a:pt x="7750" y="6244"/>
                    <a:pt x="6301" y="7599"/>
                    <a:pt x="4631" y="7599"/>
                  </a:cubicBezTo>
                  <a:cubicBezTo>
                    <a:pt x="2836" y="7599"/>
                    <a:pt x="1292" y="5961"/>
                    <a:pt x="1575" y="4039"/>
                  </a:cubicBezTo>
                  <a:cubicBezTo>
                    <a:pt x="1764" y="2716"/>
                    <a:pt x="2867" y="1550"/>
                    <a:pt x="4222" y="1361"/>
                  </a:cubicBezTo>
                  <a:cubicBezTo>
                    <a:pt x="4376" y="1338"/>
                    <a:pt x="4529" y="1327"/>
                    <a:pt x="4679" y="1327"/>
                  </a:cubicBezTo>
                  <a:close/>
                  <a:moveTo>
                    <a:pt x="4597" y="0"/>
                  </a:moveTo>
                  <a:cubicBezTo>
                    <a:pt x="4401" y="0"/>
                    <a:pt x="4202" y="13"/>
                    <a:pt x="4001" y="38"/>
                  </a:cubicBezTo>
                  <a:cubicBezTo>
                    <a:pt x="1985" y="290"/>
                    <a:pt x="378" y="1928"/>
                    <a:pt x="158" y="3913"/>
                  </a:cubicBezTo>
                  <a:cubicBezTo>
                    <a:pt x="0" y="5110"/>
                    <a:pt x="315" y="6244"/>
                    <a:pt x="1008" y="7189"/>
                  </a:cubicBezTo>
                  <a:cubicBezTo>
                    <a:pt x="1197" y="7473"/>
                    <a:pt x="1449" y="7756"/>
                    <a:pt x="1670" y="7945"/>
                  </a:cubicBezTo>
                  <a:lnTo>
                    <a:pt x="4411" y="10277"/>
                  </a:lnTo>
                  <a:cubicBezTo>
                    <a:pt x="4474" y="10308"/>
                    <a:pt x="4568" y="10340"/>
                    <a:pt x="4631" y="10340"/>
                  </a:cubicBezTo>
                  <a:cubicBezTo>
                    <a:pt x="4726" y="10340"/>
                    <a:pt x="4789" y="10308"/>
                    <a:pt x="4883" y="10277"/>
                  </a:cubicBezTo>
                  <a:lnTo>
                    <a:pt x="7593" y="7945"/>
                  </a:lnTo>
                  <a:cubicBezTo>
                    <a:pt x="7845" y="7756"/>
                    <a:pt x="8065" y="7473"/>
                    <a:pt x="8254" y="7189"/>
                  </a:cubicBezTo>
                  <a:cubicBezTo>
                    <a:pt x="8853" y="6402"/>
                    <a:pt x="9168" y="5457"/>
                    <a:pt x="9168" y="4480"/>
                  </a:cubicBezTo>
                  <a:cubicBezTo>
                    <a:pt x="9139" y="1996"/>
                    <a:pt x="7104" y="0"/>
                    <a:pt x="45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82"/>
            <p:cNvSpPr/>
            <p:nvPr/>
          </p:nvSpPr>
          <p:spPr>
            <a:xfrm>
              <a:off x="2786075" y="3800675"/>
              <a:ext cx="260725" cy="86025"/>
            </a:xfrm>
            <a:custGeom>
              <a:avLst/>
              <a:gdLst/>
              <a:ahLst/>
              <a:cxnLst/>
              <a:rect l="l" t="t" r="r" b="b"/>
              <a:pathLst>
                <a:path w="10429" h="3441" extrusionOk="0">
                  <a:moveTo>
                    <a:pt x="1702" y="0"/>
                  </a:moveTo>
                  <a:cubicBezTo>
                    <a:pt x="1576" y="0"/>
                    <a:pt x="1513" y="63"/>
                    <a:pt x="1418" y="189"/>
                  </a:cubicBezTo>
                  <a:lnTo>
                    <a:pt x="32" y="2930"/>
                  </a:lnTo>
                  <a:cubicBezTo>
                    <a:pt x="1" y="3056"/>
                    <a:pt x="1" y="3213"/>
                    <a:pt x="32" y="3308"/>
                  </a:cubicBezTo>
                  <a:cubicBezTo>
                    <a:pt x="95" y="3371"/>
                    <a:pt x="190" y="3434"/>
                    <a:pt x="316" y="3434"/>
                  </a:cubicBezTo>
                  <a:lnTo>
                    <a:pt x="10019" y="3434"/>
                  </a:lnTo>
                  <a:cubicBezTo>
                    <a:pt x="10045" y="3438"/>
                    <a:pt x="10070" y="3440"/>
                    <a:pt x="10093" y="3440"/>
                  </a:cubicBezTo>
                  <a:cubicBezTo>
                    <a:pt x="10241" y="3440"/>
                    <a:pt x="10338" y="3362"/>
                    <a:pt x="10366" y="3308"/>
                  </a:cubicBezTo>
                  <a:cubicBezTo>
                    <a:pt x="10429" y="3182"/>
                    <a:pt x="10429" y="3056"/>
                    <a:pt x="10366" y="2930"/>
                  </a:cubicBezTo>
                  <a:lnTo>
                    <a:pt x="8979" y="189"/>
                  </a:lnTo>
                  <a:cubicBezTo>
                    <a:pt x="8948" y="63"/>
                    <a:pt x="8822" y="32"/>
                    <a:pt x="8696" y="0"/>
                  </a:cubicBezTo>
                  <a:lnTo>
                    <a:pt x="8601" y="95"/>
                  </a:lnTo>
                  <a:lnTo>
                    <a:pt x="5860" y="2426"/>
                  </a:lnTo>
                  <a:cubicBezTo>
                    <a:pt x="5671" y="2583"/>
                    <a:pt x="5451" y="2678"/>
                    <a:pt x="5199" y="2678"/>
                  </a:cubicBezTo>
                  <a:cubicBezTo>
                    <a:pt x="4978" y="2678"/>
                    <a:pt x="4726" y="2583"/>
                    <a:pt x="4537" y="2426"/>
                  </a:cubicBezTo>
                  <a:lnTo>
                    <a:pt x="1828" y="9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6" name="Google Shape;6756;p82"/>
          <p:cNvGrpSpPr/>
          <p:nvPr/>
        </p:nvGrpSpPr>
        <p:grpSpPr>
          <a:xfrm>
            <a:off x="7582324" y="2418444"/>
            <a:ext cx="227180" cy="350079"/>
            <a:chOff x="2819150" y="3955025"/>
            <a:chExt cx="192200" cy="296175"/>
          </a:xfrm>
        </p:grpSpPr>
        <p:sp>
          <p:nvSpPr>
            <p:cNvPr id="6757" name="Google Shape;6757;p82"/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82"/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82"/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82"/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1" name="Google Shape;6761;p82"/>
          <p:cNvGrpSpPr/>
          <p:nvPr/>
        </p:nvGrpSpPr>
        <p:grpSpPr>
          <a:xfrm>
            <a:off x="6206097" y="2884042"/>
            <a:ext cx="349133" cy="348217"/>
            <a:chOff x="4629125" y="3235150"/>
            <a:chExt cx="295375" cy="294600"/>
          </a:xfrm>
        </p:grpSpPr>
        <p:sp>
          <p:nvSpPr>
            <p:cNvPr id="6762" name="Google Shape;6762;p82"/>
            <p:cNvSpPr/>
            <p:nvPr/>
          </p:nvSpPr>
          <p:spPr>
            <a:xfrm>
              <a:off x="4696850" y="33911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64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82"/>
            <p:cNvSpPr/>
            <p:nvPr/>
          </p:nvSpPr>
          <p:spPr>
            <a:xfrm>
              <a:off x="4680300" y="3443875"/>
              <a:ext cx="69350" cy="34675"/>
            </a:xfrm>
            <a:custGeom>
              <a:avLst/>
              <a:gdLst/>
              <a:ahLst/>
              <a:cxnLst/>
              <a:rect l="l" t="t" r="r" b="b"/>
              <a:pathLst>
                <a:path w="2774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773" y="1387"/>
                  </a:lnTo>
                  <a:cubicBezTo>
                    <a:pt x="2773" y="630"/>
                    <a:pt x="2175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82"/>
            <p:cNvSpPr/>
            <p:nvPr/>
          </p:nvSpPr>
          <p:spPr>
            <a:xfrm>
              <a:off x="4629125" y="3339900"/>
              <a:ext cx="295375" cy="189850"/>
            </a:xfrm>
            <a:custGeom>
              <a:avLst/>
              <a:gdLst/>
              <a:ahLst/>
              <a:cxnLst/>
              <a:rect l="l" t="t" r="r" b="b"/>
              <a:pathLst>
                <a:path w="11815" h="7594" extrusionOk="0">
                  <a:moveTo>
                    <a:pt x="10050" y="2080"/>
                  </a:moveTo>
                  <a:cubicBezTo>
                    <a:pt x="10239" y="2080"/>
                    <a:pt x="10397" y="2238"/>
                    <a:pt x="10397" y="2427"/>
                  </a:cubicBezTo>
                  <a:cubicBezTo>
                    <a:pt x="10397" y="2616"/>
                    <a:pt x="10239" y="2773"/>
                    <a:pt x="10050" y="2773"/>
                  </a:cubicBezTo>
                  <a:lnTo>
                    <a:pt x="6553" y="2773"/>
                  </a:lnTo>
                  <a:cubicBezTo>
                    <a:pt x="6333" y="2773"/>
                    <a:pt x="6175" y="2616"/>
                    <a:pt x="6175" y="2427"/>
                  </a:cubicBezTo>
                  <a:cubicBezTo>
                    <a:pt x="6175" y="2238"/>
                    <a:pt x="6333" y="2080"/>
                    <a:pt x="6553" y="2080"/>
                  </a:cubicBezTo>
                  <a:close/>
                  <a:moveTo>
                    <a:pt x="10050" y="3466"/>
                  </a:moveTo>
                  <a:cubicBezTo>
                    <a:pt x="10239" y="3466"/>
                    <a:pt x="10397" y="3624"/>
                    <a:pt x="10397" y="3813"/>
                  </a:cubicBezTo>
                  <a:cubicBezTo>
                    <a:pt x="10397" y="4002"/>
                    <a:pt x="10239" y="4159"/>
                    <a:pt x="10050" y="4159"/>
                  </a:cubicBezTo>
                  <a:lnTo>
                    <a:pt x="6553" y="4159"/>
                  </a:lnTo>
                  <a:cubicBezTo>
                    <a:pt x="6333" y="4159"/>
                    <a:pt x="6175" y="4002"/>
                    <a:pt x="6175" y="3813"/>
                  </a:cubicBezTo>
                  <a:cubicBezTo>
                    <a:pt x="6175" y="3624"/>
                    <a:pt x="6333" y="3466"/>
                    <a:pt x="6553" y="3466"/>
                  </a:cubicBezTo>
                  <a:close/>
                  <a:moveTo>
                    <a:pt x="10050" y="4821"/>
                  </a:moveTo>
                  <a:cubicBezTo>
                    <a:pt x="10239" y="4821"/>
                    <a:pt x="10397" y="4978"/>
                    <a:pt x="10397" y="5199"/>
                  </a:cubicBezTo>
                  <a:cubicBezTo>
                    <a:pt x="10397" y="5388"/>
                    <a:pt x="10239" y="5546"/>
                    <a:pt x="10050" y="5546"/>
                  </a:cubicBezTo>
                  <a:lnTo>
                    <a:pt x="6553" y="5546"/>
                  </a:lnTo>
                  <a:cubicBezTo>
                    <a:pt x="6333" y="5546"/>
                    <a:pt x="6175" y="5388"/>
                    <a:pt x="6175" y="5199"/>
                  </a:cubicBezTo>
                  <a:cubicBezTo>
                    <a:pt x="6175" y="4978"/>
                    <a:pt x="6333" y="4821"/>
                    <a:pt x="6553" y="4821"/>
                  </a:cubicBezTo>
                  <a:close/>
                  <a:moveTo>
                    <a:pt x="3403" y="1418"/>
                  </a:moveTo>
                  <a:cubicBezTo>
                    <a:pt x="4127" y="1418"/>
                    <a:pt x="4757" y="2049"/>
                    <a:pt x="4757" y="2773"/>
                  </a:cubicBezTo>
                  <a:cubicBezTo>
                    <a:pt x="4757" y="3151"/>
                    <a:pt x="4600" y="3498"/>
                    <a:pt x="4379" y="3718"/>
                  </a:cubicBezTo>
                  <a:cubicBezTo>
                    <a:pt x="5009" y="4065"/>
                    <a:pt x="5451" y="4758"/>
                    <a:pt x="5451" y="5546"/>
                  </a:cubicBezTo>
                  <a:lnTo>
                    <a:pt x="5451" y="5892"/>
                  </a:lnTo>
                  <a:lnTo>
                    <a:pt x="5514" y="5892"/>
                  </a:lnTo>
                  <a:cubicBezTo>
                    <a:pt x="5514" y="6081"/>
                    <a:pt x="5356" y="6239"/>
                    <a:pt x="5167" y="6239"/>
                  </a:cubicBezTo>
                  <a:lnTo>
                    <a:pt x="1701" y="6239"/>
                  </a:lnTo>
                  <a:cubicBezTo>
                    <a:pt x="1512" y="6239"/>
                    <a:pt x="1355" y="6081"/>
                    <a:pt x="1355" y="5892"/>
                  </a:cubicBezTo>
                  <a:lnTo>
                    <a:pt x="1355" y="5546"/>
                  </a:lnTo>
                  <a:cubicBezTo>
                    <a:pt x="1355" y="4758"/>
                    <a:pt x="1764" y="4096"/>
                    <a:pt x="2395" y="3718"/>
                  </a:cubicBezTo>
                  <a:cubicBezTo>
                    <a:pt x="2174" y="3498"/>
                    <a:pt x="2016" y="3151"/>
                    <a:pt x="2016" y="2773"/>
                  </a:cubicBezTo>
                  <a:cubicBezTo>
                    <a:pt x="2016" y="2049"/>
                    <a:pt x="2647" y="1418"/>
                    <a:pt x="3403" y="1418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6554"/>
                  </a:lnTo>
                  <a:cubicBezTo>
                    <a:pt x="0" y="7152"/>
                    <a:pt x="473" y="7593"/>
                    <a:pt x="1040" y="7593"/>
                  </a:cubicBezTo>
                  <a:lnTo>
                    <a:pt x="10806" y="7593"/>
                  </a:lnTo>
                  <a:cubicBezTo>
                    <a:pt x="11373" y="7593"/>
                    <a:pt x="11815" y="7121"/>
                    <a:pt x="11815" y="6554"/>
                  </a:cubicBezTo>
                  <a:lnTo>
                    <a:pt x="11815" y="1009"/>
                  </a:lnTo>
                  <a:cubicBezTo>
                    <a:pt x="11783" y="473"/>
                    <a:pt x="11310" y="1"/>
                    <a:pt x="10743" y="1"/>
                  </a:cubicBezTo>
                  <a:lnTo>
                    <a:pt x="7593" y="1"/>
                  </a:lnTo>
                  <a:lnTo>
                    <a:pt x="7593" y="347"/>
                  </a:lnTo>
                  <a:cubicBezTo>
                    <a:pt x="7593" y="946"/>
                    <a:pt x="7120" y="1355"/>
                    <a:pt x="6585" y="1355"/>
                  </a:cubicBezTo>
                  <a:lnTo>
                    <a:pt x="5198" y="1355"/>
                  </a:lnTo>
                  <a:cubicBezTo>
                    <a:pt x="4600" y="1355"/>
                    <a:pt x="4190" y="883"/>
                    <a:pt x="4190" y="347"/>
                  </a:cubicBezTo>
                  <a:lnTo>
                    <a:pt x="41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82"/>
            <p:cNvSpPr/>
            <p:nvPr/>
          </p:nvSpPr>
          <p:spPr>
            <a:xfrm>
              <a:off x="4714975" y="32871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4"/>
                    <a:pt x="315" y="1419"/>
                    <a:pt x="693" y="1419"/>
                  </a:cubicBezTo>
                  <a:lnTo>
                    <a:pt x="1418" y="1419"/>
                  </a:lnTo>
                  <a:lnTo>
                    <a:pt x="1418" y="2458"/>
                  </a:lnTo>
                  <a:cubicBezTo>
                    <a:pt x="1386" y="2647"/>
                    <a:pt x="1544" y="2805"/>
                    <a:pt x="1733" y="2805"/>
                  </a:cubicBezTo>
                  <a:lnTo>
                    <a:pt x="3119" y="2805"/>
                  </a:lnTo>
                  <a:cubicBezTo>
                    <a:pt x="3308" y="2805"/>
                    <a:pt x="3466" y="2647"/>
                    <a:pt x="3466" y="2458"/>
                  </a:cubicBezTo>
                  <a:lnTo>
                    <a:pt x="3466" y="1419"/>
                  </a:lnTo>
                  <a:lnTo>
                    <a:pt x="4159" y="1419"/>
                  </a:lnTo>
                  <a:cubicBezTo>
                    <a:pt x="4568" y="1419"/>
                    <a:pt x="4883" y="1104"/>
                    <a:pt x="4883" y="725"/>
                  </a:cubicBezTo>
                  <a:cubicBezTo>
                    <a:pt x="4883" y="316"/>
                    <a:pt x="4568" y="1"/>
                    <a:pt x="4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82"/>
            <p:cNvSpPr/>
            <p:nvPr/>
          </p:nvSpPr>
          <p:spPr>
            <a:xfrm>
              <a:off x="4732300" y="3235150"/>
              <a:ext cx="86650" cy="35475"/>
            </a:xfrm>
            <a:custGeom>
              <a:avLst/>
              <a:gdLst/>
              <a:ahLst/>
              <a:cxnLst/>
              <a:rect l="l" t="t" r="r" b="b"/>
              <a:pathLst>
                <a:path w="3466" h="1419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3466" y="1418"/>
                  </a:lnTo>
                  <a:lnTo>
                    <a:pt x="3466" y="347"/>
                  </a:lnTo>
                  <a:cubicBezTo>
                    <a:pt x="3466" y="158"/>
                    <a:pt x="3308" y="1"/>
                    <a:pt x="3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7" name="Google Shape;6767;p82"/>
          <p:cNvGrpSpPr/>
          <p:nvPr/>
        </p:nvGrpSpPr>
        <p:grpSpPr>
          <a:xfrm>
            <a:off x="6206082" y="3331575"/>
            <a:ext cx="349163" cy="349133"/>
            <a:chOff x="4628325" y="3599825"/>
            <a:chExt cx="295400" cy="295375"/>
          </a:xfrm>
        </p:grpSpPr>
        <p:sp>
          <p:nvSpPr>
            <p:cNvPr id="6768" name="Google Shape;6768;p82"/>
            <p:cNvSpPr/>
            <p:nvPr/>
          </p:nvSpPr>
          <p:spPr>
            <a:xfrm>
              <a:off x="4679525" y="3686450"/>
              <a:ext cx="17350" cy="86675"/>
            </a:xfrm>
            <a:custGeom>
              <a:avLst/>
              <a:gdLst/>
              <a:ahLst/>
              <a:cxnLst/>
              <a:rect l="l" t="t" r="r" b="b"/>
              <a:pathLst>
                <a:path w="69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82"/>
            <p:cNvSpPr/>
            <p:nvPr/>
          </p:nvSpPr>
          <p:spPr>
            <a:xfrm>
              <a:off x="4854375" y="3686450"/>
              <a:ext cx="18150" cy="86675"/>
            </a:xfrm>
            <a:custGeom>
              <a:avLst/>
              <a:gdLst/>
              <a:ahLst/>
              <a:cxnLst/>
              <a:rect l="l" t="t" r="r" b="b"/>
              <a:pathLst>
                <a:path w="726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82"/>
            <p:cNvSpPr/>
            <p:nvPr/>
          </p:nvSpPr>
          <p:spPr>
            <a:xfrm>
              <a:off x="4679525" y="3790425"/>
              <a:ext cx="17350" cy="104000"/>
            </a:xfrm>
            <a:custGeom>
              <a:avLst/>
              <a:gdLst/>
              <a:ahLst/>
              <a:cxnLst/>
              <a:rect l="l" t="t" r="r" b="b"/>
              <a:pathLst>
                <a:path w="69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82"/>
            <p:cNvSpPr/>
            <p:nvPr/>
          </p:nvSpPr>
          <p:spPr>
            <a:xfrm>
              <a:off x="4854375" y="3790425"/>
              <a:ext cx="18150" cy="104000"/>
            </a:xfrm>
            <a:custGeom>
              <a:avLst/>
              <a:gdLst/>
              <a:ahLst/>
              <a:cxnLst/>
              <a:rect l="l" t="t" r="r" b="b"/>
              <a:pathLst>
                <a:path w="726" h="4160" extrusionOk="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82"/>
            <p:cNvSpPr/>
            <p:nvPr/>
          </p:nvSpPr>
          <p:spPr>
            <a:xfrm>
              <a:off x="4628325" y="3686450"/>
              <a:ext cx="34675" cy="86675"/>
            </a:xfrm>
            <a:custGeom>
              <a:avLst/>
              <a:gdLst/>
              <a:ahLst/>
              <a:cxnLst/>
              <a:rect l="l" t="t" r="r" b="b"/>
              <a:pathLst>
                <a:path w="1387" h="3467" extrusionOk="0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82"/>
            <p:cNvSpPr/>
            <p:nvPr/>
          </p:nvSpPr>
          <p:spPr>
            <a:xfrm>
              <a:off x="4714975" y="3686450"/>
              <a:ext cx="122100" cy="86675"/>
            </a:xfrm>
            <a:custGeom>
              <a:avLst/>
              <a:gdLst/>
              <a:ahLst/>
              <a:cxnLst/>
              <a:rect l="l" t="t" r="r" b="b"/>
              <a:pathLst>
                <a:path w="488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82"/>
            <p:cNvSpPr/>
            <p:nvPr/>
          </p:nvSpPr>
          <p:spPr>
            <a:xfrm>
              <a:off x="4889025" y="3777825"/>
              <a:ext cx="34700" cy="117375"/>
            </a:xfrm>
            <a:custGeom>
              <a:avLst/>
              <a:gdLst/>
              <a:ahLst/>
              <a:cxnLst/>
              <a:rect l="l" t="t" r="r" b="b"/>
              <a:pathLst>
                <a:path w="1388" h="4695" extrusionOk="0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82"/>
            <p:cNvSpPr/>
            <p:nvPr/>
          </p:nvSpPr>
          <p:spPr>
            <a:xfrm>
              <a:off x="4628325" y="3777825"/>
              <a:ext cx="34675" cy="116600"/>
            </a:xfrm>
            <a:custGeom>
              <a:avLst/>
              <a:gdLst/>
              <a:ahLst/>
              <a:cxnLst/>
              <a:rect l="l" t="t" r="r" b="b"/>
              <a:pathLst>
                <a:path w="1387" h="4664" extrusionOk="0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82"/>
            <p:cNvSpPr/>
            <p:nvPr/>
          </p:nvSpPr>
          <p:spPr>
            <a:xfrm>
              <a:off x="4766950" y="379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82"/>
            <p:cNvSpPr/>
            <p:nvPr/>
          </p:nvSpPr>
          <p:spPr>
            <a:xfrm>
              <a:off x="4889025" y="3686450"/>
              <a:ext cx="34700" cy="86675"/>
            </a:xfrm>
            <a:custGeom>
              <a:avLst/>
              <a:gdLst/>
              <a:ahLst/>
              <a:cxnLst/>
              <a:rect l="l" t="t" r="r" b="b"/>
              <a:pathLst>
                <a:path w="1388" h="3467" extrusionOk="0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82"/>
            <p:cNvSpPr/>
            <p:nvPr/>
          </p:nvSpPr>
          <p:spPr>
            <a:xfrm>
              <a:off x="4714975" y="3790425"/>
              <a:ext cx="122100" cy="104000"/>
            </a:xfrm>
            <a:custGeom>
              <a:avLst/>
              <a:gdLst/>
              <a:ahLst/>
              <a:cxnLst/>
              <a:rect l="l" t="t" r="r" b="b"/>
              <a:pathLst>
                <a:path w="488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82"/>
            <p:cNvSpPr/>
            <p:nvPr/>
          </p:nvSpPr>
          <p:spPr>
            <a:xfrm>
              <a:off x="4714175" y="3599825"/>
              <a:ext cx="122100" cy="69325"/>
            </a:xfrm>
            <a:custGeom>
              <a:avLst/>
              <a:gdLst/>
              <a:ahLst/>
              <a:cxnLst/>
              <a:rect l="l" t="t" r="r" b="b"/>
              <a:pathLst>
                <a:path w="4884" h="277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0" name="Google Shape;6780;p82"/>
          <p:cNvGrpSpPr/>
          <p:nvPr/>
        </p:nvGrpSpPr>
        <p:grpSpPr>
          <a:xfrm>
            <a:off x="6227033" y="3807186"/>
            <a:ext cx="307261" cy="350079"/>
            <a:chOff x="4645650" y="3962900"/>
            <a:chExt cx="259950" cy="296175"/>
          </a:xfrm>
        </p:grpSpPr>
        <p:sp>
          <p:nvSpPr>
            <p:cNvPr id="6781" name="Google Shape;6781;p82"/>
            <p:cNvSpPr/>
            <p:nvPr/>
          </p:nvSpPr>
          <p:spPr>
            <a:xfrm>
              <a:off x="4853600" y="4155100"/>
              <a:ext cx="52000" cy="103975"/>
            </a:xfrm>
            <a:custGeom>
              <a:avLst/>
              <a:gdLst/>
              <a:ahLst/>
              <a:cxnLst/>
              <a:rect l="l" t="t" r="r" b="b"/>
              <a:pathLst>
                <a:path w="2080" h="4159" extrusionOk="0">
                  <a:moveTo>
                    <a:pt x="0" y="0"/>
                  </a:moveTo>
                  <a:lnTo>
                    <a:pt x="0" y="4159"/>
                  </a:lnTo>
                  <a:lnTo>
                    <a:pt x="1733" y="4159"/>
                  </a:lnTo>
                  <a:cubicBezTo>
                    <a:pt x="1922" y="4159"/>
                    <a:pt x="2079" y="4001"/>
                    <a:pt x="2079" y="3812"/>
                  </a:cubicBezTo>
                  <a:lnTo>
                    <a:pt x="2079" y="1733"/>
                  </a:lnTo>
                  <a:cubicBezTo>
                    <a:pt x="2079" y="788"/>
                    <a:pt x="1292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82"/>
            <p:cNvSpPr/>
            <p:nvPr/>
          </p:nvSpPr>
          <p:spPr>
            <a:xfrm>
              <a:off x="4714975" y="4155100"/>
              <a:ext cx="121300" cy="50625"/>
            </a:xfrm>
            <a:custGeom>
              <a:avLst/>
              <a:gdLst/>
              <a:ahLst/>
              <a:cxnLst/>
              <a:rect l="l" t="t" r="r" b="b"/>
              <a:pathLst>
                <a:path w="4852" h="2025" extrusionOk="0">
                  <a:moveTo>
                    <a:pt x="0" y="0"/>
                  </a:moveTo>
                  <a:lnTo>
                    <a:pt x="0" y="1481"/>
                  </a:lnTo>
                  <a:cubicBezTo>
                    <a:pt x="772" y="1843"/>
                    <a:pt x="1599" y="2024"/>
                    <a:pt x="2426" y="2024"/>
                  </a:cubicBezTo>
                  <a:cubicBezTo>
                    <a:pt x="3253" y="2024"/>
                    <a:pt x="4080" y="1843"/>
                    <a:pt x="4852" y="1481"/>
                  </a:cubicBezTo>
                  <a:lnTo>
                    <a:pt x="4852" y="0"/>
                  </a:lnTo>
                  <a:lnTo>
                    <a:pt x="4789" y="0"/>
                  </a:lnTo>
                  <a:cubicBezTo>
                    <a:pt x="4348" y="410"/>
                    <a:pt x="3781" y="693"/>
                    <a:pt x="3119" y="693"/>
                  </a:cubicBezTo>
                  <a:lnTo>
                    <a:pt x="1733" y="693"/>
                  </a:lnTo>
                  <a:cubicBezTo>
                    <a:pt x="1071" y="693"/>
                    <a:pt x="473" y="410"/>
                    <a:pt x="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82"/>
            <p:cNvSpPr/>
            <p:nvPr/>
          </p:nvSpPr>
          <p:spPr>
            <a:xfrm>
              <a:off x="4714975" y="4211025"/>
              <a:ext cx="121300" cy="48050"/>
            </a:xfrm>
            <a:custGeom>
              <a:avLst/>
              <a:gdLst/>
              <a:ahLst/>
              <a:cxnLst/>
              <a:rect l="l" t="t" r="r" b="b"/>
              <a:pathLst>
                <a:path w="4852" h="1922" extrusionOk="0">
                  <a:moveTo>
                    <a:pt x="0" y="0"/>
                  </a:moveTo>
                  <a:lnTo>
                    <a:pt x="0" y="1922"/>
                  </a:lnTo>
                  <a:lnTo>
                    <a:pt x="4852" y="1922"/>
                  </a:lnTo>
                  <a:lnTo>
                    <a:pt x="4852" y="0"/>
                  </a:lnTo>
                  <a:cubicBezTo>
                    <a:pt x="4080" y="315"/>
                    <a:pt x="3253" y="473"/>
                    <a:pt x="2426" y="473"/>
                  </a:cubicBezTo>
                  <a:cubicBezTo>
                    <a:pt x="1599" y="473"/>
                    <a:pt x="772" y="315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82"/>
            <p:cNvSpPr/>
            <p:nvPr/>
          </p:nvSpPr>
          <p:spPr>
            <a:xfrm>
              <a:off x="4645650" y="4154300"/>
              <a:ext cx="52025" cy="104775"/>
            </a:xfrm>
            <a:custGeom>
              <a:avLst/>
              <a:gdLst/>
              <a:ahLst/>
              <a:cxnLst/>
              <a:rect l="l" t="t" r="r" b="b"/>
              <a:pathLst>
                <a:path w="2081" h="4191" extrusionOk="0">
                  <a:moveTo>
                    <a:pt x="1734" y="1"/>
                  </a:moveTo>
                  <a:cubicBezTo>
                    <a:pt x="757" y="32"/>
                    <a:pt x="1" y="757"/>
                    <a:pt x="1" y="1765"/>
                  </a:cubicBezTo>
                  <a:lnTo>
                    <a:pt x="1" y="3844"/>
                  </a:lnTo>
                  <a:cubicBezTo>
                    <a:pt x="1" y="4033"/>
                    <a:pt x="158" y="4191"/>
                    <a:pt x="379" y="4191"/>
                  </a:cubicBezTo>
                  <a:lnTo>
                    <a:pt x="2080" y="419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82"/>
            <p:cNvSpPr/>
            <p:nvPr/>
          </p:nvSpPr>
          <p:spPr>
            <a:xfrm>
              <a:off x="4722850" y="4049550"/>
              <a:ext cx="103975" cy="105575"/>
            </a:xfrm>
            <a:custGeom>
              <a:avLst/>
              <a:gdLst/>
              <a:ahLst/>
              <a:cxnLst/>
              <a:rect l="l" t="t" r="r" b="b"/>
              <a:pathLst>
                <a:path w="4159" h="4223" extrusionOk="0">
                  <a:moveTo>
                    <a:pt x="2080" y="1"/>
                  </a:moveTo>
                  <a:cubicBezTo>
                    <a:pt x="1765" y="442"/>
                    <a:pt x="1260" y="694"/>
                    <a:pt x="693" y="694"/>
                  </a:cubicBezTo>
                  <a:lnTo>
                    <a:pt x="0" y="694"/>
                  </a:lnTo>
                  <a:lnTo>
                    <a:pt x="0" y="3498"/>
                  </a:lnTo>
                  <a:cubicBezTo>
                    <a:pt x="347" y="3939"/>
                    <a:pt x="851" y="4222"/>
                    <a:pt x="1418" y="4222"/>
                  </a:cubicBezTo>
                  <a:lnTo>
                    <a:pt x="2804" y="4222"/>
                  </a:lnTo>
                  <a:cubicBezTo>
                    <a:pt x="3340" y="4222"/>
                    <a:pt x="3844" y="3939"/>
                    <a:pt x="4159" y="3498"/>
                  </a:cubicBezTo>
                  <a:lnTo>
                    <a:pt x="4159" y="694"/>
                  </a:lnTo>
                  <a:lnTo>
                    <a:pt x="3466" y="694"/>
                  </a:lnTo>
                  <a:cubicBezTo>
                    <a:pt x="2899" y="694"/>
                    <a:pt x="2395" y="442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82"/>
            <p:cNvSpPr/>
            <p:nvPr/>
          </p:nvSpPr>
          <p:spPr>
            <a:xfrm>
              <a:off x="4678725" y="3962900"/>
              <a:ext cx="190650" cy="174100"/>
            </a:xfrm>
            <a:custGeom>
              <a:avLst/>
              <a:gdLst/>
              <a:ahLst/>
              <a:cxnLst/>
              <a:rect l="l" t="t" r="r" b="b"/>
              <a:pathLst>
                <a:path w="7626" h="6964" extrusionOk="0">
                  <a:moveTo>
                    <a:pt x="3813" y="1"/>
                  </a:moveTo>
                  <a:cubicBezTo>
                    <a:pt x="1734" y="1"/>
                    <a:pt x="1" y="1702"/>
                    <a:pt x="1" y="3813"/>
                  </a:cubicBezTo>
                  <a:lnTo>
                    <a:pt x="1" y="5955"/>
                  </a:lnTo>
                  <a:lnTo>
                    <a:pt x="64" y="5955"/>
                  </a:lnTo>
                  <a:cubicBezTo>
                    <a:pt x="64" y="6522"/>
                    <a:pt x="537" y="6964"/>
                    <a:pt x="1104" y="6964"/>
                  </a:cubicBezTo>
                  <a:lnTo>
                    <a:pt x="1104" y="3813"/>
                  </a:lnTo>
                  <a:cubicBezTo>
                    <a:pt x="1104" y="3624"/>
                    <a:pt x="1261" y="3467"/>
                    <a:pt x="1450" y="3467"/>
                  </a:cubicBezTo>
                  <a:lnTo>
                    <a:pt x="2458" y="3467"/>
                  </a:lnTo>
                  <a:cubicBezTo>
                    <a:pt x="3057" y="3467"/>
                    <a:pt x="3498" y="2994"/>
                    <a:pt x="3498" y="2427"/>
                  </a:cubicBezTo>
                  <a:lnTo>
                    <a:pt x="3498" y="1734"/>
                  </a:lnTo>
                  <a:cubicBezTo>
                    <a:pt x="3498" y="1545"/>
                    <a:pt x="3656" y="1387"/>
                    <a:pt x="3845" y="1387"/>
                  </a:cubicBezTo>
                  <a:cubicBezTo>
                    <a:pt x="4034" y="1387"/>
                    <a:pt x="4191" y="1545"/>
                    <a:pt x="4191" y="1734"/>
                  </a:cubicBezTo>
                  <a:lnTo>
                    <a:pt x="4191" y="2427"/>
                  </a:lnTo>
                  <a:cubicBezTo>
                    <a:pt x="4191" y="3025"/>
                    <a:pt x="4664" y="3467"/>
                    <a:pt x="5231" y="3467"/>
                  </a:cubicBezTo>
                  <a:lnTo>
                    <a:pt x="6239" y="3467"/>
                  </a:lnTo>
                  <a:cubicBezTo>
                    <a:pt x="6459" y="3467"/>
                    <a:pt x="6617" y="3624"/>
                    <a:pt x="6617" y="3813"/>
                  </a:cubicBezTo>
                  <a:lnTo>
                    <a:pt x="6617" y="6964"/>
                  </a:lnTo>
                  <a:cubicBezTo>
                    <a:pt x="7184" y="6964"/>
                    <a:pt x="7625" y="6491"/>
                    <a:pt x="7625" y="5955"/>
                  </a:cubicBezTo>
                  <a:lnTo>
                    <a:pt x="7625" y="3813"/>
                  </a:lnTo>
                  <a:cubicBezTo>
                    <a:pt x="7625" y="1734"/>
                    <a:pt x="5924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7" name="Google Shape;6787;p82"/>
          <p:cNvGrpSpPr/>
          <p:nvPr/>
        </p:nvGrpSpPr>
        <p:grpSpPr>
          <a:xfrm>
            <a:off x="7979994" y="3332048"/>
            <a:ext cx="349133" cy="348188"/>
            <a:chOff x="6143725" y="3582500"/>
            <a:chExt cx="295375" cy="294575"/>
          </a:xfrm>
        </p:grpSpPr>
        <p:sp>
          <p:nvSpPr>
            <p:cNvPr id="6788" name="Google Shape;6788;p82"/>
            <p:cNvSpPr/>
            <p:nvPr/>
          </p:nvSpPr>
          <p:spPr>
            <a:xfrm>
              <a:off x="6143725" y="3720325"/>
              <a:ext cx="295375" cy="156750"/>
            </a:xfrm>
            <a:custGeom>
              <a:avLst/>
              <a:gdLst/>
              <a:ahLst/>
              <a:cxnLst/>
              <a:rect l="l" t="t" r="r" b="b"/>
              <a:pathLst>
                <a:path w="11815" h="6270" extrusionOk="0">
                  <a:moveTo>
                    <a:pt x="7309" y="1418"/>
                  </a:moveTo>
                  <a:cubicBezTo>
                    <a:pt x="7908" y="1418"/>
                    <a:pt x="8349" y="1891"/>
                    <a:pt x="8349" y="2458"/>
                  </a:cubicBezTo>
                  <a:cubicBezTo>
                    <a:pt x="8349" y="2993"/>
                    <a:pt x="7845" y="3466"/>
                    <a:pt x="7309" y="3466"/>
                  </a:cubicBezTo>
                  <a:lnTo>
                    <a:pt x="4474" y="3466"/>
                  </a:lnTo>
                  <a:cubicBezTo>
                    <a:pt x="3875" y="3466"/>
                    <a:pt x="3434" y="2993"/>
                    <a:pt x="3434" y="2458"/>
                  </a:cubicBezTo>
                  <a:cubicBezTo>
                    <a:pt x="3434" y="1859"/>
                    <a:pt x="3907" y="1418"/>
                    <a:pt x="4474" y="1418"/>
                  </a:cubicBezTo>
                  <a:close/>
                  <a:moveTo>
                    <a:pt x="1008" y="1"/>
                  </a:moveTo>
                  <a:cubicBezTo>
                    <a:pt x="410" y="1"/>
                    <a:pt x="0" y="473"/>
                    <a:pt x="0" y="1040"/>
                  </a:cubicBezTo>
                  <a:lnTo>
                    <a:pt x="0" y="5262"/>
                  </a:lnTo>
                  <a:cubicBezTo>
                    <a:pt x="0" y="5829"/>
                    <a:pt x="473" y="6270"/>
                    <a:pt x="1008" y="6270"/>
                  </a:cubicBezTo>
                  <a:lnTo>
                    <a:pt x="10775" y="6270"/>
                  </a:lnTo>
                  <a:cubicBezTo>
                    <a:pt x="11373" y="6270"/>
                    <a:pt x="11815" y="5797"/>
                    <a:pt x="11815" y="5262"/>
                  </a:cubicBezTo>
                  <a:lnTo>
                    <a:pt x="11815" y="1040"/>
                  </a:lnTo>
                  <a:cubicBezTo>
                    <a:pt x="11783" y="473"/>
                    <a:pt x="11342" y="1"/>
                    <a:pt x="10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6789;p82"/>
            <p:cNvSpPr/>
            <p:nvPr/>
          </p:nvSpPr>
          <p:spPr>
            <a:xfrm>
              <a:off x="6246900" y="3773100"/>
              <a:ext cx="88225" cy="17350"/>
            </a:xfrm>
            <a:custGeom>
              <a:avLst/>
              <a:gdLst/>
              <a:ahLst/>
              <a:cxnLst/>
              <a:rect l="l" t="t" r="r" b="b"/>
              <a:pathLst>
                <a:path w="3529" h="694" extrusionOk="0">
                  <a:moveTo>
                    <a:pt x="347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82" y="693"/>
                  </a:lnTo>
                  <a:cubicBezTo>
                    <a:pt x="3371" y="693"/>
                    <a:pt x="3529" y="536"/>
                    <a:pt x="3529" y="347"/>
                  </a:cubicBezTo>
                  <a:cubicBezTo>
                    <a:pt x="3529" y="126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6790;p82"/>
            <p:cNvSpPr/>
            <p:nvPr/>
          </p:nvSpPr>
          <p:spPr>
            <a:xfrm>
              <a:off x="6161050" y="3582500"/>
              <a:ext cx="86650" cy="34675"/>
            </a:xfrm>
            <a:custGeom>
              <a:avLst/>
              <a:gdLst/>
              <a:ahLst/>
              <a:cxnLst/>
              <a:rect l="l" t="t" r="r" b="b"/>
              <a:pathLst>
                <a:path w="3466" h="1387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466" y="1386"/>
                  </a:lnTo>
                  <a:lnTo>
                    <a:pt x="3466" y="1040"/>
                  </a:lnTo>
                  <a:lnTo>
                    <a:pt x="3434" y="1040"/>
                  </a:lnTo>
                  <a:cubicBezTo>
                    <a:pt x="3434" y="441"/>
                    <a:pt x="2962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6791;p82"/>
            <p:cNvSpPr/>
            <p:nvPr/>
          </p:nvSpPr>
          <p:spPr>
            <a:xfrm>
              <a:off x="6160250" y="3633675"/>
              <a:ext cx="86675" cy="69350"/>
            </a:xfrm>
            <a:custGeom>
              <a:avLst/>
              <a:gdLst/>
              <a:ahLst/>
              <a:cxnLst/>
              <a:rect l="l" t="t" r="r" b="b"/>
              <a:pathLst>
                <a:path w="3467" h="2774" extrusionOk="0">
                  <a:moveTo>
                    <a:pt x="2112" y="726"/>
                  </a:moveTo>
                  <a:cubicBezTo>
                    <a:pt x="2332" y="726"/>
                    <a:pt x="2458" y="883"/>
                    <a:pt x="2458" y="1072"/>
                  </a:cubicBezTo>
                  <a:cubicBezTo>
                    <a:pt x="2458" y="1261"/>
                    <a:pt x="2332" y="1419"/>
                    <a:pt x="2112" y="1419"/>
                  </a:cubicBezTo>
                  <a:lnTo>
                    <a:pt x="1419" y="1419"/>
                  </a:lnTo>
                  <a:cubicBezTo>
                    <a:pt x="1230" y="1419"/>
                    <a:pt x="1072" y="1261"/>
                    <a:pt x="1072" y="1072"/>
                  </a:cubicBezTo>
                  <a:cubicBezTo>
                    <a:pt x="1072" y="883"/>
                    <a:pt x="1230" y="726"/>
                    <a:pt x="1419" y="726"/>
                  </a:cubicBezTo>
                  <a:close/>
                  <a:moveTo>
                    <a:pt x="1" y="1"/>
                  </a:moveTo>
                  <a:lnTo>
                    <a:pt x="1" y="2773"/>
                  </a:lnTo>
                  <a:lnTo>
                    <a:pt x="3466" y="2773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6792;p82"/>
            <p:cNvSpPr/>
            <p:nvPr/>
          </p:nvSpPr>
          <p:spPr>
            <a:xfrm>
              <a:off x="6336675" y="3599025"/>
              <a:ext cx="85875" cy="69350"/>
            </a:xfrm>
            <a:custGeom>
              <a:avLst/>
              <a:gdLst/>
              <a:ahLst/>
              <a:cxnLst/>
              <a:rect l="l" t="t" r="r" b="b"/>
              <a:pathLst>
                <a:path w="3435" h="2774" extrusionOk="0">
                  <a:moveTo>
                    <a:pt x="1986" y="1387"/>
                  </a:moveTo>
                  <a:cubicBezTo>
                    <a:pt x="2206" y="1387"/>
                    <a:pt x="2364" y="1545"/>
                    <a:pt x="2364" y="1765"/>
                  </a:cubicBezTo>
                  <a:cubicBezTo>
                    <a:pt x="2364" y="1954"/>
                    <a:pt x="2206" y="2112"/>
                    <a:pt x="1986" y="2112"/>
                  </a:cubicBezTo>
                  <a:lnTo>
                    <a:pt x="1293" y="2112"/>
                  </a:lnTo>
                  <a:cubicBezTo>
                    <a:pt x="1104" y="2112"/>
                    <a:pt x="946" y="1954"/>
                    <a:pt x="946" y="1765"/>
                  </a:cubicBezTo>
                  <a:cubicBezTo>
                    <a:pt x="946" y="1545"/>
                    <a:pt x="1104" y="1387"/>
                    <a:pt x="1293" y="1387"/>
                  </a:cubicBezTo>
                  <a:close/>
                  <a:moveTo>
                    <a:pt x="1009" y="1"/>
                  </a:moveTo>
                  <a:cubicBezTo>
                    <a:pt x="410" y="1"/>
                    <a:pt x="1" y="473"/>
                    <a:pt x="1" y="1040"/>
                  </a:cubicBezTo>
                  <a:lnTo>
                    <a:pt x="1" y="2773"/>
                  </a:lnTo>
                  <a:lnTo>
                    <a:pt x="3435" y="2773"/>
                  </a:lnTo>
                  <a:lnTo>
                    <a:pt x="3435" y="1040"/>
                  </a:lnTo>
                  <a:lnTo>
                    <a:pt x="3403" y="1040"/>
                  </a:lnTo>
                  <a:cubicBezTo>
                    <a:pt x="3403" y="442"/>
                    <a:pt x="2931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6793;p82"/>
            <p:cNvSpPr/>
            <p:nvPr/>
          </p:nvSpPr>
          <p:spPr>
            <a:xfrm>
              <a:off x="6335100" y="3686450"/>
              <a:ext cx="86675" cy="17350"/>
            </a:xfrm>
            <a:custGeom>
              <a:avLst/>
              <a:gdLst/>
              <a:ahLst/>
              <a:cxnLst/>
              <a:rect l="l" t="t" r="r" b="b"/>
              <a:pathLst>
                <a:path w="3467" h="694" extrusionOk="0">
                  <a:moveTo>
                    <a:pt x="1" y="1"/>
                  </a:moveTo>
                  <a:lnTo>
                    <a:pt x="1" y="694"/>
                  </a:lnTo>
                  <a:lnTo>
                    <a:pt x="3466" y="69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4" name="Google Shape;6794;p82"/>
            <p:cNvSpPr/>
            <p:nvPr/>
          </p:nvSpPr>
          <p:spPr>
            <a:xfrm>
              <a:off x="6264225" y="3617150"/>
              <a:ext cx="53575" cy="86650"/>
            </a:xfrm>
            <a:custGeom>
              <a:avLst/>
              <a:gdLst/>
              <a:ahLst/>
              <a:cxnLst/>
              <a:rect l="l" t="t" r="r" b="b"/>
              <a:pathLst>
                <a:path w="2143" h="3466" extrusionOk="0">
                  <a:moveTo>
                    <a:pt x="1072" y="0"/>
                  </a:moveTo>
                  <a:cubicBezTo>
                    <a:pt x="473" y="0"/>
                    <a:pt x="0" y="441"/>
                    <a:pt x="0" y="1040"/>
                  </a:cubicBezTo>
                  <a:lnTo>
                    <a:pt x="0" y="3466"/>
                  </a:lnTo>
                  <a:lnTo>
                    <a:pt x="2143" y="3466"/>
                  </a:lnTo>
                  <a:lnTo>
                    <a:pt x="2143" y="1040"/>
                  </a:lnTo>
                  <a:cubicBezTo>
                    <a:pt x="2143" y="441"/>
                    <a:pt x="1670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5" name="Google Shape;6795;p82"/>
          <p:cNvGrpSpPr/>
          <p:nvPr/>
        </p:nvGrpSpPr>
        <p:grpSpPr>
          <a:xfrm>
            <a:off x="5748820" y="1531387"/>
            <a:ext cx="350995" cy="350049"/>
            <a:chOff x="1310075" y="3253275"/>
            <a:chExt cx="296950" cy="296150"/>
          </a:xfrm>
        </p:grpSpPr>
        <p:sp>
          <p:nvSpPr>
            <p:cNvPr id="6796" name="Google Shape;6796;p82"/>
            <p:cNvSpPr/>
            <p:nvPr/>
          </p:nvSpPr>
          <p:spPr>
            <a:xfrm>
              <a:off x="1423475" y="33596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7" name="Google Shape;6797;p82"/>
            <p:cNvSpPr/>
            <p:nvPr/>
          </p:nvSpPr>
          <p:spPr>
            <a:xfrm>
              <a:off x="1310075" y="3253275"/>
              <a:ext cx="296950" cy="296150"/>
            </a:xfrm>
            <a:custGeom>
              <a:avLst/>
              <a:gdLst/>
              <a:ahLst/>
              <a:cxnLst/>
              <a:rect l="l" t="t" r="r" b="b"/>
              <a:pathLst>
                <a:path w="11878" h="11846" extrusionOk="0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6798;p82"/>
            <p:cNvSpPr/>
            <p:nvPr/>
          </p:nvSpPr>
          <p:spPr>
            <a:xfrm>
              <a:off x="1399850" y="3426550"/>
              <a:ext cx="116600" cy="52800"/>
            </a:xfrm>
            <a:custGeom>
              <a:avLst/>
              <a:gdLst/>
              <a:ahLst/>
              <a:cxnLst/>
              <a:rect l="l" t="t" r="r" b="b"/>
              <a:pathLst>
                <a:path w="4664" h="2112" extrusionOk="0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99" name="Google Shape;6799;p82"/>
          <p:cNvSpPr/>
          <p:nvPr/>
        </p:nvSpPr>
        <p:spPr>
          <a:xfrm>
            <a:off x="5750241" y="1973475"/>
            <a:ext cx="348217" cy="34727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00" name="Google Shape;6800;p82"/>
          <p:cNvGrpSpPr/>
          <p:nvPr/>
        </p:nvGrpSpPr>
        <p:grpSpPr>
          <a:xfrm>
            <a:off x="5748347" y="2417646"/>
            <a:ext cx="351941" cy="351675"/>
            <a:chOff x="1310075" y="3980250"/>
            <a:chExt cx="297750" cy="297525"/>
          </a:xfrm>
        </p:grpSpPr>
        <p:sp>
          <p:nvSpPr>
            <p:cNvPr id="6801" name="Google Shape;6801;p82"/>
            <p:cNvSpPr/>
            <p:nvPr/>
          </p:nvSpPr>
          <p:spPr>
            <a:xfrm>
              <a:off x="1310075" y="3980250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82"/>
            <p:cNvSpPr/>
            <p:nvPr/>
          </p:nvSpPr>
          <p:spPr>
            <a:xfrm>
              <a:off x="1449475" y="408657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82"/>
            <p:cNvSpPr/>
            <p:nvPr/>
          </p:nvSpPr>
          <p:spPr>
            <a:xfrm>
              <a:off x="1380175" y="41212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82"/>
            <p:cNvSpPr/>
            <p:nvPr/>
          </p:nvSpPr>
          <p:spPr>
            <a:xfrm>
              <a:off x="1518800" y="4051925"/>
              <a:ext cx="18125" cy="86650"/>
            </a:xfrm>
            <a:custGeom>
              <a:avLst/>
              <a:gdLst/>
              <a:ahLst/>
              <a:cxnLst/>
              <a:rect l="l" t="t" r="r" b="b"/>
              <a:pathLst>
                <a:path w="725" h="3466" extrusionOk="0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5" name="Google Shape;6805;p82"/>
          <p:cNvGrpSpPr/>
          <p:nvPr/>
        </p:nvGrpSpPr>
        <p:grpSpPr>
          <a:xfrm>
            <a:off x="8013136" y="1531845"/>
            <a:ext cx="266305" cy="349133"/>
            <a:chOff x="3167275" y="3227275"/>
            <a:chExt cx="225300" cy="295375"/>
          </a:xfrm>
        </p:grpSpPr>
        <p:sp>
          <p:nvSpPr>
            <p:cNvPr id="6806" name="Google Shape;6806;p82"/>
            <p:cNvSpPr/>
            <p:nvPr/>
          </p:nvSpPr>
          <p:spPr>
            <a:xfrm>
              <a:off x="3167275" y="3227275"/>
              <a:ext cx="225300" cy="207950"/>
            </a:xfrm>
            <a:custGeom>
              <a:avLst/>
              <a:gdLst/>
              <a:ahLst/>
              <a:cxnLst/>
              <a:rect l="l" t="t" r="r" b="b"/>
              <a:pathLst>
                <a:path w="9012" h="8318" extrusionOk="0">
                  <a:moveTo>
                    <a:pt x="4538" y="1"/>
                  </a:moveTo>
                  <a:cubicBezTo>
                    <a:pt x="2112" y="1"/>
                    <a:pt x="1" y="1985"/>
                    <a:pt x="32" y="4537"/>
                  </a:cubicBezTo>
                  <a:cubicBezTo>
                    <a:pt x="32" y="5860"/>
                    <a:pt x="631" y="7184"/>
                    <a:pt x="1797" y="8066"/>
                  </a:cubicBezTo>
                  <a:cubicBezTo>
                    <a:pt x="1923" y="8192"/>
                    <a:pt x="2017" y="8223"/>
                    <a:pt x="2049" y="8318"/>
                  </a:cubicBezTo>
                  <a:lnTo>
                    <a:pt x="4160" y="8318"/>
                  </a:lnTo>
                  <a:lnTo>
                    <a:pt x="4160" y="6900"/>
                  </a:lnTo>
                  <a:lnTo>
                    <a:pt x="2427" y="6900"/>
                  </a:lnTo>
                  <a:cubicBezTo>
                    <a:pt x="2238" y="6900"/>
                    <a:pt x="2080" y="6743"/>
                    <a:pt x="2080" y="6554"/>
                  </a:cubicBezTo>
                  <a:lnTo>
                    <a:pt x="2080" y="5829"/>
                  </a:lnTo>
                  <a:cubicBezTo>
                    <a:pt x="2080" y="4852"/>
                    <a:pt x="2679" y="4033"/>
                    <a:pt x="3498" y="3624"/>
                  </a:cubicBezTo>
                  <a:cubicBezTo>
                    <a:pt x="3277" y="3403"/>
                    <a:pt x="3151" y="3088"/>
                    <a:pt x="3151" y="2678"/>
                  </a:cubicBezTo>
                  <a:cubicBezTo>
                    <a:pt x="3151" y="1922"/>
                    <a:pt x="3782" y="1292"/>
                    <a:pt x="4538" y="1292"/>
                  </a:cubicBezTo>
                  <a:cubicBezTo>
                    <a:pt x="5262" y="1292"/>
                    <a:pt x="5892" y="1922"/>
                    <a:pt x="5892" y="2678"/>
                  </a:cubicBezTo>
                  <a:cubicBezTo>
                    <a:pt x="5892" y="3025"/>
                    <a:pt x="5735" y="3340"/>
                    <a:pt x="5546" y="3624"/>
                  </a:cubicBezTo>
                  <a:cubicBezTo>
                    <a:pt x="6365" y="4033"/>
                    <a:pt x="6964" y="4852"/>
                    <a:pt x="6964" y="5829"/>
                  </a:cubicBezTo>
                  <a:lnTo>
                    <a:pt x="6964" y="6554"/>
                  </a:lnTo>
                  <a:cubicBezTo>
                    <a:pt x="6964" y="6743"/>
                    <a:pt x="6806" y="6900"/>
                    <a:pt x="6617" y="6900"/>
                  </a:cubicBezTo>
                  <a:lnTo>
                    <a:pt x="4884" y="6900"/>
                  </a:lnTo>
                  <a:lnTo>
                    <a:pt x="4884" y="8318"/>
                  </a:lnTo>
                  <a:lnTo>
                    <a:pt x="6995" y="8318"/>
                  </a:lnTo>
                  <a:cubicBezTo>
                    <a:pt x="7027" y="8286"/>
                    <a:pt x="7121" y="8192"/>
                    <a:pt x="7247" y="8129"/>
                  </a:cubicBezTo>
                  <a:cubicBezTo>
                    <a:pt x="8413" y="7184"/>
                    <a:pt x="9011" y="5829"/>
                    <a:pt x="9011" y="4506"/>
                  </a:cubicBezTo>
                  <a:cubicBezTo>
                    <a:pt x="9011" y="2017"/>
                    <a:pt x="6995" y="1"/>
                    <a:pt x="45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82"/>
            <p:cNvSpPr/>
            <p:nvPr/>
          </p:nvSpPr>
          <p:spPr>
            <a:xfrm>
              <a:off x="3262600" y="327847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82"/>
            <p:cNvSpPr/>
            <p:nvPr/>
          </p:nvSpPr>
          <p:spPr>
            <a:xfrm>
              <a:off x="3220050" y="3452525"/>
              <a:ext cx="121325" cy="35475"/>
            </a:xfrm>
            <a:custGeom>
              <a:avLst/>
              <a:gdLst/>
              <a:ahLst/>
              <a:cxnLst/>
              <a:rect l="l" t="t" r="r" b="b"/>
              <a:pathLst>
                <a:path w="4853" h="1419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73" y="1419"/>
                    <a:pt x="1040" y="1419"/>
                  </a:cubicBezTo>
                  <a:lnTo>
                    <a:pt x="3781" y="1419"/>
                  </a:lnTo>
                  <a:cubicBezTo>
                    <a:pt x="4380" y="1419"/>
                    <a:pt x="4853" y="946"/>
                    <a:pt x="4853" y="34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82"/>
            <p:cNvSpPr/>
            <p:nvPr/>
          </p:nvSpPr>
          <p:spPr>
            <a:xfrm>
              <a:off x="3237375" y="3332025"/>
              <a:ext cx="86675" cy="52000"/>
            </a:xfrm>
            <a:custGeom>
              <a:avLst/>
              <a:gdLst/>
              <a:ahLst/>
              <a:cxnLst/>
              <a:rect l="l" t="t" r="r" b="b"/>
              <a:pathLst>
                <a:path w="3467" h="2080" extrusionOk="0">
                  <a:moveTo>
                    <a:pt x="1734" y="1"/>
                  </a:moveTo>
                  <a:cubicBezTo>
                    <a:pt x="789" y="1"/>
                    <a:pt x="1" y="725"/>
                    <a:pt x="1" y="1733"/>
                  </a:cubicBezTo>
                  <a:lnTo>
                    <a:pt x="1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82"/>
            <p:cNvSpPr/>
            <p:nvPr/>
          </p:nvSpPr>
          <p:spPr>
            <a:xfrm>
              <a:off x="3237375" y="35053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2" y="1"/>
                  </a:moveTo>
                  <a:cubicBezTo>
                    <a:pt x="1" y="379"/>
                    <a:pt x="284" y="694"/>
                    <a:pt x="694" y="694"/>
                  </a:cubicBezTo>
                  <a:lnTo>
                    <a:pt x="2773" y="694"/>
                  </a:lnTo>
                  <a:cubicBezTo>
                    <a:pt x="3183" y="694"/>
                    <a:pt x="3498" y="379"/>
                    <a:pt x="34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1" name="Google Shape;6811;p82"/>
          <p:cNvSpPr/>
          <p:nvPr/>
        </p:nvSpPr>
        <p:spPr>
          <a:xfrm>
            <a:off x="7962474" y="1971731"/>
            <a:ext cx="367779" cy="350758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12" name="Google Shape;6812;p82"/>
          <p:cNvGrpSpPr/>
          <p:nvPr/>
        </p:nvGrpSpPr>
        <p:grpSpPr>
          <a:xfrm>
            <a:off x="7970318" y="2418902"/>
            <a:ext cx="351940" cy="349163"/>
            <a:chOff x="3133425" y="3955025"/>
            <a:chExt cx="297750" cy="295400"/>
          </a:xfrm>
        </p:grpSpPr>
        <p:sp>
          <p:nvSpPr>
            <p:cNvPr id="6813" name="Google Shape;6813;p82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82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82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6" name="Google Shape;6816;p82"/>
          <p:cNvGrpSpPr/>
          <p:nvPr/>
        </p:nvGrpSpPr>
        <p:grpSpPr>
          <a:xfrm>
            <a:off x="6650491" y="2882490"/>
            <a:ext cx="350079" cy="351320"/>
            <a:chOff x="4991425" y="3234750"/>
            <a:chExt cx="296175" cy="297225"/>
          </a:xfrm>
        </p:grpSpPr>
        <p:sp>
          <p:nvSpPr>
            <p:cNvPr id="6817" name="Google Shape;6817;p82"/>
            <p:cNvSpPr/>
            <p:nvPr/>
          </p:nvSpPr>
          <p:spPr>
            <a:xfrm>
              <a:off x="5077275" y="3304450"/>
              <a:ext cx="122100" cy="99275"/>
            </a:xfrm>
            <a:custGeom>
              <a:avLst/>
              <a:gdLst/>
              <a:ahLst/>
              <a:cxnLst/>
              <a:rect l="l" t="t" r="r" b="b"/>
              <a:pathLst>
                <a:path w="4884" h="3971" extrusionOk="0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82"/>
            <p:cNvSpPr/>
            <p:nvPr/>
          </p:nvSpPr>
          <p:spPr>
            <a:xfrm>
              <a:off x="5121375" y="3339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82"/>
            <p:cNvSpPr/>
            <p:nvPr/>
          </p:nvSpPr>
          <p:spPr>
            <a:xfrm>
              <a:off x="5009550" y="3234750"/>
              <a:ext cx="259150" cy="261125"/>
            </a:xfrm>
            <a:custGeom>
              <a:avLst/>
              <a:gdLst/>
              <a:ahLst/>
              <a:cxnLst/>
              <a:rect l="l" t="t" r="r" b="b"/>
              <a:pathLst>
                <a:path w="10366" h="10445" extrusionOk="0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82"/>
            <p:cNvSpPr/>
            <p:nvPr/>
          </p:nvSpPr>
          <p:spPr>
            <a:xfrm>
              <a:off x="5105625" y="3391900"/>
              <a:ext cx="66975" cy="34675"/>
            </a:xfrm>
            <a:custGeom>
              <a:avLst/>
              <a:gdLst/>
              <a:ahLst/>
              <a:cxnLst/>
              <a:rect l="l" t="t" r="r" b="b"/>
              <a:pathLst>
                <a:path w="2679" h="1387" extrusionOk="0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82"/>
            <p:cNvSpPr/>
            <p:nvPr/>
          </p:nvSpPr>
          <p:spPr>
            <a:xfrm>
              <a:off x="5192275" y="3443075"/>
              <a:ext cx="95325" cy="86975"/>
            </a:xfrm>
            <a:custGeom>
              <a:avLst/>
              <a:gdLst/>
              <a:ahLst/>
              <a:cxnLst/>
              <a:rect l="l" t="t" r="r" b="b"/>
              <a:pathLst>
                <a:path w="3813" h="3479" extrusionOk="0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82"/>
            <p:cNvSpPr/>
            <p:nvPr/>
          </p:nvSpPr>
          <p:spPr>
            <a:xfrm>
              <a:off x="4991425" y="3444650"/>
              <a:ext cx="95325" cy="87325"/>
            </a:xfrm>
            <a:custGeom>
              <a:avLst/>
              <a:gdLst/>
              <a:ahLst/>
              <a:cxnLst/>
              <a:rect l="l" t="t" r="r" b="b"/>
              <a:pathLst>
                <a:path w="3813" h="3493" extrusionOk="0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3" name="Google Shape;6823;p82"/>
          <p:cNvGrpSpPr/>
          <p:nvPr/>
        </p:nvGrpSpPr>
        <p:grpSpPr>
          <a:xfrm>
            <a:off x="6650491" y="3352053"/>
            <a:ext cx="350079" cy="308177"/>
            <a:chOff x="4991425" y="3617150"/>
            <a:chExt cx="296175" cy="260725"/>
          </a:xfrm>
        </p:grpSpPr>
        <p:sp>
          <p:nvSpPr>
            <p:cNvPr id="6824" name="Google Shape;6824;p82"/>
            <p:cNvSpPr/>
            <p:nvPr/>
          </p:nvSpPr>
          <p:spPr>
            <a:xfrm>
              <a:off x="5069400" y="3738450"/>
              <a:ext cx="139425" cy="139425"/>
            </a:xfrm>
            <a:custGeom>
              <a:avLst/>
              <a:gdLst/>
              <a:ahLst/>
              <a:cxnLst/>
              <a:rect l="l" t="t" r="r" b="b"/>
              <a:pathLst>
                <a:path w="5577" h="5577" extrusionOk="0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82"/>
            <p:cNvSpPr/>
            <p:nvPr/>
          </p:nvSpPr>
          <p:spPr>
            <a:xfrm>
              <a:off x="5200150" y="3617150"/>
              <a:ext cx="69325" cy="69325"/>
            </a:xfrm>
            <a:custGeom>
              <a:avLst/>
              <a:gdLst/>
              <a:ahLst/>
              <a:cxnLst/>
              <a:rect l="l" t="t" r="r" b="b"/>
              <a:pathLst>
                <a:path w="2773" h="2773" extrusionOk="0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82"/>
            <p:cNvSpPr/>
            <p:nvPr/>
          </p:nvSpPr>
          <p:spPr>
            <a:xfrm>
              <a:off x="5009550" y="3617150"/>
              <a:ext cx="68525" cy="69325"/>
            </a:xfrm>
            <a:custGeom>
              <a:avLst/>
              <a:gdLst/>
              <a:ahLst/>
              <a:cxnLst/>
              <a:rect l="l" t="t" r="r" b="b"/>
              <a:pathLst>
                <a:path w="2741" h="2773" extrusionOk="0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82"/>
            <p:cNvSpPr/>
            <p:nvPr/>
          </p:nvSpPr>
          <p:spPr>
            <a:xfrm>
              <a:off x="4991425" y="3686450"/>
              <a:ext cx="104775" cy="52025"/>
            </a:xfrm>
            <a:custGeom>
              <a:avLst/>
              <a:gdLst/>
              <a:ahLst/>
              <a:cxnLst/>
              <a:rect l="l" t="t" r="r" b="b"/>
              <a:pathLst>
                <a:path w="4191" h="2081" extrusionOk="0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82"/>
            <p:cNvSpPr/>
            <p:nvPr/>
          </p:nvSpPr>
          <p:spPr>
            <a:xfrm>
              <a:off x="5183600" y="3686450"/>
              <a:ext cx="104000" cy="52025"/>
            </a:xfrm>
            <a:custGeom>
              <a:avLst/>
              <a:gdLst/>
              <a:ahLst/>
              <a:cxnLst/>
              <a:rect l="l" t="t" r="r" b="b"/>
              <a:pathLst>
                <a:path w="4160" h="2081" extrusionOk="0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82"/>
            <p:cNvSpPr/>
            <p:nvPr/>
          </p:nvSpPr>
          <p:spPr>
            <a:xfrm>
              <a:off x="5187550" y="3755775"/>
              <a:ext cx="100050" cy="52800"/>
            </a:xfrm>
            <a:custGeom>
              <a:avLst/>
              <a:gdLst/>
              <a:ahLst/>
              <a:cxnLst/>
              <a:rect l="l" t="t" r="r" b="b"/>
              <a:pathLst>
                <a:path w="4002" h="2112" extrusionOk="0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82"/>
            <p:cNvSpPr/>
            <p:nvPr/>
          </p:nvSpPr>
          <p:spPr>
            <a:xfrm>
              <a:off x="4991425" y="3755775"/>
              <a:ext cx="100850" cy="52000"/>
            </a:xfrm>
            <a:custGeom>
              <a:avLst/>
              <a:gdLst/>
              <a:ahLst/>
              <a:cxnLst/>
              <a:rect l="l" t="t" r="r" b="b"/>
              <a:pathLst>
                <a:path w="4034" h="208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1" name="Google Shape;6831;p82"/>
          <p:cNvGrpSpPr/>
          <p:nvPr/>
        </p:nvGrpSpPr>
        <p:grpSpPr>
          <a:xfrm>
            <a:off x="6727764" y="3807644"/>
            <a:ext cx="195532" cy="349163"/>
            <a:chOff x="5056800" y="3962900"/>
            <a:chExt cx="165425" cy="295400"/>
          </a:xfrm>
        </p:grpSpPr>
        <p:sp>
          <p:nvSpPr>
            <p:cNvPr id="6832" name="Google Shape;6832;p82"/>
            <p:cNvSpPr/>
            <p:nvPr/>
          </p:nvSpPr>
          <p:spPr>
            <a:xfrm>
              <a:off x="5155250" y="4042450"/>
              <a:ext cx="66975" cy="104800"/>
            </a:xfrm>
            <a:custGeom>
              <a:avLst/>
              <a:gdLst/>
              <a:ahLst/>
              <a:cxnLst/>
              <a:rect l="l" t="t" r="r" b="b"/>
              <a:pathLst>
                <a:path w="2679" h="4192" extrusionOk="0">
                  <a:moveTo>
                    <a:pt x="0" y="1"/>
                  </a:moveTo>
                  <a:lnTo>
                    <a:pt x="505" y="3467"/>
                  </a:lnTo>
                  <a:lnTo>
                    <a:pt x="1103" y="4065"/>
                  </a:lnTo>
                  <a:cubicBezTo>
                    <a:pt x="1166" y="4128"/>
                    <a:pt x="1261" y="4191"/>
                    <a:pt x="1324" y="4191"/>
                  </a:cubicBezTo>
                  <a:lnTo>
                    <a:pt x="2300" y="4191"/>
                  </a:lnTo>
                  <a:cubicBezTo>
                    <a:pt x="2521" y="4191"/>
                    <a:pt x="2678" y="4034"/>
                    <a:pt x="2678" y="3813"/>
                  </a:cubicBezTo>
                  <a:lnTo>
                    <a:pt x="2678" y="2805"/>
                  </a:lnTo>
                  <a:cubicBezTo>
                    <a:pt x="2678" y="2710"/>
                    <a:pt x="2615" y="2616"/>
                    <a:pt x="2552" y="255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82"/>
            <p:cNvSpPr/>
            <p:nvPr/>
          </p:nvSpPr>
          <p:spPr>
            <a:xfrm>
              <a:off x="5065450" y="3962900"/>
              <a:ext cx="88250" cy="52025"/>
            </a:xfrm>
            <a:custGeom>
              <a:avLst/>
              <a:gdLst/>
              <a:ahLst/>
              <a:cxnLst/>
              <a:rect l="l" t="t" r="r" b="b"/>
              <a:pathLst>
                <a:path w="3530" h="2081" extrusionOk="0">
                  <a:moveTo>
                    <a:pt x="347" y="1"/>
                  </a:moveTo>
                  <a:cubicBezTo>
                    <a:pt x="221" y="1"/>
                    <a:pt x="158" y="33"/>
                    <a:pt x="64" y="159"/>
                  </a:cubicBezTo>
                  <a:cubicBezTo>
                    <a:pt x="1" y="222"/>
                    <a:pt x="1" y="348"/>
                    <a:pt x="32" y="474"/>
                  </a:cubicBezTo>
                  <a:lnTo>
                    <a:pt x="568" y="2080"/>
                  </a:lnTo>
                  <a:lnTo>
                    <a:pt x="2931" y="2080"/>
                  </a:lnTo>
                  <a:lnTo>
                    <a:pt x="3498" y="474"/>
                  </a:lnTo>
                  <a:cubicBezTo>
                    <a:pt x="3529" y="348"/>
                    <a:pt x="3498" y="222"/>
                    <a:pt x="3466" y="159"/>
                  </a:cubicBezTo>
                  <a:cubicBezTo>
                    <a:pt x="3340" y="64"/>
                    <a:pt x="3214" y="1"/>
                    <a:pt x="31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82"/>
            <p:cNvSpPr/>
            <p:nvPr/>
          </p:nvSpPr>
          <p:spPr>
            <a:xfrm>
              <a:off x="5056800" y="4032225"/>
              <a:ext cx="104000" cy="226075"/>
            </a:xfrm>
            <a:custGeom>
              <a:avLst/>
              <a:gdLst/>
              <a:ahLst/>
              <a:cxnLst/>
              <a:rect l="l" t="t" r="r" b="b"/>
              <a:pathLst>
                <a:path w="4160" h="9043" extrusionOk="0">
                  <a:moveTo>
                    <a:pt x="977" y="0"/>
                  </a:moveTo>
                  <a:lnTo>
                    <a:pt x="0" y="6553"/>
                  </a:lnTo>
                  <a:cubicBezTo>
                    <a:pt x="0" y="6648"/>
                    <a:pt x="0" y="6742"/>
                    <a:pt x="63" y="6837"/>
                  </a:cubicBezTo>
                  <a:lnTo>
                    <a:pt x="1796" y="8916"/>
                  </a:lnTo>
                  <a:cubicBezTo>
                    <a:pt x="1859" y="9011"/>
                    <a:pt x="1954" y="9042"/>
                    <a:pt x="2080" y="9042"/>
                  </a:cubicBezTo>
                  <a:cubicBezTo>
                    <a:pt x="2174" y="9042"/>
                    <a:pt x="2269" y="9011"/>
                    <a:pt x="2332" y="8916"/>
                  </a:cubicBezTo>
                  <a:lnTo>
                    <a:pt x="4065" y="6837"/>
                  </a:lnTo>
                  <a:cubicBezTo>
                    <a:pt x="4159" y="6742"/>
                    <a:pt x="4159" y="6679"/>
                    <a:pt x="4159" y="6553"/>
                  </a:cubicBezTo>
                  <a:lnTo>
                    <a:pt x="31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5" name="Google Shape;6835;p82"/>
          <p:cNvGrpSpPr/>
          <p:nvPr/>
        </p:nvGrpSpPr>
        <p:grpSpPr>
          <a:xfrm>
            <a:off x="7979062" y="3807660"/>
            <a:ext cx="350995" cy="349133"/>
            <a:chOff x="6168925" y="3936925"/>
            <a:chExt cx="296950" cy="295375"/>
          </a:xfrm>
        </p:grpSpPr>
        <p:sp>
          <p:nvSpPr>
            <p:cNvPr id="6836" name="Google Shape;6836;p82"/>
            <p:cNvSpPr/>
            <p:nvPr/>
          </p:nvSpPr>
          <p:spPr>
            <a:xfrm>
              <a:off x="6220900" y="41645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82"/>
            <p:cNvSpPr/>
            <p:nvPr/>
          </p:nvSpPr>
          <p:spPr>
            <a:xfrm>
              <a:off x="6168925" y="3972375"/>
              <a:ext cx="227650" cy="259925"/>
            </a:xfrm>
            <a:custGeom>
              <a:avLst/>
              <a:gdLst/>
              <a:ahLst/>
              <a:cxnLst/>
              <a:rect l="l" t="t" r="r" b="b"/>
              <a:pathLst>
                <a:path w="9106" h="10397" extrusionOk="0">
                  <a:moveTo>
                    <a:pt x="3115" y="2135"/>
                  </a:moveTo>
                  <a:cubicBezTo>
                    <a:pt x="3206" y="2135"/>
                    <a:pt x="3293" y="2158"/>
                    <a:pt x="3340" y="2205"/>
                  </a:cubicBezTo>
                  <a:cubicBezTo>
                    <a:pt x="3466" y="2331"/>
                    <a:pt x="3466" y="2583"/>
                    <a:pt x="3340" y="2678"/>
                  </a:cubicBezTo>
                  <a:lnTo>
                    <a:pt x="2930" y="3119"/>
                  </a:lnTo>
                  <a:lnTo>
                    <a:pt x="3340" y="3560"/>
                  </a:lnTo>
                  <a:cubicBezTo>
                    <a:pt x="3466" y="3686"/>
                    <a:pt x="3466" y="3907"/>
                    <a:pt x="3340" y="4033"/>
                  </a:cubicBezTo>
                  <a:cubicBezTo>
                    <a:pt x="3293" y="4096"/>
                    <a:pt x="3206" y="4127"/>
                    <a:pt x="3115" y="4127"/>
                  </a:cubicBezTo>
                  <a:cubicBezTo>
                    <a:pt x="3025" y="4127"/>
                    <a:pt x="2930" y="4096"/>
                    <a:pt x="2867" y="4033"/>
                  </a:cubicBezTo>
                  <a:lnTo>
                    <a:pt x="2458" y="3592"/>
                  </a:lnTo>
                  <a:lnTo>
                    <a:pt x="2017" y="4033"/>
                  </a:lnTo>
                  <a:cubicBezTo>
                    <a:pt x="1954" y="4096"/>
                    <a:pt x="1867" y="4127"/>
                    <a:pt x="1780" y="4127"/>
                  </a:cubicBezTo>
                  <a:cubicBezTo>
                    <a:pt x="1694" y="4127"/>
                    <a:pt x="1607" y="4096"/>
                    <a:pt x="1544" y="4033"/>
                  </a:cubicBezTo>
                  <a:cubicBezTo>
                    <a:pt x="1418" y="3907"/>
                    <a:pt x="1418" y="3686"/>
                    <a:pt x="1544" y="3560"/>
                  </a:cubicBezTo>
                  <a:lnTo>
                    <a:pt x="1985" y="3119"/>
                  </a:lnTo>
                  <a:lnTo>
                    <a:pt x="1544" y="2678"/>
                  </a:lnTo>
                  <a:cubicBezTo>
                    <a:pt x="1418" y="2583"/>
                    <a:pt x="1418" y="2331"/>
                    <a:pt x="1544" y="2205"/>
                  </a:cubicBezTo>
                  <a:cubicBezTo>
                    <a:pt x="1591" y="2158"/>
                    <a:pt x="1678" y="2135"/>
                    <a:pt x="1769" y="2135"/>
                  </a:cubicBezTo>
                  <a:cubicBezTo>
                    <a:pt x="1859" y="2135"/>
                    <a:pt x="1954" y="2158"/>
                    <a:pt x="2017" y="2205"/>
                  </a:cubicBezTo>
                  <a:lnTo>
                    <a:pt x="2458" y="2646"/>
                  </a:lnTo>
                  <a:lnTo>
                    <a:pt x="2867" y="2205"/>
                  </a:lnTo>
                  <a:cubicBezTo>
                    <a:pt x="2930" y="2158"/>
                    <a:pt x="3025" y="2135"/>
                    <a:pt x="3115" y="2135"/>
                  </a:cubicBezTo>
                  <a:close/>
                  <a:moveTo>
                    <a:pt x="6727" y="2079"/>
                  </a:moveTo>
                  <a:cubicBezTo>
                    <a:pt x="6813" y="2079"/>
                    <a:pt x="6900" y="2111"/>
                    <a:pt x="6963" y="2174"/>
                  </a:cubicBezTo>
                  <a:lnTo>
                    <a:pt x="7688" y="2898"/>
                  </a:lnTo>
                  <a:cubicBezTo>
                    <a:pt x="7719" y="2993"/>
                    <a:pt x="7719" y="3245"/>
                    <a:pt x="7593" y="3371"/>
                  </a:cubicBezTo>
                  <a:cubicBezTo>
                    <a:pt x="7546" y="3418"/>
                    <a:pt x="7459" y="3442"/>
                    <a:pt x="7369" y="3442"/>
                  </a:cubicBezTo>
                  <a:cubicBezTo>
                    <a:pt x="7278" y="3442"/>
                    <a:pt x="7183" y="3418"/>
                    <a:pt x="7120" y="3371"/>
                  </a:cubicBezTo>
                  <a:lnTo>
                    <a:pt x="7026" y="3245"/>
                  </a:lnTo>
                  <a:lnTo>
                    <a:pt x="7026" y="4505"/>
                  </a:lnTo>
                  <a:cubicBezTo>
                    <a:pt x="7026" y="5104"/>
                    <a:pt x="6553" y="5513"/>
                    <a:pt x="5986" y="5513"/>
                  </a:cubicBezTo>
                  <a:lnTo>
                    <a:pt x="3151" y="5513"/>
                  </a:lnTo>
                  <a:cubicBezTo>
                    <a:pt x="2962" y="5513"/>
                    <a:pt x="2804" y="5671"/>
                    <a:pt x="2804" y="5891"/>
                  </a:cubicBezTo>
                  <a:lnTo>
                    <a:pt x="2804" y="7026"/>
                  </a:lnTo>
                  <a:cubicBezTo>
                    <a:pt x="3182" y="7183"/>
                    <a:pt x="3497" y="7530"/>
                    <a:pt x="3497" y="8002"/>
                  </a:cubicBezTo>
                  <a:cubicBezTo>
                    <a:pt x="3497" y="8601"/>
                    <a:pt x="3025" y="9042"/>
                    <a:pt x="2489" y="9042"/>
                  </a:cubicBezTo>
                  <a:cubicBezTo>
                    <a:pt x="1922" y="9042"/>
                    <a:pt x="1450" y="8569"/>
                    <a:pt x="1450" y="8002"/>
                  </a:cubicBezTo>
                  <a:cubicBezTo>
                    <a:pt x="1450" y="7561"/>
                    <a:pt x="1733" y="7183"/>
                    <a:pt x="2174" y="7026"/>
                  </a:cubicBezTo>
                  <a:lnTo>
                    <a:pt x="2174" y="5891"/>
                  </a:lnTo>
                  <a:cubicBezTo>
                    <a:pt x="2174" y="5293"/>
                    <a:pt x="2647" y="4852"/>
                    <a:pt x="3182" y="4852"/>
                  </a:cubicBezTo>
                  <a:lnTo>
                    <a:pt x="6018" y="4852"/>
                  </a:lnTo>
                  <a:cubicBezTo>
                    <a:pt x="6207" y="4852"/>
                    <a:pt x="6364" y="4694"/>
                    <a:pt x="6364" y="4505"/>
                  </a:cubicBezTo>
                  <a:lnTo>
                    <a:pt x="6364" y="3245"/>
                  </a:lnTo>
                  <a:lnTo>
                    <a:pt x="6270" y="3371"/>
                  </a:lnTo>
                  <a:cubicBezTo>
                    <a:pt x="6207" y="3418"/>
                    <a:pt x="6120" y="3442"/>
                    <a:pt x="6034" y="3442"/>
                  </a:cubicBezTo>
                  <a:cubicBezTo>
                    <a:pt x="5947" y="3442"/>
                    <a:pt x="5860" y="3418"/>
                    <a:pt x="5797" y="3371"/>
                  </a:cubicBezTo>
                  <a:cubicBezTo>
                    <a:pt x="5671" y="3245"/>
                    <a:pt x="5671" y="2993"/>
                    <a:pt x="5797" y="2898"/>
                  </a:cubicBezTo>
                  <a:lnTo>
                    <a:pt x="6490" y="2174"/>
                  </a:lnTo>
                  <a:cubicBezTo>
                    <a:pt x="6553" y="2111"/>
                    <a:pt x="6640" y="2079"/>
                    <a:pt x="6727" y="2079"/>
                  </a:cubicBezTo>
                  <a:close/>
                  <a:moveTo>
                    <a:pt x="7369" y="7057"/>
                  </a:moveTo>
                  <a:cubicBezTo>
                    <a:pt x="7459" y="7057"/>
                    <a:pt x="7546" y="7089"/>
                    <a:pt x="7593" y="7152"/>
                  </a:cubicBezTo>
                  <a:cubicBezTo>
                    <a:pt x="7719" y="7246"/>
                    <a:pt x="7719" y="7498"/>
                    <a:pt x="7593" y="7624"/>
                  </a:cubicBezTo>
                  <a:lnTo>
                    <a:pt x="7183" y="8034"/>
                  </a:lnTo>
                  <a:lnTo>
                    <a:pt x="7593" y="8475"/>
                  </a:lnTo>
                  <a:cubicBezTo>
                    <a:pt x="7719" y="8601"/>
                    <a:pt x="7719" y="8821"/>
                    <a:pt x="7593" y="8947"/>
                  </a:cubicBezTo>
                  <a:cubicBezTo>
                    <a:pt x="7546" y="9010"/>
                    <a:pt x="7459" y="9042"/>
                    <a:pt x="7369" y="9042"/>
                  </a:cubicBezTo>
                  <a:cubicBezTo>
                    <a:pt x="7278" y="9042"/>
                    <a:pt x="7183" y="9010"/>
                    <a:pt x="7120" y="8947"/>
                  </a:cubicBezTo>
                  <a:lnTo>
                    <a:pt x="6711" y="8506"/>
                  </a:lnTo>
                  <a:lnTo>
                    <a:pt x="6270" y="8947"/>
                  </a:lnTo>
                  <a:cubicBezTo>
                    <a:pt x="6207" y="9010"/>
                    <a:pt x="6120" y="9042"/>
                    <a:pt x="6034" y="9042"/>
                  </a:cubicBezTo>
                  <a:cubicBezTo>
                    <a:pt x="5947" y="9042"/>
                    <a:pt x="5860" y="9010"/>
                    <a:pt x="5797" y="8947"/>
                  </a:cubicBezTo>
                  <a:cubicBezTo>
                    <a:pt x="5671" y="8821"/>
                    <a:pt x="5671" y="8601"/>
                    <a:pt x="5797" y="8475"/>
                  </a:cubicBezTo>
                  <a:lnTo>
                    <a:pt x="6207" y="8034"/>
                  </a:lnTo>
                  <a:lnTo>
                    <a:pt x="5797" y="7624"/>
                  </a:lnTo>
                  <a:cubicBezTo>
                    <a:pt x="5671" y="7498"/>
                    <a:pt x="5671" y="7246"/>
                    <a:pt x="5797" y="7152"/>
                  </a:cubicBezTo>
                  <a:cubicBezTo>
                    <a:pt x="5845" y="7089"/>
                    <a:pt x="5931" y="7057"/>
                    <a:pt x="6022" y="7057"/>
                  </a:cubicBezTo>
                  <a:cubicBezTo>
                    <a:pt x="6112" y="7057"/>
                    <a:pt x="6207" y="7089"/>
                    <a:pt x="6270" y="7152"/>
                  </a:cubicBezTo>
                  <a:lnTo>
                    <a:pt x="6711" y="7561"/>
                  </a:lnTo>
                  <a:lnTo>
                    <a:pt x="7120" y="7152"/>
                  </a:lnTo>
                  <a:cubicBezTo>
                    <a:pt x="7183" y="7089"/>
                    <a:pt x="7278" y="7057"/>
                    <a:pt x="7369" y="7057"/>
                  </a:cubicBezTo>
                  <a:close/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9388"/>
                  </a:lnTo>
                  <a:cubicBezTo>
                    <a:pt x="0" y="9987"/>
                    <a:pt x="473" y="10397"/>
                    <a:pt x="1040" y="10397"/>
                  </a:cubicBezTo>
                  <a:lnTo>
                    <a:pt x="8003" y="10397"/>
                  </a:lnTo>
                  <a:cubicBezTo>
                    <a:pt x="8601" y="10397"/>
                    <a:pt x="9011" y="9924"/>
                    <a:pt x="9011" y="9388"/>
                  </a:cubicBezTo>
                  <a:lnTo>
                    <a:pt x="9011" y="1040"/>
                  </a:lnTo>
                  <a:cubicBezTo>
                    <a:pt x="9105" y="473"/>
                    <a:pt x="8633" y="0"/>
                    <a:pt x="8034" y="0"/>
                  </a:cubicBezTo>
                  <a:lnTo>
                    <a:pt x="7341" y="0"/>
                  </a:lnTo>
                  <a:cubicBezTo>
                    <a:pt x="7341" y="756"/>
                    <a:pt x="6711" y="1386"/>
                    <a:pt x="5955" y="1386"/>
                  </a:cubicBezTo>
                  <a:lnTo>
                    <a:pt x="3119" y="1386"/>
                  </a:lnTo>
                  <a:cubicBezTo>
                    <a:pt x="2363" y="1386"/>
                    <a:pt x="1733" y="756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82"/>
            <p:cNvSpPr/>
            <p:nvPr/>
          </p:nvSpPr>
          <p:spPr>
            <a:xfrm>
              <a:off x="6228775" y="3936925"/>
              <a:ext cx="106350" cy="53575"/>
            </a:xfrm>
            <a:custGeom>
              <a:avLst/>
              <a:gdLst/>
              <a:ahLst/>
              <a:cxnLst/>
              <a:rect l="l" t="t" r="r" b="b"/>
              <a:pathLst>
                <a:path w="4254" h="2143" extrusionOk="0">
                  <a:moveTo>
                    <a:pt x="2143" y="0"/>
                  </a:moveTo>
                  <a:cubicBezTo>
                    <a:pt x="1860" y="0"/>
                    <a:pt x="1576" y="221"/>
                    <a:pt x="1450" y="473"/>
                  </a:cubicBezTo>
                  <a:lnTo>
                    <a:pt x="1387" y="725"/>
                  </a:lnTo>
                  <a:lnTo>
                    <a:pt x="725" y="725"/>
                  </a:lnTo>
                  <a:cubicBezTo>
                    <a:pt x="316" y="725"/>
                    <a:pt x="1" y="1040"/>
                    <a:pt x="1" y="1418"/>
                  </a:cubicBezTo>
                  <a:cubicBezTo>
                    <a:pt x="1" y="1828"/>
                    <a:pt x="316" y="2143"/>
                    <a:pt x="725" y="2143"/>
                  </a:cubicBezTo>
                  <a:lnTo>
                    <a:pt x="3561" y="2143"/>
                  </a:lnTo>
                  <a:cubicBezTo>
                    <a:pt x="3939" y="2143"/>
                    <a:pt x="4254" y="1828"/>
                    <a:pt x="4254" y="1418"/>
                  </a:cubicBezTo>
                  <a:cubicBezTo>
                    <a:pt x="4254" y="1040"/>
                    <a:pt x="3939" y="725"/>
                    <a:pt x="3561" y="725"/>
                  </a:cubicBezTo>
                  <a:lnTo>
                    <a:pt x="2868" y="725"/>
                  </a:lnTo>
                  <a:lnTo>
                    <a:pt x="2805" y="473"/>
                  </a:lnTo>
                  <a:cubicBezTo>
                    <a:pt x="2710" y="221"/>
                    <a:pt x="2458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82"/>
            <p:cNvSpPr/>
            <p:nvPr/>
          </p:nvSpPr>
          <p:spPr>
            <a:xfrm>
              <a:off x="6412300" y="4059000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0" y="1"/>
                  </a:moveTo>
                  <a:lnTo>
                    <a:pt x="0" y="4222"/>
                  </a:lnTo>
                  <a:lnTo>
                    <a:pt x="32" y="4222"/>
                  </a:lnTo>
                  <a:cubicBezTo>
                    <a:pt x="315" y="4002"/>
                    <a:pt x="662" y="3876"/>
                    <a:pt x="1072" y="3876"/>
                  </a:cubicBezTo>
                  <a:cubicBezTo>
                    <a:pt x="1450" y="3876"/>
                    <a:pt x="1796" y="4002"/>
                    <a:pt x="2080" y="4222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82"/>
            <p:cNvSpPr/>
            <p:nvPr/>
          </p:nvSpPr>
          <p:spPr>
            <a:xfrm>
              <a:off x="6413875" y="4007025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2080" y="1386"/>
                  </a:lnTo>
                  <a:lnTo>
                    <a:pt x="2080" y="1040"/>
                  </a:ln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82"/>
            <p:cNvSpPr/>
            <p:nvPr/>
          </p:nvSpPr>
          <p:spPr>
            <a:xfrm>
              <a:off x="6417800" y="4173200"/>
              <a:ext cx="43350" cy="43350"/>
            </a:xfrm>
            <a:custGeom>
              <a:avLst/>
              <a:gdLst/>
              <a:ahLst/>
              <a:cxnLst/>
              <a:rect l="l" t="t" r="r" b="b"/>
              <a:pathLst>
                <a:path w="1734" h="1734" extrusionOk="0">
                  <a:moveTo>
                    <a:pt x="883" y="1"/>
                  </a:moveTo>
                  <a:cubicBezTo>
                    <a:pt x="537" y="1"/>
                    <a:pt x="190" y="221"/>
                    <a:pt x="1" y="442"/>
                  </a:cubicBezTo>
                  <a:lnTo>
                    <a:pt x="568" y="1545"/>
                  </a:lnTo>
                  <a:cubicBezTo>
                    <a:pt x="600" y="1671"/>
                    <a:pt x="757" y="1734"/>
                    <a:pt x="883" y="1734"/>
                  </a:cubicBezTo>
                  <a:cubicBezTo>
                    <a:pt x="978" y="1734"/>
                    <a:pt x="1104" y="1671"/>
                    <a:pt x="1198" y="1545"/>
                  </a:cubicBezTo>
                  <a:lnTo>
                    <a:pt x="1734" y="442"/>
                  </a:lnTo>
                  <a:cubicBezTo>
                    <a:pt x="1545" y="158"/>
                    <a:pt x="1230" y="1"/>
                    <a:pt x="8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2" name="Google Shape;6842;p82"/>
          <p:cNvGrpSpPr/>
          <p:nvPr/>
        </p:nvGrpSpPr>
        <p:grpSpPr>
          <a:xfrm>
            <a:off x="6192756" y="1531845"/>
            <a:ext cx="348188" cy="349133"/>
            <a:chOff x="1674750" y="3254050"/>
            <a:chExt cx="294575" cy="295375"/>
          </a:xfrm>
        </p:grpSpPr>
        <p:sp>
          <p:nvSpPr>
            <p:cNvPr id="6843" name="Google Shape;6843;p82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82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82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6" name="Google Shape;6846;p82"/>
          <p:cNvGrpSpPr/>
          <p:nvPr/>
        </p:nvGrpSpPr>
        <p:grpSpPr>
          <a:xfrm>
            <a:off x="6207177" y="1972435"/>
            <a:ext cx="319347" cy="349133"/>
            <a:chOff x="1687350" y="3618725"/>
            <a:chExt cx="270175" cy="295375"/>
          </a:xfrm>
        </p:grpSpPr>
        <p:sp>
          <p:nvSpPr>
            <p:cNvPr id="6847" name="Google Shape;6847;p82"/>
            <p:cNvSpPr/>
            <p:nvPr/>
          </p:nvSpPr>
          <p:spPr>
            <a:xfrm>
              <a:off x="1829900" y="3808550"/>
              <a:ext cx="18150" cy="35450"/>
            </a:xfrm>
            <a:custGeom>
              <a:avLst/>
              <a:gdLst/>
              <a:ahLst/>
              <a:cxnLst/>
              <a:rect l="l" t="t" r="r" b="b"/>
              <a:pathLst>
                <a:path w="726" h="1418" extrusionOk="0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6848;p82"/>
            <p:cNvSpPr/>
            <p:nvPr/>
          </p:nvSpPr>
          <p:spPr>
            <a:xfrm>
              <a:off x="1795250" y="37557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6849;p82"/>
            <p:cNvSpPr/>
            <p:nvPr/>
          </p:nvSpPr>
          <p:spPr>
            <a:xfrm>
              <a:off x="1687350" y="3618725"/>
              <a:ext cx="270175" cy="295375"/>
            </a:xfrm>
            <a:custGeom>
              <a:avLst/>
              <a:gdLst/>
              <a:ahLst/>
              <a:cxnLst/>
              <a:rect l="l" t="t" r="r" b="b"/>
              <a:pathLst>
                <a:path w="10807" h="11815" extrusionOk="0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50" name="Google Shape;6850;p82"/>
          <p:cNvGrpSpPr/>
          <p:nvPr/>
        </p:nvGrpSpPr>
        <p:grpSpPr>
          <a:xfrm>
            <a:off x="6190880" y="2418916"/>
            <a:ext cx="351940" cy="349133"/>
            <a:chOff x="1672375" y="3982600"/>
            <a:chExt cx="297750" cy="295375"/>
          </a:xfrm>
        </p:grpSpPr>
        <p:sp>
          <p:nvSpPr>
            <p:cNvPr id="6851" name="Google Shape;6851;p82"/>
            <p:cNvSpPr/>
            <p:nvPr/>
          </p:nvSpPr>
          <p:spPr>
            <a:xfrm>
              <a:off x="1796825" y="39826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6852;p82"/>
            <p:cNvSpPr/>
            <p:nvPr/>
          </p:nvSpPr>
          <p:spPr>
            <a:xfrm>
              <a:off x="1672375" y="4092075"/>
              <a:ext cx="297750" cy="185900"/>
            </a:xfrm>
            <a:custGeom>
              <a:avLst/>
              <a:gdLst/>
              <a:ahLst/>
              <a:cxnLst/>
              <a:rect l="l" t="t" r="r" b="b"/>
              <a:pathLst>
                <a:path w="11910" h="7436" extrusionOk="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6853;p82"/>
            <p:cNvSpPr/>
            <p:nvPr/>
          </p:nvSpPr>
          <p:spPr>
            <a:xfrm>
              <a:off x="1778700" y="4051125"/>
              <a:ext cx="86675" cy="69325"/>
            </a:xfrm>
            <a:custGeom>
              <a:avLst/>
              <a:gdLst/>
              <a:ahLst/>
              <a:cxnLst/>
              <a:rect l="l" t="t" r="r" b="b"/>
              <a:pathLst>
                <a:path w="3467" h="2773" extrusionOk="0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54" name="Google Shape;6854;p82"/>
          <p:cNvGrpSpPr/>
          <p:nvPr/>
        </p:nvGrpSpPr>
        <p:grpSpPr>
          <a:xfrm>
            <a:off x="4882872" y="2883111"/>
            <a:ext cx="350079" cy="350079"/>
            <a:chOff x="3497300" y="3227275"/>
            <a:chExt cx="296175" cy="296175"/>
          </a:xfrm>
        </p:grpSpPr>
        <p:sp>
          <p:nvSpPr>
            <p:cNvPr id="6855" name="Google Shape;6855;p82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6856;p82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6857;p82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6858;p82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6859;p82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6860;p82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6861;p82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6862;p82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3" name="Google Shape;6863;p82"/>
          <p:cNvGrpSpPr/>
          <p:nvPr/>
        </p:nvGrpSpPr>
        <p:grpSpPr>
          <a:xfrm>
            <a:off x="4883345" y="3332506"/>
            <a:ext cx="349133" cy="347272"/>
            <a:chOff x="3497300" y="3591950"/>
            <a:chExt cx="295375" cy="293800"/>
          </a:xfrm>
        </p:grpSpPr>
        <p:sp>
          <p:nvSpPr>
            <p:cNvPr id="6864" name="Google Shape;6864;p82"/>
            <p:cNvSpPr/>
            <p:nvPr/>
          </p:nvSpPr>
          <p:spPr>
            <a:xfrm>
              <a:off x="3628825" y="3724275"/>
              <a:ext cx="18150" cy="16550"/>
            </a:xfrm>
            <a:custGeom>
              <a:avLst/>
              <a:gdLst/>
              <a:ahLst/>
              <a:cxnLst/>
              <a:rect l="l" t="t" r="r" b="b"/>
              <a:pathLst>
                <a:path w="726" h="662" extrusionOk="0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6865;p82"/>
            <p:cNvSpPr/>
            <p:nvPr/>
          </p:nvSpPr>
          <p:spPr>
            <a:xfrm>
              <a:off x="3590250" y="3689400"/>
              <a:ext cx="94525" cy="86675"/>
            </a:xfrm>
            <a:custGeom>
              <a:avLst/>
              <a:gdLst/>
              <a:ahLst/>
              <a:cxnLst/>
              <a:rect l="l" t="t" r="r" b="b"/>
              <a:pathLst>
                <a:path w="3781" h="3467" extrusionOk="0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6866;p82"/>
            <p:cNvSpPr/>
            <p:nvPr/>
          </p:nvSpPr>
          <p:spPr>
            <a:xfrm>
              <a:off x="3674525" y="3601400"/>
              <a:ext cx="118150" cy="118950"/>
            </a:xfrm>
            <a:custGeom>
              <a:avLst/>
              <a:gdLst/>
              <a:ahLst/>
              <a:cxnLst/>
              <a:rect l="l" t="t" r="r" b="b"/>
              <a:pathLst>
                <a:path w="4726" h="4758" extrusionOk="0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6867;p82"/>
            <p:cNvSpPr/>
            <p:nvPr/>
          </p:nvSpPr>
          <p:spPr>
            <a:xfrm>
              <a:off x="3631200" y="3774675"/>
              <a:ext cx="103200" cy="102400"/>
            </a:xfrm>
            <a:custGeom>
              <a:avLst/>
              <a:gdLst/>
              <a:ahLst/>
              <a:cxnLst/>
              <a:rect l="l" t="t" r="r" b="b"/>
              <a:pathLst>
                <a:path w="4128" h="4096" extrusionOk="0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6868;p82"/>
            <p:cNvSpPr/>
            <p:nvPr/>
          </p:nvSpPr>
          <p:spPr>
            <a:xfrm>
              <a:off x="3691850" y="3726625"/>
              <a:ext cx="89800" cy="89050"/>
            </a:xfrm>
            <a:custGeom>
              <a:avLst/>
              <a:gdLst/>
              <a:ahLst/>
              <a:cxnLst/>
              <a:rect l="l" t="t" r="r" b="b"/>
              <a:pathLst>
                <a:path w="3592" h="3562" extrusionOk="0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6869;p82"/>
            <p:cNvSpPr/>
            <p:nvPr/>
          </p:nvSpPr>
          <p:spPr>
            <a:xfrm>
              <a:off x="3505175" y="3767575"/>
              <a:ext cx="120525" cy="118175"/>
            </a:xfrm>
            <a:custGeom>
              <a:avLst/>
              <a:gdLst/>
              <a:ahLst/>
              <a:cxnLst/>
              <a:rect l="l" t="t" r="r" b="b"/>
              <a:pathLst>
                <a:path w="4821" h="4727" extrusionOk="0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6870;p82"/>
            <p:cNvSpPr/>
            <p:nvPr/>
          </p:nvSpPr>
          <p:spPr>
            <a:xfrm>
              <a:off x="3631200" y="3591950"/>
              <a:ext cx="104000" cy="84300"/>
            </a:xfrm>
            <a:custGeom>
              <a:avLst/>
              <a:gdLst/>
              <a:ahLst/>
              <a:cxnLst/>
              <a:rect l="l" t="t" r="r" b="b"/>
              <a:pathLst>
                <a:path w="4160" h="3372" extrusionOk="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82"/>
            <p:cNvSpPr/>
            <p:nvPr/>
          </p:nvSpPr>
          <p:spPr>
            <a:xfrm>
              <a:off x="3497300" y="3721900"/>
              <a:ext cx="84300" cy="107150"/>
            </a:xfrm>
            <a:custGeom>
              <a:avLst/>
              <a:gdLst/>
              <a:ahLst/>
              <a:cxnLst/>
              <a:rect l="l" t="t" r="r" b="b"/>
              <a:pathLst>
                <a:path w="3372" h="4286" extrusionOk="0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2" name="Google Shape;6872;p82"/>
          <p:cNvGrpSpPr/>
          <p:nvPr/>
        </p:nvGrpSpPr>
        <p:grpSpPr>
          <a:xfrm>
            <a:off x="4883345" y="3807644"/>
            <a:ext cx="349133" cy="349163"/>
            <a:chOff x="3497300" y="3955025"/>
            <a:chExt cx="295375" cy="295400"/>
          </a:xfrm>
        </p:grpSpPr>
        <p:sp>
          <p:nvSpPr>
            <p:cNvPr id="6873" name="Google Shape;6873;p82"/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4" name="Google Shape;6874;p82"/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5" name="Google Shape;6875;p82"/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6" name="Google Shape;6876;p82"/>
          <p:cNvGrpSpPr/>
          <p:nvPr/>
        </p:nvGrpSpPr>
        <p:grpSpPr>
          <a:xfrm>
            <a:off x="7107917" y="2883835"/>
            <a:ext cx="327739" cy="348631"/>
            <a:chOff x="5364750" y="3235150"/>
            <a:chExt cx="277275" cy="294950"/>
          </a:xfrm>
        </p:grpSpPr>
        <p:sp>
          <p:nvSpPr>
            <p:cNvPr id="6877" name="Google Shape;6877;p82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8" name="Google Shape;6878;p82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9" name="Google Shape;6879;p82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0" name="Google Shape;6880;p82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1" name="Google Shape;6881;p82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2" name="Google Shape;6882;p82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3" name="Google Shape;6883;p82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4" name="Google Shape;6884;p82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5" name="Google Shape;6885;p82"/>
          <p:cNvGrpSpPr/>
          <p:nvPr/>
        </p:nvGrpSpPr>
        <p:grpSpPr>
          <a:xfrm>
            <a:off x="7096274" y="3330171"/>
            <a:ext cx="351024" cy="351940"/>
            <a:chOff x="5355300" y="3598250"/>
            <a:chExt cx="296975" cy="297750"/>
          </a:xfrm>
        </p:grpSpPr>
        <p:sp>
          <p:nvSpPr>
            <p:cNvPr id="6886" name="Google Shape;6886;p82"/>
            <p:cNvSpPr/>
            <p:nvPr/>
          </p:nvSpPr>
          <p:spPr>
            <a:xfrm>
              <a:off x="5355300" y="3703000"/>
              <a:ext cx="35475" cy="191425"/>
            </a:xfrm>
            <a:custGeom>
              <a:avLst/>
              <a:gdLst/>
              <a:ahLst/>
              <a:cxnLst/>
              <a:rect l="l" t="t" r="r" b="b"/>
              <a:pathLst>
                <a:path w="1419" h="7657" extrusionOk="0">
                  <a:moveTo>
                    <a:pt x="410" y="0"/>
                  </a:moveTo>
                  <a:cubicBezTo>
                    <a:pt x="221" y="0"/>
                    <a:pt x="64" y="158"/>
                    <a:pt x="64" y="347"/>
                  </a:cubicBezTo>
                  <a:cubicBezTo>
                    <a:pt x="1" y="2867"/>
                    <a:pt x="1" y="4789"/>
                    <a:pt x="1" y="7310"/>
                  </a:cubicBezTo>
                  <a:cubicBezTo>
                    <a:pt x="1" y="7530"/>
                    <a:pt x="158" y="7656"/>
                    <a:pt x="379" y="7656"/>
                  </a:cubicBezTo>
                  <a:cubicBezTo>
                    <a:pt x="568" y="7656"/>
                    <a:pt x="725" y="7530"/>
                    <a:pt x="725" y="7310"/>
                  </a:cubicBezTo>
                  <a:lnTo>
                    <a:pt x="725" y="1355"/>
                  </a:lnTo>
                  <a:lnTo>
                    <a:pt x="1418" y="1355"/>
                  </a:lnTo>
                  <a:lnTo>
                    <a:pt x="14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82"/>
            <p:cNvSpPr/>
            <p:nvPr/>
          </p:nvSpPr>
          <p:spPr>
            <a:xfrm>
              <a:off x="5389175" y="3773100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2080" y="0"/>
                  </a:moveTo>
                  <a:lnTo>
                    <a:pt x="2080" y="693"/>
                  </a:lnTo>
                  <a:lnTo>
                    <a:pt x="1733" y="693"/>
                  </a:lnTo>
                  <a:cubicBezTo>
                    <a:pt x="788" y="693"/>
                    <a:pt x="0" y="1481"/>
                    <a:pt x="0" y="2458"/>
                  </a:cubicBezTo>
                  <a:cubicBezTo>
                    <a:pt x="0" y="2678"/>
                    <a:pt x="158" y="2836"/>
                    <a:pt x="347" y="2836"/>
                  </a:cubicBezTo>
                  <a:lnTo>
                    <a:pt x="2080" y="2836"/>
                  </a:lnTo>
                  <a:lnTo>
                    <a:pt x="2080" y="3529"/>
                  </a:lnTo>
                  <a:lnTo>
                    <a:pt x="1072" y="3529"/>
                  </a:lnTo>
                  <a:cubicBezTo>
                    <a:pt x="473" y="3529"/>
                    <a:pt x="32" y="4001"/>
                    <a:pt x="32" y="4569"/>
                  </a:cubicBezTo>
                  <a:cubicBezTo>
                    <a:pt x="32" y="4758"/>
                    <a:pt x="189" y="4915"/>
                    <a:pt x="410" y="4915"/>
                  </a:cubicBezTo>
                  <a:cubicBezTo>
                    <a:pt x="599" y="4915"/>
                    <a:pt x="757" y="4758"/>
                    <a:pt x="757" y="4569"/>
                  </a:cubicBezTo>
                  <a:cubicBezTo>
                    <a:pt x="757" y="4348"/>
                    <a:pt x="914" y="4190"/>
                    <a:pt x="1103" y="4190"/>
                  </a:cubicBezTo>
                  <a:lnTo>
                    <a:pt x="2143" y="4190"/>
                  </a:lnTo>
                  <a:lnTo>
                    <a:pt x="2143" y="4569"/>
                  </a:lnTo>
                  <a:cubicBezTo>
                    <a:pt x="2143" y="4758"/>
                    <a:pt x="2300" y="4915"/>
                    <a:pt x="2489" y="4915"/>
                  </a:cubicBezTo>
                  <a:cubicBezTo>
                    <a:pt x="2678" y="4915"/>
                    <a:pt x="2836" y="4758"/>
                    <a:pt x="2836" y="4569"/>
                  </a:cubicBezTo>
                  <a:lnTo>
                    <a:pt x="2836" y="4190"/>
                  </a:lnTo>
                  <a:lnTo>
                    <a:pt x="3876" y="4190"/>
                  </a:lnTo>
                  <a:cubicBezTo>
                    <a:pt x="4065" y="4190"/>
                    <a:pt x="4222" y="4348"/>
                    <a:pt x="4222" y="4569"/>
                  </a:cubicBezTo>
                  <a:cubicBezTo>
                    <a:pt x="4222" y="4758"/>
                    <a:pt x="4380" y="4915"/>
                    <a:pt x="4569" y="4915"/>
                  </a:cubicBezTo>
                  <a:cubicBezTo>
                    <a:pt x="4758" y="4915"/>
                    <a:pt x="4915" y="4758"/>
                    <a:pt x="4915" y="4569"/>
                  </a:cubicBezTo>
                  <a:cubicBezTo>
                    <a:pt x="4915" y="3970"/>
                    <a:pt x="4443" y="3529"/>
                    <a:pt x="3907" y="3529"/>
                  </a:cubicBezTo>
                  <a:lnTo>
                    <a:pt x="2867" y="3529"/>
                  </a:lnTo>
                  <a:lnTo>
                    <a:pt x="2867" y="2836"/>
                  </a:lnTo>
                  <a:lnTo>
                    <a:pt x="4537" y="2836"/>
                  </a:lnTo>
                  <a:lnTo>
                    <a:pt x="4537" y="2773"/>
                  </a:lnTo>
                  <a:cubicBezTo>
                    <a:pt x="4726" y="2773"/>
                    <a:pt x="4884" y="2615"/>
                    <a:pt x="4884" y="2426"/>
                  </a:cubicBezTo>
                  <a:cubicBezTo>
                    <a:pt x="4884" y="1481"/>
                    <a:pt x="4096" y="662"/>
                    <a:pt x="3151" y="662"/>
                  </a:cubicBezTo>
                  <a:lnTo>
                    <a:pt x="2804" y="662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82"/>
            <p:cNvSpPr/>
            <p:nvPr/>
          </p:nvSpPr>
          <p:spPr>
            <a:xfrm>
              <a:off x="5527800" y="3598250"/>
              <a:ext cx="105550" cy="35450"/>
            </a:xfrm>
            <a:custGeom>
              <a:avLst/>
              <a:gdLst/>
              <a:ahLst/>
              <a:cxnLst/>
              <a:rect l="l" t="t" r="r" b="b"/>
              <a:pathLst>
                <a:path w="4222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63" y="1103"/>
                    <a:pt x="378" y="1418"/>
                    <a:pt x="725" y="1418"/>
                  </a:cubicBezTo>
                  <a:lnTo>
                    <a:pt x="3875" y="1418"/>
                  </a:lnTo>
                  <a:cubicBezTo>
                    <a:pt x="4064" y="1418"/>
                    <a:pt x="4222" y="1260"/>
                    <a:pt x="4222" y="1071"/>
                  </a:cubicBezTo>
                  <a:lnTo>
                    <a:pt x="4222" y="378"/>
                  </a:lnTo>
                  <a:cubicBezTo>
                    <a:pt x="4222" y="158"/>
                    <a:pt x="4064" y="0"/>
                    <a:pt x="387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6889;p82"/>
            <p:cNvSpPr/>
            <p:nvPr/>
          </p:nvSpPr>
          <p:spPr>
            <a:xfrm>
              <a:off x="5545900" y="3651800"/>
              <a:ext cx="104800" cy="35475"/>
            </a:xfrm>
            <a:custGeom>
              <a:avLst/>
              <a:gdLst/>
              <a:ahLst/>
              <a:cxnLst/>
              <a:rect l="l" t="t" r="r" b="b"/>
              <a:pathLst>
                <a:path w="4192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3845" y="1418"/>
                  </a:lnTo>
                  <a:cubicBezTo>
                    <a:pt x="4065" y="1418"/>
                    <a:pt x="4191" y="1261"/>
                    <a:pt x="4191" y="1072"/>
                  </a:cubicBezTo>
                  <a:lnTo>
                    <a:pt x="4191" y="347"/>
                  </a:lnTo>
                  <a:cubicBezTo>
                    <a:pt x="4191" y="158"/>
                    <a:pt x="4065" y="1"/>
                    <a:pt x="38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0" name="Google Shape;6890;p82"/>
            <p:cNvSpPr/>
            <p:nvPr/>
          </p:nvSpPr>
          <p:spPr>
            <a:xfrm>
              <a:off x="5529375" y="3754975"/>
              <a:ext cx="122100" cy="35475"/>
            </a:xfrm>
            <a:custGeom>
              <a:avLst/>
              <a:gdLst/>
              <a:ahLst/>
              <a:cxnLst/>
              <a:rect l="l" t="t" r="r" b="b"/>
              <a:pathLst>
                <a:path w="4884" h="1419" extrusionOk="0">
                  <a:moveTo>
                    <a:pt x="0" y="1"/>
                  </a:moveTo>
                  <a:lnTo>
                    <a:pt x="0" y="1418"/>
                  </a:lnTo>
                  <a:lnTo>
                    <a:pt x="4884" y="1418"/>
                  </a:lnTo>
                  <a:lnTo>
                    <a:pt x="4884" y="1"/>
                  </a:lnTo>
                  <a:lnTo>
                    <a:pt x="2773" y="1"/>
                  </a:lnTo>
                  <a:lnTo>
                    <a:pt x="2773" y="347"/>
                  </a:lnTo>
                  <a:cubicBezTo>
                    <a:pt x="2773" y="568"/>
                    <a:pt x="2615" y="725"/>
                    <a:pt x="2426" y="725"/>
                  </a:cubicBezTo>
                  <a:cubicBezTo>
                    <a:pt x="2237" y="725"/>
                    <a:pt x="2080" y="568"/>
                    <a:pt x="2080" y="347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6891;p82"/>
            <p:cNvSpPr/>
            <p:nvPr/>
          </p:nvSpPr>
          <p:spPr>
            <a:xfrm>
              <a:off x="5511250" y="3703000"/>
              <a:ext cx="140225" cy="33900"/>
            </a:xfrm>
            <a:custGeom>
              <a:avLst/>
              <a:gdLst/>
              <a:ahLst/>
              <a:cxnLst/>
              <a:rect l="l" t="t" r="r" b="b"/>
              <a:pathLst>
                <a:path w="5609" h="1356" extrusionOk="0">
                  <a:moveTo>
                    <a:pt x="1" y="0"/>
                  </a:moveTo>
                  <a:lnTo>
                    <a:pt x="1" y="1355"/>
                  </a:lnTo>
                  <a:lnTo>
                    <a:pt x="5609" y="1355"/>
                  </a:lnTo>
                  <a:lnTo>
                    <a:pt x="5609" y="347"/>
                  </a:lnTo>
                  <a:cubicBezTo>
                    <a:pt x="5577" y="158"/>
                    <a:pt x="5451" y="0"/>
                    <a:pt x="52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82"/>
            <p:cNvSpPr/>
            <p:nvPr/>
          </p:nvSpPr>
          <p:spPr>
            <a:xfrm>
              <a:off x="5529375" y="3808550"/>
              <a:ext cx="122900" cy="87450"/>
            </a:xfrm>
            <a:custGeom>
              <a:avLst/>
              <a:gdLst/>
              <a:ahLst/>
              <a:cxnLst/>
              <a:rect l="l" t="t" r="r" b="b"/>
              <a:pathLst>
                <a:path w="4916" h="3498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1418"/>
                  </a:lnTo>
                  <a:lnTo>
                    <a:pt x="4190" y="1418"/>
                  </a:lnTo>
                  <a:lnTo>
                    <a:pt x="4190" y="3151"/>
                  </a:lnTo>
                  <a:cubicBezTo>
                    <a:pt x="4190" y="3340"/>
                    <a:pt x="4348" y="3497"/>
                    <a:pt x="4569" y="3497"/>
                  </a:cubicBezTo>
                  <a:cubicBezTo>
                    <a:pt x="4758" y="3497"/>
                    <a:pt x="4915" y="3340"/>
                    <a:pt x="4915" y="3151"/>
                  </a:cubicBezTo>
                  <a:lnTo>
                    <a:pt x="4915" y="0"/>
                  </a:lnTo>
                  <a:lnTo>
                    <a:pt x="2773" y="0"/>
                  </a:lnTo>
                  <a:lnTo>
                    <a:pt x="2773" y="347"/>
                  </a:lnTo>
                  <a:cubicBezTo>
                    <a:pt x="2773" y="536"/>
                    <a:pt x="2615" y="693"/>
                    <a:pt x="2426" y="693"/>
                  </a:cubicBezTo>
                  <a:cubicBezTo>
                    <a:pt x="2237" y="693"/>
                    <a:pt x="2080" y="536"/>
                    <a:pt x="2080" y="347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82"/>
            <p:cNvSpPr/>
            <p:nvPr/>
          </p:nvSpPr>
          <p:spPr>
            <a:xfrm>
              <a:off x="5408075" y="3651025"/>
              <a:ext cx="86675" cy="103975"/>
            </a:xfrm>
            <a:custGeom>
              <a:avLst/>
              <a:gdLst/>
              <a:ahLst/>
              <a:cxnLst/>
              <a:rect l="l" t="t" r="r" b="b"/>
              <a:pathLst>
                <a:path w="3467" h="4159" extrusionOk="0">
                  <a:moveTo>
                    <a:pt x="1733" y="0"/>
                  </a:moveTo>
                  <a:cubicBezTo>
                    <a:pt x="788" y="0"/>
                    <a:pt x="1" y="788"/>
                    <a:pt x="1" y="1733"/>
                  </a:cubicBezTo>
                  <a:lnTo>
                    <a:pt x="1" y="3812"/>
                  </a:lnTo>
                  <a:cubicBezTo>
                    <a:pt x="1" y="4001"/>
                    <a:pt x="158" y="4159"/>
                    <a:pt x="347" y="4159"/>
                  </a:cubicBezTo>
                  <a:lnTo>
                    <a:pt x="3120" y="4159"/>
                  </a:lnTo>
                  <a:cubicBezTo>
                    <a:pt x="3309" y="4159"/>
                    <a:pt x="3466" y="4001"/>
                    <a:pt x="3466" y="3812"/>
                  </a:cubicBez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4" name="Google Shape;6894;p82"/>
          <p:cNvGrpSpPr/>
          <p:nvPr/>
        </p:nvGrpSpPr>
        <p:grpSpPr>
          <a:xfrm>
            <a:off x="7100470" y="3869093"/>
            <a:ext cx="342632" cy="226264"/>
            <a:chOff x="5358450" y="4015675"/>
            <a:chExt cx="289875" cy="191425"/>
          </a:xfrm>
        </p:grpSpPr>
        <p:sp>
          <p:nvSpPr>
            <p:cNvPr id="6895" name="Google Shape;6895;p82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82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82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82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9" name="Google Shape;6899;p82"/>
          <p:cNvGrpSpPr/>
          <p:nvPr/>
        </p:nvGrpSpPr>
        <p:grpSpPr>
          <a:xfrm>
            <a:off x="6226953" y="4251624"/>
            <a:ext cx="351024" cy="325464"/>
            <a:chOff x="6543825" y="3202075"/>
            <a:chExt cx="296975" cy="275350"/>
          </a:xfrm>
        </p:grpSpPr>
        <p:sp>
          <p:nvSpPr>
            <p:cNvPr id="6900" name="Google Shape;6900;p82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82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82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82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82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82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82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7" name="Google Shape;6907;p82"/>
          <p:cNvGrpSpPr/>
          <p:nvPr/>
        </p:nvGrpSpPr>
        <p:grpSpPr>
          <a:xfrm>
            <a:off x="6633934" y="1531372"/>
            <a:ext cx="350079" cy="350079"/>
            <a:chOff x="2037825" y="3254050"/>
            <a:chExt cx="296175" cy="296175"/>
          </a:xfrm>
        </p:grpSpPr>
        <p:sp>
          <p:nvSpPr>
            <p:cNvPr id="6908" name="Google Shape;6908;p82"/>
            <p:cNvSpPr/>
            <p:nvPr/>
          </p:nvSpPr>
          <p:spPr>
            <a:xfrm>
              <a:off x="2063825" y="3254050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6909;p82"/>
            <p:cNvSpPr/>
            <p:nvPr/>
          </p:nvSpPr>
          <p:spPr>
            <a:xfrm>
              <a:off x="2178025" y="3289500"/>
              <a:ext cx="104000" cy="67950"/>
            </a:xfrm>
            <a:custGeom>
              <a:avLst/>
              <a:gdLst/>
              <a:ahLst/>
              <a:cxnLst/>
              <a:rect l="l" t="t" r="r" b="b"/>
              <a:pathLst>
                <a:path w="4160" h="27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6910;p82"/>
            <p:cNvSpPr/>
            <p:nvPr/>
          </p:nvSpPr>
          <p:spPr>
            <a:xfrm>
              <a:off x="2070125" y="3444225"/>
              <a:ext cx="106350" cy="69075"/>
            </a:xfrm>
            <a:custGeom>
              <a:avLst/>
              <a:gdLst/>
              <a:ahLst/>
              <a:cxnLst/>
              <a:rect l="l" t="t" r="r" b="b"/>
              <a:pathLst>
                <a:path w="4254" h="2763" extrusionOk="0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6911;p82"/>
            <p:cNvSpPr/>
            <p:nvPr/>
          </p:nvSpPr>
          <p:spPr>
            <a:xfrm>
              <a:off x="2219775" y="3375350"/>
              <a:ext cx="89025" cy="85875"/>
            </a:xfrm>
            <a:custGeom>
              <a:avLst/>
              <a:gdLst/>
              <a:ahLst/>
              <a:cxnLst/>
              <a:rect l="l" t="t" r="r" b="b"/>
              <a:pathLst>
                <a:path w="3561" h="3435" extrusionOk="0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82"/>
            <p:cNvSpPr/>
            <p:nvPr/>
          </p:nvSpPr>
          <p:spPr>
            <a:xfrm>
              <a:off x="2037825" y="3339125"/>
              <a:ext cx="138650" cy="88225"/>
            </a:xfrm>
            <a:custGeom>
              <a:avLst/>
              <a:gdLst/>
              <a:ahLst/>
              <a:cxnLst/>
              <a:rect l="l" t="t" r="r" b="b"/>
              <a:pathLst>
                <a:path w="5546" h="3529" extrusionOk="0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82"/>
            <p:cNvSpPr/>
            <p:nvPr/>
          </p:nvSpPr>
          <p:spPr>
            <a:xfrm>
              <a:off x="2193775" y="3460400"/>
              <a:ext cx="140225" cy="89825"/>
            </a:xfrm>
            <a:custGeom>
              <a:avLst/>
              <a:gdLst/>
              <a:ahLst/>
              <a:cxnLst/>
              <a:rect l="l" t="t" r="r" b="b"/>
              <a:pathLst>
                <a:path w="5609" h="3593" extrusionOk="0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4" name="Google Shape;6914;p82"/>
          <p:cNvGrpSpPr/>
          <p:nvPr/>
        </p:nvGrpSpPr>
        <p:grpSpPr>
          <a:xfrm>
            <a:off x="6632072" y="1972539"/>
            <a:ext cx="353802" cy="348926"/>
            <a:chOff x="2034675" y="3617925"/>
            <a:chExt cx="299325" cy="295200"/>
          </a:xfrm>
        </p:grpSpPr>
        <p:sp>
          <p:nvSpPr>
            <p:cNvPr id="6915" name="Google Shape;6915;p82"/>
            <p:cNvSpPr/>
            <p:nvPr/>
          </p:nvSpPr>
          <p:spPr>
            <a:xfrm>
              <a:off x="2195350" y="372190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lnTo>
                    <a:pt x="2773" y="1355"/>
                  </a:ln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82"/>
            <p:cNvSpPr/>
            <p:nvPr/>
          </p:nvSpPr>
          <p:spPr>
            <a:xfrm>
              <a:off x="2211900" y="3669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82"/>
            <p:cNvSpPr/>
            <p:nvPr/>
          </p:nvSpPr>
          <p:spPr>
            <a:xfrm>
              <a:off x="2125250" y="3617925"/>
              <a:ext cx="208750" cy="208750"/>
            </a:xfrm>
            <a:custGeom>
              <a:avLst/>
              <a:gdLst/>
              <a:ahLst/>
              <a:cxnLst/>
              <a:rect l="l" t="t" r="r" b="b"/>
              <a:pathLst>
                <a:path w="8350" h="8350" extrusionOk="0">
                  <a:moveTo>
                    <a:pt x="4128" y="1387"/>
                  </a:moveTo>
                  <a:cubicBezTo>
                    <a:pt x="4884" y="1387"/>
                    <a:pt x="5514" y="2017"/>
                    <a:pt x="5514" y="2773"/>
                  </a:cubicBezTo>
                  <a:cubicBezTo>
                    <a:pt x="5514" y="3120"/>
                    <a:pt x="5357" y="3466"/>
                    <a:pt x="5136" y="3718"/>
                  </a:cubicBezTo>
                  <a:cubicBezTo>
                    <a:pt x="5766" y="4065"/>
                    <a:pt x="6176" y="4727"/>
                    <a:pt x="6176" y="5514"/>
                  </a:cubicBezTo>
                  <a:lnTo>
                    <a:pt x="6176" y="5892"/>
                  </a:lnTo>
                  <a:lnTo>
                    <a:pt x="6270" y="5892"/>
                  </a:lnTo>
                  <a:cubicBezTo>
                    <a:pt x="6270" y="6081"/>
                    <a:pt x="6113" y="6239"/>
                    <a:pt x="5924" y="6239"/>
                  </a:cubicBezTo>
                  <a:lnTo>
                    <a:pt x="2458" y="6239"/>
                  </a:lnTo>
                  <a:cubicBezTo>
                    <a:pt x="2238" y="6239"/>
                    <a:pt x="2080" y="6081"/>
                    <a:pt x="2080" y="5892"/>
                  </a:cubicBezTo>
                  <a:lnTo>
                    <a:pt x="2080" y="5514"/>
                  </a:lnTo>
                  <a:cubicBezTo>
                    <a:pt x="2080" y="4727"/>
                    <a:pt x="2521" y="4065"/>
                    <a:pt x="3151" y="3718"/>
                  </a:cubicBezTo>
                  <a:cubicBezTo>
                    <a:pt x="2931" y="3466"/>
                    <a:pt x="2773" y="3120"/>
                    <a:pt x="2773" y="2773"/>
                  </a:cubicBezTo>
                  <a:cubicBezTo>
                    <a:pt x="2773" y="2017"/>
                    <a:pt x="3403" y="1387"/>
                    <a:pt x="4128" y="1387"/>
                  </a:cubicBezTo>
                  <a:close/>
                  <a:moveTo>
                    <a:pt x="4191" y="1"/>
                  </a:moveTo>
                  <a:cubicBezTo>
                    <a:pt x="1891" y="1"/>
                    <a:pt x="1" y="1860"/>
                    <a:pt x="1" y="4191"/>
                  </a:cubicBezTo>
                  <a:cubicBezTo>
                    <a:pt x="1" y="6522"/>
                    <a:pt x="1860" y="8350"/>
                    <a:pt x="4191" y="8350"/>
                  </a:cubicBezTo>
                  <a:cubicBezTo>
                    <a:pt x="6459" y="8350"/>
                    <a:pt x="8350" y="6522"/>
                    <a:pt x="8350" y="4191"/>
                  </a:cubicBezTo>
                  <a:cubicBezTo>
                    <a:pt x="8350" y="1860"/>
                    <a:pt x="6459" y="1"/>
                    <a:pt x="41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82"/>
            <p:cNvSpPr/>
            <p:nvPr/>
          </p:nvSpPr>
          <p:spPr>
            <a:xfrm>
              <a:off x="2107150" y="3771525"/>
              <a:ext cx="73275" cy="72475"/>
            </a:xfrm>
            <a:custGeom>
              <a:avLst/>
              <a:gdLst/>
              <a:ahLst/>
              <a:cxnLst/>
              <a:rect l="l" t="t" r="r" b="b"/>
              <a:pathLst>
                <a:path w="2931" h="2899" extrusionOk="0">
                  <a:moveTo>
                    <a:pt x="504" y="0"/>
                  </a:moveTo>
                  <a:lnTo>
                    <a:pt x="378" y="126"/>
                  </a:lnTo>
                  <a:cubicBezTo>
                    <a:pt x="0" y="536"/>
                    <a:pt x="0" y="1198"/>
                    <a:pt x="378" y="1576"/>
                  </a:cubicBezTo>
                  <a:lnTo>
                    <a:pt x="1355" y="2584"/>
                  </a:lnTo>
                  <a:cubicBezTo>
                    <a:pt x="1576" y="2773"/>
                    <a:pt x="1828" y="2899"/>
                    <a:pt x="2111" y="2899"/>
                  </a:cubicBezTo>
                  <a:cubicBezTo>
                    <a:pt x="2395" y="2899"/>
                    <a:pt x="2678" y="2773"/>
                    <a:pt x="2867" y="2584"/>
                  </a:cubicBezTo>
                  <a:lnTo>
                    <a:pt x="2930" y="2458"/>
                  </a:lnTo>
                  <a:cubicBezTo>
                    <a:pt x="1828" y="1985"/>
                    <a:pt x="977" y="1071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6919;p82"/>
            <p:cNvSpPr/>
            <p:nvPr/>
          </p:nvSpPr>
          <p:spPr>
            <a:xfrm>
              <a:off x="2034675" y="3816425"/>
              <a:ext cx="100050" cy="96700"/>
            </a:xfrm>
            <a:custGeom>
              <a:avLst/>
              <a:gdLst/>
              <a:ahLst/>
              <a:cxnLst/>
              <a:rect l="l" t="t" r="r" b="b"/>
              <a:pathLst>
                <a:path w="4002" h="3868" extrusionOk="0">
                  <a:moveTo>
                    <a:pt x="2521" y="0"/>
                  </a:moveTo>
                  <a:lnTo>
                    <a:pt x="410" y="2111"/>
                  </a:lnTo>
                  <a:cubicBezTo>
                    <a:pt x="1" y="2520"/>
                    <a:pt x="1" y="3182"/>
                    <a:pt x="410" y="3560"/>
                  </a:cubicBezTo>
                  <a:cubicBezTo>
                    <a:pt x="599" y="3765"/>
                    <a:pt x="867" y="3867"/>
                    <a:pt x="1135" y="3867"/>
                  </a:cubicBezTo>
                  <a:cubicBezTo>
                    <a:pt x="1403" y="3867"/>
                    <a:pt x="1671" y="3765"/>
                    <a:pt x="1860" y="3560"/>
                  </a:cubicBezTo>
                  <a:lnTo>
                    <a:pt x="4002" y="1449"/>
                  </a:lnTo>
                  <a:cubicBezTo>
                    <a:pt x="3907" y="1418"/>
                    <a:pt x="3844" y="1323"/>
                    <a:pt x="3750" y="1260"/>
                  </a:cubicBezTo>
                  <a:lnTo>
                    <a:pt x="2773" y="252"/>
                  </a:lnTo>
                  <a:cubicBezTo>
                    <a:pt x="2679" y="189"/>
                    <a:pt x="2616" y="95"/>
                    <a:pt x="25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0" name="Google Shape;6920;p82"/>
          <p:cNvGrpSpPr/>
          <p:nvPr/>
        </p:nvGrpSpPr>
        <p:grpSpPr>
          <a:xfrm>
            <a:off x="6633934" y="2418916"/>
            <a:ext cx="350079" cy="349133"/>
            <a:chOff x="2037825" y="3981825"/>
            <a:chExt cx="296175" cy="295375"/>
          </a:xfrm>
        </p:grpSpPr>
        <p:sp>
          <p:nvSpPr>
            <p:cNvPr id="6921" name="Google Shape;6921;p82"/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82"/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82"/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4" name="Google Shape;6924;p82"/>
          <p:cNvGrpSpPr/>
          <p:nvPr/>
        </p:nvGrpSpPr>
        <p:grpSpPr>
          <a:xfrm>
            <a:off x="5318952" y="2915232"/>
            <a:ext cx="350079" cy="285837"/>
            <a:chOff x="3860400" y="3254050"/>
            <a:chExt cx="296175" cy="241825"/>
          </a:xfrm>
        </p:grpSpPr>
        <p:sp>
          <p:nvSpPr>
            <p:cNvPr id="6925" name="Google Shape;6925;p82"/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82"/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82"/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82"/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82"/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82"/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82"/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2" name="Google Shape;6932;p82"/>
          <p:cNvGrpSpPr/>
          <p:nvPr/>
        </p:nvGrpSpPr>
        <p:grpSpPr>
          <a:xfrm>
            <a:off x="5318479" y="3331102"/>
            <a:ext cx="351024" cy="350079"/>
            <a:chOff x="3859600" y="3591950"/>
            <a:chExt cx="296975" cy="296175"/>
          </a:xfrm>
        </p:grpSpPr>
        <p:sp>
          <p:nvSpPr>
            <p:cNvPr id="6933" name="Google Shape;6933;p82"/>
            <p:cNvSpPr/>
            <p:nvPr/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6934;p82"/>
            <p:cNvSpPr/>
            <p:nvPr/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6935;p82"/>
            <p:cNvSpPr/>
            <p:nvPr/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6" name="Google Shape;6936;p82"/>
          <p:cNvGrpSpPr/>
          <p:nvPr/>
        </p:nvGrpSpPr>
        <p:grpSpPr>
          <a:xfrm>
            <a:off x="5318952" y="3807186"/>
            <a:ext cx="350079" cy="350079"/>
            <a:chOff x="3860400" y="3955025"/>
            <a:chExt cx="296175" cy="296175"/>
          </a:xfrm>
        </p:grpSpPr>
        <p:sp>
          <p:nvSpPr>
            <p:cNvPr id="6937" name="Google Shape;6937;p82"/>
            <p:cNvSpPr/>
            <p:nvPr/>
          </p:nvSpPr>
          <p:spPr>
            <a:xfrm>
              <a:off x="3973825" y="3955025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82"/>
            <p:cNvSpPr/>
            <p:nvPr/>
          </p:nvSpPr>
          <p:spPr>
            <a:xfrm>
              <a:off x="3947025" y="40219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6939;p82"/>
            <p:cNvSpPr/>
            <p:nvPr/>
          </p:nvSpPr>
          <p:spPr>
            <a:xfrm>
              <a:off x="4086450" y="4145650"/>
              <a:ext cx="70125" cy="104775"/>
            </a:xfrm>
            <a:custGeom>
              <a:avLst/>
              <a:gdLst/>
              <a:ahLst/>
              <a:cxnLst/>
              <a:rect l="l" t="t" r="r" b="b"/>
              <a:pathLst>
                <a:path w="2805" h="4191" extrusionOk="0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6940;p82"/>
            <p:cNvSpPr/>
            <p:nvPr/>
          </p:nvSpPr>
          <p:spPr>
            <a:xfrm>
              <a:off x="3860400" y="418030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6941;p82"/>
            <p:cNvSpPr/>
            <p:nvPr/>
          </p:nvSpPr>
          <p:spPr>
            <a:xfrm>
              <a:off x="3947025" y="4111775"/>
              <a:ext cx="122125" cy="139425"/>
            </a:xfrm>
            <a:custGeom>
              <a:avLst/>
              <a:gdLst/>
              <a:ahLst/>
              <a:cxnLst/>
              <a:rect l="l" t="t" r="r" b="b"/>
              <a:pathLst>
                <a:path w="4885" h="5577" extrusionOk="0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42" name="Google Shape;6942;p82"/>
          <p:cNvGrpSpPr/>
          <p:nvPr/>
        </p:nvGrpSpPr>
        <p:grpSpPr>
          <a:xfrm>
            <a:off x="7534167" y="2883584"/>
            <a:ext cx="355664" cy="349133"/>
            <a:chOff x="5716825" y="3235950"/>
            <a:chExt cx="300900" cy="295375"/>
          </a:xfrm>
        </p:grpSpPr>
        <p:sp>
          <p:nvSpPr>
            <p:cNvPr id="6943" name="Google Shape;6943;p82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82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82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82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47" name="Google Shape;6947;p82"/>
          <p:cNvGrpSpPr/>
          <p:nvPr/>
        </p:nvGrpSpPr>
        <p:grpSpPr>
          <a:xfrm>
            <a:off x="7547199" y="3342272"/>
            <a:ext cx="329601" cy="327739"/>
            <a:chOff x="5727850" y="3609275"/>
            <a:chExt cx="278850" cy="277275"/>
          </a:xfrm>
        </p:grpSpPr>
        <p:sp>
          <p:nvSpPr>
            <p:cNvPr id="6948" name="Google Shape;6948;p82"/>
            <p:cNvSpPr/>
            <p:nvPr/>
          </p:nvSpPr>
          <p:spPr>
            <a:xfrm>
              <a:off x="5884600" y="3765225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82"/>
            <p:cNvSpPr/>
            <p:nvPr/>
          </p:nvSpPr>
          <p:spPr>
            <a:xfrm>
              <a:off x="5727850" y="3669125"/>
              <a:ext cx="35475" cy="216625"/>
            </a:xfrm>
            <a:custGeom>
              <a:avLst/>
              <a:gdLst/>
              <a:ahLst/>
              <a:cxnLst/>
              <a:rect l="l" t="t" r="r" b="b"/>
              <a:pathLst>
                <a:path w="1419" h="8665" extrusionOk="0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82"/>
            <p:cNvSpPr/>
            <p:nvPr/>
          </p:nvSpPr>
          <p:spPr>
            <a:xfrm>
              <a:off x="5779825" y="3677800"/>
              <a:ext cx="174900" cy="207950"/>
            </a:xfrm>
            <a:custGeom>
              <a:avLst/>
              <a:gdLst/>
              <a:ahLst/>
              <a:cxnLst/>
              <a:rect l="l" t="t" r="r" b="b"/>
              <a:pathLst>
                <a:path w="6996" h="8318" extrusionOk="0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82"/>
            <p:cNvSpPr/>
            <p:nvPr/>
          </p:nvSpPr>
          <p:spPr>
            <a:xfrm>
              <a:off x="5815275" y="3781750"/>
              <a:ext cx="66200" cy="17350"/>
            </a:xfrm>
            <a:custGeom>
              <a:avLst/>
              <a:gdLst/>
              <a:ahLst/>
              <a:cxnLst/>
              <a:rect l="l" t="t" r="r" b="b"/>
              <a:pathLst>
                <a:path w="2648" h="694" extrusionOk="0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82"/>
            <p:cNvSpPr/>
            <p:nvPr/>
          </p:nvSpPr>
          <p:spPr>
            <a:xfrm>
              <a:off x="5727850" y="3609275"/>
              <a:ext cx="226075" cy="51225"/>
            </a:xfrm>
            <a:custGeom>
              <a:avLst/>
              <a:gdLst/>
              <a:ahLst/>
              <a:cxnLst/>
              <a:rect l="l" t="t" r="r" b="b"/>
              <a:pathLst>
                <a:path w="9043" h="2049" extrusionOk="0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3" name="Google Shape;6953;p82"/>
          <p:cNvGrpSpPr/>
          <p:nvPr/>
        </p:nvGrpSpPr>
        <p:grpSpPr>
          <a:xfrm>
            <a:off x="7558383" y="3807659"/>
            <a:ext cx="307231" cy="349133"/>
            <a:chOff x="5736525" y="3963700"/>
            <a:chExt cx="259925" cy="295375"/>
          </a:xfrm>
        </p:grpSpPr>
        <p:sp>
          <p:nvSpPr>
            <p:cNvPr id="6954" name="Google Shape;6954;p82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82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82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82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6958;p82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9" name="Google Shape;6959;p82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0" name="Google Shape;6960;p82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1" name="Google Shape;6961;p82"/>
          <p:cNvGrpSpPr/>
          <p:nvPr/>
        </p:nvGrpSpPr>
        <p:grpSpPr>
          <a:xfrm>
            <a:off x="6649963" y="4256985"/>
            <a:ext cx="351024" cy="350079"/>
            <a:chOff x="6553275" y="3604550"/>
            <a:chExt cx="296975" cy="296175"/>
          </a:xfrm>
        </p:grpSpPr>
        <p:sp>
          <p:nvSpPr>
            <p:cNvPr id="6962" name="Google Shape;6962;p82"/>
            <p:cNvSpPr/>
            <p:nvPr/>
          </p:nvSpPr>
          <p:spPr>
            <a:xfrm>
              <a:off x="6657250" y="3604550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678" y="3466"/>
                    <a:pt x="3466" y="2678"/>
                    <a:pt x="3466" y="1733"/>
                  </a:cubicBez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3" name="Google Shape;6963;p82"/>
            <p:cNvSpPr/>
            <p:nvPr/>
          </p:nvSpPr>
          <p:spPr>
            <a:xfrm>
              <a:off x="6553275" y="3777825"/>
              <a:ext cx="296975" cy="122900"/>
            </a:xfrm>
            <a:custGeom>
              <a:avLst/>
              <a:gdLst/>
              <a:ahLst/>
              <a:cxnLst/>
              <a:rect l="l" t="t" r="r" b="b"/>
              <a:pathLst>
                <a:path w="11879" h="4916" extrusionOk="0">
                  <a:moveTo>
                    <a:pt x="694" y="0"/>
                  </a:moveTo>
                  <a:cubicBezTo>
                    <a:pt x="316" y="0"/>
                    <a:pt x="1" y="315"/>
                    <a:pt x="1" y="693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694" y="4569"/>
                  </a:lnTo>
                  <a:cubicBezTo>
                    <a:pt x="694" y="4758"/>
                    <a:pt x="851" y="4915"/>
                    <a:pt x="1040" y="4915"/>
                  </a:cubicBezTo>
                  <a:lnTo>
                    <a:pt x="10807" y="4915"/>
                  </a:lnTo>
                  <a:cubicBezTo>
                    <a:pt x="11028" y="4915"/>
                    <a:pt x="11185" y="4758"/>
                    <a:pt x="11185" y="4569"/>
                  </a:cubicBezTo>
                  <a:lnTo>
                    <a:pt x="11185" y="1418"/>
                  </a:lnTo>
                  <a:cubicBezTo>
                    <a:pt x="11563" y="1418"/>
                    <a:pt x="11878" y="1103"/>
                    <a:pt x="11878" y="693"/>
                  </a:cubicBezTo>
                  <a:cubicBezTo>
                    <a:pt x="11815" y="315"/>
                    <a:pt x="11500" y="0"/>
                    <a:pt x="111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6964;p82"/>
            <p:cNvSpPr/>
            <p:nvPr/>
          </p:nvSpPr>
          <p:spPr>
            <a:xfrm>
              <a:off x="6755700" y="3640000"/>
              <a:ext cx="74850" cy="121300"/>
            </a:xfrm>
            <a:custGeom>
              <a:avLst/>
              <a:gdLst/>
              <a:ahLst/>
              <a:cxnLst/>
              <a:rect l="l" t="t" r="r" b="b"/>
              <a:pathLst>
                <a:path w="2994" h="4852" extrusionOk="0">
                  <a:moveTo>
                    <a:pt x="190" y="0"/>
                  </a:moveTo>
                  <a:cubicBezTo>
                    <a:pt x="190" y="126"/>
                    <a:pt x="253" y="221"/>
                    <a:pt x="253" y="347"/>
                  </a:cubicBezTo>
                  <a:cubicBezTo>
                    <a:pt x="253" y="693"/>
                    <a:pt x="158" y="1071"/>
                    <a:pt x="1" y="1386"/>
                  </a:cubicBezTo>
                  <a:cubicBezTo>
                    <a:pt x="977" y="2079"/>
                    <a:pt x="1607" y="3182"/>
                    <a:pt x="1607" y="4474"/>
                  </a:cubicBezTo>
                  <a:lnTo>
                    <a:pt x="1607" y="4852"/>
                  </a:lnTo>
                  <a:lnTo>
                    <a:pt x="2994" y="4852"/>
                  </a:lnTo>
                  <a:lnTo>
                    <a:pt x="2489" y="756"/>
                  </a:lnTo>
                  <a:cubicBezTo>
                    <a:pt x="2363" y="315"/>
                    <a:pt x="1922" y="0"/>
                    <a:pt x="14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82"/>
            <p:cNvSpPr/>
            <p:nvPr/>
          </p:nvSpPr>
          <p:spPr>
            <a:xfrm>
              <a:off x="6570600" y="3640000"/>
              <a:ext cx="74850" cy="121300"/>
            </a:xfrm>
            <a:custGeom>
              <a:avLst/>
              <a:gdLst/>
              <a:ahLst/>
              <a:cxnLst/>
              <a:rect l="l" t="t" r="r" b="b"/>
              <a:pathLst>
                <a:path w="2994" h="4852" extrusionOk="0">
                  <a:moveTo>
                    <a:pt x="1545" y="0"/>
                  </a:moveTo>
                  <a:cubicBezTo>
                    <a:pt x="1072" y="0"/>
                    <a:pt x="663" y="315"/>
                    <a:pt x="505" y="788"/>
                  </a:cubicBezTo>
                  <a:lnTo>
                    <a:pt x="1" y="4852"/>
                  </a:lnTo>
                  <a:lnTo>
                    <a:pt x="1356" y="4852"/>
                  </a:lnTo>
                  <a:lnTo>
                    <a:pt x="1356" y="4474"/>
                  </a:lnTo>
                  <a:lnTo>
                    <a:pt x="1387" y="4474"/>
                  </a:lnTo>
                  <a:cubicBezTo>
                    <a:pt x="1387" y="3182"/>
                    <a:pt x="2017" y="2048"/>
                    <a:pt x="2994" y="1386"/>
                  </a:cubicBezTo>
                  <a:cubicBezTo>
                    <a:pt x="2836" y="1071"/>
                    <a:pt x="2773" y="693"/>
                    <a:pt x="2773" y="347"/>
                  </a:cubicBezTo>
                  <a:cubicBezTo>
                    <a:pt x="2773" y="221"/>
                    <a:pt x="2773" y="95"/>
                    <a:pt x="28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82"/>
            <p:cNvSpPr/>
            <p:nvPr/>
          </p:nvSpPr>
          <p:spPr>
            <a:xfrm>
              <a:off x="6707650" y="3688025"/>
              <a:ext cx="70925" cy="70925"/>
            </a:xfrm>
            <a:custGeom>
              <a:avLst/>
              <a:gdLst/>
              <a:ahLst/>
              <a:cxnLst/>
              <a:rect l="l" t="t" r="r" b="b"/>
              <a:pathLst>
                <a:path w="2837" h="2837" extrusionOk="0">
                  <a:moveTo>
                    <a:pt x="1482" y="1"/>
                  </a:moveTo>
                  <a:cubicBezTo>
                    <a:pt x="1450" y="32"/>
                    <a:pt x="1418" y="64"/>
                    <a:pt x="1324" y="127"/>
                  </a:cubicBezTo>
                  <a:cubicBezTo>
                    <a:pt x="1324" y="190"/>
                    <a:pt x="1292" y="253"/>
                    <a:pt x="1261" y="284"/>
                  </a:cubicBezTo>
                  <a:lnTo>
                    <a:pt x="1" y="1923"/>
                  </a:lnTo>
                  <a:lnTo>
                    <a:pt x="1" y="2836"/>
                  </a:lnTo>
                  <a:lnTo>
                    <a:pt x="2742" y="2836"/>
                  </a:lnTo>
                  <a:lnTo>
                    <a:pt x="2742" y="2553"/>
                  </a:lnTo>
                  <a:lnTo>
                    <a:pt x="2836" y="2553"/>
                  </a:lnTo>
                  <a:cubicBezTo>
                    <a:pt x="2836" y="1513"/>
                    <a:pt x="2332" y="599"/>
                    <a:pt x="14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82"/>
            <p:cNvSpPr/>
            <p:nvPr/>
          </p:nvSpPr>
          <p:spPr>
            <a:xfrm>
              <a:off x="6621025" y="3688825"/>
              <a:ext cx="70900" cy="73275"/>
            </a:xfrm>
            <a:custGeom>
              <a:avLst/>
              <a:gdLst/>
              <a:ahLst/>
              <a:cxnLst/>
              <a:rect l="l" t="t" r="r" b="b"/>
              <a:pathLst>
                <a:path w="2836" h="2931" extrusionOk="0">
                  <a:moveTo>
                    <a:pt x="1323" y="0"/>
                  </a:moveTo>
                  <a:cubicBezTo>
                    <a:pt x="536" y="567"/>
                    <a:pt x="0" y="1513"/>
                    <a:pt x="0" y="2584"/>
                  </a:cubicBezTo>
                  <a:lnTo>
                    <a:pt x="0" y="2930"/>
                  </a:lnTo>
                  <a:lnTo>
                    <a:pt x="2741" y="2930"/>
                  </a:lnTo>
                  <a:lnTo>
                    <a:pt x="2741" y="1922"/>
                  </a:lnTo>
                  <a:lnTo>
                    <a:pt x="2836" y="1922"/>
                  </a:lnTo>
                  <a:lnTo>
                    <a:pt x="1575" y="284"/>
                  </a:lnTo>
                  <a:cubicBezTo>
                    <a:pt x="1512" y="252"/>
                    <a:pt x="1512" y="158"/>
                    <a:pt x="1481" y="126"/>
                  </a:cubicBezTo>
                  <a:cubicBezTo>
                    <a:pt x="1449" y="95"/>
                    <a:pt x="1355" y="63"/>
                    <a:pt x="13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2" name="Google Shape;6972;p83"/>
          <p:cNvSpPr txBox="1">
            <a:spLocks noGrp="1"/>
          </p:cNvSpPr>
          <p:nvPr>
            <p:ph type="title" idx="4294967295"/>
          </p:nvPr>
        </p:nvSpPr>
        <p:spPr>
          <a:xfrm>
            <a:off x="849675" y="9438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Help &amp; Support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3" name="Google Shape;6973;p83"/>
          <p:cNvSpPr txBox="1">
            <a:spLocks noGrp="1"/>
          </p:cNvSpPr>
          <p:nvPr>
            <p:ph type="title" idx="4294967295"/>
          </p:nvPr>
        </p:nvSpPr>
        <p:spPr>
          <a:xfrm>
            <a:off x="4858400" y="9438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Avatar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74" name="Google Shape;6974;p83"/>
          <p:cNvGrpSpPr/>
          <p:nvPr/>
        </p:nvGrpSpPr>
        <p:grpSpPr>
          <a:xfrm>
            <a:off x="877057" y="1532946"/>
            <a:ext cx="294401" cy="353645"/>
            <a:chOff x="-35814600" y="3202075"/>
            <a:chExt cx="242625" cy="291450"/>
          </a:xfrm>
        </p:grpSpPr>
        <p:sp>
          <p:nvSpPr>
            <p:cNvPr id="6975" name="Google Shape;6975;p83"/>
            <p:cNvSpPr/>
            <p:nvPr/>
          </p:nvSpPr>
          <p:spPr>
            <a:xfrm>
              <a:off x="-35814600" y="3202075"/>
              <a:ext cx="51225" cy="202450"/>
            </a:xfrm>
            <a:custGeom>
              <a:avLst/>
              <a:gdLst/>
              <a:ahLst/>
              <a:cxnLst/>
              <a:rect l="l" t="t" r="r" b="b"/>
              <a:pathLst>
                <a:path w="2049" h="8098" extrusionOk="0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8097"/>
                  </a:lnTo>
                  <a:cubicBezTo>
                    <a:pt x="348" y="7782"/>
                    <a:pt x="820" y="7562"/>
                    <a:pt x="1387" y="7562"/>
                  </a:cubicBezTo>
                  <a:lnTo>
                    <a:pt x="2049" y="7562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6976;p83"/>
            <p:cNvSpPr/>
            <p:nvPr/>
          </p:nvSpPr>
          <p:spPr>
            <a:xfrm>
              <a:off x="-35814600" y="3407650"/>
              <a:ext cx="242625" cy="68550"/>
            </a:xfrm>
            <a:custGeom>
              <a:avLst/>
              <a:gdLst/>
              <a:ahLst/>
              <a:cxnLst/>
              <a:rect l="l" t="t" r="r" b="b"/>
              <a:pathLst>
                <a:path w="9705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00" y="2741"/>
                    <a:pt x="1356" y="2741"/>
                  </a:cubicBezTo>
                  <a:lnTo>
                    <a:pt x="4758" y="2741"/>
                  </a:lnTo>
                  <a:lnTo>
                    <a:pt x="4758" y="1733"/>
                  </a:lnTo>
                  <a:lnTo>
                    <a:pt x="1702" y="1733"/>
                  </a:lnTo>
                  <a:cubicBezTo>
                    <a:pt x="1513" y="1733"/>
                    <a:pt x="1356" y="1575"/>
                    <a:pt x="1356" y="1355"/>
                  </a:cubicBezTo>
                  <a:cubicBezTo>
                    <a:pt x="1356" y="1166"/>
                    <a:pt x="1513" y="1008"/>
                    <a:pt x="1702" y="1008"/>
                  </a:cubicBezTo>
                  <a:lnTo>
                    <a:pt x="9232" y="1008"/>
                  </a:lnTo>
                  <a:cubicBezTo>
                    <a:pt x="9263" y="851"/>
                    <a:pt x="9326" y="662"/>
                    <a:pt x="9452" y="536"/>
                  </a:cubicBezTo>
                  <a:cubicBezTo>
                    <a:pt x="9704" y="221"/>
                    <a:pt x="9484" y="0"/>
                    <a:pt x="92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83"/>
            <p:cNvSpPr/>
            <p:nvPr/>
          </p:nvSpPr>
          <p:spPr>
            <a:xfrm>
              <a:off x="-35627125" y="3450950"/>
              <a:ext cx="55150" cy="25250"/>
            </a:xfrm>
            <a:custGeom>
              <a:avLst/>
              <a:gdLst/>
              <a:ahLst/>
              <a:cxnLst/>
              <a:rect l="l" t="t" r="r" b="b"/>
              <a:pathLst>
                <a:path w="2206" h="1010" extrusionOk="0">
                  <a:moveTo>
                    <a:pt x="0" y="1"/>
                  </a:moveTo>
                  <a:lnTo>
                    <a:pt x="0" y="1009"/>
                  </a:lnTo>
                  <a:lnTo>
                    <a:pt x="1670" y="1009"/>
                  </a:lnTo>
                  <a:cubicBezTo>
                    <a:pt x="1953" y="1009"/>
                    <a:pt x="2205" y="788"/>
                    <a:pt x="1953" y="505"/>
                  </a:cubicBezTo>
                  <a:cubicBezTo>
                    <a:pt x="1827" y="347"/>
                    <a:pt x="1764" y="190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83"/>
            <p:cNvSpPr/>
            <p:nvPr/>
          </p:nvSpPr>
          <p:spPr>
            <a:xfrm>
              <a:off x="-35703525" y="3305250"/>
              <a:ext cx="84300" cy="34675"/>
            </a:xfrm>
            <a:custGeom>
              <a:avLst/>
              <a:gdLst/>
              <a:ahLst/>
              <a:cxnLst/>
              <a:rect l="l" t="t" r="r" b="b"/>
              <a:pathLst>
                <a:path w="3372" h="1387" extrusionOk="0">
                  <a:moveTo>
                    <a:pt x="1701" y="0"/>
                  </a:moveTo>
                  <a:cubicBezTo>
                    <a:pt x="882" y="0"/>
                    <a:pt x="221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521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83"/>
            <p:cNvSpPr/>
            <p:nvPr/>
          </p:nvSpPr>
          <p:spPr>
            <a:xfrm>
              <a:off x="-35677550" y="3254050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316" y="1"/>
                    <a:pt x="1" y="284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cubicBezTo>
                    <a:pt x="1040" y="1324"/>
                    <a:pt x="1324" y="1040"/>
                    <a:pt x="1324" y="662"/>
                  </a:cubicBezTo>
                  <a:cubicBezTo>
                    <a:pt x="1324" y="284"/>
                    <a:pt x="1040" y="1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83"/>
            <p:cNvSpPr/>
            <p:nvPr/>
          </p:nvSpPr>
          <p:spPr>
            <a:xfrm>
              <a:off x="-35746850" y="3202075"/>
              <a:ext cx="171725" cy="189050"/>
            </a:xfrm>
            <a:custGeom>
              <a:avLst/>
              <a:gdLst/>
              <a:ahLst/>
              <a:cxnLst/>
              <a:rect l="l" t="t" r="r" b="b"/>
              <a:pathLst>
                <a:path w="6869" h="7562" extrusionOk="0">
                  <a:moveTo>
                    <a:pt x="3434" y="1355"/>
                  </a:moveTo>
                  <a:cubicBezTo>
                    <a:pt x="4191" y="1355"/>
                    <a:pt x="4821" y="1985"/>
                    <a:pt x="4821" y="2741"/>
                  </a:cubicBezTo>
                  <a:cubicBezTo>
                    <a:pt x="4821" y="3088"/>
                    <a:pt x="4663" y="3403"/>
                    <a:pt x="4474" y="3655"/>
                  </a:cubicBezTo>
                  <a:cubicBezTo>
                    <a:pt x="5293" y="4033"/>
                    <a:pt x="5829" y="4852"/>
                    <a:pt x="5829" y="5829"/>
                  </a:cubicBezTo>
                  <a:cubicBezTo>
                    <a:pt x="5829" y="6018"/>
                    <a:pt x="5671" y="6175"/>
                    <a:pt x="5482" y="6175"/>
                  </a:cubicBezTo>
                  <a:lnTo>
                    <a:pt x="1387" y="6175"/>
                  </a:lnTo>
                  <a:cubicBezTo>
                    <a:pt x="1198" y="6175"/>
                    <a:pt x="1040" y="6018"/>
                    <a:pt x="1040" y="5829"/>
                  </a:cubicBezTo>
                  <a:cubicBezTo>
                    <a:pt x="1040" y="4852"/>
                    <a:pt x="1576" y="4033"/>
                    <a:pt x="2426" y="3655"/>
                  </a:cubicBezTo>
                  <a:cubicBezTo>
                    <a:pt x="2174" y="3403"/>
                    <a:pt x="2048" y="3088"/>
                    <a:pt x="2048" y="2741"/>
                  </a:cubicBezTo>
                  <a:cubicBezTo>
                    <a:pt x="2048" y="1985"/>
                    <a:pt x="2678" y="1355"/>
                    <a:pt x="3434" y="1355"/>
                  </a:cubicBezTo>
                  <a:close/>
                  <a:moveTo>
                    <a:pt x="0" y="0"/>
                  </a:moveTo>
                  <a:lnTo>
                    <a:pt x="0" y="7562"/>
                  </a:lnTo>
                  <a:lnTo>
                    <a:pt x="6868" y="7562"/>
                  </a:lnTo>
                  <a:lnTo>
                    <a:pt x="6868" y="1009"/>
                  </a:lnTo>
                  <a:cubicBezTo>
                    <a:pt x="6868" y="473"/>
                    <a:pt x="6396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83"/>
            <p:cNvSpPr/>
            <p:nvPr/>
          </p:nvSpPr>
          <p:spPr>
            <a:xfrm>
              <a:off x="-35677550" y="3450950"/>
              <a:ext cx="34675" cy="42575"/>
            </a:xfrm>
            <a:custGeom>
              <a:avLst/>
              <a:gdLst/>
              <a:ahLst/>
              <a:cxnLst/>
              <a:rect l="l" t="t" r="r" b="b"/>
              <a:pathLst>
                <a:path w="1387" h="1703" extrusionOk="0">
                  <a:moveTo>
                    <a:pt x="1" y="1"/>
                  </a:moveTo>
                  <a:lnTo>
                    <a:pt x="1" y="1702"/>
                  </a:lnTo>
                  <a:lnTo>
                    <a:pt x="505" y="1387"/>
                  </a:lnTo>
                  <a:cubicBezTo>
                    <a:pt x="536" y="1324"/>
                    <a:pt x="631" y="1324"/>
                    <a:pt x="694" y="1324"/>
                  </a:cubicBezTo>
                  <a:cubicBezTo>
                    <a:pt x="711" y="1316"/>
                    <a:pt x="725" y="1312"/>
                    <a:pt x="739" y="1312"/>
                  </a:cubicBezTo>
                  <a:cubicBezTo>
                    <a:pt x="776" y="1312"/>
                    <a:pt x="805" y="1341"/>
                    <a:pt x="851" y="1387"/>
                  </a:cubicBezTo>
                  <a:lnTo>
                    <a:pt x="1387" y="1702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2" name="Google Shape;6982;p83"/>
          <p:cNvGrpSpPr/>
          <p:nvPr/>
        </p:nvGrpSpPr>
        <p:grpSpPr>
          <a:xfrm>
            <a:off x="847435" y="1973866"/>
            <a:ext cx="353645" cy="353888"/>
            <a:chOff x="-35839800" y="3561025"/>
            <a:chExt cx="291450" cy="291650"/>
          </a:xfrm>
        </p:grpSpPr>
        <p:sp>
          <p:nvSpPr>
            <p:cNvPr id="6983" name="Google Shape;6983;p83"/>
            <p:cNvSpPr/>
            <p:nvPr/>
          </p:nvSpPr>
          <p:spPr>
            <a:xfrm>
              <a:off x="-35772850" y="3612425"/>
              <a:ext cx="155200" cy="142575"/>
            </a:xfrm>
            <a:custGeom>
              <a:avLst/>
              <a:gdLst/>
              <a:ahLst/>
              <a:cxnLst/>
              <a:rect l="l" t="t" r="r" b="b"/>
              <a:pathLst>
                <a:path w="6208" h="5703" extrusionOk="0">
                  <a:moveTo>
                    <a:pt x="3088" y="693"/>
                  </a:moveTo>
                  <a:cubicBezTo>
                    <a:pt x="3655" y="693"/>
                    <a:pt x="4128" y="1166"/>
                    <a:pt x="4128" y="1733"/>
                  </a:cubicBezTo>
                  <a:cubicBezTo>
                    <a:pt x="4128" y="2174"/>
                    <a:pt x="3844" y="2552"/>
                    <a:pt x="3466" y="2710"/>
                  </a:cubicBezTo>
                  <a:lnTo>
                    <a:pt x="3466" y="3119"/>
                  </a:lnTo>
                  <a:cubicBezTo>
                    <a:pt x="3466" y="3308"/>
                    <a:pt x="3309" y="3466"/>
                    <a:pt x="3088" y="3466"/>
                  </a:cubicBezTo>
                  <a:cubicBezTo>
                    <a:pt x="2899" y="3466"/>
                    <a:pt x="2742" y="3308"/>
                    <a:pt x="2742" y="3119"/>
                  </a:cubicBezTo>
                  <a:lnTo>
                    <a:pt x="2742" y="2710"/>
                  </a:lnTo>
                  <a:cubicBezTo>
                    <a:pt x="2742" y="2426"/>
                    <a:pt x="2931" y="2174"/>
                    <a:pt x="3214" y="2080"/>
                  </a:cubicBezTo>
                  <a:cubicBezTo>
                    <a:pt x="3340" y="2048"/>
                    <a:pt x="3466" y="1891"/>
                    <a:pt x="3466" y="1765"/>
                  </a:cubicBezTo>
                  <a:cubicBezTo>
                    <a:pt x="3466" y="1576"/>
                    <a:pt x="3309" y="1418"/>
                    <a:pt x="3088" y="1418"/>
                  </a:cubicBezTo>
                  <a:cubicBezTo>
                    <a:pt x="2899" y="1418"/>
                    <a:pt x="2742" y="1576"/>
                    <a:pt x="2742" y="1765"/>
                  </a:cubicBezTo>
                  <a:cubicBezTo>
                    <a:pt x="2742" y="1954"/>
                    <a:pt x="2584" y="2111"/>
                    <a:pt x="2395" y="2111"/>
                  </a:cubicBezTo>
                  <a:cubicBezTo>
                    <a:pt x="2206" y="2111"/>
                    <a:pt x="2049" y="1954"/>
                    <a:pt x="2049" y="1765"/>
                  </a:cubicBezTo>
                  <a:cubicBezTo>
                    <a:pt x="2080" y="1166"/>
                    <a:pt x="2553" y="693"/>
                    <a:pt x="3088" y="693"/>
                  </a:cubicBezTo>
                  <a:close/>
                  <a:moveTo>
                    <a:pt x="3088" y="3781"/>
                  </a:moveTo>
                  <a:cubicBezTo>
                    <a:pt x="3309" y="3781"/>
                    <a:pt x="3466" y="3938"/>
                    <a:pt x="3466" y="4127"/>
                  </a:cubicBezTo>
                  <a:cubicBezTo>
                    <a:pt x="3466" y="4317"/>
                    <a:pt x="3309" y="4474"/>
                    <a:pt x="3088" y="4474"/>
                  </a:cubicBezTo>
                  <a:cubicBezTo>
                    <a:pt x="2899" y="4474"/>
                    <a:pt x="2742" y="4317"/>
                    <a:pt x="2742" y="4127"/>
                  </a:cubicBezTo>
                  <a:cubicBezTo>
                    <a:pt x="2742" y="3938"/>
                    <a:pt x="2899" y="3781"/>
                    <a:pt x="3088" y="3781"/>
                  </a:cubicBezTo>
                  <a:close/>
                  <a:moveTo>
                    <a:pt x="347" y="0"/>
                  </a:moveTo>
                  <a:cubicBezTo>
                    <a:pt x="158" y="32"/>
                    <a:pt x="1" y="189"/>
                    <a:pt x="1" y="347"/>
                  </a:cubicBezTo>
                  <a:lnTo>
                    <a:pt x="1" y="5010"/>
                  </a:lnTo>
                  <a:lnTo>
                    <a:pt x="694" y="5703"/>
                  </a:lnTo>
                  <a:cubicBezTo>
                    <a:pt x="1371" y="5088"/>
                    <a:pt x="2238" y="4781"/>
                    <a:pt x="3104" y="4781"/>
                  </a:cubicBezTo>
                  <a:cubicBezTo>
                    <a:pt x="3970" y="4781"/>
                    <a:pt x="4837" y="5088"/>
                    <a:pt x="5514" y="5703"/>
                  </a:cubicBezTo>
                  <a:lnTo>
                    <a:pt x="6207" y="5010"/>
                  </a:lnTo>
                  <a:lnTo>
                    <a:pt x="6207" y="347"/>
                  </a:lnTo>
                  <a:cubicBezTo>
                    <a:pt x="6207" y="158"/>
                    <a:pt x="6050" y="0"/>
                    <a:pt x="58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6984;p83"/>
            <p:cNvSpPr/>
            <p:nvPr/>
          </p:nvSpPr>
          <p:spPr>
            <a:xfrm>
              <a:off x="-35621625" y="3694325"/>
              <a:ext cx="73275" cy="143375"/>
            </a:xfrm>
            <a:custGeom>
              <a:avLst/>
              <a:gdLst/>
              <a:ahLst/>
              <a:cxnLst/>
              <a:rect l="l" t="t" r="r" b="b"/>
              <a:pathLst>
                <a:path w="2931" h="5735" extrusionOk="0">
                  <a:moveTo>
                    <a:pt x="2931" y="1"/>
                  </a:moveTo>
                  <a:lnTo>
                    <a:pt x="1" y="2899"/>
                  </a:lnTo>
                  <a:lnTo>
                    <a:pt x="2805" y="5735"/>
                  </a:lnTo>
                  <a:cubicBezTo>
                    <a:pt x="2868" y="5609"/>
                    <a:pt x="2931" y="5451"/>
                    <a:pt x="2931" y="5294"/>
                  </a:cubicBezTo>
                  <a:lnTo>
                    <a:pt x="293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6985;p83"/>
            <p:cNvSpPr/>
            <p:nvPr/>
          </p:nvSpPr>
          <p:spPr>
            <a:xfrm>
              <a:off x="-35827200" y="3748675"/>
              <a:ext cx="263100" cy="104000"/>
            </a:xfrm>
            <a:custGeom>
              <a:avLst/>
              <a:gdLst/>
              <a:ahLst/>
              <a:cxnLst/>
              <a:rect l="l" t="t" r="r" b="b"/>
              <a:pathLst>
                <a:path w="10524" h="4160" extrusionOk="0">
                  <a:moveTo>
                    <a:pt x="5235" y="1"/>
                  </a:moveTo>
                  <a:cubicBezTo>
                    <a:pt x="4482" y="1"/>
                    <a:pt x="3734" y="284"/>
                    <a:pt x="3183" y="851"/>
                  </a:cubicBezTo>
                  <a:lnTo>
                    <a:pt x="1" y="4033"/>
                  </a:lnTo>
                  <a:cubicBezTo>
                    <a:pt x="158" y="4128"/>
                    <a:pt x="316" y="4159"/>
                    <a:pt x="473" y="4159"/>
                  </a:cubicBezTo>
                  <a:lnTo>
                    <a:pt x="10082" y="4159"/>
                  </a:lnTo>
                  <a:cubicBezTo>
                    <a:pt x="10240" y="4159"/>
                    <a:pt x="10398" y="4128"/>
                    <a:pt x="10524" y="4033"/>
                  </a:cubicBezTo>
                  <a:lnTo>
                    <a:pt x="7310" y="851"/>
                  </a:lnTo>
                  <a:cubicBezTo>
                    <a:pt x="6743" y="284"/>
                    <a:pt x="5987" y="1"/>
                    <a:pt x="52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6" name="Google Shape;6986;p83"/>
            <p:cNvSpPr/>
            <p:nvPr/>
          </p:nvSpPr>
          <p:spPr>
            <a:xfrm>
              <a:off x="-35831925" y="3635275"/>
              <a:ext cx="41775" cy="85075"/>
            </a:xfrm>
            <a:custGeom>
              <a:avLst/>
              <a:gdLst/>
              <a:ahLst/>
              <a:cxnLst/>
              <a:rect l="l" t="t" r="r" b="b"/>
              <a:pathLst>
                <a:path w="1671" h="3403" extrusionOk="0">
                  <a:moveTo>
                    <a:pt x="1671" y="0"/>
                  </a:moveTo>
                  <a:lnTo>
                    <a:pt x="1" y="1701"/>
                  </a:lnTo>
                  <a:lnTo>
                    <a:pt x="1671" y="3403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7" name="Google Shape;6987;p83"/>
            <p:cNvSpPr/>
            <p:nvPr/>
          </p:nvSpPr>
          <p:spPr>
            <a:xfrm>
              <a:off x="-35601150" y="3635275"/>
              <a:ext cx="43350" cy="85075"/>
            </a:xfrm>
            <a:custGeom>
              <a:avLst/>
              <a:gdLst/>
              <a:ahLst/>
              <a:cxnLst/>
              <a:rect l="l" t="t" r="r" b="b"/>
              <a:pathLst>
                <a:path w="1734" h="3403" extrusionOk="0">
                  <a:moveTo>
                    <a:pt x="1" y="0"/>
                  </a:moveTo>
                  <a:lnTo>
                    <a:pt x="1" y="3403"/>
                  </a:lnTo>
                  <a:lnTo>
                    <a:pt x="1734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8" name="Google Shape;6988;p83"/>
            <p:cNvSpPr/>
            <p:nvPr/>
          </p:nvSpPr>
          <p:spPr>
            <a:xfrm>
              <a:off x="-35750000" y="3561025"/>
              <a:ext cx="111075" cy="35675"/>
            </a:xfrm>
            <a:custGeom>
              <a:avLst/>
              <a:gdLst/>
              <a:ahLst/>
              <a:cxnLst/>
              <a:rect l="l" t="t" r="r" b="b"/>
              <a:pathLst>
                <a:path w="4443" h="1427" extrusionOk="0">
                  <a:moveTo>
                    <a:pt x="2182" y="1"/>
                  </a:moveTo>
                  <a:cubicBezTo>
                    <a:pt x="1686" y="1"/>
                    <a:pt x="1198" y="182"/>
                    <a:pt x="851" y="544"/>
                  </a:cubicBezTo>
                  <a:lnTo>
                    <a:pt x="0" y="1426"/>
                  </a:lnTo>
                  <a:lnTo>
                    <a:pt x="4443" y="1426"/>
                  </a:lnTo>
                  <a:lnTo>
                    <a:pt x="3560" y="544"/>
                  </a:lnTo>
                  <a:cubicBezTo>
                    <a:pt x="3182" y="182"/>
                    <a:pt x="2678" y="1"/>
                    <a:pt x="21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9" name="Google Shape;6989;p83"/>
            <p:cNvSpPr/>
            <p:nvPr/>
          </p:nvSpPr>
          <p:spPr>
            <a:xfrm>
              <a:off x="-35839800" y="3694325"/>
              <a:ext cx="72500" cy="143375"/>
            </a:xfrm>
            <a:custGeom>
              <a:avLst/>
              <a:gdLst/>
              <a:ahLst/>
              <a:cxnLst/>
              <a:rect l="l" t="t" r="r" b="b"/>
              <a:pathLst>
                <a:path w="2900" h="5735" extrusionOk="0">
                  <a:moveTo>
                    <a:pt x="1" y="1"/>
                  </a:moveTo>
                  <a:lnTo>
                    <a:pt x="1" y="5294"/>
                  </a:lnTo>
                  <a:cubicBezTo>
                    <a:pt x="1" y="5451"/>
                    <a:pt x="32" y="5609"/>
                    <a:pt x="95" y="5735"/>
                  </a:cubicBezTo>
                  <a:lnTo>
                    <a:pt x="2899" y="28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90" name="Google Shape;6990;p83"/>
          <p:cNvSpPr/>
          <p:nvPr/>
        </p:nvSpPr>
        <p:spPr>
          <a:xfrm>
            <a:off x="845859" y="2409404"/>
            <a:ext cx="355557" cy="353645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91" name="Google Shape;6991;p83"/>
          <p:cNvGrpSpPr/>
          <p:nvPr/>
        </p:nvGrpSpPr>
        <p:grpSpPr>
          <a:xfrm>
            <a:off x="3084980" y="1532946"/>
            <a:ext cx="353645" cy="353645"/>
            <a:chOff x="-34003850" y="3227275"/>
            <a:chExt cx="291450" cy="291450"/>
          </a:xfrm>
        </p:grpSpPr>
        <p:sp>
          <p:nvSpPr>
            <p:cNvPr id="6992" name="Google Shape;6992;p83"/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6993;p83"/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6994;p83"/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6995;p83"/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6996;p83"/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7" name="Google Shape;6997;p83"/>
          <p:cNvGrpSpPr/>
          <p:nvPr/>
        </p:nvGrpSpPr>
        <p:grpSpPr>
          <a:xfrm>
            <a:off x="3084510" y="1973638"/>
            <a:ext cx="354586" cy="354343"/>
            <a:chOff x="-34004625" y="3585850"/>
            <a:chExt cx="292225" cy="292025"/>
          </a:xfrm>
        </p:grpSpPr>
        <p:sp>
          <p:nvSpPr>
            <p:cNvPr id="6998" name="Google Shape;6998;p83"/>
            <p:cNvSpPr/>
            <p:nvPr/>
          </p:nvSpPr>
          <p:spPr>
            <a:xfrm>
              <a:off x="-33832150" y="3585850"/>
              <a:ext cx="103200" cy="154200"/>
            </a:xfrm>
            <a:custGeom>
              <a:avLst/>
              <a:gdLst/>
              <a:ahLst/>
              <a:cxnLst/>
              <a:rect l="l" t="t" r="r" b="b"/>
              <a:pathLst>
                <a:path w="4128" h="6168" extrusionOk="0">
                  <a:moveTo>
                    <a:pt x="2426" y="1"/>
                  </a:moveTo>
                  <a:cubicBezTo>
                    <a:pt x="2286" y="1"/>
                    <a:pt x="2136" y="77"/>
                    <a:pt x="2112" y="244"/>
                  </a:cubicBezTo>
                  <a:lnTo>
                    <a:pt x="64" y="5064"/>
                  </a:lnTo>
                  <a:cubicBezTo>
                    <a:pt x="1" y="5222"/>
                    <a:pt x="64" y="5474"/>
                    <a:pt x="253" y="5506"/>
                  </a:cubicBezTo>
                  <a:cubicBezTo>
                    <a:pt x="295" y="5531"/>
                    <a:pt x="342" y="5543"/>
                    <a:pt x="389" y="5543"/>
                  </a:cubicBezTo>
                  <a:cubicBezTo>
                    <a:pt x="517" y="5543"/>
                    <a:pt x="648" y="5455"/>
                    <a:pt x="694" y="5317"/>
                  </a:cubicBezTo>
                  <a:lnTo>
                    <a:pt x="1261" y="4025"/>
                  </a:lnTo>
                  <a:cubicBezTo>
                    <a:pt x="1419" y="4088"/>
                    <a:pt x="1576" y="4119"/>
                    <a:pt x="1765" y="4119"/>
                  </a:cubicBezTo>
                  <a:cubicBezTo>
                    <a:pt x="1891" y="4119"/>
                    <a:pt x="1986" y="4088"/>
                    <a:pt x="2112" y="4056"/>
                  </a:cubicBezTo>
                  <a:lnTo>
                    <a:pt x="2112" y="4844"/>
                  </a:lnTo>
                  <a:cubicBezTo>
                    <a:pt x="1450" y="4970"/>
                    <a:pt x="946" y="5506"/>
                    <a:pt x="789" y="6167"/>
                  </a:cubicBezTo>
                  <a:lnTo>
                    <a:pt x="4128" y="6167"/>
                  </a:lnTo>
                  <a:cubicBezTo>
                    <a:pt x="4002" y="5506"/>
                    <a:pt x="3466" y="5001"/>
                    <a:pt x="2773" y="4844"/>
                  </a:cubicBezTo>
                  <a:lnTo>
                    <a:pt x="2773" y="3143"/>
                  </a:lnTo>
                  <a:cubicBezTo>
                    <a:pt x="2773" y="2670"/>
                    <a:pt x="2458" y="2324"/>
                    <a:pt x="2080" y="2166"/>
                  </a:cubicBezTo>
                  <a:lnTo>
                    <a:pt x="2773" y="496"/>
                  </a:lnTo>
                  <a:cubicBezTo>
                    <a:pt x="2773" y="307"/>
                    <a:pt x="2710" y="118"/>
                    <a:pt x="2553" y="24"/>
                  </a:cubicBezTo>
                  <a:cubicBezTo>
                    <a:pt x="2515" y="8"/>
                    <a:pt x="2471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6999;p83"/>
            <p:cNvSpPr/>
            <p:nvPr/>
          </p:nvSpPr>
          <p:spPr>
            <a:xfrm>
              <a:off x="-34004625" y="3690400"/>
              <a:ext cx="155175" cy="187475"/>
            </a:xfrm>
            <a:custGeom>
              <a:avLst/>
              <a:gdLst/>
              <a:ahLst/>
              <a:cxnLst/>
              <a:rect l="l" t="t" r="r" b="b"/>
              <a:pathLst>
                <a:path w="6207" h="7499" extrusionOk="0">
                  <a:moveTo>
                    <a:pt x="693" y="0"/>
                  </a:moveTo>
                  <a:cubicBezTo>
                    <a:pt x="315" y="0"/>
                    <a:pt x="0" y="315"/>
                    <a:pt x="0" y="662"/>
                  </a:cubicBezTo>
                  <a:lnTo>
                    <a:pt x="0" y="6490"/>
                  </a:lnTo>
                  <a:cubicBezTo>
                    <a:pt x="32" y="7026"/>
                    <a:pt x="504" y="7498"/>
                    <a:pt x="1103" y="7498"/>
                  </a:cubicBezTo>
                  <a:lnTo>
                    <a:pt x="6207" y="7498"/>
                  </a:lnTo>
                  <a:lnTo>
                    <a:pt x="6207" y="5797"/>
                  </a:lnTo>
                  <a:cubicBezTo>
                    <a:pt x="6207" y="5608"/>
                    <a:pt x="6049" y="5451"/>
                    <a:pt x="5860" y="5451"/>
                  </a:cubicBezTo>
                  <a:lnTo>
                    <a:pt x="1765" y="5451"/>
                  </a:lnTo>
                  <a:cubicBezTo>
                    <a:pt x="1576" y="5451"/>
                    <a:pt x="1418" y="5293"/>
                    <a:pt x="1418" y="5104"/>
                  </a:cubicBezTo>
                  <a:lnTo>
                    <a:pt x="1418" y="662"/>
                  </a:lnTo>
                  <a:cubicBezTo>
                    <a:pt x="1418" y="252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7000;p83"/>
            <p:cNvSpPr/>
            <p:nvPr/>
          </p:nvSpPr>
          <p:spPr>
            <a:xfrm>
              <a:off x="-33936100" y="36210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6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7001;p83"/>
            <p:cNvSpPr/>
            <p:nvPr/>
          </p:nvSpPr>
          <p:spPr>
            <a:xfrm>
              <a:off x="-33952650" y="3690125"/>
              <a:ext cx="155975" cy="186950"/>
            </a:xfrm>
            <a:custGeom>
              <a:avLst/>
              <a:gdLst/>
              <a:ahLst/>
              <a:cxnLst/>
              <a:rect l="l" t="t" r="r" b="b"/>
              <a:pathLst>
                <a:path w="6239" h="7478" extrusionOk="0">
                  <a:moveTo>
                    <a:pt x="1641" y="1"/>
                  </a:moveTo>
                  <a:cubicBezTo>
                    <a:pt x="1242" y="1"/>
                    <a:pt x="819" y="205"/>
                    <a:pt x="568" y="484"/>
                  </a:cubicBezTo>
                  <a:cubicBezTo>
                    <a:pt x="190" y="799"/>
                    <a:pt x="1" y="1209"/>
                    <a:pt x="1" y="1681"/>
                  </a:cubicBezTo>
                  <a:lnTo>
                    <a:pt x="1" y="4769"/>
                  </a:lnTo>
                  <a:lnTo>
                    <a:pt x="2679" y="4769"/>
                  </a:lnTo>
                  <a:cubicBezTo>
                    <a:pt x="2521" y="4359"/>
                    <a:pt x="2175" y="4107"/>
                    <a:pt x="1702" y="4107"/>
                  </a:cubicBezTo>
                  <a:lnTo>
                    <a:pt x="1040" y="4107"/>
                  </a:lnTo>
                  <a:cubicBezTo>
                    <a:pt x="820" y="4107"/>
                    <a:pt x="662" y="3949"/>
                    <a:pt x="662" y="3729"/>
                  </a:cubicBezTo>
                  <a:lnTo>
                    <a:pt x="662" y="2374"/>
                  </a:lnTo>
                  <a:cubicBezTo>
                    <a:pt x="662" y="2154"/>
                    <a:pt x="820" y="1996"/>
                    <a:pt x="1040" y="1996"/>
                  </a:cubicBezTo>
                  <a:cubicBezTo>
                    <a:pt x="1229" y="1996"/>
                    <a:pt x="1387" y="2154"/>
                    <a:pt x="1387" y="2374"/>
                  </a:cubicBezTo>
                  <a:lnTo>
                    <a:pt x="1387" y="3382"/>
                  </a:lnTo>
                  <a:lnTo>
                    <a:pt x="1733" y="3382"/>
                  </a:lnTo>
                  <a:cubicBezTo>
                    <a:pt x="2553" y="3382"/>
                    <a:pt x="3277" y="3981"/>
                    <a:pt x="3435" y="4769"/>
                  </a:cubicBezTo>
                  <a:lnTo>
                    <a:pt x="3813" y="4769"/>
                  </a:lnTo>
                  <a:cubicBezTo>
                    <a:pt x="4380" y="4769"/>
                    <a:pt x="4852" y="5241"/>
                    <a:pt x="4852" y="5777"/>
                  </a:cubicBezTo>
                  <a:lnTo>
                    <a:pt x="4852" y="7478"/>
                  </a:lnTo>
                  <a:lnTo>
                    <a:pt x="6239" y="7478"/>
                  </a:lnTo>
                  <a:lnTo>
                    <a:pt x="6239" y="5084"/>
                  </a:lnTo>
                  <a:cubicBezTo>
                    <a:pt x="6176" y="4580"/>
                    <a:pt x="5703" y="4107"/>
                    <a:pt x="5168" y="4107"/>
                  </a:cubicBezTo>
                  <a:lnTo>
                    <a:pt x="3781" y="4107"/>
                  </a:lnTo>
                  <a:cubicBezTo>
                    <a:pt x="3592" y="4107"/>
                    <a:pt x="3435" y="3949"/>
                    <a:pt x="3435" y="3729"/>
                  </a:cubicBezTo>
                  <a:lnTo>
                    <a:pt x="3435" y="1807"/>
                  </a:lnTo>
                  <a:cubicBezTo>
                    <a:pt x="3435" y="862"/>
                    <a:pt x="2710" y="43"/>
                    <a:pt x="1796" y="11"/>
                  </a:cubicBezTo>
                  <a:cubicBezTo>
                    <a:pt x="1745" y="4"/>
                    <a:pt x="1694" y="1"/>
                    <a:pt x="16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7002;p83"/>
            <p:cNvSpPr/>
            <p:nvPr/>
          </p:nvSpPr>
          <p:spPr>
            <a:xfrm>
              <a:off x="-33849475" y="3758125"/>
              <a:ext cx="137075" cy="33100"/>
            </a:xfrm>
            <a:custGeom>
              <a:avLst/>
              <a:gdLst/>
              <a:ahLst/>
              <a:cxnLst/>
              <a:rect l="l" t="t" r="r" b="b"/>
              <a:pathLst>
                <a:path w="5483" h="1324" extrusionOk="0">
                  <a:moveTo>
                    <a:pt x="1" y="1"/>
                  </a:moveTo>
                  <a:lnTo>
                    <a:pt x="1" y="662"/>
                  </a:lnTo>
                  <a:lnTo>
                    <a:pt x="1041" y="662"/>
                  </a:lnTo>
                  <a:cubicBezTo>
                    <a:pt x="1576" y="662"/>
                    <a:pt x="2080" y="946"/>
                    <a:pt x="2395" y="1324"/>
                  </a:cubicBezTo>
                  <a:lnTo>
                    <a:pt x="5136" y="1324"/>
                  </a:lnTo>
                  <a:cubicBezTo>
                    <a:pt x="5325" y="1324"/>
                    <a:pt x="5483" y="1166"/>
                    <a:pt x="5483" y="977"/>
                  </a:cubicBezTo>
                  <a:lnTo>
                    <a:pt x="5483" y="316"/>
                  </a:lnTo>
                  <a:cubicBezTo>
                    <a:pt x="5483" y="158"/>
                    <a:pt x="5325" y="1"/>
                    <a:pt x="5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3" name="Google Shape;7003;p83"/>
          <p:cNvGrpSpPr/>
          <p:nvPr/>
        </p:nvGrpSpPr>
        <p:grpSpPr>
          <a:xfrm>
            <a:off x="3084025" y="2408839"/>
            <a:ext cx="355557" cy="354616"/>
            <a:chOff x="-34005425" y="3945575"/>
            <a:chExt cx="293025" cy="292250"/>
          </a:xfrm>
        </p:grpSpPr>
        <p:sp>
          <p:nvSpPr>
            <p:cNvPr id="7004" name="Google Shape;7004;p83"/>
            <p:cNvSpPr/>
            <p:nvPr/>
          </p:nvSpPr>
          <p:spPr>
            <a:xfrm>
              <a:off x="-33952650" y="3998350"/>
              <a:ext cx="186700" cy="186700"/>
            </a:xfrm>
            <a:custGeom>
              <a:avLst/>
              <a:gdLst/>
              <a:ahLst/>
              <a:cxnLst/>
              <a:rect l="l" t="t" r="r" b="b"/>
              <a:pathLst>
                <a:path w="7468" h="7468" extrusionOk="0">
                  <a:moveTo>
                    <a:pt x="5861" y="2017"/>
                  </a:moveTo>
                  <a:cubicBezTo>
                    <a:pt x="6050" y="2017"/>
                    <a:pt x="6207" y="2143"/>
                    <a:pt x="6207" y="2364"/>
                  </a:cubicBezTo>
                  <a:lnTo>
                    <a:pt x="6207" y="3750"/>
                  </a:lnTo>
                  <a:lnTo>
                    <a:pt x="6207" y="5104"/>
                  </a:lnTo>
                  <a:cubicBezTo>
                    <a:pt x="6207" y="5325"/>
                    <a:pt x="6050" y="5451"/>
                    <a:pt x="5861" y="5451"/>
                  </a:cubicBezTo>
                  <a:cubicBezTo>
                    <a:pt x="5672" y="5451"/>
                    <a:pt x="5514" y="5325"/>
                    <a:pt x="5514" y="5104"/>
                  </a:cubicBezTo>
                  <a:lnTo>
                    <a:pt x="5514" y="4096"/>
                  </a:lnTo>
                  <a:lnTo>
                    <a:pt x="4474" y="4096"/>
                  </a:lnTo>
                  <a:cubicBezTo>
                    <a:pt x="4285" y="4096"/>
                    <a:pt x="4128" y="3939"/>
                    <a:pt x="4128" y="3750"/>
                  </a:cubicBezTo>
                  <a:lnTo>
                    <a:pt x="4128" y="2364"/>
                  </a:lnTo>
                  <a:cubicBezTo>
                    <a:pt x="4128" y="2143"/>
                    <a:pt x="4285" y="2017"/>
                    <a:pt x="4474" y="2017"/>
                  </a:cubicBezTo>
                  <a:cubicBezTo>
                    <a:pt x="4695" y="2017"/>
                    <a:pt x="4852" y="2143"/>
                    <a:pt x="4852" y="2364"/>
                  </a:cubicBezTo>
                  <a:lnTo>
                    <a:pt x="4852" y="3372"/>
                  </a:lnTo>
                  <a:lnTo>
                    <a:pt x="5514" y="3372"/>
                  </a:lnTo>
                  <a:lnTo>
                    <a:pt x="5514" y="2364"/>
                  </a:lnTo>
                  <a:cubicBezTo>
                    <a:pt x="5514" y="2143"/>
                    <a:pt x="5672" y="2017"/>
                    <a:pt x="5861" y="2017"/>
                  </a:cubicBezTo>
                  <a:close/>
                  <a:moveTo>
                    <a:pt x="2332" y="2017"/>
                  </a:moveTo>
                  <a:cubicBezTo>
                    <a:pt x="2868" y="2017"/>
                    <a:pt x="3340" y="2490"/>
                    <a:pt x="3340" y="3025"/>
                  </a:cubicBezTo>
                  <a:lnTo>
                    <a:pt x="3340" y="3309"/>
                  </a:lnTo>
                  <a:lnTo>
                    <a:pt x="3435" y="3309"/>
                  </a:lnTo>
                  <a:cubicBezTo>
                    <a:pt x="3435" y="3687"/>
                    <a:pt x="3183" y="4065"/>
                    <a:pt x="2868" y="4222"/>
                  </a:cubicBezTo>
                  <a:lnTo>
                    <a:pt x="2238" y="4537"/>
                  </a:lnTo>
                  <a:cubicBezTo>
                    <a:pt x="2175" y="4569"/>
                    <a:pt x="2080" y="4632"/>
                    <a:pt x="2049" y="4758"/>
                  </a:cubicBezTo>
                  <a:lnTo>
                    <a:pt x="3057" y="4758"/>
                  </a:lnTo>
                  <a:cubicBezTo>
                    <a:pt x="3277" y="4758"/>
                    <a:pt x="3435" y="4915"/>
                    <a:pt x="3435" y="5104"/>
                  </a:cubicBezTo>
                  <a:cubicBezTo>
                    <a:pt x="3435" y="5325"/>
                    <a:pt x="3277" y="5483"/>
                    <a:pt x="3057" y="5483"/>
                  </a:cubicBezTo>
                  <a:lnTo>
                    <a:pt x="1702" y="5483"/>
                  </a:lnTo>
                  <a:cubicBezTo>
                    <a:pt x="1481" y="5483"/>
                    <a:pt x="1324" y="5325"/>
                    <a:pt x="1324" y="5104"/>
                  </a:cubicBezTo>
                  <a:lnTo>
                    <a:pt x="1324" y="4852"/>
                  </a:lnTo>
                  <a:cubicBezTo>
                    <a:pt x="1324" y="4443"/>
                    <a:pt x="1576" y="4096"/>
                    <a:pt x="1891" y="3939"/>
                  </a:cubicBezTo>
                  <a:lnTo>
                    <a:pt x="2521" y="3624"/>
                  </a:lnTo>
                  <a:cubicBezTo>
                    <a:pt x="2647" y="3592"/>
                    <a:pt x="2710" y="3466"/>
                    <a:pt x="2710" y="3309"/>
                  </a:cubicBezTo>
                  <a:lnTo>
                    <a:pt x="2710" y="3025"/>
                  </a:lnTo>
                  <a:cubicBezTo>
                    <a:pt x="2710" y="2836"/>
                    <a:pt x="2553" y="2679"/>
                    <a:pt x="2364" y="2679"/>
                  </a:cubicBezTo>
                  <a:cubicBezTo>
                    <a:pt x="2175" y="2679"/>
                    <a:pt x="2017" y="2836"/>
                    <a:pt x="2017" y="3025"/>
                  </a:cubicBezTo>
                  <a:cubicBezTo>
                    <a:pt x="2017" y="3214"/>
                    <a:pt x="1859" y="3372"/>
                    <a:pt x="1639" y="3372"/>
                  </a:cubicBezTo>
                  <a:cubicBezTo>
                    <a:pt x="1450" y="3372"/>
                    <a:pt x="1292" y="3214"/>
                    <a:pt x="1292" y="3025"/>
                  </a:cubicBezTo>
                  <a:cubicBezTo>
                    <a:pt x="1292" y="2490"/>
                    <a:pt x="1765" y="2017"/>
                    <a:pt x="2332" y="2017"/>
                  </a:cubicBezTo>
                  <a:close/>
                  <a:moveTo>
                    <a:pt x="3214" y="1"/>
                  </a:moveTo>
                  <a:cubicBezTo>
                    <a:pt x="3214" y="127"/>
                    <a:pt x="3183" y="284"/>
                    <a:pt x="3120" y="379"/>
                  </a:cubicBezTo>
                  <a:cubicBezTo>
                    <a:pt x="2962" y="662"/>
                    <a:pt x="2679" y="914"/>
                    <a:pt x="2364" y="946"/>
                  </a:cubicBezTo>
                  <a:lnTo>
                    <a:pt x="1009" y="1135"/>
                  </a:lnTo>
                  <a:cubicBezTo>
                    <a:pt x="473" y="1733"/>
                    <a:pt x="64" y="2521"/>
                    <a:pt x="1" y="3372"/>
                  </a:cubicBezTo>
                  <a:lnTo>
                    <a:pt x="316" y="3372"/>
                  </a:lnTo>
                  <a:cubicBezTo>
                    <a:pt x="505" y="3372"/>
                    <a:pt x="662" y="3529"/>
                    <a:pt x="662" y="3750"/>
                  </a:cubicBezTo>
                  <a:cubicBezTo>
                    <a:pt x="662" y="3939"/>
                    <a:pt x="505" y="4096"/>
                    <a:pt x="316" y="4096"/>
                  </a:cubicBezTo>
                  <a:lnTo>
                    <a:pt x="1" y="4096"/>
                  </a:lnTo>
                  <a:cubicBezTo>
                    <a:pt x="158" y="5892"/>
                    <a:pt x="1607" y="7310"/>
                    <a:pt x="3372" y="7467"/>
                  </a:cubicBezTo>
                  <a:lnTo>
                    <a:pt x="3372" y="7121"/>
                  </a:lnTo>
                  <a:cubicBezTo>
                    <a:pt x="3372" y="6932"/>
                    <a:pt x="3529" y="6774"/>
                    <a:pt x="3750" y="6774"/>
                  </a:cubicBezTo>
                  <a:cubicBezTo>
                    <a:pt x="3939" y="6774"/>
                    <a:pt x="4096" y="6932"/>
                    <a:pt x="4096" y="7121"/>
                  </a:cubicBezTo>
                  <a:lnTo>
                    <a:pt x="4096" y="7436"/>
                  </a:lnTo>
                  <a:lnTo>
                    <a:pt x="4254" y="7436"/>
                  </a:lnTo>
                  <a:cubicBezTo>
                    <a:pt x="4254" y="7373"/>
                    <a:pt x="4285" y="7278"/>
                    <a:pt x="4317" y="7215"/>
                  </a:cubicBezTo>
                  <a:cubicBezTo>
                    <a:pt x="4443" y="6900"/>
                    <a:pt x="4758" y="6648"/>
                    <a:pt x="5073" y="6617"/>
                  </a:cubicBezTo>
                  <a:lnTo>
                    <a:pt x="6491" y="6333"/>
                  </a:lnTo>
                  <a:cubicBezTo>
                    <a:pt x="7089" y="5703"/>
                    <a:pt x="7404" y="5010"/>
                    <a:pt x="7467" y="4096"/>
                  </a:cubicBezTo>
                  <a:lnTo>
                    <a:pt x="7152" y="4096"/>
                  </a:lnTo>
                  <a:cubicBezTo>
                    <a:pt x="6963" y="4096"/>
                    <a:pt x="6806" y="3939"/>
                    <a:pt x="6806" y="3750"/>
                  </a:cubicBezTo>
                  <a:cubicBezTo>
                    <a:pt x="6806" y="3529"/>
                    <a:pt x="6963" y="3372"/>
                    <a:pt x="7152" y="3372"/>
                  </a:cubicBezTo>
                  <a:lnTo>
                    <a:pt x="7467" y="3372"/>
                  </a:lnTo>
                  <a:cubicBezTo>
                    <a:pt x="7310" y="1576"/>
                    <a:pt x="5861" y="158"/>
                    <a:pt x="4096" y="1"/>
                  </a:cubicBezTo>
                  <a:lnTo>
                    <a:pt x="4096" y="316"/>
                  </a:lnTo>
                  <a:cubicBezTo>
                    <a:pt x="4096" y="505"/>
                    <a:pt x="3939" y="662"/>
                    <a:pt x="3750" y="662"/>
                  </a:cubicBezTo>
                  <a:cubicBezTo>
                    <a:pt x="3529" y="662"/>
                    <a:pt x="3372" y="505"/>
                    <a:pt x="3372" y="316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7005;p83"/>
            <p:cNvSpPr/>
            <p:nvPr/>
          </p:nvSpPr>
          <p:spPr>
            <a:xfrm>
              <a:off x="-33944775" y="3945575"/>
              <a:ext cx="232375" cy="247350"/>
            </a:xfrm>
            <a:custGeom>
              <a:avLst/>
              <a:gdLst/>
              <a:ahLst/>
              <a:cxnLst/>
              <a:rect l="l" t="t" r="r" b="b"/>
              <a:pathLst>
                <a:path w="9295" h="9894" extrusionOk="0">
                  <a:moveTo>
                    <a:pt x="3466" y="1"/>
                  </a:moveTo>
                  <a:cubicBezTo>
                    <a:pt x="2490" y="1"/>
                    <a:pt x="1450" y="316"/>
                    <a:pt x="1103" y="536"/>
                  </a:cubicBezTo>
                  <a:lnTo>
                    <a:pt x="1040" y="410"/>
                  </a:lnTo>
                  <a:cubicBezTo>
                    <a:pt x="970" y="340"/>
                    <a:pt x="881" y="304"/>
                    <a:pt x="788" y="304"/>
                  </a:cubicBezTo>
                  <a:cubicBezTo>
                    <a:pt x="757" y="304"/>
                    <a:pt x="725" y="308"/>
                    <a:pt x="694" y="316"/>
                  </a:cubicBezTo>
                  <a:cubicBezTo>
                    <a:pt x="599" y="379"/>
                    <a:pt x="505" y="473"/>
                    <a:pt x="473" y="568"/>
                  </a:cubicBezTo>
                  <a:cubicBezTo>
                    <a:pt x="347" y="1041"/>
                    <a:pt x="442" y="726"/>
                    <a:pt x="32" y="2143"/>
                  </a:cubicBezTo>
                  <a:cubicBezTo>
                    <a:pt x="1" y="2269"/>
                    <a:pt x="32" y="2395"/>
                    <a:pt x="127" y="2458"/>
                  </a:cubicBezTo>
                  <a:cubicBezTo>
                    <a:pt x="253" y="2584"/>
                    <a:pt x="316" y="2584"/>
                    <a:pt x="473" y="2584"/>
                  </a:cubicBezTo>
                  <a:lnTo>
                    <a:pt x="2049" y="2332"/>
                  </a:lnTo>
                  <a:cubicBezTo>
                    <a:pt x="2238" y="2301"/>
                    <a:pt x="2395" y="2080"/>
                    <a:pt x="2332" y="1860"/>
                  </a:cubicBezTo>
                  <a:lnTo>
                    <a:pt x="2206" y="1545"/>
                  </a:lnTo>
                  <a:cubicBezTo>
                    <a:pt x="2647" y="1450"/>
                    <a:pt x="3057" y="1356"/>
                    <a:pt x="3529" y="1356"/>
                  </a:cubicBezTo>
                  <a:cubicBezTo>
                    <a:pt x="5987" y="1356"/>
                    <a:pt x="8003" y="3372"/>
                    <a:pt x="8003" y="5798"/>
                  </a:cubicBezTo>
                  <a:cubicBezTo>
                    <a:pt x="8003" y="6806"/>
                    <a:pt x="7688" y="7657"/>
                    <a:pt x="7152" y="8413"/>
                  </a:cubicBezTo>
                  <a:cubicBezTo>
                    <a:pt x="7278" y="8444"/>
                    <a:pt x="7404" y="8539"/>
                    <a:pt x="7530" y="8633"/>
                  </a:cubicBezTo>
                  <a:cubicBezTo>
                    <a:pt x="7751" y="8885"/>
                    <a:pt x="7845" y="9232"/>
                    <a:pt x="7751" y="9578"/>
                  </a:cubicBezTo>
                  <a:lnTo>
                    <a:pt x="7593" y="9893"/>
                  </a:lnTo>
                  <a:cubicBezTo>
                    <a:pt x="8633" y="8854"/>
                    <a:pt x="9295" y="7436"/>
                    <a:pt x="9295" y="5861"/>
                  </a:cubicBezTo>
                  <a:cubicBezTo>
                    <a:pt x="9295" y="2616"/>
                    <a:pt x="6648" y="1"/>
                    <a:pt x="3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7006;p83"/>
            <p:cNvSpPr/>
            <p:nvPr/>
          </p:nvSpPr>
          <p:spPr>
            <a:xfrm>
              <a:off x="-34005425" y="3987325"/>
              <a:ext cx="237100" cy="250500"/>
            </a:xfrm>
            <a:custGeom>
              <a:avLst/>
              <a:gdLst/>
              <a:ahLst/>
              <a:cxnLst/>
              <a:rect l="l" t="t" r="r" b="b"/>
              <a:pathLst>
                <a:path w="9484" h="10020" extrusionOk="0">
                  <a:moveTo>
                    <a:pt x="1797" y="1"/>
                  </a:moveTo>
                  <a:lnTo>
                    <a:pt x="1797" y="1"/>
                  </a:lnTo>
                  <a:cubicBezTo>
                    <a:pt x="694" y="1072"/>
                    <a:pt x="1" y="2521"/>
                    <a:pt x="1" y="4191"/>
                  </a:cubicBezTo>
                  <a:cubicBezTo>
                    <a:pt x="64" y="7373"/>
                    <a:pt x="2647" y="10019"/>
                    <a:pt x="5892" y="10019"/>
                  </a:cubicBezTo>
                  <a:cubicBezTo>
                    <a:pt x="6239" y="10019"/>
                    <a:pt x="7972" y="9736"/>
                    <a:pt x="8224" y="9547"/>
                  </a:cubicBezTo>
                  <a:cubicBezTo>
                    <a:pt x="8255" y="9547"/>
                    <a:pt x="8287" y="9484"/>
                    <a:pt x="8350" y="9484"/>
                  </a:cubicBezTo>
                  <a:lnTo>
                    <a:pt x="8507" y="9641"/>
                  </a:lnTo>
                  <a:cubicBezTo>
                    <a:pt x="8576" y="9710"/>
                    <a:pt x="8661" y="9741"/>
                    <a:pt x="8743" y="9741"/>
                  </a:cubicBezTo>
                  <a:cubicBezTo>
                    <a:pt x="8887" y="9741"/>
                    <a:pt x="9023" y="9644"/>
                    <a:pt x="9043" y="9484"/>
                  </a:cubicBezTo>
                  <a:lnTo>
                    <a:pt x="9169" y="9011"/>
                  </a:lnTo>
                  <a:lnTo>
                    <a:pt x="9452" y="7814"/>
                  </a:lnTo>
                  <a:cubicBezTo>
                    <a:pt x="9484" y="7688"/>
                    <a:pt x="9452" y="7562"/>
                    <a:pt x="9358" y="7467"/>
                  </a:cubicBezTo>
                  <a:cubicBezTo>
                    <a:pt x="9278" y="7407"/>
                    <a:pt x="9211" y="7385"/>
                    <a:pt x="9132" y="7385"/>
                  </a:cubicBezTo>
                  <a:cubicBezTo>
                    <a:pt x="9087" y="7385"/>
                    <a:pt x="9037" y="7393"/>
                    <a:pt x="8980" y="7404"/>
                  </a:cubicBezTo>
                  <a:lnTo>
                    <a:pt x="7310" y="7719"/>
                  </a:lnTo>
                  <a:cubicBezTo>
                    <a:pt x="7089" y="7751"/>
                    <a:pt x="6963" y="8034"/>
                    <a:pt x="7089" y="8223"/>
                  </a:cubicBezTo>
                  <a:lnTo>
                    <a:pt x="7184" y="8444"/>
                  </a:lnTo>
                  <a:cubicBezTo>
                    <a:pt x="6774" y="8538"/>
                    <a:pt x="6333" y="8633"/>
                    <a:pt x="5861" y="8633"/>
                  </a:cubicBezTo>
                  <a:cubicBezTo>
                    <a:pt x="3403" y="8633"/>
                    <a:pt x="1419" y="6648"/>
                    <a:pt x="1419" y="4191"/>
                  </a:cubicBezTo>
                  <a:cubicBezTo>
                    <a:pt x="1419" y="3183"/>
                    <a:pt x="1734" y="2269"/>
                    <a:pt x="2269" y="1544"/>
                  </a:cubicBezTo>
                  <a:cubicBezTo>
                    <a:pt x="2143" y="1481"/>
                    <a:pt x="2049" y="1418"/>
                    <a:pt x="1954" y="1292"/>
                  </a:cubicBezTo>
                  <a:cubicBezTo>
                    <a:pt x="1734" y="1009"/>
                    <a:pt x="1639" y="662"/>
                    <a:pt x="1734" y="316"/>
                  </a:cubicBezTo>
                  <a:lnTo>
                    <a:pt x="179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7" name="Google Shape;7007;p83"/>
          <p:cNvGrpSpPr/>
          <p:nvPr/>
        </p:nvGrpSpPr>
        <p:grpSpPr>
          <a:xfrm>
            <a:off x="1731124" y="2882015"/>
            <a:ext cx="358408" cy="355557"/>
            <a:chOff x="-32174975" y="3192625"/>
            <a:chExt cx="295375" cy="293025"/>
          </a:xfrm>
        </p:grpSpPr>
        <p:sp>
          <p:nvSpPr>
            <p:cNvPr id="7008" name="Google Shape;7008;p83"/>
            <p:cNvSpPr/>
            <p:nvPr/>
          </p:nvSpPr>
          <p:spPr>
            <a:xfrm>
              <a:off x="-32171050" y="3279250"/>
              <a:ext cx="291450" cy="153625"/>
            </a:xfrm>
            <a:custGeom>
              <a:avLst/>
              <a:gdLst/>
              <a:ahLst/>
              <a:cxnLst/>
              <a:rect l="l" t="t" r="r" b="b"/>
              <a:pathLst>
                <a:path w="11658" h="6145" extrusionOk="0">
                  <a:moveTo>
                    <a:pt x="5829" y="694"/>
                  </a:moveTo>
                  <a:cubicBezTo>
                    <a:pt x="7184" y="694"/>
                    <a:pt x="8255" y="1734"/>
                    <a:pt x="8255" y="3088"/>
                  </a:cubicBezTo>
                  <a:cubicBezTo>
                    <a:pt x="8255" y="4412"/>
                    <a:pt x="7153" y="5483"/>
                    <a:pt x="5829" y="5483"/>
                  </a:cubicBezTo>
                  <a:cubicBezTo>
                    <a:pt x="4506" y="5483"/>
                    <a:pt x="3435" y="4412"/>
                    <a:pt x="3435" y="3088"/>
                  </a:cubicBezTo>
                  <a:cubicBezTo>
                    <a:pt x="3435" y="1734"/>
                    <a:pt x="4506" y="694"/>
                    <a:pt x="5829" y="694"/>
                  </a:cubicBezTo>
                  <a:close/>
                  <a:moveTo>
                    <a:pt x="1" y="1"/>
                  </a:moveTo>
                  <a:lnTo>
                    <a:pt x="1" y="6144"/>
                  </a:lnTo>
                  <a:lnTo>
                    <a:pt x="11658" y="6144"/>
                  </a:lnTo>
                  <a:lnTo>
                    <a:pt x="1165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7009;p83"/>
            <p:cNvSpPr/>
            <p:nvPr/>
          </p:nvSpPr>
          <p:spPr>
            <a:xfrm>
              <a:off x="-32067075" y="33139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1670" y="662"/>
                  </a:moveTo>
                  <a:cubicBezTo>
                    <a:pt x="1891" y="662"/>
                    <a:pt x="2048" y="819"/>
                    <a:pt x="2048" y="1040"/>
                  </a:cubicBezTo>
                  <a:lnTo>
                    <a:pt x="2048" y="1386"/>
                  </a:lnTo>
                  <a:lnTo>
                    <a:pt x="2395" y="1386"/>
                  </a:lnTo>
                  <a:cubicBezTo>
                    <a:pt x="2584" y="1386"/>
                    <a:pt x="2741" y="1544"/>
                    <a:pt x="2741" y="1733"/>
                  </a:cubicBezTo>
                  <a:cubicBezTo>
                    <a:pt x="2710" y="1890"/>
                    <a:pt x="2552" y="2048"/>
                    <a:pt x="2363" y="2048"/>
                  </a:cubicBezTo>
                  <a:lnTo>
                    <a:pt x="1670" y="2048"/>
                  </a:lnTo>
                  <a:cubicBezTo>
                    <a:pt x="1481" y="2048"/>
                    <a:pt x="1324" y="1890"/>
                    <a:pt x="1324" y="1701"/>
                  </a:cubicBezTo>
                  <a:lnTo>
                    <a:pt x="1324" y="1040"/>
                  </a:lnTo>
                  <a:cubicBezTo>
                    <a:pt x="1324" y="819"/>
                    <a:pt x="1481" y="662"/>
                    <a:pt x="1670" y="662"/>
                  </a:cubicBezTo>
                  <a:close/>
                  <a:moveTo>
                    <a:pt x="1670" y="0"/>
                  </a:moveTo>
                  <a:cubicBezTo>
                    <a:pt x="725" y="0"/>
                    <a:pt x="1" y="756"/>
                    <a:pt x="1" y="1701"/>
                  </a:cubicBezTo>
                  <a:cubicBezTo>
                    <a:pt x="1" y="2646"/>
                    <a:pt x="725" y="3403"/>
                    <a:pt x="1670" y="3403"/>
                  </a:cubicBezTo>
                  <a:cubicBezTo>
                    <a:pt x="2615" y="3403"/>
                    <a:pt x="3372" y="2646"/>
                    <a:pt x="3372" y="1701"/>
                  </a:cubicBezTo>
                  <a:cubicBezTo>
                    <a:pt x="3372" y="756"/>
                    <a:pt x="2615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7010;p83"/>
            <p:cNvSpPr/>
            <p:nvPr/>
          </p:nvSpPr>
          <p:spPr>
            <a:xfrm>
              <a:off x="-32171050" y="3450950"/>
              <a:ext cx="291450" cy="34700"/>
            </a:xfrm>
            <a:custGeom>
              <a:avLst/>
              <a:gdLst/>
              <a:ahLst/>
              <a:cxnLst/>
              <a:rect l="l" t="t" r="r" b="b"/>
              <a:pathLst>
                <a:path w="11658" h="1388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15"/>
                    <a:pt x="442" y="1387"/>
                    <a:pt x="1041" y="1387"/>
                  </a:cubicBezTo>
                  <a:lnTo>
                    <a:pt x="10650" y="1387"/>
                  </a:lnTo>
                  <a:cubicBezTo>
                    <a:pt x="11217" y="1387"/>
                    <a:pt x="11658" y="915"/>
                    <a:pt x="11658" y="347"/>
                  </a:cubicBezTo>
                  <a:lnTo>
                    <a:pt x="1165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7011;p83"/>
            <p:cNvSpPr/>
            <p:nvPr/>
          </p:nvSpPr>
          <p:spPr>
            <a:xfrm>
              <a:off x="-32174975" y="3192625"/>
              <a:ext cx="295375" cy="70125"/>
            </a:xfrm>
            <a:custGeom>
              <a:avLst/>
              <a:gdLst/>
              <a:ahLst/>
              <a:cxnLst/>
              <a:rect l="l" t="t" r="r" b="b"/>
              <a:pathLst>
                <a:path w="11815" h="2805" extrusionOk="0">
                  <a:moveTo>
                    <a:pt x="1733" y="0"/>
                  </a:moveTo>
                  <a:cubicBezTo>
                    <a:pt x="1544" y="0"/>
                    <a:pt x="1387" y="158"/>
                    <a:pt x="1387" y="378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73" y="725"/>
                    <a:pt x="0" y="1197"/>
                    <a:pt x="0" y="1733"/>
                  </a:cubicBezTo>
                  <a:lnTo>
                    <a:pt x="0" y="2804"/>
                  </a:lnTo>
                  <a:lnTo>
                    <a:pt x="11657" y="2804"/>
                  </a:lnTo>
                  <a:lnTo>
                    <a:pt x="11657" y="1733"/>
                  </a:lnTo>
                  <a:lnTo>
                    <a:pt x="11815" y="1733"/>
                  </a:lnTo>
                  <a:cubicBezTo>
                    <a:pt x="11815" y="1197"/>
                    <a:pt x="11374" y="725"/>
                    <a:pt x="10807" y="725"/>
                  </a:cubicBezTo>
                  <a:lnTo>
                    <a:pt x="10460" y="725"/>
                  </a:lnTo>
                  <a:lnTo>
                    <a:pt x="10460" y="378"/>
                  </a:lnTo>
                  <a:cubicBezTo>
                    <a:pt x="10460" y="158"/>
                    <a:pt x="10303" y="0"/>
                    <a:pt x="10082" y="0"/>
                  </a:cubicBezTo>
                  <a:cubicBezTo>
                    <a:pt x="9893" y="0"/>
                    <a:pt x="9735" y="158"/>
                    <a:pt x="9735" y="378"/>
                  </a:cubicBezTo>
                  <a:lnTo>
                    <a:pt x="9735" y="725"/>
                  </a:lnTo>
                  <a:lnTo>
                    <a:pt x="8349" y="725"/>
                  </a:lnTo>
                  <a:lnTo>
                    <a:pt x="8349" y="378"/>
                  </a:lnTo>
                  <a:cubicBezTo>
                    <a:pt x="8349" y="158"/>
                    <a:pt x="8192" y="0"/>
                    <a:pt x="8003" y="0"/>
                  </a:cubicBezTo>
                  <a:cubicBezTo>
                    <a:pt x="7814" y="0"/>
                    <a:pt x="7656" y="158"/>
                    <a:pt x="7656" y="378"/>
                  </a:cubicBezTo>
                  <a:lnTo>
                    <a:pt x="7656" y="725"/>
                  </a:lnTo>
                  <a:lnTo>
                    <a:pt x="6270" y="725"/>
                  </a:lnTo>
                  <a:lnTo>
                    <a:pt x="6270" y="378"/>
                  </a:lnTo>
                  <a:cubicBezTo>
                    <a:pt x="6270" y="158"/>
                    <a:pt x="6112" y="0"/>
                    <a:pt x="5923" y="0"/>
                  </a:cubicBezTo>
                  <a:cubicBezTo>
                    <a:pt x="5734" y="0"/>
                    <a:pt x="5577" y="158"/>
                    <a:pt x="5577" y="378"/>
                  </a:cubicBezTo>
                  <a:lnTo>
                    <a:pt x="5577" y="725"/>
                  </a:lnTo>
                  <a:lnTo>
                    <a:pt x="4191" y="725"/>
                  </a:lnTo>
                  <a:lnTo>
                    <a:pt x="4191" y="378"/>
                  </a:lnTo>
                  <a:cubicBezTo>
                    <a:pt x="4191" y="158"/>
                    <a:pt x="4033" y="0"/>
                    <a:pt x="3844" y="0"/>
                  </a:cubicBezTo>
                  <a:cubicBezTo>
                    <a:pt x="3623" y="0"/>
                    <a:pt x="3466" y="158"/>
                    <a:pt x="3466" y="378"/>
                  </a:cubicBezTo>
                  <a:lnTo>
                    <a:pt x="3466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2" name="Google Shape;7012;p83"/>
          <p:cNvSpPr/>
          <p:nvPr/>
        </p:nvSpPr>
        <p:spPr>
          <a:xfrm>
            <a:off x="1728170" y="3353079"/>
            <a:ext cx="363201" cy="354859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3" name="Google Shape;7013;p83"/>
          <p:cNvSpPr/>
          <p:nvPr/>
        </p:nvSpPr>
        <p:spPr>
          <a:xfrm>
            <a:off x="1732948" y="3818164"/>
            <a:ext cx="353645" cy="35458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14" name="Google Shape;7014;p83"/>
          <p:cNvGrpSpPr/>
          <p:nvPr/>
        </p:nvGrpSpPr>
        <p:grpSpPr>
          <a:xfrm>
            <a:off x="3970274" y="2882970"/>
            <a:ext cx="354586" cy="353645"/>
            <a:chOff x="-30345325" y="3184750"/>
            <a:chExt cx="292225" cy="291450"/>
          </a:xfrm>
        </p:grpSpPr>
        <p:sp>
          <p:nvSpPr>
            <p:cNvPr id="7015" name="Google Shape;7015;p83"/>
            <p:cNvSpPr/>
            <p:nvPr/>
          </p:nvSpPr>
          <p:spPr>
            <a:xfrm>
              <a:off x="-30328000" y="3184750"/>
              <a:ext cx="258375" cy="120950"/>
            </a:xfrm>
            <a:custGeom>
              <a:avLst/>
              <a:gdLst/>
              <a:ahLst/>
              <a:cxnLst/>
              <a:rect l="l" t="t" r="r" b="b"/>
              <a:pathLst>
                <a:path w="10335" h="483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83"/>
            <p:cNvSpPr/>
            <p:nvPr/>
          </p:nvSpPr>
          <p:spPr>
            <a:xfrm>
              <a:off x="-30310675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83"/>
            <p:cNvSpPr/>
            <p:nvPr/>
          </p:nvSpPr>
          <p:spPr>
            <a:xfrm>
              <a:off x="-30345325" y="3408425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7018;p83"/>
            <p:cNvSpPr/>
            <p:nvPr/>
          </p:nvSpPr>
          <p:spPr>
            <a:xfrm>
              <a:off x="-30156300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9" name="Google Shape;7019;p83"/>
            <p:cNvSpPr/>
            <p:nvPr/>
          </p:nvSpPr>
          <p:spPr>
            <a:xfrm>
              <a:off x="-30190950" y="3408425"/>
              <a:ext cx="137850" cy="67775"/>
            </a:xfrm>
            <a:custGeom>
              <a:avLst/>
              <a:gdLst/>
              <a:ahLst/>
              <a:cxnLst/>
              <a:rect l="l" t="t" r="r" b="b"/>
              <a:pathLst>
                <a:path w="5514" h="2711" extrusionOk="0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0" name="Google Shape;7020;p83"/>
          <p:cNvGrpSpPr/>
          <p:nvPr/>
        </p:nvGrpSpPr>
        <p:grpSpPr>
          <a:xfrm>
            <a:off x="1295026" y="1532946"/>
            <a:ext cx="353645" cy="353645"/>
            <a:chOff x="-35481425" y="3202075"/>
            <a:chExt cx="291450" cy="291450"/>
          </a:xfrm>
        </p:grpSpPr>
        <p:sp>
          <p:nvSpPr>
            <p:cNvPr id="7021" name="Google Shape;7021;p83"/>
            <p:cNvSpPr/>
            <p:nvPr/>
          </p:nvSpPr>
          <p:spPr>
            <a:xfrm>
              <a:off x="-35414475" y="3304600"/>
              <a:ext cx="154400" cy="85975"/>
            </a:xfrm>
            <a:custGeom>
              <a:avLst/>
              <a:gdLst/>
              <a:ahLst/>
              <a:cxnLst/>
              <a:rect l="l" t="t" r="r" b="b"/>
              <a:pathLst>
                <a:path w="6176" h="3439" extrusionOk="0">
                  <a:moveTo>
                    <a:pt x="4433" y="0"/>
                  </a:moveTo>
                  <a:cubicBezTo>
                    <a:pt x="4393" y="0"/>
                    <a:pt x="4354" y="8"/>
                    <a:pt x="4317" y="26"/>
                  </a:cubicBezTo>
                  <a:cubicBezTo>
                    <a:pt x="4191" y="58"/>
                    <a:pt x="4128" y="216"/>
                    <a:pt x="4128" y="342"/>
                  </a:cubicBezTo>
                  <a:lnTo>
                    <a:pt x="4128" y="1003"/>
                  </a:lnTo>
                  <a:lnTo>
                    <a:pt x="2048" y="1003"/>
                  </a:lnTo>
                  <a:lnTo>
                    <a:pt x="2048" y="342"/>
                  </a:lnTo>
                  <a:cubicBezTo>
                    <a:pt x="2048" y="184"/>
                    <a:pt x="1954" y="58"/>
                    <a:pt x="1828" y="26"/>
                  </a:cubicBezTo>
                  <a:cubicBezTo>
                    <a:pt x="1793" y="15"/>
                    <a:pt x="1750" y="8"/>
                    <a:pt x="1705" y="8"/>
                  </a:cubicBezTo>
                  <a:cubicBezTo>
                    <a:pt x="1626" y="8"/>
                    <a:pt x="1541" y="30"/>
                    <a:pt x="1481" y="89"/>
                  </a:cubicBezTo>
                  <a:lnTo>
                    <a:pt x="95" y="1476"/>
                  </a:lnTo>
                  <a:cubicBezTo>
                    <a:pt x="0" y="1602"/>
                    <a:pt x="0" y="1822"/>
                    <a:pt x="95" y="1948"/>
                  </a:cubicBezTo>
                  <a:lnTo>
                    <a:pt x="1481" y="3334"/>
                  </a:lnTo>
                  <a:cubicBezTo>
                    <a:pt x="1548" y="3379"/>
                    <a:pt x="1646" y="3424"/>
                    <a:pt x="1732" y="3424"/>
                  </a:cubicBezTo>
                  <a:cubicBezTo>
                    <a:pt x="1767" y="3424"/>
                    <a:pt x="1800" y="3416"/>
                    <a:pt x="1828" y="3398"/>
                  </a:cubicBezTo>
                  <a:cubicBezTo>
                    <a:pt x="1954" y="3366"/>
                    <a:pt x="2048" y="3208"/>
                    <a:pt x="2048" y="3082"/>
                  </a:cubicBezTo>
                  <a:lnTo>
                    <a:pt x="2048" y="2421"/>
                  </a:lnTo>
                  <a:lnTo>
                    <a:pt x="4128" y="2421"/>
                  </a:lnTo>
                  <a:lnTo>
                    <a:pt x="4128" y="3082"/>
                  </a:lnTo>
                  <a:cubicBezTo>
                    <a:pt x="4128" y="3240"/>
                    <a:pt x="4191" y="3366"/>
                    <a:pt x="4317" y="3398"/>
                  </a:cubicBezTo>
                  <a:cubicBezTo>
                    <a:pt x="4369" y="3424"/>
                    <a:pt x="4426" y="3439"/>
                    <a:pt x="4483" y="3439"/>
                  </a:cubicBezTo>
                  <a:cubicBezTo>
                    <a:pt x="4562" y="3439"/>
                    <a:pt x="4639" y="3408"/>
                    <a:pt x="4695" y="3334"/>
                  </a:cubicBezTo>
                  <a:lnTo>
                    <a:pt x="6049" y="1948"/>
                  </a:lnTo>
                  <a:cubicBezTo>
                    <a:pt x="6175" y="1822"/>
                    <a:pt x="6175" y="1602"/>
                    <a:pt x="6049" y="1476"/>
                  </a:cubicBezTo>
                  <a:lnTo>
                    <a:pt x="4695" y="89"/>
                  </a:lnTo>
                  <a:cubicBezTo>
                    <a:pt x="4628" y="45"/>
                    <a:pt x="4530" y="0"/>
                    <a:pt x="44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2" name="Google Shape;7022;p83"/>
            <p:cNvSpPr/>
            <p:nvPr/>
          </p:nvSpPr>
          <p:spPr>
            <a:xfrm>
              <a:off x="-35413700" y="3202075"/>
              <a:ext cx="34700" cy="103200"/>
            </a:xfrm>
            <a:custGeom>
              <a:avLst/>
              <a:gdLst/>
              <a:ahLst/>
              <a:cxnLst/>
              <a:rect l="l" t="t" r="r" b="b"/>
              <a:pathLst>
                <a:path w="1388" h="4128" extrusionOk="0">
                  <a:moveTo>
                    <a:pt x="1" y="0"/>
                  </a:moveTo>
                  <a:lnTo>
                    <a:pt x="1" y="4127"/>
                  </a:lnTo>
                  <a:lnTo>
                    <a:pt x="348" y="4127"/>
                  </a:lnTo>
                  <a:cubicBezTo>
                    <a:pt x="915" y="4127"/>
                    <a:pt x="1387" y="3655"/>
                    <a:pt x="1387" y="3088"/>
                  </a:cubicBezTo>
                  <a:lnTo>
                    <a:pt x="1387" y="1009"/>
                  </a:lnTo>
                  <a:cubicBezTo>
                    <a:pt x="1387" y="473"/>
                    <a:pt x="915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3" name="Google Shape;7023;p83"/>
            <p:cNvSpPr/>
            <p:nvPr/>
          </p:nvSpPr>
          <p:spPr>
            <a:xfrm>
              <a:off x="-35413700" y="3389525"/>
              <a:ext cx="34700" cy="103250"/>
            </a:xfrm>
            <a:custGeom>
              <a:avLst/>
              <a:gdLst/>
              <a:ahLst/>
              <a:cxnLst/>
              <a:rect l="l" t="t" r="r" b="b"/>
              <a:pathLst>
                <a:path w="1388" h="4130" extrusionOk="0">
                  <a:moveTo>
                    <a:pt x="1" y="1"/>
                  </a:moveTo>
                  <a:lnTo>
                    <a:pt x="1" y="4128"/>
                  </a:lnTo>
                  <a:lnTo>
                    <a:pt x="348" y="4128"/>
                  </a:lnTo>
                  <a:cubicBezTo>
                    <a:pt x="367" y="4129"/>
                    <a:pt x="386" y="4129"/>
                    <a:pt x="405" y="4129"/>
                  </a:cubicBezTo>
                  <a:cubicBezTo>
                    <a:pt x="946" y="4129"/>
                    <a:pt x="1387" y="3698"/>
                    <a:pt x="1387" y="3119"/>
                  </a:cubicBezTo>
                  <a:lnTo>
                    <a:pt x="1387" y="1040"/>
                  </a:lnTo>
                  <a:cubicBezTo>
                    <a:pt x="1387" y="473"/>
                    <a:pt x="915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4" name="Google Shape;7024;p83"/>
            <p:cNvSpPr/>
            <p:nvPr/>
          </p:nvSpPr>
          <p:spPr>
            <a:xfrm>
              <a:off x="-35292400" y="3202075"/>
              <a:ext cx="33900" cy="103200"/>
            </a:xfrm>
            <a:custGeom>
              <a:avLst/>
              <a:gdLst/>
              <a:ahLst/>
              <a:cxnLst/>
              <a:rect l="l" t="t" r="r" b="b"/>
              <a:pathLst>
                <a:path w="1356" h="4128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3088"/>
                  </a:lnTo>
                  <a:cubicBezTo>
                    <a:pt x="1" y="3655"/>
                    <a:pt x="410" y="4127"/>
                    <a:pt x="1009" y="4127"/>
                  </a:cubicBezTo>
                  <a:lnTo>
                    <a:pt x="1355" y="4127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5" name="Google Shape;7025;p83"/>
            <p:cNvSpPr/>
            <p:nvPr/>
          </p:nvSpPr>
          <p:spPr>
            <a:xfrm>
              <a:off x="-35241200" y="3202850"/>
              <a:ext cx="51225" cy="290675"/>
            </a:xfrm>
            <a:custGeom>
              <a:avLst/>
              <a:gdLst/>
              <a:ahLst/>
              <a:cxnLst/>
              <a:rect l="l" t="t" r="r" b="b"/>
              <a:pathLst>
                <a:path w="2049" h="11627" extrusionOk="0">
                  <a:moveTo>
                    <a:pt x="1" y="1"/>
                  </a:moveTo>
                  <a:lnTo>
                    <a:pt x="1" y="11626"/>
                  </a:lnTo>
                  <a:cubicBezTo>
                    <a:pt x="1135" y="11469"/>
                    <a:pt x="2048" y="10460"/>
                    <a:pt x="2048" y="9263"/>
                  </a:cubicBezTo>
                  <a:lnTo>
                    <a:pt x="2048" y="2395"/>
                  </a:lnTo>
                  <a:cubicBezTo>
                    <a:pt x="2048" y="1167"/>
                    <a:pt x="1135" y="158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6" name="Google Shape;7026;p83"/>
            <p:cNvSpPr/>
            <p:nvPr/>
          </p:nvSpPr>
          <p:spPr>
            <a:xfrm>
              <a:off x="-35292400" y="3389525"/>
              <a:ext cx="33900" cy="104000"/>
            </a:xfrm>
            <a:custGeom>
              <a:avLst/>
              <a:gdLst/>
              <a:ahLst/>
              <a:cxnLst/>
              <a:rect l="l" t="t" r="r" b="b"/>
              <a:pathLst>
                <a:path w="1356" h="4160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718"/>
                    <a:pt x="410" y="4159"/>
                    <a:pt x="1009" y="4159"/>
                  </a:cubicBezTo>
                  <a:lnTo>
                    <a:pt x="1355" y="4159"/>
                  </a:lnTo>
                  <a:lnTo>
                    <a:pt x="135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7" name="Google Shape;7027;p83"/>
            <p:cNvSpPr/>
            <p:nvPr/>
          </p:nvSpPr>
          <p:spPr>
            <a:xfrm>
              <a:off x="-35481425" y="3202075"/>
              <a:ext cx="51225" cy="289875"/>
            </a:xfrm>
            <a:custGeom>
              <a:avLst/>
              <a:gdLst/>
              <a:ahLst/>
              <a:cxnLst/>
              <a:rect l="l" t="t" r="r" b="b"/>
              <a:pathLst>
                <a:path w="2049" h="11595" extrusionOk="0">
                  <a:moveTo>
                    <a:pt x="2048" y="0"/>
                  </a:moveTo>
                  <a:cubicBezTo>
                    <a:pt x="883" y="158"/>
                    <a:pt x="1" y="1166"/>
                    <a:pt x="1" y="2363"/>
                  </a:cubicBezTo>
                  <a:lnTo>
                    <a:pt x="1" y="9200"/>
                  </a:lnTo>
                  <a:cubicBezTo>
                    <a:pt x="1" y="10460"/>
                    <a:pt x="851" y="11437"/>
                    <a:pt x="2048" y="11594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8" name="Google Shape;7028;p83"/>
          <p:cNvGrpSpPr/>
          <p:nvPr/>
        </p:nvGrpSpPr>
        <p:grpSpPr>
          <a:xfrm>
            <a:off x="1294556" y="1974472"/>
            <a:ext cx="354586" cy="352675"/>
            <a:chOff x="-35482200" y="3561225"/>
            <a:chExt cx="292225" cy="290650"/>
          </a:xfrm>
        </p:grpSpPr>
        <p:sp>
          <p:nvSpPr>
            <p:cNvPr id="7029" name="Google Shape;7029;p83"/>
            <p:cNvSpPr/>
            <p:nvPr/>
          </p:nvSpPr>
          <p:spPr>
            <a:xfrm>
              <a:off x="-35482200" y="3749475"/>
              <a:ext cx="292225" cy="102400"/>
            </a:xfrm>
            <a:custGeom>
              <a:avLst/>
              <a:gdLst/>
              <a:ahLst/>
              <a:cxnLst/>
              <a:rect l="l" t="t" r="r" b="b"/>
              <a:pathLst>
                <a:path w="11689" h="4096" extrusionOk="0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0" name="Google Shape;7030;p83"/>
            <p:cNvSpPr/>
            <p:nvPr/>
          </p:nvSpPr>
          <p:spPr>
            <a:xfrm>
              <a:off x="-35371150" y="35612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1" name="Google Shape;7031;p83"/>
            <p:cNvSpPr/>
            <p:nvPr/>
          </p:nvSpPr>
          <p:spPr>
            <a:xfrm>
              <a:off x="-35405025" y="3647075"/>
              <a:ext cx="136275" cy="119750"/>
            </a:xfrm>
            <a:custGeom>
              <a:avLst/>
              <a:gdLst/>
              <a:ahLst/>
              <a:cxnLst/>
              <a:rect l="l" t="t" r="r" b="b"/>
              <a:pathLst>
                <a:path w="5451" h="4790" extrusionOk="0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2" name="Google Shape;7032;p83"/>
          <p:cNvGrpSpPr/>
          <p:nvPr/>
        </p:nvGrpSpPr>
        <p:grpSpPr>
          <a:xfrm>
            <a:off x="1295026" y="2409340"/>
            <a:ext cx="353645" cy="353615"/>
            <a:chOff x="-35481425" y="3919600"/>
            <a:chExt cx="291450" cy="291425"/>
          </a:xfrm>
        </p:grpSpPr>
        <p:sp>
          <p:nvSpPr>
            <p:cNvPr id="7033" name="Google Shape;7033;p83"/>
            <p:cNvSpPr/>
            <p:nvPr/>
          </p:nvSpPr>
          <p:spPr>
            <a:xfrm>
              <a:off x="-35327050" y="412515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025" y="1"/>
                  </a:moveTo>
                  <a:cubicBezTo>
                    <a:pt x="2836" y="1"/>
                    <a:pt x="2678" y="159"/>
                    <a:pt x="2678" y="348"/>
                  </a:cubicBezTo>
                  <a:lnTo>
                    <a:pt x="2678" y="1041"/>
                  </a:lnTo>
                  <a:cubicBezTo>
                    <a:pt x="2678" y="1576"/>
                    <a:pt x="2206" y="2049"/>
                    <a:pt x="1639" y="2049"/>
                  </a:cubicBezTo>
                  <a:lnTo>
                    <a:pt x="1103" y="2049"/>
                  </a:lnTo>
                  <a:lnTo>
                    <a:pt x="1229" y="1923"/>
                  </a:lnTo>
                  <a:cubicBezTo>
                    <a:pt x="1387" y="1860"/>
                    <a:pt x="1387" y="1608"/>
                    <a:pt x="1261" y="1513"/>
                  </a:cubicBezTo>
                  <a:cubicBezTo>
                    <a:pt x="1198" y="1450"/>
                    <a:pt x="1111" y="1419"/>
                    <a:pt x="1024" y="1419"/>
                  </a:cubicBezTo>
                  <a:cubicBezTo>
                    <a:pt x="938" y="1419"/>
                    <a:pt x="851" y="1450"/>
                    <a:pt x="788" y="1513"/>
                  </a:cubicBezTo>
                  <a:lnTo>
                    <a:pt x="127" y="2175"/>
                  </a:lnTo>
                  <a:cubicBezTo>
                    <a:pt x="1" y="2301"/>
                    <a:pt x="1" y="2521"/>
                    <a:pt x="127" y="2647"/>
                  </a:cubicBezTo>
                  <a:lnTo>
                    <a:pt x="788" y="3309"/>
                  </a:lnTo>
                  <a:cubicBezTo>
                    <a:pt x="851" y="3372"/>
                    <a:pt x="938" y="3404"/>
                    <a:pt x="1024" y="3404"/>
                  </a:cubicBezTo>
                  <a:cubicBezTo>
                    <a:pt x="1111" y="3404"/>
                    <a:pt x="1198" y="3372"/>
                    <a:pt x="1261" y="3309"/>
                  </a:cubicBezTo>
                  <a:cubicBezTo>
                    <a:pt x="1387" y="3183"/>
                    <a:pt x="1387" y="2962"/>
                    <a:pt x="1261" y="2836"/>
                  </a:cubicBezTo>
                  <a:lnTo>
                    <a:pt x="1135" y="2710"/>
                  </a:lnTo>
                  <a:lnTo>
                    <a:pt x="1702" y="2710"/>
                  </a:lnTo>
                  <a:cubicBezTo>
                    <a:pt x="2647" y="2710"/>
                    <a:pt x="3372" y="1986"/>
                    <a:pt x="3372" y="1041"/>
                  </a:cubicBezTo>
                  <a:lnTo>
                    <a:pt x="3372" y="348"/>
                  </a:lnTo>
                  <a:cubicBezTo>
                    <a:pt x="3372" y="159"/>
                    <a:pt x="3214" y="1"/>
                    <a:pt x="30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4" name="Google Shape;7034;p83"/>
            <p:cNvSpPr/>
            <p:nvPr/>
          </p:nvSpPr>
          <p:spPr>
            <a:xfrm>
              <a:off x="-35429450" y="392117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60" y="0"/>
                  </a:moveTo>
                  <a:cubicBezTo>
                    <a:pt x="2269" y="0"/>
                    <a:pt x="2175" y="32"/>
                    <a:pt x="2112" y="95"/>
                  </a:cubicBezTo>
                  <a:cubicBezTo>
                    <a:pt x="2017" y="221"/>
                    <a:pt x="2017" y="441"/>
                    <a:pt x="2112" y="567"/>
                  </a:cubicBezTo>
                  <a:lnTo>
                    <a:pt x="2238" y="693"/>
                  </a:lnTo>
                  <a:lnTo>
                    <a:pt x="1702" y="693"/>
                  </a:lnTo>
                  <a:cubicBezTo>
                    <a:pt x="757" y="693"/>
                    <a:pt x="1" y="1418"/>
                    <a:pt x="1" y="2363"/>
                  </a:cubicBezTo>
                  <a:lnTo>
                    <a:pt x="1" y="3056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56"/>
                  </a:cubicBezTo>
                  <a:lnTo>
                    <a:pt x="694" y="2332"/>
                  </a:lnTo>
                  <a:cubicBezTo>
                    <a:pt x="694" y="1796"/>
                    <a:pt x="1167" y="1292"/>
                    <a:pt x="1734" y="1292"/>
                  </a:cubicBezTo>
                  <a:lnTo>
                    <a:pt x="2269" y="1292"/>
                  </a:lnTo>
                  <a:lnTo>
                    <a:pt x="2175" y="1418"/>
                  </a:lnTo>
                  <a:cubicBezTo>
                    <a:pt x="2017" y="1544"/>
                    <a:pt x="2017" y="1733"/>
                    <a:pt x="2112" y="1891"/>
                  </a:cubicBezTo>
                  <a:cubicBezTo>
                    <a:pt x="2175" y="1954"/>
                    <a:pt x="2269" y="1985"/>
                    <a:pt x="2360" y="1985"/>
                  </a:cubicBezTo>
                  <a:cubicBezTo>
                    <a:pt x="2450" y="1985"/>
                    <a:pt x="2537" y="1954"/>
                    <a:pt x="2584" y="1891"/>
                  </a:cubicBezTo>
                  <a:lnTo>
                    <a:pt x="3277" y="1229"/>
                  </a:lnTo>
                  <a:cubicBezTo>
                    <a:pt x="3372" y="1103"/>
                    <a:pt x="3372" y="882"/>
                    <a:pt x="3277" y="756"/>
                  </a:cubicBezTo>
                  <a:lnTo>
                    <a:pt x="2584" y="95"/>
                  </a:lnTo>
                  <a:cubicBezTo>
                    <a:pt x="2537" y="32"/>
                    <a:pt x="2450" y="0"/>
                    <a:pt x="23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5" name="Google Shape;7035;p83"/>
            <p:cNvSpPr/>
            <p:nvPr/>
          </p:nvSpPr>
          <p:spPr>
            <a:xfrm>
              <a:off x="-35481425" y="4021975"/>
              <a:ext cx="137075" cy="35475"/>
            </a:xfrm>
            <a:custGeom>
              <a:avLst/>
              <a:gdLst/>
              <a:ahLst/>
              <a:cxnLst/>
              <a:rect l="l" t="t" r="r" b="b"/>
              <a:pathLst>
                <a:path w="5483" h="1419" extrusionOk="0">
                  <a:moveTo>
                    <a:pt x="1009" y="1"/>
                  </a:moveTo>
                  <a:cubicBezTo>
                    <a:pt x="473" y="1"/>
                    <a:pt x="1" y="473"/>
                    <a:pt x="1" y="1072"/>
                  </a:cubicBezTo>
                  <a:lnTo>
                    <a:pt x="1" y="1419"/>
                  </a:lnTo>
                  <a:lnTo>
                    <a:pt x="5482" y="1419"/>
                  </a:lnTo>
                  <a:lnTo>
                    <a:pt x="5482" y="1072"/>
                  </a:lnTo>
                  <a:lnTo>
                    <a:pt x="5451" y="1072"/>
                  </a:lnTo>
                  <a:cubicBezTo>
                    <a:pt x="5451" y="505"/>
                    <a:pt x="5010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6" name="Google Shape;7036;p83"/>
            <p:cNvSpPr/>
            <p:nvPr/>
          </p:nvSpPr>
          <p:spPr>
            <a:xfrm>
              <a:off x="-35481425" y="4073975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1" y="0"/>
                  </a:moveTo>
                  <a:lnTo>
                    <a:pt x="1" y="3434"/>
                  </a:lnTo>
                  <a:lnTo>
                    <a:pt x="5451" y="343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7" name="Google Shape;7037;p83"/>
            <p:cNvSpPr/>
            <p:nvPr/>
          </p:nvSpPr>
          <p:spPr>
            <a:xfrm>
              <a:off x="-35481425" y="4176350"/>
              <a:ext cx="136275" cy="34675"/>
            </a:xfrm>
            <a:custGeom>
              <a:avLst/>
              <a:gdLst/>
              <a:ahLst/>
              <a:cxnLst/>
              <a:rect l="l" t="t" r="r" b="b"/>
              <a:pathLst>
                <a:path w="5451" h="1387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10" y="1387"/>
                    <a:pt x="1009" y="1387"/>
                  </a:cubicBezTo>
                  <a:lnTo>
                    <a:pt x="4443" y="1387"/>
                  </a:lnTo>
                  <a:cubicBezTo>
                    <a:pt x="4978" y="1387"/>
                    <a:pt x="5451" y="914"/>
                    <a:pt x="5451" y="347"/>
                  </a:cubicBezTo>
                  <a:lnTo>
                    <a:pt x="54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8" name="Google Shape;7038;p83"/>
            <p:cNvSpPr/>
            <p:nvPr/>
          </p:nvSpPr>
          <p:spPr>
            <a:xfrm>
              <a:off x="-35327050" y="3919600"/>
              <a:ext cx="137075" cy="33875"/>
            </a:xfrm>
            <a:custGeom>
              <a:avLst/>
              <a:gdLst/>
              <a:ahLst/>
              <a:cxnLst/>
              <a:rect l="l" t="t" r="r" b="b"/>
              <a:pathLst>
                <a:path w="5483" h="1355" extrusionOk="0"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1355"/>
                  </a:lnTo>
                  <a:lnTo>
                    <a:pt x="5482" y="1355"/>
                  </a:lnTo>
                  <a:lnTo>
                    <a:pt x="5482" y="1008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9" name="Google Shape;7039;p83"/>
            <p:cNvSpPr/>
            <p:nvPr/>
          </p:nvSpPr>
          <p:spPr>
            <a:xfrm>
              <a:off x="-35327825" y="3970800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0" y="0"/>
                  </a:moveTo>
                  <a:lnTo>
                    <a:pt x="0" y="3434"/>
                  </a:lnTo>
                  <a:lnTo>
                    <a:pt x="5450" y="3434"/>
                  </a:lnTo>
                  <a:lnTo>
                    <a:pt x="54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0" name="Google Shape;7040;p83"/>
            <p:cNvSpPr/>
            <p:nvPr/>
          </p:nvSpPr>
          <p:spPr>
            <a:xfrm>
              <a:off x="-35327825" y="4073975"/>
              <a:ext cx="136275" cy="35450"/>
            </a:xfrm>
            <a:custGeom>
              <a:avLst/>
              <a:gdLst/>
              <a:ahLst/>
              <a:cxnLst/>
              <a:rect l="l" t="t" r="r" b="b"/>
              <a:pathLst>
                <a:path w="5451" h="1418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14"/>
                    <a:pt x="473" y="1418"/>
                    <a:pt x="1008" y="1418"/>
                  </a:cubicBezTo>
                  <a:lnTo>
                    <a:pt x="4442" y="1418"/>
                  </a:lnTo>
                  <a:cubicBezTo>
                    <a:pt x="4978" y="1418"/>
                    <a:pt x="5450" y="945"/>
                    <a:pt x="5450" y="347"/>
                  </a:cubicBezTo>
                  <a:lnTo>
                    <a:pt x="54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1" name="Google Shape;7041;p83"/>
          <p:cNvGrpSpPr/>
          <p:nvPr/>
        </p:nvGrpSpPr>
        <p:grpSpPr>
          <a:xfrm>
            <a:off x="3530661" y="1533431"/>
            <a:ext cx="357468" cy="352675"/>
            <a:chOff x="-33645475" y="3228075"/>
            <a:chExt cx="294600" cy="290650"/>
          </a:xfrm>
        </p:grpSpPr>
        <p:sp>
          <p:nvSpPr>
            <p:cNvPr id="7042" name="Google Shape;7042;p83"/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3" name="Google Shape;7043;p83"/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4" name="Google Shape;7044;p83"/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5" name="Google Shape;7045;p83"/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6" name="Google Shape;7046;p83"/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7" name="Google Shape;7047;p83"/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8" name="Google Shape;7048;p83"/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9" name="Google Shape;7049;p83"/>
          <p:cNvGrpSpPr/>
          <p:nvPr/>
        </p:nvGrpSpPr>
        <p:grpSpPr>
          <a:xfrm>
            <a:off x="3531631" y="1973516"/>
            <a:ext cx="355526" cy="354586"/>
            <a:chOff x="-33646250" y="3586425"/>
            <a:chExt cx="293000" cy="292225"/>
          </a:xfrm>
        </p:grpSpPr>
        <p:sp>
          <p:nvSpPr>
            <p:cNvPr id="7050" name="Google Shape;7050;p83"/>
            <p:cNvSpPr/>
            <p:nvPr/>
          </p:nvSpPr>
          <p:spPr>
            <a:xfrm>
              <a:off x="-33646250" y="3739225"/>
              <a:ext cx="141775" cy="139425"/>
            </a:xfrm>
            <a:custGeom>
              <a:avLst/>
              <a:gdLst/>
              <a:ahLst/>
              <a:cxnLst/>
              <a:rect l="l" t="t" r="r" b="b"/>
              <a:pathLst>
                <a:path w="5671" h="5577" extrusionOk="0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1" name="Google Shape;7051;p83"/>
            <p:cNvSpPr/>
            <p:nvPr/>
          </p:nvSpPr>
          <p:spPr>
            <a:xfrm>
              <a:off x="-33541500" y="3586425"/>
              <a:ext cx="188250" cy="187475"/>
            </a:xfrm>
            <a:custGeom>
              <a:avLst/>
              <a:gdLst/>
              <a:ahLst/>
              <a:cxnLst/>
              <a:rect l="l" t="t" r="r" b="b"/>
              <a:pathLst>
                <a:path w="7530" h="7499" extrusionOk="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2" name="Google Shape;7052;p83"/>
          <p:cNvGrpSpPr/>
          <p:nvPr/>
        </p:nvGrpSpPr>
        <p:grpSpPr>
          <a:xfrm>
            <a:off x="3532101" y="2408369"/>
            <a:ext cx="354586" cy="355557"/>
            <a:chOff x="-33645475" y="3944800"/>
            <a:chExt cx="292225" cy="293025"/>
          </a:xfrm>
        </p:grpSpPr>
        <p:sp>
          <p:nvSpPr>
            <p:cNvPr id="7053" name="Google Shape;7053;p83"/>
            <p:cNvSpPr/>
            <p:nvPr/>
          </p:nvSpPr>
          <p:spPr>
            <a:xfrm>
              <a:off x="-33549375" y="3944800"/>
              <a:ext cx="98475" cy="70900"/>
            </a:xfrm>
            <a:custGeom>
              <a:avLst/>
              <a:gdLst/>
              <a:ahLst/>
              <a:cxnLst/>
              <a:rect l="l" t="t" r="r" b="b"/>
              <a:pathLst>
                <a:path w="3939" h="2836" extrusionOk="0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4" name="Google Shape;7054;p83"/>
            <p:cNvSpPr/>
            <p:nvPr/>
          </p:nvSpPr>
          <p:spPr>
            <a:xfrm>
              <a:off x="-33645475" y="4041675"/>
              <a:ext cx="70900" cy="98475"/>
            </a:xfrm>
            <a:custGeom>
              <a:avLst/>
              <a:gdLst/>
              <a:ahLst/>
              <a:cxnLst/>
              <a:rect l="l" t="t" r="r" b="b"/>
              <a:pathLst>
                <a:path w="2836" h="3939" extrusionOk="0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5" name="Google Shape;7055;p83"/>
            <p:cNvSpPr/>
            <p:nvPr/>
          </p:nvSpPr>
          <p:spPr>
            <a:xfrm>
              <a:off x="-33424150" y="4042450"/>
              <a:ext cx="70900" cy="52025"/>
            </a:xfrm>
            <a:custGeom>
              <a:avLst/>
              <a:gdLst/>
              <a:ahLst/>
              <a:cxnLst/>
              <a:rect l="l" t="t" r="r" b="b"/>
              <a:pathLst>
                <a:path w="2836" h="2081" extrusionOk="0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6" name="Google Shape;7056;p83"/>
            <p:cNvSpPr/>
            <p:nvPr/>
          </p:nvSpPr>
          <p:spPr>
            <a:xfrm>
              <a:off x="-33549375" y="4165325"/>
              <a:ext cx="86650" cy="70925"/>
            </a:xfrm>
            <a:custGeom>
              <a:avLst/>
              <a:gdLst/>
              <a:ahLst/>
              <a:cxnLst/>
              <a:rect l="l" t="t" r="r" b="b"/>
              <a:pathLst>
                <a:path w="3466" h="2837" extrusionOk="0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7" name="Google Shape;7057;p83"/>
            <p:cNvSpPr/>
            <p:nvPr/>
          </p:nvSpPr>
          <p:spPr>
            <a:xfrm>
              <a:off x="-33558825" y="4030650"/>
              <a:ext cx="118950" cy="120525"/>
            </a:xfrm>
            <a:custGeom>
              <a:avLst/>
              <a:gdLst/>
              <a:ahLst/>
              <a:cxnLst/>
              <a:rect l="l" t="t" r="r" b="b"/>
              <a:pathLst>
                <a:path w="4758" h="4821" extrusionOk="0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8" name="Google Shape;7058;p83"/>
            <p:cNvSpPr/>
            <p:nvPr/>
          </p:nvSpPr>
          <p:spPr>
            <a:xfrm>
              <a:off x="-33639950" y="4129900"/>
              <a:ext cx="100825" cy="100825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9" name="Google Shape;7059;p83"/>
            <p:cNvSpPr/>
            <p:nvPr/>
          </p:nvSpPr>
          <p:spPr>
            <a:xfrm>
              <a:off x="-33459600" y="3951875"/>
              <a:ext cx="100850" cy="100075"/>
            </a:xfrm>
            <a:custGeom>
              <a:avLst/>
              <a:gdLst/>
              <a:ahLst/>
              <a:cxnLst/>
              <a:rect l="l" t="t" r="r" b="b"/>
              <a:pathLst>
                <a:path w="4034" h="4003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0" name="Google Shape;7060;p83"/>
            <p:cNvSpPr/>
            <p:nvPr/>
          </p:nvSpPr>
          <p:spPr>
            <a:xfrm>
              <a:off x="-33639950" y="3951100"/>
              <a:ext cx="100825" cy="100050"/>
            </a:xfrm>
            <a:custGeom>
              <a:avLst/>
              <a:gdLst/>
              <a:ahLst/>
              <a:cxnLst/>
              <a:rect l="l" t="t" r="r" b="b"/>
              <a:pathLst>
                <a:path w="4033" h="4002" extrusionOk="0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1" name="Google Shape;7061;p83"/>
            <p:cNvSpPr/>
            <p:nvPr/>
          </p:nvSpPr>
          <p:spPr>
            <a:xfrm>
              <a:off x="-33472975" y="4082625"/>
              <a:ext cx="119725" cy="155200"/>
            </a:xfrm>
            <a:custGeom>
              <a:avLst/>
              <a:gdLst/>
              <a:ahLst/>
              <a:cxnLst/>
              <a:rect l="l" t="t" r="r" b="b"/>
              <a:pathLst>
                <a:path w="4789" h="6208" extrusionOk="0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2" name="Google Shape;7062;p83"/>
            <p:cNvSpPr/>
            <p:nvPr/>
          </p:nvSpPr>
          <p:spPr>
            <a:xfrm>
              <a:off x="-33421775" y="41338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63" name="Google Shape;7063;p83"/>
          <p:cNvGrpSpPr/>
          <p:nvPr/>
        </p:nvGrpSpPr>
        <p:grpSpPr>
          <a:xfrm>
            <a:off x="2185320" y="2882106"/>
            <a:ext cx="352675" cy="355375"/>
            <a:chOff x="-31809525" y="3192625"/>
            <a:chExt cx="290650" cy="292875"/>
          </a:xfrm>
        </p:grpSpPr>
        <p:sp>
          <p:nvSpPr>
            <p:cNvPr id="7064" name="Google Shape;7064;p83"/>
            <p:cNvSpPr/>
            <p:nvPr/>
          </p:nvSpPr>
          <p:spPr>
            <a:xfrm>
              <a:off x="-31767775" y="3192625"/>
              <a:ext cx="204800" cy="153600"/>
            </a:xfrm>
            <a:custGeom>
              <a:avLst/>
              <a:gdLst/>
              <a:ahLst/>
              <a:cxnLst/>
              <a:rect l="l" t="t" r="r" b="b"/>
              <a:pathLst>
                <a:path w="8192" h="6144" extrusionOk="0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5" name="Google Shape;7065;p83"/>
            <p:cNvSpPr/>
            <p:nvPr/>
          </p:nvSpPr>
          <p:spPr>
            <a:xfrm>
              <a:off x="-31715000" y="3244600"/>
              <a:ext cx="101625" cy="52450"/>
            </a:xfrm>
            <a:custGeom>
              <a:avLst/>
              <a:gdLst/>
              <a:ahLst/>
              <a:cxnLst/>
              <a:rect l="l" t="t" r="r" b="b"/>
              <a:pathLst>
                <a:path w="4065" h="2098" extrusionOk="0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6" name="Google Shape;7066;p83"/>
            <p:cNvSpPr/>
            <p:nvPr/>
          </p:nvSpPr>
          <p:spPr>
            <a:xfrm>
              <a:off x="-31716575" y="3308400"/>
              <a:ext cx="102400" cy="73275"/>
            </a:xfrm>
            <a:custGeom>
              <a:avLst/>
              <a:gdLst/>
              <a:ahLst/>
              <a:cxnLst/>
              <a:rect l="l" t="t" r="r" b="b"/>
              <a:pathLst>
                <a:path w="4096" h="2931" extrusionOk="0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7" name="Google Shape;7067;p83"/>
            <p:cNvSpPr/>
            <p:nvPr/>
          </p:nvSpPr>
          <p:spPr>
            <a:xfrm>
              <a:off x="-31809525" y="3386375"/>
              <a:ext cx="290650" cy="99125"/>
            </a:xfrm>
            <a:custGeom>
              <a:avLst/>
              <a:gdLst/>
              <a:ahLst/>
              <a:cxnLst/>
              <a:rect l="l" t="t" r="r" b="b"/>
              <a:pathLst>
                <a:path w="11626" h="3965" extrusionOk="0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68" name="Google Shape;7068;p83"/>
          <p:cNvGrpSpPr/>
          <p:nvPr/>
        </p:nvGrpSpPr>
        <p:grpSpPr>
          <a:xfrm>
            <a:off x="2184835" y="3352658"/>
            <a:ext cx="353645" cy="355557"/>
            <a:chOff x="-31811100" y="3550975"/>
            <a:chExt cx="291450" cy="293025"/>
          </a:xfrm>
        </p:grpSpPr>
        <p:sp>
          <p:nvSpPr>
            <p:cNvPr id="7069" name="Google Shape;7069;p83"/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0" name="Google Shape;7070;p83"/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1" name="Google Shape;7071;p83"/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2" name="Google Shape;7072;p83"/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3" name="Google Shape;7073;p83"/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4" name="Google Shape;7074;p83"/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5" name="Google Shape;7075;p83"/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6" name="Google Shape;7076;p83"/>
          <p:cNvGrpSpPr/>
          <p:nvPr/>
        </p:nvGrpSpPr>
        <p:grpSpPr>
          <a:xfrm>
            <a:off x="2178631" y="3816962"/>
            <a:ext cx="366052" cy="356831"/>
            <a:chOff x="-31817400" y="3910025"/>
            <a:chExt cx="301675" cy="294075"/>
          </a:xfrm>
        </p:grpSpPr>
        <p:sp>
          <p:nvSpPr>
            <p:cNvPr id="7077" name="Google Shape;7077;p83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8" name="Google Shape;7078;p83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9" name="Google Shape;7079;p83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0" name="Google Shape;7080;p83"/>
          <p:cNvGrpSpPr/>
          <p:nvPr/>
        </p:nvGrpSpPr>
        <p:grpSpPr>
          <a:xfrm>
            <a:off x="3970259" y="3353143"/>
            <a:ext cx="354616" cy="354586"/>
            <a:chOff x="-30354000" y="3569100"/>
            <a:chExt cx="292250" cy="292225"/>
          </a:xfrm>
        </p:grpSpPr>
        <p:sp>
          <p:nvSpPr>
            <p:cNvPr id="7081" name="Google Shape;7081;p83"/>
            <p:cNvSpPr/>
            <p:nvPr/>
          </p:nvSpPr>
          <p:spPr>
            <a:xfrm>
              <a:off x="-30354000" y="3604550"/>
              <a:ext cx="137875" cy="256000"/>
            </a:xfrm>
            <a:custGeom>
              <a:avLst/>
              <a:gdLst/>
              <a:ahLst/>
              <a:cxnLst/>
              <a:rect l="l" t="t" r="r" b="b"/>
              <a:pathLst>
                <a:path w="5515" h="10240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2" name="Google Shape;7082;p83"/>
            <p:cNvSpPr/>
            <p:nvPr/>
          </p:nvSpPr>
          <p:spPr>
            <a:xfrm>
              <a:off x="-30198825" y="3604550"/>
              <a:ext cx="137075" cy="256775"/>
            </a:xfrm>
            <a:custGeom>
              <a:avLst/>
              <a:gdLst/>
              <a:ahLst/>
              <a:cxnLst/>
              <a:rect l="l" t="t" r="r" b="b"/>
              <a:pathLst>
                <a:path w="5483" h="10271" extrusionOk="0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3" name="Google Shape;7083;p83"/>
            <p:cNvSpPr/>
            <p:nvPr/>
          </p:nvSpPr>
          <p:spPr>
            <a:xfrm>
              <a:off x="-30139750" y="3636850"/>
              <a:ext cx="26000" cy="37825"/>
            </a:xfrm>
            <a:custGeom>
              <a:avLst/>
              <a:gdLst/>
              <a:ahLst/>
              <a:cxnLst/>
              <a:rect l="l" t="t" r="r" b="b"/>
              <a:pathLst>
                <a:path w="1040" h="1513" extrusionOk="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4" name="Google Shape;7084;p83"/>
            <p:cNvSpPr/>
            <p:nvPr/>
          </p:nvSpPr>
          <p:spPr>
            <a:xfrm>
              <a:off x="-30302800" y="3638950"/>
              <a:ext cx="25225" cy="36500"/>
            </a:xfrm>
            <a:custGeom>
              <a:avLst/>
              <a:gdLst/>
              <a:ahLst/>
              <a:cxnLst/>
              <a:rect l="l" t="t" r="r" b="b"/>
              <a:pathLst>
                <a:path w="1009" h="1460" extrusionOk="0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5" name="Google Shape;7085;p83"/>
            <p:cNvSpPr/>
            <p:nvPr/>
          </p:nvSpPr>
          <p:spPr>
            <a:xfrm>
              <a:off x="-30242925" y="3569100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6" name="Google Shape;7086;p83"/>
            <p:cNvSpPr/>
            <p:nvPr/>
          </p:nvSpPr>
          <p:spPr>
            <a:xfrm>
              <a:off x="-30262625" y="3654950"/>
              <a:ext cx="107925" cy="68550"/>
            </a:xfrm>
            <a:custGeom>
              <a:avLst/>
              <a:gdLst/>
              <a:ahLst/>
              <a:cxnLst/>
              <a:rect l="l" t="t" r="r" b="b"/>
              <a:pathLst>
                <a:path w="4317" h="2742" extrusionOk="0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7" name="Google Shape;7087;p83"/>
          <p:cNvGrpSpPr/>
          <p:nvPr/>
        </p:nvGrpSpPr>
        <p:grpSpPr>
          <a:xfrm>
            <a:off x="1748837" y="1532946"/>
            <a:ext cx="342148" cy="353645"/>
            <a:chOff x="-35118325" y="3202075"/>
            <a:chExt cx="281975" cy="291450"/>
          </a:xfrm>
        </p:grpSpPr>
        <p:sp>
          <p:nvSpPr>
            <p:cNvPr id="7088" name="Google Shape;7088;p83"/>
            <p:cNvSpPr/>
            <p:nvPr/>
          </p:nvSpPr>
          <p:spPr>
            <a:xfrm>
              <a:off x="-35008050" y="3202075"/>
              <a:ext cx="171700" cy="171250"/>
            </a:xfrm>
            <a:custGeom>
              <a:avLst/>
              <a:gdLst/>
              <a:ahLst/>
              <a:cxnLst/>
              <a:rect l="l" t="t" r="r" b="b"/>
              <a:pathLst>
                <a:path w="6868" h="6850" extrusionOk="0">
                  <a:moveTo>
                    <a:pt x="3466" y="1355"/>
                  </a:moveTo>
                  <a:cubicBezTo>
                    <a:pt x="4222" y="1355"/>
                    <a:pt x="4852" y="1985"/>
                    <a:pt x="4852" y="2741"/>
                  </a:cubicBezTo>
                  <a:lnTo>
                    <a:pt x="4852" y="4127"/>
                  </a:lnTo>
                  <a:cubicBezTo>
                    <a:pt x="4852" y="4348"/>
                    <a:pt x="4757" y="4600"/>
                    <a:pt x="4631" y="4821"/>
                  </a:cubicBezTo>
                  <a:lnTo>
                    <a:pt x="4726" y="4915"/>
                  </a:lnTo>
                  <a:cubicBezTo>
                    <a:pt x="4852" y="5041"/>
                    <a:pt x="4852" y="5262"/>
                    <a:pt x="4726" y="5388"/>
                  </a:cubicBezTo>
                  <a:cubicBezTo>
                    <a:pt x="4663" y="5451"/>
                    <a:pt x="4576" y="5482"/>
                    <a:pt x="4489" y="5482"/>
                  </a:cubicBezTo>
                  <a:cubicBezTo>
                    <a:pt x="4403" y="5482"/>
                    <a:pt x="4316" y="5451"/>
                    <a:pt x="4253" y="5388"/>
                  </a:cubicBezTo>
                  <a:lnTo>
                    <a:pt x="4190" y="5293"/>
                  </a:lnTo>
                  <a:cubicBezTo>
                    <a:pt x="3970" y="5419"/>
                    <a:pt x="3749" y="5514"/>
                    <a:pt x="3466" y="5514"/>
                  </a:cubicBezTo>
                  <a:cubicBezTo>
                    <a:pt x="2709" y="5514"/>
                    <a:pt x="2079" y="4884"/>
                    <a:pt x="2079" y="4127"/>
                  </a:cubicBezTo>
                  <a:lnTo>
                    <a:pt x="2079" y="2741"/>
                  </a:lnTo>
                  <a:cubicBezTo>
                    <a:pt x="2079" y="1985"/>
                    <a:pt x="2709" y="1355"/>
                    <a:pt x="3466" y="1355"/>
                  </a:cubicBezTo>
                  <a:close/>
                  <a:moveTo>
                    <a:pt x="3466" y="0"/>
                  </a:moveTo>
                  <a:cubicBezTo>
                    <a:pt x="1575" y="0"/>
                    <a:pt x="32" y="1576"/>
                    <a:pt x="32" y="3403"/>
                  </a:cubicBezTo>
                  <a:cubicBezTo>
                    <a:pt x="32" y="4001"/>
                    <a:pt x="189" y="4569"/>
                    <a:pt x="473" y="5104"/>
                  </a:cubicBezTo>
                  <a:lnTo>
                    <a:pt x="32" y="6396"/>
                  </a:lnTo>
                  <a:cubicBezTo>
                    <a:pt x="0" y="6522"/>
                    <a:pt x="32" y="6679"/>
                    <a:pt x="126" y="6774"/>
                  </a:cubicBezTo>
                  <a:cubicBezTo>
                    <a:pt x="172" y="6820"/>
                    <a:pt x="269" y="6849"/>
                    <a:pt x="367" y="6849"/>
                  </a:cubicBezTo>
                  <a:cubicBezTo>
                    <a:pt x="403" y="6849"/>
                    <a:pt x="439" y="6845"/>
                    <a:pt x="473" y="6837"/>
                  </a:cubicBezTo>
                  <a:lnTo>
                    <a:pt x="1764" y="6396"/>
                  </a:lnTo>
                  <a:cubicBezTo>
                    <a:pt x="2300" y="6679"/>
                    <a:pt x="2867" y="6837"/>
                    <a:pt x="3466" y="6837"/>
                  </a:cubicBezTo>
                  <a:cubicBezTo>
                    <a:pt x="5356" y="6837"/>
                    <a:pt x="6868" y="5293"/>
                    <a:pt x="6868" y="3403"/>
                  </a:cubicBezTo>
                  <a:cubicBezTo>
                    <a:pt x="6868" y="1513"/>
                    <a:pt x="5356" y="0"/>
                    <a:pt x="34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9" name="Google Shape;7089;p83"/>
            <p:cNvSpPr/>
            <p:nvPr/>
          </p:nvSpPr>
          <p:spPr>
            <a:xfrm>
              <a:off x="-34937975" y="3254050"/>
              <a:ext cx="33125" cy="67775"/>
            </a:xfrm>
            <a:custGeom>
              <a:avLst/>
              <a:gdLst/>
              <a:ahLst/>
              <a:cxnLst/>
              <a:rect l="l" t="t" r="r" b="b"/>
              <a:pathLst>
                <a:path w="1325" h="2711" extrusionOk="0">
                  <a:moveTo>
                    <a:pt x="663" y="1"/>
                  </a:moveTo>
                  <a:cubicBezTo>
                    <a:pt x="253" y="1"/>
                    <a:pt x="1" y="316"/>
                    <a:pt x="1" y="662"/>
                  </a:cubicBezTo>
                  <a:lnTo>
                    <a:pt x="1" y="2048"/>
                  </a:lnTo>
                  <a:cubicBezTo>
                    <a:pt x="1" y="2427"/>
                    <a:pt x="316" y="2710"/>
                    <a:pt x="663" y="2710"/>
                  </a:cubicBezTo>
                  <a:cubicBezTo>
                    <a:pt x="694" y="2710"/>
                    <a:pt x="789" y="2710"/>
                    <a:pt x="820" y="2679"/>
                  </a:cubicBezTo>
                  <a:lnTo>
                    <a:pt x="757" y="2584"/>
                  </a:lnTo>
                  <a:cubicBezTo>
                    <a:pt x="631" y="2490"/>
                    <a:pt x="631" y="2238"/>
                    <a:pt x="757" y="2111"/>
                  </a:cubicBezTo>
                  <a:cubicBezTo>
                    <a:pt x="804" y="2064"/>
                    <a:pt x="891" y="2041"/>
                    <a:pt x="978" y="2041"/>
                  </a:cubicBezTo>
                  <a:cubicBezTo>
                    <a:pt x="1064" y="2041"/>
                    <a:pt x="1151" y="2064"/>
                    <a:pt x="1198" y="2111"/>
                  </a:cubicBezTo>
                  <a:lnTo>
                    <a:pt x="1293" y="2206"/>
                  </a:lnTo>
                  <a:cubicBezTo>
                    <a:pt x="1293" y="2175"/>
                    <a:pt x="1324" y="2080"/>
                    <a:pt x="1324" y="2048"/>
                  </a:cubicBezTo>
                  <a:lnTo>
                    <a:pt x="1324" y="662"/>
                  </a:lnTo>
                  <a:cubicBezTo>
                    <a:pt x="1324" y="284"/>
                    <a:pt x="1041" y="1"/>
                    <a:pt x="6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0" name="Google Shape;7090;p83"/>
            <p:cNvSpPr/>
            <p:nvPr/>
          </p:nvSpPr>
          <p:spPr>
            <a:xfrm>
              <a:off x="-35085250" y="3338325"/>
              <a:ext cx="69325" cy="69350"/>
            </a:xfrm>
            <a:custGeom>
              <a:avLst/>
              <a:gdLst/>
              <a:ahLst/>
              <a:cxnLst/>
              <a:rect l="l" t="t" r="r" b="b"/>
              <a:pathLst>
                <a:path w="2773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64" y="2143"/>
                    <a:pt x="631" y="2773"/>
                    <a:pt x="1387" y="2773"/>
                  </a:cubicBezTo>
                  <a:cubicBezTo>
                    <a:pt x="2143" y="2773"/>
                    <a:pt x="2773" y="2143"/>
                    <a:pt x="2773" y="1387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1" name="Google Shape;7091;p83"/>
            <p:cNvSpPr/>
            <p:nvPr/>
          </p:nvSpPr>
          <p:spPr>
            <a:xfrm>
              <a:off x="-35118325" y="3424175"/>
              <a:ext cx="137075" cy="69350"/>
            </a:xfrm>
            <a:custGeom>
              <a:avLst/>
              <a:gdLst/>
              <a:ahLst/>
              <a:cxnLst/>
              <a:rect l="l" t="t" r="r" b="b"/>
              <a:pathLst>
                <a:path w="5483" h="2774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64"/>
                  </a:cubicBezTo>
                  <a:cubicBezTo>
                    <a:pt x="0" y="2553"/>
                    <a:pt x="158" y="2773"/>
                    <a:pt x="347" y="2773"/>
                  </a:cubicBezTo>
                  <a:lnTo>
                    <a:pt x="5104" y="2773"/>
                  </a:lnTo>
                  <a:cubicBezTo>
                    <a:pt x="5325" y="2773"/>
                    <a:pt x="5482" y="2553"/>
                    <a:pt x="5482" y="2364"/>
                  </a:cubicBezTo>
                  <a:cubicBezTo>
                    <a:pt x="5262" y="1040"/>
                    <a:pt x="4127" y="1"/>
                    <a:pt x="27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2" name="Google Shape;7092;p83"/>
          <p:cNvGrpSpPr/>
          <p:nvPr/>
        </p:nvGrpSpPr>
        <p:grpSpPr>
          <a:xfrm>
            <a:off x="1742618" y="1974199"/>
            <a:ext cx="354586" cy="353221"/>
            <a:chOff x="-35123050" y="3561225"/>
            <a:chExt cx="292225" cy="291100"/>
          </a:xfrm>
        </p:grpSpPr>
        <p:sp>
          <p:nvSpPr>
            <p:cNvPr id="7093" name="Google Shape;7093;p83"/>
            <p:cNvSpPr/>
            <p:nvPr/>
          </p:nvSpPr>
          <p:spPr>
            <a:xfrm>
              <a:off x="-35123050" y="3629750"/>
              <a:ext cx="205575" cy="222575"/>
            </a:xfrm>
            <a:custGeom>
              <a:avLst/>
              <a:gdLst/>
              <a:ahLst/>
              <a:cxnLst/>
              <a:rect l="l" t="t" r="r" b="b"/>
              <a:pathLst>
                <a:path w="8223" h="8903" extrusionOk="0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4" name="Google Shape;7094;p83"/>
            <p:cNvSpPr/>
            <p:nvPr/>
          </p:nvSpPr>
          <p:spPr>
            <a:xfrm>
              <a:off x="-35053750" y="3561225"/>
              <a:ext cx="222925" cy="221825"/>
            </a:xfrm>
            <a:custGeom>
              <a:avLst/>
              <a:gdLst/>
              <a:ahLst/>
              <a:cxnLst/>
              <a:rect l="l" t="t" r="r" b="b"/>
              <a:pathLst>
                <a:path w="8917" h="8873" extrusionOk="0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5" name="Google Shape;7095;p83"/>
          <p:cNvGrpSpPr/>
          <p:nvPr/>
        </p:nvGrpSpPr>
        <p:grpSpPr>
          <a:xfrm>
            <a:off x="1784677" y="2409340"/>
            <a:ext cx="270467" cy="353615"/>
            <a:chOff x="-35089175" y="3919600"/>
            <a:chExt cx="222900" cy="291425"/>
          </a:xfrm>
        </p:grpSpPr>
        <p:sp>
          <p:nvSpPr>
            <p:cNvPr id="7096" name="Google Shape;7096;p83"/>
            <p:cNvSpPr/>
            <p:nvPr/>
          </p:nvSpPr>
          <p:spPr>
            <a:xfrm>
              <a:off x="-35089175" y="3919600"/>
              <a:ext cx="222900" cy="291425"/>
            </a:xfrm>
            <a:custGeom>
              <a:avLst/>
              <a:gdLst/>
              <a:ahLst/>
              <a:cxnLst/>
              <a:rect l="l" t="t" r="r" b="b"/>
              <a:pathLst>
                <a:path w="8916" h="11657" extrusionOk="0">
                  <a:moveTo>
                    <a:pt x="4474" y="1418"/>
                  </a:moveTo>
                  <a:cubicBezTo>
                    <a:pt x="6143" y="1418"/>
                    <a:pt x="7530" y="2804"/>
                    <a:pt x="7530" y="4474"/>
                  </a:cubicBezTo>
                  <a:cubicBezTo>
                    <a:pt x="7561" y="6175"/>
                    <a:pt x="6143" y="7561"/>
                    <a:pt x="4474" y="7561"/>
                  </a:cubicBezTo>
                  <a:cubicBezTo>
                    <a:pt x="2772" y="7561"/>
                    <a:pt x="1386" y="6175"/>
                    <a:pt x="1386" y="4474"/>
                  </a:cubicBezTo>
                  <a:cubicBezTo>
                    <a:pt x="1386" y="2804"/>
                    <a:pt x="2772" y="1418"/>
                    <a:pt x="4474" y="1418"/>
                  </a:cubicBezTo>
                  <a:close/>
                  <a:moveTo>
                    <a:pt x="4474" y="0"/>
                  </a:moveTo>
                  <a:cubicBezTo>
                    <a:pt x="2016" y="0"/>
                    <a:pt x="0" y="2017"/>
                    <a:pt x="0" y="4442"/>
                  </a:cubicBezTo>
                  <a:cubicBezTo>
                    <a:pt x="0" y="5419"/>
                    <a:pt x="315" y="6333"/>
                    <a:pt x="914" y="7120"/>
                  </a:cubicBezTo>
                  <a:lnTo>
                    <a:pt x="4190" y="11531"/>
                  </a:lnTo>
                  <a:cubicBezTo>
                    <a:pt x="4253" y="11626"/>
                    <a:pt x="4348" y="11657"/>
                    <a:pt x="4474" y="11657"/>
                  </a:cubicBezTo>
                  <a:cubicBezTo>
                    <a:pt x="4568" y="11657"/>
                    <a:pt x="4663" y="11626"/>
                    <a:pt x="4726" y="11531"/>
                  </a:cubicBezTo>
                  <a:lnTo>
                    <a:pt x="8002" y="7120"/>
                  </a:lnTo>
                  <a:cubicBezTo>
                    <a:pt x="8601" y="6333"/>
                    <a:pt x="8916" y="5419"/>
                    <a:pt x="8916" y="4442"/>
                  </a:cubicBezTo>
                  <a:cubicBezTo>
                    <a:pt x="8916" y="2017"/>
                    <a:pt x="6931" y="0"/>
                    <a:pt x="44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7" name="Google Shape;7097;p83"/>
            <p:cNvSpPr/>
            <p:nvPr/>
          </p:nvSpPr>
          <p:spPr>
            <a:xfrm>
              <a:off x="-35038000" y="3971575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427" y="662"/>
                  </a:moveTo>
                  <a:cubicBezTo>
                    <a:pt x="2616" y="662"/>
                    <a:pt x="2773" y="820"/>
                    <a:pt x="2773" y="1040"/>
                  </a:cubicBezTo>
                  <a:cubicBezTo>
                    <a:pt x="2773" y="1229"/>
                    <a:pt x="2616" y="1387"/>
                    <a:pt x="2427" y="1387"/>
                  </a:cubicBezTo>
                  <a:cubicBezTo>
                    <a:pt x="2206" y="1387"/>
                    <a:pt x="2049" y="1229"/>
                    <a:pt x="2049" y="1040"/>
                  </a:cubicBezTo>
                  <a:cubicBezTo>
                    <a:pt x="2049" y="820"/>
                    <a:pt x="2206" y="662"/>
                    <a:pt x="2427" y="662"/>
                  </a:cubicBezTo>
                  <a:close/>
                  <a:moveTo>
                    <a:pt x="2427" y="2017"/>
                  </a:moveTo>
                  <a:cubicBezTo>
                    <a:pt x="2616" y="2017"/>
                    <a:pt x="2773" y="2174"/>
                    <a:pt x="2773" y="2363"/>
                  </a:cubicBezTo>
                  <a:lnTo>
                    <a:pt x="2773" y="3750"/>
                  </a:lnTo>
                  <a:cubicBezTo>
                    <a:pt x="2773" y="3939"/>
                    <a:pt x="2616" y="4096"/>
                    <a:pt x="2427" y="4096"/>
                  </a:cubicBezTo>
                  <a:cubicBezTo>
                    <a:pt x="2206" y="4096"/>
                    <a:pt x="2049" y="3939"/>
                    <a:pt x="2049" y="3750"/>
                  </a:cubicBezTo>
                  <a:lnTo>
                    <a:pt x="2049" y="2363"/>
                  </a:lnTo>
                  <a:cubicBezTo>
                    <a:pt x="2049" y="2174"/>
                    <a:pt x="2206" y="2017"/>
                    <a:pt x="2427" y="2017"/>
                  </a:cubicBezTo>
                  <a:close/>
                  <a:moveTo>
                    <a:pt x="2427" y="1"/>
                  </a:moveTo>
                  <a:cubicBezTo>
                    <a:pt x="1072" y="1"/>
                    <a:pt x="1" y="1072"/>
                    <a:pt x="1" y="2395"/>
                  </a:cubicBezTo>
                  <a:cubicBezTo>
                    <a:pt x="1" y="3750"/>
                    <a:pt x="1072" y="4821"/>
                    <a:pt x="2427" y="4821"/>
                  </a:cubicBezTo>
                  <a:cubicBezTo>
                    <a:pt x="3750" y="4821"/>
                    <a:pt x="4821" y="3750"/>
                    <a:pt x="4821" y="2395"/>
                  </a:cubicBezTo>
                  <a:cubicBezTo>
                    <a:pt x="4821" y="1072"/>
                    <a:pt x="3750" y="1"/>
                    <a:pt x="24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8" name="Google Shape;7098;p83"/>
          <p:cNvGrpSpPr/>
          <p:nvPr/>
        </p:nvGrpSpPr>
        <p:grpSpPr>
          <a:xfrm>
            <a:off x="3981673" y="1532703"/>
            <a:ext cx="336445" cy="354131"/>
            <a:chOff x="-33277650" y="3226875"/>
            <a:chExt cx="277275" cy="291850"/>
          </a:xfrm>
        </p:grpSpPr>
        <p:sp>
          <p:nvSpPr>
            <p:cNvPr id="7099" name="Google Shape;7099;p83"/>
            <p:cNvSpPr/>
            <p:nvPr/>
          </p:nvSpPr>
          <p:spPr>
            <a:xfrm>
              <a:off x="-33071300" y="3440725"/>
              <a:ext cx="33100" cy="33900"/>
            </a:xfrm>
            <a:custGeom>
              <a:avLst/>
              <a:gdLst/>
              <a:ahLst/>
              <a:cxnLst/>
              <a:rect l="l" t="t" r="r" b="b"/>
              <a:pathLst>
                <a:path w="1324" h="1356" extrusionOk="0">
                  <a:moveTo>
                    <a:pt x="662" y="0"/>
                  </a:moveTo>
                  <a:cubicBezTo>
                    <a:pt x="284" y="0"/>
                    <a:pt x="1" y="315"/>
                    <a:pt x="1" y="693"/>
                  </a:cubicBezTo>
                  <a:cubicBezTo>
                    <a:pt x="1" y="1040"/>
                    <a:pt x="284" y="1355"/>
                    <a:pt x="662" y="1355"/>
                  </a:cubicBezTo>
                  <a:cubicBezTo>
                    <a:pt x="1040" y="1355"/>
                    <a:pt x="1324" y="1040"/>
                    <a:pt x="1324" y="693"/>
                  </a:cubicBezTo>
                  <a:cubicBezTo>
                    <a:pt x="1324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0" name="Google Shape;7100;p83"/>
            <p:cNvSpPr/>
            <p:nvPr/>
          </p:nvSpPr>
          <p:spPr>
            <a:xfrm>
              <a:off x="-33157925" y="3227275"/>
              <a:ext cx="17350" cy="103200"/>
            </a:xfrm>
            <a:custGeom>
              <a:avLst/>
              <a:gdLst/>
              <a:ahLst/>
              <a:cxnLst/>
              <a:rect l="l" t="t" r="r" b="b"/>
              <a:pathLst>
                <a:path w="694" h="4128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128"/>
                  </a:lnTo>
                  <a:cubicBezTo>
                    <a:pt x="95" y="4096"/>
                    <a:pt x="221" y="4096"/>
                    <a:pt x="347" y="4096"/>
                  </a:cubicBezTo>
                  <a:cubicBezTo>
                    <a:pt x="473" y="4096"/>
                    <a:pt x="567" y="4096"/>
                    <a:pt x="693" y="412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1" name="Google Shape;7101;p83"/>
            <p:cNvSpPr/>
            <p:nvPr/>
          </p:nvSpPr>
          <p:spPr>
            <a:xfrm>
              <a:off x="-33175250" y="3347650"/>
              <a:ext cx="51200" cy="51350"/>
            </a:xfrm>
            <a:custGeom>
              <a:avLst/>
              <a:gdLst/>
              <a:ahLst/>
              <a:cxnLst/>
              <a:rect l="l" t="t" r="r" b="b"/>
              <a:pathLst>
                <a:path w="2048" h="2054" extrusionOk="0">
                  <a:moveTo>
                    <a:pt x="938" y="0"/>
                  </a:moveTo>
                  <a:cubicBezTo>
                    <a:pt x="417" y="0"/>
                    <a:pt x="0" y="451"/>
                    <a:pt x="0" y="1014"/>
                  </a:cubicBezTo>
                  <a:cubicBezTo>
                    <a:pt x="0" y="1549"/>
                    <a:pt x="473" y="2054"/>
                    <a:pt x="1040" y="2054"/>
                  </a:cubicBezTo>
                  <a:cubicBezTo>
                    <a:pt x="1575" y="2054"/>
                    <a:pt x="2048" y="1581"/>
                    <a:pt x="2048" y="1014"/>
                  </a:cubicBezTo>
                  <a:cubicBezTo>
                    <a:pt x="2048" y="447"/>
                    <a:pt x="1575" y="6"/>
                    <a:pt x="1040" y="6"/>
                  </a:cubicBezTo>
                  <a:cubicBezTo>
                    <a:pt x="1006" y="2"/>
                    <a:pt x="972" y="0"/>
                    <a:pt x="9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2" name="Google Shape;7102;p83"/>
            <p:cNvSpPr/>
            <p:nvPr/>
          </p:nvSpPr>
          <p:spPr>
            <a:xfrm>
              <a:off x="-33224875" y="3404500"/>
              <a:ext cx="159900" cy="114225"/>
            </a:xfrm>
            <a:custGeom>
              <a:avLst/>
              <a:gdLst/>
              <a:ahLst/>
              <a:cxnLst/>
              <a:rect l="l" t="t" r="r" b="b"/>
              <a:pathLst>
                <a:path w="6396" h="4569" extrusionOk="0">
                  <a:moveTo>
                    <a:pt x="1954" y="0"/>
                  </a:moveTo>
                  <a:lnTo>
                    <a:pt x="0" y="2520"/>
                  </a:lnTo>
                  <a:lnTo>
                    <a:pt x="0" y="4222"/>
                  </a:lnTo>
                  <a:cubicBezTo>
                    <a:pt x="0" y="4411"/>
                    <a:pt x="158" y="4568"/>
                    <a:pt x="347" y="4568"/>
                  </a:cubicBezTo>
                  <a:lnTo>
                    <a:pt x="3781" y="4568"/>
                  </a:lnTo>
                  <a:cubicBezTo>
                    <a:pt x="3970" y="4568"/>
                    <a:pt x="4127" y="4411"/>
                    <a:pt x="4127" y="4222"/>
                  </a:cubicBezTo>
                  <a:lnTo>
                    <a:pt x="4127" y="3875"/>
                  </a:lnTo>
                  <a:lnTo>
                    <a:pt x="5136" y="3875"/>
                  </a:lnTo>
                  <a:cubicBezTo>
                    <a:pt x="5577" y="3844"/>
                    <a:pt x="6018" y="3718"/>
                    <a:pt x="6396" y="3434"/>
                  </a:cubicBezTo>
                  <a:cubicBezTo>
                    <a:pt x="5986" y="3277"/>
                    <a:pt x="5608" y="2930"/>
                    <a:pt x="5514" y="2489"/>
                  </a:cubicBezTo>
                  <a:lnTo>
                    <a:pt x="4442" y="2489"/>
                  </a:lnTo>
                  <a:cubicBezTo>
                    <a:pt x="3497" y="2489"/>
                    <a:pt x="2741" y="1733"/>
                    <a:pt x="2741" y="788"/>
                  </a:cubicBezTo>
                  <a:lnTo>
                    <a:pt x="2741" y="410"/>
                  </a:lnTo>
                  <a:cubicBezTo>
                    <a:pt x="2426" y="315"/>
                    <a:pt x="2206" y="189"/>
                    <a:pt x="19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3" name="Google Shape;7103;p83"/>
            <p:cNvSpPr/>
            <p:nvPr/>
          </p:nvSpPr>
          <p:spPr>
            <a:xfrm>
              <a:off x="-33141400" y="3312350"/>
              <a:ext cx="127625" cy="138625"/>
            </a:xfrm>
            <a:custGeom>
              <a:avLst/>
              <a:gdLst/>
              <a:ahLst/>
              <a:cxnLst/>
              <a:rect l="l" t="t" r="r" b="b"/>
              <a:pathLst>
                <a:path w="5105" h="5545" extrusionOk="0">
                  <a:moveTo>
                    <a:pt x="4128" y="0"/>
                  </a:moveTo>
                  <a:lnTo>
                    <a:pt x="694" y="662"/>
                  </a:lnTo>
                  <a:lnTo>
                    <a:pt x="694" y="1040"/>
                  </a:lnTo>
                  <a:cubicBezTo>
                    <a:pt x="1103" y="1355"/>
                    <a:pt x="1387" y="1827"/>
                    <a:pt x="1387" y="2426"/>
                  </a:cubicBezTo>
                  <a:cubicBezTo>
                    <a:pt x="1387" y="3245"/>
                    <a:pt x="788" y="3938"/>
                    <a:pt x="1" y="4127"/>
                  </a:cubicBezTo>
                  <a:lnTo>
                    <a:pt x="1" y="4505"/>
                  </a:lnTo>
                  <a:cubicBezTo>
                    <a:pt x="1" y="5072"/>
                    <a:pt x="473" y="5545"/>
                    <a:pt x="1009" y="5545"/>
                  </a:cubicBezTo>
                  <a:lnTo>
                    <a:pt x="2080" y="5545"/>
                  </a:lnTo>
                  <a:cubicBezTo>
                    <a:pt x="2238" y="4946"/>
                    <a:pt x="2742" y="4505"/>
                    <a:pt x="3372" y="4505"/>
                  </a:cubicBezTo>
                  <a:cubicBezTo>
                    <a:pt x="3624" y="4505"/>
                    <a:pt x="3844" y="4600"/>
                    <a:pt x="4065" y="4726"/>
                  </a:cubicBezTo>
                  <a:lnTo>
                    <a:pt x="4065" y="4127"/>
                  </a:lnTo>
                  <a:lnTo>
                    <a:pt x="4128" y="4127"/>
                  </a:lnTo>
                  <a:cubicBezTo>
                    <a:pt x="4443" y="4064"/>
                    <a:pt x="4758" y="3938"/>
                    <a:pt x="4916" y="3655"/>
                  </a:cubicBezTo>
                  <a:cubicBezTo>
                    <a:pt x="5105" y="3340"/>
                    <a:pt x="5105" y="2993"/>
                    <a:pt x="4947" y="2678"/>
                  </a:cubicBezTo>
                  <a:lnTo>
                    <a:pt x="4128" y="1008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7104;p83"/>
            <p:cNvSpPr/>
            <p:nvPr/>
          </p:nvSpPr>
          <p:spPr>
            <a:xfrm>
              <a:off x="-33122500" y="3226875"/>
              <a:ext cx="122125" cy="83925"/>
            </a:xfrm>
            <a:custGeom>
              <a:avLst/>
              <a:gdLst/>
              <a:ahLst/>
              <a:cxnLst/>
              <a:rect l="l" t="t" r="r" b="b"/>
              <a:pathLst>
                <a:path w="4885" h="3357" extrusionOk="0">
                  <a:moveTo>
                    <a:pt x="3376" y="1"/>
                  </a:moveTo>
                  <a:cubicBezTo>
                    <a:pt x="3025" y="1"/>
                    <a:pt x="2679" y="143"/>
                    <a:pt x="2427" y="426"/>
                  </a:cubicBezTo>
                  <a:lnTo>
                    <a:pt x="2143" y="678"/>
                  </a:lnTo>
                  <a:lnTo>
                    <a:pt x="1" y="678"/>
                  </a:lnTo>
                  <a:lnTo>
                    <a:pt x="1" y="3356"/>
                  </a:lnTo>
                  <a:lnTo>
                    <a:pt x="4191" y="2537"/>
                  </a:lnTo>
                  <a:lnTo>
                    <a:pt x="4349" y="2379"/>
                  </a:lnTo>
                  <a:cubicBezTo>
                    <a:pt x="4884" y="1844"/>
                    <a:pt x="4884" y="962"/>
                    <a:pt x="4349" y="426"/>
                  </a:cubicBezTo>
                  <a:cubicBezTo>
                    <a:pt x="4081" y="143"/>
                    <a:pt x="3726" y="1"/>
                    <a:pt x="33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7105;p83"/>
            <p:cNvSpPr/>
            <p:nvPr/>
          </p:nvSpPr>
          <p:spPr>
            <a:xfrm>
              <a:off x="-33277650" y="3245400"/>
              <a:ext cx="102400" cy="198500"/>
            </a:xfrm>
            <a:custGeom>
              <a:avLst/>
              <a:gdLst/>
              <a:ahLst/>
              <a:cxnLst/>
              <a:rect l="l" t="t" r="r" b="b"/>
              <a:pathLst>
                <a:path w="4096" h="7940" extrusionOk="0">
                  <a:moveTo>
                    <a:pt x="4096" y="0"/>
                  </a:moveTo>
                  <a:cubicBezTo>
                    <a:pt x="1828" y="95"/>
                    <a:pt x="0" y="1985"/>
                    <a:pt x="0" y="4316"/>
                  </a:cubicBezTo>
                  <a:cubicBezTo>
                    <a:pt x="0" y="5766"/>
                    <a:pt x="757" y="7120"/>
                    <a:pt x="1954" y="7939"/>
                  </a:cubicBezTo>
                  <a:lnTo>
                    <a:pt x="3592" y="5829"/>
                  </a:lnTo>
                  <a:cubicBezTo>
                    <a:pt x="3466" y="5576"/>
                    <a:pt x="3434" y="5356"/>
                    <a:pt x="3434" y="5104"/>
                  </a:cubicBezTo>
                  <a:cubicBezTo>
                    <a:pt x="3434" y="4568"/>
                    <a:pt x="3718" y="4033"/>
                    <a:pt x="4096" y="3718"/>
                  </a:cubicBezTo>
                  <a:lnTo>
                    <a:pt x="409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6" name="Google Shape;7106;p83"/>
          <p:cNvGrpSpPr/>
          <p:nvPr/>
        </p:nvGrpSpPr>
        <p:grpSpPr>
          <a:xfrm>
            <a:off x="3973073" y="1973987"/>
            <a:ext cx="353645" cy="353645"/>
            <a:chOff x="-33286325" y="3586425"/>
            <a:chExt cx="291450" cy="291450"/>
          </a:xfrm>
        </p:grpSpPr>
        <p:sp>
          <p:nvSpPr>
            <p:cNvPr id="7107" name="Google Shape;7107;p83"/>
            <p:cNvSpPr/>
            <p:nvPr/>
          </p:nvSpPr>
          <p:spPr>
            <a:xfrm>
              <a:off x="-33114625" y="3586425"/>
              <a:ext cx="119750" cy="120525"/>
            </a:xfrm>
            <a:custGeom>
              <a:avLst/>
              <a:gdLst/>
              <a:ahLst/>
              <a:cxnLst/>
              <a:rect l="l" t="t" r="r" b="b"/>
              <a:pathLst>
                <a:path w="4790" h="4821" extrusionOk="0">
                  <a:moveTo>
                    <a:pt x="2395" y="631"/>
                  </a:moveTo>
                  <a:cubicBezTo>
                    <a:pt x="2584" y="631"/>
                    <a:pt x="2742" y="788"/>
                    <a:pt x="2742" y="1009"/>
                  </a:cubicBezTo>
                  <a:lnTo>
                    <a:pt x="2742" y="2017"/>
                  </a:lnTo>
                  <a:lnTo>
                    <a:pt x="3782" y="2017"/>
                  </a:lnTo>
                  <a:cubicBezTo>
                    <a:pt x="3971" y="2017"/>
                    <a:pt x="4128" y="2175"/>
                    <a:pt x="4128" y="2364"/>
                  </a:cubicBezTo>
                  <a:cubicBezTo>
                    <a:pt x="4128" y="2584"/>
                    <a:pt x="3971" y="2742"/>
                    <a:pt x="3782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64"/>
                  </a:cubicBezTo>
                  <a:lnTo>
                    <a:pt x="2049" y="1009"/>
                  </a:lnTo>
                  <a:cubicBezTo>
                    <a:pt x="2049" y="788"/>
                    <a:pt x="2206" y="631"/>
                    <a:pt x="2395" y="631"/>
                  </a:cubicBezTo>
                  <a:close/>
                  <a:moveTo>
                    <a:pt x="2395" y="1"/>
                  </a:moveTo>
                  <a:cubicBezTo>
                    <a:pt x="1041" y="1"/>
                    <a:pt x="1" y="1072"/>
                    <a:pt x="1" y="2427"/>
                  </a:cubicBezTo>
                  <a:cubicBezTo>
                    <a:pt x="1" y="3750"/>
                    <a:pt x="1041" y="4821"/>
                    <a:pt x="2395" y="4821"/>
                  </a:cubicBezTo>
                  <a:cubicBezTo>
                    <a:pt x="3719" y="4821"/>
                    <a:pt x="4790" y="3750"/>
                    <a:pt x="4790" y="2427"/>
                  </a:cubicBezTo>
                  <a:cubicBezTo>
                    <a:pt x="4790" y="1072"/>
                    <a:pt x="3719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7108;p83"/>
            <p:cNvSpPr/>
            <p:nvPr/>
          </p:nvSpPr>
          <p:spPr>
            <a:xfrm>
              <a:off x="-33286325" y="3825875"/>
              <a:ext cx="241050" cy="52000"/>
            </a:xfrm>
            <a:custGeom>
              <a:avLst/>
              <a:gdLst/>
              <a:ahLst/>
              <a:cxnLst/>
              <a:rect l="l" t="t" r="r" b="b"/>
              <a:pathLst>
                <a:path w="9642" h="2080" extrusionOk="0">
                  <a:moveTo>
                    <a:pt x="32" y="0"/>
                  </a:moveTo>
                  <a:lnTo>
                    <a:pt x="32" y="1764"/>
                  </a:lnTo>
                  <a:cubicBezTo>
                    <a:pt x="1" y="1922"/>
                    <a:pt x="158" y="2079"/>
                    <a:pt x="347" y="2079"/>
                  </a:cubicBezTo>
                  <a:lnTo>
                    <a:pt x="9295" y="2079"/>
                  </a:lnTo>
                  <a:cubicBezTo>
                    <a:pt x="9484" y="2079"/>
                    <a:pt x="9641" y="1922"/>
                    <a:pt x="9641" y="1733"/>
                  </a:cubicBezTo>
                  <a:lnTo>
                    <a:pt x="9641" y="1040"/>
                  </a:lnTo>
                  <a:cubicBezTo>
                    <a:pt x="9641" y="473"/>
                    <a:pt x="9169" y="0"/>
                    <a:pt x="86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7109;p83"/>
            <p:cNvSpPr/>
            <p:nvPr/>
          </p:nvSpPr>
          <p:spPr>
            <a:xfrm>
              <a:off x="-33183925" y="3756550"/>
              <a:ext cx="103200" cy="52025"/>
            </a:xfrm>
            <a:custGeom>
              <a:avLst/>
              <a:gdLst/>
              <a:ahLst/>
              <a:cxnLst/>
              <a:rect l="l" t="t" r="r" b="b"/>
              <a:pathLst>
                <a:path w="4128" h="2081" extrusionOk="0">
                  <a:moveTo>
                    <a:pt x="1040" y="1"/>
                  </a:moveTo>
                  <a:cubicBezTo>
                    <a:pt x="473" y="1"/>
                    <a:pt x="1" y="505"/>
                    <a:pt x="1" y="1040"/>
                  </a:cubicBezTo>
                  <a:lnTo>
                    <a:pt x="1" y="2080"/>
                  </a:lnTo>
                  <a:lnTo>
                    <a:pt x="4128" y="2080"/>
                  </a:lnTo>
                  <a:lnTo>
                    <a:pt x="4128" y="1040"/>
                  </a:lnTo>
                  <a:cubicBezTo>
                    <a:pt x="4128" y="505"/>
                    <a:pt x="3687" y="1"/>
                    <a:pt x="31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7110;p83"/>
            <p:cNvSpPr/>
            <p:nvPr/>
          </p:nvSpPr>
          <p:spPr>
            <a:xfrm>
              <a:off x="-33252450" y="3636850"/>
              <a:ext cx="68550" cy="69325"/>
            </a:xfrm>
            <a:custGeom>
              <a:avLst/>
              <a:gdLst/>
              <a:ahLst/>
              <a:cxnLst/>
              <a:rect l="l" t="t" r="r" b="b"/>
              <a:pathLst>
                <a:path w="2742" h="2773" extrusionOk="0">
                  <a:moveTo>
                    <a:pt x="1387" y="0"/>
                  </a:moveTo>
                  <a:cubicBezTo>
                    <a:pt x="599" y="0"/>
                    <a:pt x="1" y="630"/>
                    <a:pt x="1" y="1386"/>
                  </a:cubicBezTo>
                  <a:cubicBezTo>
                    <a:pt x="1" y="2142"/>
                    <a:pt x="599" y="2772"/>
                    <a:pt x="1387" y="2772"/>
                  </a:cubicBezTo>
                  <a:cubicBezTo>
                    <a:pt x="2143" y="2772"/>
                    <a:pt x="2742" y="2142"/>
                    <a:pt x="2742" y="1386"/>
                  </a:cubicBezTo>
                  <a:cubicBezTo>
                    <a:pt x="2742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7111;p83"/>
            <p:cNvSpPr/>
            <p:nvPr/>
          </p:nvSpPr>
          <p:spPr>
            <a:xfrm>
              <a:off x="-33286325" y="3723050"/>
              <a:ext cx="116600" cy="85525"/>
            </a:xfrm>
            <a:custGeom>
              <a:avLst/>
              <a:gdLst/>
              <a:ahLst/>
              <a:cxnLst/>
              <a:rect l="l" t="t" r="r" b="b"/>
              <a:pathLst>
                <a:path w="4664" h="3421" extrusionOk="0">
                  <a:moveTo>
                    <a:pt x="2788" y="1"/>
                  </a:moveTo>
                  <a:cubicBezTo>
                    <a:pt x="2690" y="1"/>
                    <a:pt x="2591" y="6"/>
                    <a:pt x="2490" y="18"/>
                  </a:cubicBezTo>
                  <a:cubicBezTo>
                    <a:pt x="1072" y="144"/>
                    <a:pt x="1" y="1435"/>
                    <a:pt x="1" y="2853"/>
                  </a:cubicBezTo>
                  <a:lnTo>
                    <a:pt x="1" y="3105"/>
                  </a:lnTo>
                  <a:cubicBezTo>
                    <a:pt x="1" y="3263"/>
                    <a:pt x="158" y="3420"/>
                    <a:pt x="347" y="3420"/>
                  </a:cubicBezTo>
                  <a:lnTo>
                    <a:pt x="3435" y="3420"/>
                  </a:lnTo>
                  <a:lnTo>
                    <a:pt x="3435" y="2380"/>
                  </a:lnTo>
                  <a:cubicBezTo>
                    <a:pt x="3435" y="1624"/>
                    <a:pt x="3939" y="963"/>
                    <a:pt x="4664" y="774"/>
                  </a:cubicBezTo>
                  <a:cubicBezTo>
                    <a:pt x="4164" y="302"/>
                    <a:pt x="3517" y="1"/>
                    <a:pt x="27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2" name="Google Shape;7112;p83"/>
          <p:cNvGrpSpPr/>
          <p:nvPr/>
        </p:nvGrpSpPr>
        <p:grpSpPr>
          <a:xfrm>
            <a:off x="3973073" y="2408369"/>
            <a:ext cx="353645" cy="355557"/>
            <a:chOff x="-33286325" y="3944800"/>
            <a:chExt cx="291450" cy="293025"/>
          </a:xfrm>
        </p:grpSpPr>
        <p:sp>
          <p:nvSpPr>
            <p:cNvPr id="7113" name="Google Shape;7113;p83"/>
            <p:cNvSpPr/>
            <p:nvPr/>
          </p:nvSpPr>
          <p:spPr>
            <a:xfrm>
              <a:off x="-33194950" y="3996000"/>
              <a:ext cx="200075" cy="241825"/>
            </a:xfrm>
            <a:custGeom>
              <a:avLst/>
              <a:gdLst/>
              <a:ahLst/>
              <a:cxnLst/>
              <a:rect l="l" t="t" r="r" b="b"/>
              <a:pathLst>
                <a:path w="8003" h="9673" extrusionOk="0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83"/>
            <p:cNvSpPr/>
            <p:nvPr/>
          </p:nvSpPr>
          <p:spPr>
            <a:xfrm>
              <a:off x="-33027975" y="3962900"/>
              <a:ext cx="33100" cy="105575"/>
            </a:xfrm>
            <a:custGeom>
              <a:avLst/>
              <a:gdLst/>
              <a:ahLst/>
              <a:cxnLst/>
              <a:rect l="l" t="t" r="r" b="b"/>
              <a:pathLst>
                <a:path w="1324" h="4223" extrusionOk="0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83"/>
            <p:cNvSpPr/>
            <p:nvPr/>
          </p:nvSpPr>
          <p:spPr>
            <a:xfrm>
              <a:off x="-33286325" y="3962125"/>
              <a:ext cx="96125" cy="205600"/>
            </a:xfrm>
            <a:custGeom>
              <a:avLst/>
              <a:gdLst/>
              <a:ahLst/>
              <a:cxnLst/>
              <a:rect l="l" t="t" r="r" b="b"/>
              <a:pathLst>
                <a:path w="3845" h="8224" extrusionOk="0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83"/>
            <p:cNvSpPr/>
            <p:nvPr/>
          </p:nvSpPr>
          <p:spPr>
            <a:xfrm>
              <a:off x="-33235125" y="3944800"/>
              <a:ext cx="189050" cy="171725"/>
            </a:xfrm>
            <a:custGeom>
              <a:avLst/>
              <a:gdLst/>
              <a:ahLst/>
              <a:cxnLst/>
              <a:rect l="l" t="t" r="r" b="b"/>
              <a:pathLst>
                <a:path w="7562" h="6869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7" name="Google Shape;7117;p83"/>
          <p:cNvGrpSpPr/>
          <p:nvPr/>
        </p:nvGrpSpPr>
        <p:grpSpPr>
          <a:xfrm>
            <a:off x="2631470" y="2881529"/>
            <a:ext cx="353645" cy="356527"/>
            <a:chOff x="-31452725" y="3191825"/>
            <a:chExt cx="291450" cy="293825"/>
          </a:xfrm>
        </p:grpSpPr>
        <p:sp>
          <p:nvSpPr>
            <p:cNvPr id="7118" name="Google Shape;7118;p83"/>
            <p:cNvSpPr/>
            <p:nvPr/>
          </p:nvSpPr>
          <p:spPr>
            <a:xfrm>
              <a:off x="-31314900" y="3278475"/>
              <a:ext cx="103200" cy="18125"/>
            </a:xfrm>
            <a:custGeom>
              <a:avLst/>
              <a:gdLst/>
              <a:ahLst/>
              <a:cxnLst/>
              <a:rect l="l" t="t" r="r" b="b"/>
              <a:pathLst>
                <a:path w="4128" h="725" extrusionOk="0">
                  <a:moveTo>
                    <a:pt x="1" y="0"/>
                  </a:moveTo>
                  <a:lnTo>
                    <a:pt x="1" y="725"/>
                  </a:lnTo>
                  <a:lnTo>
                    <a:pt x="4128" y="725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83"/>
            <p:cNvSpPr/>
            <p:nvPr/>
          </p:nvSpPr>
          <p:spPr>
            <a:xfrm>
              <a:off x="-31367675" y="3227275"/>
              <a:ext cx="206400" cy="221350"/>
            </a:xfrm>
            <a:custGeom>
              <a:avLst/>
              <a:gdLst/>
              <a:ahLst/>
              <a:cxnLst/>
              <a:rect l="l" t="t" r="r" b="b"/>
              <a:pathLst>
                <a:path w="8256" h="8854" extrusionOk="0">
                  <a:moveTo>
                    <a:pt x="6554" y="1387"/>
                  </a:moveTo>
                  <a:cubicBezTo>
                    <a:pt x="6743" y="1387"/>
                    <a:pt x="6901" y="1544"/>
                    <a:pt x="6901" y="1733"/>
                  </a:cubicBezTo>
                  <a:lnTo>
                    <a:pt x="6901" y="3119"/>
                  </a:lnTo>
                  <a:cubicBezTo>
                    <a:pt x="6901" y="3309"/>
                    <a:pt x="6743" y="3466"/>
                    <a:pt x="6554" y="3466"/>
                  </a:cubicBezTo>
                  <a:lnTo>
                    <a:pt x="1734" y="3466"/>
                  </a:lnTo>
                  <a:cubicBezTo>
                    <a:pt x="1545" y="3466"/>
                    <a:pt x="1387" y="3309"/>
                    <a:pt x="1387" y="3119"/>
                  </a:cubicBezTo>
                  <a:lnTo>
                    <a:pt x="1387" y="1733"/>
                  </a:lnTo>
                  <a:cubicBezTo>
                    <a:pt x="1387" y="1544"/>
                    <a:pt x="1545" y="1387"/>
                    <a:pt x="1734" y="1387"/>
                  </a:cubicBezTo>
                  <a:close/>
                  <a:moveTo>
                    <a:pt x="2427" y="4096"/>
                  </a:moveTo>
                  <a:cubicBezTo>
                    <a:pt x="2616" y="4096"/>
                    <a:pt x="2773" y="4254"/>
                    <a:pt x="2773" y="4443"/>
                  </a:cubicBezTo>
                  <a:cubicBezTo>
                    <a:pt x="2773" y="4663"/>
                    <a:pt x="2616" y="4821"/>
                    <a:pt x="2427" y="4821"/>
                  </a:cubicBezTo>
                  <a:lnTo>
                    <a:pt x="1734" y="4821"/>
                  </a:lnTo>
                  <a:cubicBezTo>
                    <a:pt x="1545" y="4821"/>
                    <a:pt x="1387" y="4663"/>
                    <a:pt x="1387" y="4443"/>
                  </a:cubicBezTo>
                  <a:cubicBezTo>
                    <a:pt x="1387" y="4254"/>
                    <a:pt x="1545" y="4096"/>
                    <a:pt x="1734" y="4096"/>
                  </a:cubicBezTo>
                  <a:close/>
                  <a:moveTo>
                    <a:pt x="4475" y="4096"/>
                  </a:moveTo>
                  <a:cubicBezTo>
                    <a:pt x="4664" y="4096"/>
                    <a:pt x="4821" y="4254"/>
                    <a:pt x="4821" y="4443"/>
                  </a:cubicBezTo>
                  <a:cubicBezTo>
                    <a:pt x="4821" y="4663"/>
                    <a:pt x="4664" y="4821"/>
                    <a:pt x="4475" y="4821"/>
                  </a:cubicBezTo>
                  <a:lnTo>
                    <a:pt x="3782" y="4821"/>
                  </a:lnTo>
                  <a:cubicBezTo>
                    <a:pt x="3593" y="4821"/>
                    <a:pt x="3435" y="4663"/>
                    <a:pt x="3435" y="4443"/>
                  </a:cubicBezTo>
                  <a:cubicBezTo>
                    <a:pt x="3435" y="4254"/>
                    <a:pt x="3593" y="4096"/>
                    <a:pt x="3782" y="4096"/>
                  </a:cubicBezTo>
                  <a:close/>
                  <a:moveTo>
                    <a:pt x="6554" y="4096"/>
                  </a:moveTo>
                  <a:cubicBezTo>
                    <a:pt x="6743" y="4096"/>
                    <a:pt x="6901" y="4254"/>
                    <a:pt x="6901" y="4443"/>
                  </a:cubicBezTo>
                  <a:cubicBezTo>
                    <a:pt x="6901" y="4663"/>
                    <a:pt x="6743" y="4821"/>
                    <a:pt x="6554" y="4821"/>
                  </a:cubicBezTo>
                  <a:lnTo>
                    <a:pt x="5892" y="4821"/>
                  </a:lnTo>
                  <a:cubicBezTo>
                    <a:pt x="5672" y="4821"/>
                    <a:pt x="5514" y="4663"/>
                    <a:pt x="5514" y="4443"/>
                  </a:cubicBezTo>
                  <a:cubicBezTo>
                    <a:pt x="5514" y="4254"/>
                    <a:pt x="5672" y="4096"/>
                    <a:pt x="5892" y="4096"/>
                  </a:cubicBezTo>
                  <a:close/>
                  <a:moveTo>
                    <a:pt x="2427" y="5482"/>
                  </a:moveTo>
                  <a:cubicBezTo>
                    <a:pt x="2616" y="5482"/>
                    <a:pt x="2773" y="5640"/>
                    <a:pt x="2773" y="5829"/>
                  </a:cubicBezTo>
                  <a:cubicBezTo>
                    <a:pt x="2773" y="6018"/>
                    <a:pt x="2616" y="6175"/>
                    <a:pt x="2427" y="6175"/>
                  </a:cubicBezTo>
                  <a:lnTo>
                    <a:pt x="1734" y="6175"/>
                  </a:lnTo>
                  <a:cubicBezTo>
                    <a:pt x="1545" y="6175"/>
                    <a:pt x="1387" y="6018"/>
                    <a:pt x="1387" y="5829"/>
                  </a:cubicBezTo>
                  <a:cubicBezTo>
                    <a:pt x="1387" y="5640"/>
                    <a:pt x="1545" y="5482"/>
                    <a:pt x="1734" y="5482"/>
                  </a:cubicBezTo>
                  <a:close/>
                  <a:moveTo>
                    <a:pt x="4475" y="5482"/>
                  </a:moveTo>
                  <a:cubicBezTo>
                    <a:pt x="4664" y="5482"/>
                    <a:pt x="4821" y="5640"/>
                    <a:pt x="4821" y="5829"/>
                  </a:cubicBezTo>
                  <a:cubicBezTo>
                    <a:pt x="4821" y="6018"/>
                    <a:pt x="4664" y="6175"/>
                    <a:pt x="4475" y="6175"/>
                  </a:cubicBezTo>
                  <a:lnTo>
                    <a:pt x="3782" y="6175"/>
                  </a:lnTo>
                  <a:cubicBezTo>
                    <a:pt x="3593" y="6175"/>
                    <a:pt x="3435" y="6018"/>
                    <a:pt x="3435" y="5829"/>
                  </a:cubicBezTo>
                  <a:cubicBezTo>
                    <a:pt x="3435" y="5640"/>
                    <a:pt x="3593" y="5482"/>
                    <a:pt x="3782" y="5482"/>
                  </a:cubicBezTo>
                  <a:close/>
                  <a:moveTo>
                    <a:pt x="6554" y="5482"/>
                  </a:moveTo>
                  <a:cubicBezTo>
                    <a:pt x="6743" y="5482"/>
                    <a:pt x="6901" y="5640"/>
                    <a:pt x="6901" y="5829"/>
                  </a:cubicBezTo>
                  <a:cubicBezTo>
                    <a:pt x="6901" y="6018"/>
                    <a:pt x="6743" y="6175"/>
                    <a:pt x="6554" y="6175"/>
                  </a:cubicBezTo>
                  <a:lnTo>
                    <a:pt x="5892" y="6175"/>
                  </a:lnTo>
                  <a:cubicBezTo>
                    <a:pt x="5672" y="6175"/>
                    <a:pt x="5514" y="6018"/>
                    <a:pt x="5514" y="5829"/>
                  </a:cubicBezTo>
                  <a:cubicBezTo>
                    <a:pt x="5514" y="5640"/>
                    <a:pt x="5672" y="5482"/>
                    <a:pt x="5892" y="5482"/>
                  </a:cubicBezTo>
                  <a:close/>
                  <a:moveTo>
                    <a:pt x="2427" y="6869"/>
                  </a:moveTo>
                  <a:cubicBezTo>
                    <a:pt x="2616" y="6869"/>
                    <a:pt x="2773" y="7026"/>
                    <a:pt x="2773" y="7215"/>
                  </a:cubicBezTo>
                  <a:cubicBezTo>
                    <a:pt x="2773" y="7404"/>
                    <a:pt x="2616" y="7562"/>
                    <a:pt x="2427" y="7562"/>
                  </a:cubicBezTo>
                  <a:lnTo>
                    <a:pt x="1734" y="7562"/>
                  </a:lnTo>
                  <a:cubicBezTo>
                    <a:pt x="1545" y="7562"/>
                    <a:pt x="1387" y="7404"/>
                    <a:pt x="1387" y="7215"/>
                  </a:cubicBezTo>
                  <a:cubicBezTo>
                    <a:pt x="1387" y="7026"/>
                    <a:pt x="1545" y="6869"/>
                    <a:pt x="1734" y="6869"/>
                  </a:cubicBezTo>
                  <a:close/>
                  <a:moveTo>
                    <a:pt x="4475" y="6869"/>
                  </a:moveTo>
                  <a:cubicBezTo>
                    <a:pt x="4664" y="6869"/>
                    <a:pt x="4821" y="7026"/>
                    <a:pt x="4821" y="7215"/>
                  </a:cubicBezTo>
                  <a:cubicBezTo>
                    <a:pt x="4821" y="7404"/>
                    <a:pt x="4664" y="7562"/>
                    <a:pt x="4475" y="7562"/>
                  </a:cubicBezTo>
                  <a:lnTo>
                    <a:pt x="3782" y="7562"/>
                  </a:lnTo>
                  <a:cubicBezTo>
                    <a:pt x="3593" y="7562"/>
                    <a:pt x="3435" y="7404"/>
                    <a:pt x="3435" y="7215"/>
                  </a:cubicBezTo>
                  <a:cubicBezTo>
                    <a:pt x="3435" y="7026"/>
                    <a:pt x="3593" y="6869"/>
                    <a:pt x="3782" y="6869"/>
                  </a:cubicBezTo>
                  <a:close/>
                  <a:moveTo>
                    <a:pt x="6554" y="6869"/>
                  </a:moveTo>
                  <a:cubicBezTo>
                    <a:pt x="6743" y="6869"/>
                    <a:pt x="6901" y="7026"/>
                    <a:pt x="6901" y="7215"/>
                  </a:cubicBezTo>
                  <a:cubicBezTo>
                    <a:pt x="6901" y="7404"/>
                    <a:pt x="6743" y="7562"/>
                    <a:pt x="6554" y="7562"/>
                  </a:cubicBezTo>
                  <a:lnTo>
                    <a:pt x="5892" y="7562"/>
                  </a:lnTo>
                  <a:cubicBezTo>
                    <a:pt x="5672" y="7562"/>
                    <a:pt x="5514" y="7404"/>
                    <a:pt x="5514" y="7215"/>
                  </a:cubicBezTo>
                  <a:cubicBezTo>
                    <a:pt x="5514" y="7026"/>
                    <a:pt x="5672" y="6869"/>
                    <a:pt x="5892" y="6869"/>
                  </a:cubicBezTo>
                  <a:close/>
                  <a:moveTo>
                    <a:pt x="694" y="1"/>
                  </a:moveTo>
                  <a:lnTo>
                    <a:pt x="694" y="95"/>
                  </a:lnTo>
                  <a:cubicBezTo>
                    <a:pt x="694" y="631"/>
                    <a:pt x="442" y="1198"/>
                    <a:pt x="64" y="1576"/>
                  </a:cubicBezTo>
                  <a:lnTo>
                    <a:pt x="1" y="1607"/>
                  </a:lnTo>
                  <a:lnTo>
                    <a:pt x="1" y="5860"/>
                  </a:lnTo>
                  <a:lnTo>
                    <a:pt x="64" y="5923"/>
                  </a:lnTo>
                  <a:cubicBezTo>
                    <a:pt x="442" y="6301"/>
                    <a:pt x="694" y="6869"/>
                    <a:pt x="694" y="7404"/>
                  </a:cubicBezTo>
                  <a:cubicBezTo>
                    <a:pt x="694" y="7971"/>
                    <a:pt x="442" y="8475"/>
                    <a:pt x="95" y="8853"/>
                  </a:cubicBezTo>
                  <a:lnTo>
                    <a:pt x="7184" y="8853"/>
                  </a:lnTo>
                  <a:cubicBezTo>
                    <a:pt x="7720" y="8853"/>
                    <a:pt x="8192" y="8381"/>
                    <a:pt x="8192" y="7845"/>
                  </a:cubicBezTo>
                  <a:lnTo>
                    <a:pt x="8192" y="946"/>
                  </a:lnTo>
                  <a:cubicBezTo>
                    <a:pt x="8255" y="473"/>
                    <a:pt x="7814" y="1"/>
                    <a:pt x="72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83"/>
            <p:cNvSpPr/>
            <p:nvPr/>
          </p:nvSpPr>
          <p:spPr>
            <a:xfrm>
              <a:off x="-31452725" y="3191825"/>
              <a:ext cx="86650" cy="259150"/>
            </a:xfrm>
            <a:custGeom>
              <a:avLst/>
              <a:gdLst/>
              <a:ahLst/>
              <a:cxnLst/>
              <a:rect l="l" t="t" r="r" b="b"/>
              <a:pathLst>
                <a:path w="3466" h="10366" extrusionOk="0">
                  <a:moveTo>
                    <a:pt x="1450" y="1"/>
                  </a:moveTo>
                  <a:cubicBezTo>
                    <a:pt x="662" y="1"/>
                    <a:pt x="0" y="662"/>
                    <a:pt x="0" y="1450"/>
                  </a:cubicBezTo>
                  <a:cubicBezTo>
                    <a:pt x="0" y="1860"/>
                    <a:pt x="158" y="2206"/>
                    <a:pt x="410" y="2490"/>
                  </a:cubicBezTo>
                  <a:lnTo>
                    <a:pt x="694" y="2773"/>
                  </a:lnTo>
                  <a:lnTo>
                    <a:pt x="694" y="7593"/>
                  </a:lnTo>
                  <a:lnTo>
                    <a:pt x="410" y="7877"/>
                  </a:lnTo>
                  <a:cubicBezTo>
                    <a:pt x="158" y="8161"/>
                    <a:pt x="0" y="8507"/>
                    <a:pt x="0" y="8917"/>
                  </a:cubicBezTo>
                  <a:cubicBezTo>
                    <a:pt x="0" y="9704"/>
                    <a:pt x="662" y="10366"/>
                    <a:pt x="1450" y="10366"/>
                  </a:cubicBezTo>
                  <a:lnTo>
                    <a:pt x="1985" y="10366"/>
                  </a:lnTo>
                  <a:cubicBezTo>
                    <a:pt x="2773" y="10366"/>
                    <a:pt x="3466" y="9704"/>
                    <a:pt x="3466" y="8917"/>
                  </a:cubicBezTo>
                  <a:cubicBezTo>
                    <a:pt x="3466" y="8507"/>
                    <a:pt x="3308" y="8161"/>
                    <a:pt x="3025" y="7877"/>
                  </a:cubicBezTo>
                  <a:lnTo>
                    <a:pt x="2741" y="7593"/>
                  </a:lnTo>
                  <a:lnTo>
                    <a:pt x="2741" y="2773"/>
                  </a:lnTo>
                  <a:lnTo>
                    <a:pt x="3025" y="2490"/>
                  </a:lnTo>
                  <a:cubicBezTo>
                    <a:pt x="3308" y="2206"/>
                    <a:pt x="3466" y="1860"/>
                    <a:pt x="3466" y="1450"/>
                  </a:cubicBezTo>
                  <a:cubicBezTo>
                    <a:pt x="3466" y="662"/>
                    <a:pt x="2773" y="1"/>
                    <a:pt x="19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7121;p83"/>
            <p:cNvSpPr/>
            <p:nvPr/>
          </p:nvSpPr>
          <p:spPr>
            <a:xfrm>
              <a:off x="-31409400" y="3468275"/>
              <a:ext cx="92950" cy="17375"/>
            </a:xfrm>
            <a:custGeom>
              <a:avLst/>
              <a:gdLst/>
              <a:ahLst/>
              <a:cxnLst/>
              <a:rect l="l" t="t" r="r" b="b"/>
              <a:pathLst>
                <a:path w="3718" h="695" extrusionOk="0">
                  <a:moveTo>
                    <a:pt x="0" y="1"/>
                  </a:moveTo>
                  <a:cubicBezTo>
                    <a:pt x="0" y="379"/>
                    <a:pt x="315" y="694"/>
                    <a:pt x="662" y="694"/>
                  </a:cubicBezTo>
                  <a:lnTo>
                    <a:pt x="3056" y="694"/>
                  </a:lnTo>
                  <a:cubicBezTo>
                    <a:pt x="3466" y="694"/>
                    <a:pt x="3718" y="379"/>
                    <a:pt x="37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2" name="Google Shape;7122;p83"/>
          <p:cNvGrpSpPr/>
          <p:nvPr/>
        </p:nvGrpSpPr>
        <p:grpSpPr>
          <a:xfrm>
            <a:off x="2631000" y="3353144"/>
            <a:ext cx="354586" cy="354586"/>
            <a:chOff x="-31452725" y="3551775"/>
            <a:chExt cx="292225" cy="292225"/>
          </a:xfrm>
        </p:grpSpPr>
        <p:sp>
          <p:nvSpPr>
            <p:cNvPr id="7123" name="Google Shape;7123;p83"/>
            <p:cNvSpPr/>
            <p:nvPr/>
          </p:nvSpPr>
          <p:spPr>
            <a:xfrm>
              <a:off x="-31452725" y="3756550"/>
              <a:ext cx="155175" cy="34675"/>
            </a:xfrm>
            <a:custGeom>
              <a:avLst/>
              <a:gdLst/>
              <a:ahLst/>
              <a:cxnLst/>
              <a:rect l="l" t="t" r="r" b="b"/>
              <a:pathLst>
                <a:path w="6207" h="1387" extrusionOk="0">
                  <a:moveTo>
                    <a:pt x="32" y="1"/>
                  </a:moveTo>
                  <a:lnTo>
                    <a:pt x="32" y="1040"/>
                  </a:lnTo>
                  <a:cubicBezTo>
                    <a:pt x="0" y="1292"/>
                    <a:pt x="158" y="1387"/>
                    <a:pt x="347" y="1387"/>
                  </a:cubicBezTo>
                  <a:lnTo>
                    <a:pt x="6207" y="1387"/>
                  </a:lnTo>
                  <a:lnTo>
                    <a:pt x="62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7124;p83"/>
            <p:cNvSpPr/>
            <p:nvPr/>
          </p:nvSpPr>
          <p:spPr>
            <a:xfrm>
              <a:off x="-31452725" y="3551775"/>
              <a:ext cx="183525" cy="188275"/>
            </a:xfrm>
            <a:custGeom>
              <a:avLst/>
              <a:gdLst/>
              <a:ahLst/>
              <a:cxnLst/>
              <a:rect l="l" t="t" r="r" b="b"/>
              <a:pathLst>
                <a:path w="7341" h="7531" extrusionOk="0">
                  <a:moveTo>
                    <a:pt x="4474" y="0"/>
                  </a:moveTo>
                  <a:cubicBezTo>
                    <a:pt x="3939" y="0"/>
                    <a:pt x="3466" y="473"/>
                    <a:pt x="3466" y="1040"/>
                  </a:cubicBezTo>
                  <a:cubicBezTo>
                    <a:pt x="3466" y="1576"/>
                    <a:pt x="3939" y="2080"/>
                    <a:pt x="4474" y="2080"/>
                  </a:cubicBezTo>
                  <a:cubicBezTo>
                    <a:pt x="4600" y="2080"/>
                    <a:pt x="4726" y="2017"/>
                    <a:pt x="4852" y="1985"/>
                  </a:cubicBezTo>
                  <a:lnTo>
                    <a:pt x="4852" y="2773"/>
                  </a:lnTo>
                  <a:lnTo>
                    <a:pt x="2741" y="2773"/>
                  </a:lnTo>
                  <a:cubicBezTo>
                    <a:pt x="1261" y="2773"/>
                    <a:pt x="0" y="4002"/>
                    <a:pt x="0" y="5482"/>
                  </a:cubicBezTo>
                  <a:lnTo>
                    <a:pt x="0" y="7530"/>
                  </a:lnTo>
                  <a:lnTo>
                    <a:pt x="6175" y="7530"/>
                  </a:lnTo>
                  <a:lnTo>
                    <a:pt x="6175" y="5167"/>
                  </a:lnTo>
                  <a:cubicBezTo>
                    <a:pt x="6175" y="4191"/>
                    <a:pt x="6648" y="3372"/>
                    <a:pt x="7341" y="2773"/>
                  </a:cubicBezTo>
                  <a:lnTo>
                    <a:pt x="5514" y="2773"/>
                  </a:lnTo>
                  <a:lnTo>
                    <a:pt x="5514" y="1040"/>
                  </a:lnTo>
                  <a:cubicBezTo>
                    <a:pt x="5514" y="505"/>
                    <a:pt x="5041" y="0"/>
                    <a:pt x="44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7125;p83"/>
            <p:cNvSpPr/>
            <p:nvPr/>
          </p:nvSpPr>
          <p:spPr>
            <a:xfrm>
              <a:off x="-31366100" y="3808550"/>
              <a:ext cx="52025" cy="35450"/>
            </a:xfrm>
            <a:custGeom>
              <a:avLst/>
              <a:gdLst/>
              <a:ahLst/>
              <a:cxnLst/>
              <a:rect l="l" t="t" r="r" b="b"/>
              <a:pathLst>
                <a:path w="2081" h="1418" extrusionOk="0">
                  <a:moveTo>
                    <a:pt x="32" y="0"/>
                  </a:moveTo>
                  <a:lnTo>
                    <a:pt x="32" y="1040"/>
                  </a:lnTo>
                  <a:lnTo>
                    <a:pt x="1" y="1040"/>
                  </a:lnTo>
                  <a:cubicBezTo>
                    <a:pt x="1" y="1260"/>
                    <a:pt x="159" y="1418"/>
                    <a:pt x="348" y="1418"/>
                  </a:cubicBezTo>
                  <a:lnTo>
                    <a:pt x="1734" y="1418"/>
                  </a:lnTo>
                  <a:cubicBezTo>
                    <a:pt x="1923" y="1418"/>
                    <a:pt x="2080" y="1260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7126;p83"/>
            <p:cNvSpPr/>
            <p:nvPr/>
          </p:nvSpPr>
          <p:spPr>
            <a:xfrm>
              <a:off x="-31281025" y="3621075"/>
              <a:ext cx="120525" cy="171725"/>
            </a:xfrm>
            <a:custGeom>
              <a:avLst/>
              <a:gdLst/>
              <a:ahLst/>
              <a:cxnLst/>
              <a:rect l="l" t="t" r="r" b="b"/>
              <a:pathLst>
                <a:path w="4821" h="6869" extrusionOk="0">
                  <a:moveTo>
                    <a:pt x="3435" y="2017"/>
                  </a:moveTo>
                  <a:cubicBezTo>
                    <a:pt x="3624" y="2017"/>
                    <a:pt x="3781" y="2175"/>
                    <a:pt x="3781" y="2364"/>
                  </a:cubicBezTo>
                  <a:cubicBezTo>
                    <a:pt x="3750" y="2553"/>
                    <a:pt x="3592" y="2710"/>
                    <a:pt x="3435" y="2710"/>
                  </a:cubicBezTo>
                  <a:lnTo>
                    <a:pt x="1387" y="2710"/>
                  </a:lnTo>
                  <a:cubicBezTo>
                    <a:pt x="1198" y="2710"/>
                    <a:pt x="1040" y="2553"/>
                    <a:pt x="1040" y="2364"/>
                  </a:cubicBezTo>
                  <a:cubicBezTo>
                    <a:pt x="1040" y="2175"/>
                    <a:pt x="1198" y="2017"/>
                    <a:pt x="1387" y="2017"/>
                  </a:cubicBezTo>
                  <a:close/>
                  <a:moveTo>
                    <a:pt x="3088" y="4128"/>
                  </a:moveTo>
                  <a:cubicBezTo>
                    <a:pt x="3466" y="4128"/>
                    <a:pt x="3750" y="4443"/>
                    <a:pt x="3750" y="4821"/>
                  </a:cubicBezTo>
                  <a:cubicBezTo>
                    <a:pt x="3750" y="5168"/>
                    <a:pt x="3466" y="5483"/>
                    <a:pt x="3088" y="5483"/>
                  </a:cubicBezTo>
                  <a:lnTo>
                    <a:pt x="1702" y="5483"/>
                  </a:lnTo>
                  <a:cubicBezTo>
                    <a:pt x="1324" y="5483"/>
                    <a:pt x="1040" y="5168"/>
                    <a:pt x="1040" y="4821"/>
                  </a:cubicBezTo>
                  <a:cubicBezTo>
                    <a:pt x="1040" y="4412"/>
                    <a:pt x="1355" y="4128"/>
                    <a:pt x="1702" y="4128"/>
                  </a:cubicBezTo>
                  <a:close/>
                  <a:moveTo>
                    <a:pt x="2426" y="1"/>
                  </a:moveTo>
                  <a:cubicBezTo>
                    <a:pt x="1072" y="1"/>
                    <a:pt x="1" y="1072"/>
                    <a:pt x="1" y="2395"/>
                  </a:cubicBezTo>
                  <a:lnTo>
                    <a:pt x="1" y="6869"/>
                  </a:lnTo>
                  <a:lnTo>
                    <a:pt x="4474" y="6869"/>
                  </a:lnTo>
                  <a:cubicBezTo>
                    <a:pt x="4663" y="6869"/>
                    <a:pt x="4821" y="6711"/>
                    <a:pt x="4821" y="6491"/>
                  </a:cubicBezTo>
                  <a:lnTo>
                    <a:pt x="4821" y="2395"/>
                  </a:lnTo>
                  <a:cubicBezTo>
                    <a:pt x="4789" y="1072"/>
                    <a:pt x="3718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7" name="Google Shape;7127;p83"/>
          <p:cNvGrpSpPr/>
          <p:nvPr/>
        </p:nvGrpSpPr>
        <p:grpSpPr>
          <a:xfrm>
            <a:off x="2629559" y="3817129"/>
            <a:ext cx="357468" cy="356497"/>
            <a:chOff x="-31455100" y="3909350"/>
            <a:chExt cx="294600" cy="293800"/>
          </a:xfrm>
        </p:grpSpPr>
        <p:sp>
          <p:nvSpPr>
            <p:cNvPr id="7128" name="Google Shape;7128;p83"/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7129;p83"/>
            <p:cNvSpPr/>
            <p:nvPr/>
          </p:nvSpPr>
          <p:spPr>
            <a:xfrm>
              <a:off x="-31455100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0" name="Google Shape;7130;p83"/>
          <p:cNvGrpSpPr/>
          <p:nvPr/>
        </p:nvGrpSpPr>
        <p:grpSpPr>
          <a:xfrm>
            <a:off x="3970744" y="3818084"/>
            <a:ext cx="353645" cy="354586"/>
            <a:chOff x="-30345325" y="3918800"/>
            <a:chExt cx="291450" cy="292225"/>
          </a:xfrm>
        </p:grpSpPr>
        <p:sp>
          <p:nvSpPr>
            <p:cNvPr id="7131" name="Google Shape;7131;p83"/>
            <p:cNvSpPr/>
            <p:nvPr/>
          </p:nvSpPr>
          <p:spPr>
            <a:xfrm>
              <a:off x="-30174425" y="3988125"/>
              <a:ext cx="120550" cy="120175"/>
            </a:xfrm>
            <a:custGeom>
              <a:avLst/>
              <a:gdLst/>
              <a:ahLst/>
              <a:cxnLst/>
              <a:rect l="l" t="t" r="r" b="b"/>
              <a:pathLst>
                <a:path w="4822" h="4807" extrusionOk="0"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426"/>
                  </a:lnTo>
                  <a:cubicBezTo>
                    <a:pt x="1" y="2962"/>
                    <a:pt x="474" y="3434"/>
                    <a:pt x="1041" y="3434"/>
                  </a:cubicBezTo>
                  <a:lnTo>
                    <a:pt x="1387" y="3434"/>
                  </a:lnTo>
                  <a:lnTo>
                    <a:pt x="1387" y="4474"/>
                  </a:lnTo>
                  <a:cubicBezTo>
                    <a:pt x="1387" y="4631"/>
                    <a:pt x="1482" y="4726"/>
                    <a:pt x="1576" y="4789"/>
                  </a:cubicBezTo>
                  <a:cubicBezTo>
                    <a:pt x="1618" y="4799"/>
                    <a:pt x="1664" y="4806"/>
                    <a:pt x="1709" y="4806"/>
                  </a:cubicBezTo>
                  <a:cubicBezTo>
                    <a:pt x="1800" y="4806"/>
                    <a:pt x="1891" y="4778"/>
                    <a:pt x="1954" y="4694"/>
                  </a:cubicBezTo>
                  <a:lnTo>
                    <a:pt x="3214" y="3434"/>
                  </a:lnTo>
                  <a:lnTo>
                    <a:pt x="3750" y="3434"/>
                  </a:lnTo>
                  <a:cubicBezTo>
                    <a:pt x="4317" y="3434"/>
                    <a:pt x="4790" y="2962"/>
                    <a:pt x="4790" y="2426"/>
                  </a:cubicBezTo>
                  <a:lnTo>
                    <a:pt x="4790" y="1040"/>
                  </a:lnTo>
                  <a:cubicBezTo>
                    <a:pt x="4821" y="473"/>
                    <a:pt x="4380" y="0"/>
                    <a:pt x="37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7132;p83"/>
            <p:cNvSpPr/>
            <p:nvPr/>
          </p:nvSpPr>
          <p:spPr>
            <a:xfrm>
              <a:off x="-30345325" y="3988125"/>
              <a:ext cx="119750" cy="120175"/>
            </a:xfrm>
            <a:custGeom>
              <a:avLst/>
              <a:gdLst/>
              <a:ahLst/>
              <a:cxnLst/>
              <a:rect l="l" t="t" r="r" b="b"/>
              <a:pathLst>
                <a:path w="4790" h="4807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2395"/>
                  </a:lnTo>
                  <a:cubicBezTo>
                    <a:pt x="0" y="2962"/>
                    <a:pt x="473" y="3434"/>
                    <a:pt x="1009" y="3434"/>
                  </a:cubicBezTo>
                  <a:lnTo>
                    <a:pt x="1576" y="3434"/>
                  </a:lnTo>
                  <a:lnTo>
                    <a:pt x="2836" y="4694"/>
                  </a:lnTo>
                  <a:cubicBezTo>
                    <a:pt x="2920" y="4778"/>
                    <a:pt x="3018" y="4806"/>
                    <a:pt x="3102" y="4806"/>
                  </a:cubicBezTo>
                  <a:cubicBezTo>
                    <a:pt x="3144" y="4806"/>
                    <a:pt x="3182" y="4799"/>
                    <a:pt x="3214" y="4789"/>
                  </a:cubicBezTo>
                  <a:cubicBezTo>
                    <a:pt x="3340" y="4726"/>
                    <a:pt x="3434" y="4568"/>
                    <a:pt x="3434" y="4474"/>
                  </a:cubicBezTo>
                  <a:lnTo>
                    <a:pt x="3434" y="3434"/>
                  </a:lnTo>
                  <a:lnTo>
                    <a:pt x="3781" y="3434"/>
                  </a:lnTo>
                  <a:cubicBezTo>
                    <a:pt x="4348" y="3434"/>
                    <a:pt x="4789" y="2962"/>
                    <a:pt x="4789" y="2395"/>
                  </a:cubicBezTo>
                  <a:lnTo>
                    <a:pt x="4789" y="1040"/>
                  </a:lnTo>
                  <a:cubicBezTo>
                    <a:pt x="4789" y="473"/>
                    <a:pt x="4348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7133;p83"/>
            <p:cNvSpPr/>
            <p:nvPr/>
          </p:nvSpPr>
          <p:spPr>
            <a:xfrm>
              <a:off x="-30293350" y="4159025"/>
              <a:ext cx="188275" cy="52000"/>
            </a:xfrm>
            <a:custGeom>
              <a:avLst/>
              <a:gdLst/>
              <a:ahLst/>
              <a:cxnLst/>
              <a:rect l="l" t="t" r="r" b="b"/>
              <a:pathLst>
                <a:path w="7531" h="2080" extrusionOk="0">
                  <a:moveTo>
                    <a:pt x="1" y="1"/>
                  </a:moveTo>
                  <a:lnTo>
                    <a:pt x="1" y="1040"/>
                  </a:lnTo>
                  <a:cubicBezTo>
                    <a:pt x="1" y="1607"/>
                    <a:pt x="473" y="2080"/>
                    <a:pt x="1040" y="2080"/>
                  </a:cubicBezTo>
                  <a:lnTo>
                    <a:pt x="6491" y="2080"/>
                  </a:lnTo>
                  <a:cubicBezTo>
                    <a:pt x="7058" y="2080"/>
                    <a:pt x="7530" y="1607"/>
                    <a:pt x="7530" y="1040"/>
                  </a:cubicBezTo>
                  <a:lnTo>
                    <a:pt x="75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83"/>
            <p:cNvSpPr/>
            <p:nvPr/>
          </p:nvSpPr>
          <p:spPr>
            <a:xfrm>
              <a:off x="-30293350" y="3918800"/>
              <a:ext cx="188275" cy="34675"/>
            </a:xfrm>
            <a:custGeom>
              <a:avLst/>
              <a:gdLst/>
              <a:ahLst/>
              <a:cxnLst/>
              <a:rect l="l" t="t" r="r" b="b"/>
              <a:pathLst>
                <a:path w="7531" h="1387" extrusionOk="0"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30" y="1387"/>
                  </a:lnTo>
                  <a:lnTo>
                    <a:pt x="7530" y="1040"/>
                  </a:lnTo>
                  <a:cubicBezTo>
                    <a:pt x="7530" y="505"/>
                    <a:pt x="7058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83"/>
            <p:cNvSpPr/>
            <p:nvPr/>
          </p:nvSpPr>
          <p:spPr>
            <a:xfrm>
              <a:off x="-30294125" y="3970800"/>
              <a:ext cx="188250" cy="170925"/>
            </a:xfrm>
            <a:custGeom>
              <a:avLst/>
              <a:gdLst/>
              <a:ahLst/>
              <a:cxnLst/>
              <a:rect l="l" t="t" r="r" b="b"/>
              <a:pathLst>
                <a:path w="7530" h="6837" extrusionOk="0">
                  <a:moveTo>
                    <a:pt x="1733" y="0"/>
                  </a:moveTo>
                  <a:cubicBezTo>
                    <a:pt x="2678" y="0"/>
                    <a:pt x="3434" y="756"/>
                    <a:pt x="3434" y="1701"/>
                  </a:cubicBezTo>
                  <a:lnTo>
                    <a:pt x="3434" y="3056"/>
                  </a:lnTo>
                  <a:cubicBezTo>
                    <a:pt x="3434" y="3907"/>
                    <a:pt x="2836" y="4568"/>
                    <a:pt x="2048" y="4757"/>
                  </a:cubicBezTo>
                  <a:lnTo>
                    <a:pt x="2048" y="5167"/>
                  </a:lnTo>
                  <a:cubicBezTo>
                    <a:pt x="2048" y="5576"/>
                    <a:pt x="1828" y="5954"/>
                    <a:pt x="1418" y="6112"/>
                  </a:cubicBezTo>
                  <a:cubicBezTo>
                    <a:pt x="1307" y="6162"/>
                    <a:pt x="1184" y="6187"/>
                    <a:pt x="1058" y="6187"/>
                  </a:cubicBezTo>
                  <a:cubicBezTo>
                    <a:pt x="789" y="6187"/>
                    <a:pt x="508" y="6075"/>
                    <a:pt x="315" y="5860"/>
                  </a:cubicBezTo>
                  <a:lnTo>
                    <a:pt x="0" y="5545"/>
                  </a:lnTo>
                  <a:lnTo>
                    <a:pt x="0" y="6837"/>
                  </a:lnTo>
                  <a:lnTo>
                    <a:pt x="7530" y="6837"/>
                  </a:lnTo>
                  <a:lnTo>
                    <a:pt x="7530" y="5545"/>
                  </a:lnTo>
                  <a:lnTo>
                    <a:pt x="7215" y="5860"/>
                  </a:lnTo>
                  <a:cubicBezTo>
                    <a:pt x="7022" y="6075"/>
                    <a:pt x="6756" y="6187"/>
                    <a:pt x="6496" y="6187"/>
                  </a:cubicBezTo>
                  <a:cubicBezTo>
                    <a:pt x="6374" y="6187"/>
                    <a:pt x="6254" y="6162"/>
                    <a:pt x="6144" y="6112"/>
                  </a:cubicBezTo>
                  <a:cubicBezTo>
                    <a:pt x="5734" y="5954"/>
                    <a:pt x="5514" y="5576"/>
                    <a:pt x="5514" y="5167"/>
                  </a:cubicBezTo>
                  <a:lnTo>
                    <a:pt x="5514" y="4757"/>
                  </a:lnTo>
                  <a:cubicBezTo>
                    <a:pt x="4726" y="4600"/>
                    <a:pt x="4127" y="3907"/>
                    <a:pt x="4127" y="3056"/>
                  </a:cubicBezTo>
                  <a:lnTo>
                    <a:pt x="4127" y="1701"/>
                  </a:lnTo>
                  <a:cubicBezTo>
                    <a:pt x="4127" y="756"/>
                    <a:pt x="488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6" name="Google Shape;7136;p83"/>
          <p:cNvGrpSpPr/>
          <p:nvPr/>
        </p:nvGrpSpPr>
        <p:grpSpPr>
          <a:xfrm>
            <a:off x="2200736" y="1532946"/>
            <a:ext cx="332593" cy="353645"/>
            <a:chOff x="-34755225" y="3202075"/>
            <a:chExt cx="274100" cy="291450"/>
          </a:xfrm>
        </p:grpSpPr>
        <p:sp>
          <p:nvSpPr>
            <p:cNvPr id="7137" name="Google Shape;7137;p83"/>
            <p:cNvSpPr/>
            <p:nvPr/>
          </p:nvSpPr>
          <p:spPr>
            <a:xfrm>
              <a:off x="-34703250" y="3389525"/>
              <a:ext cx="84300" cy="34675"/>
            </a:xfrm>
            <a:custGeom>
              <a:avLst/>
              <a:gdLst/>
              <a:ahLst/>
              <a:cxnLst/>
              <a:rect l="l" t="t" r="r" b="b"/>
              <a:pathLst>
                <a:path w="3372" h="1387" extrusionOk="0">
                  <a:moveTo>
                    <a:pt x="1670" y="1"/>
                  </a:moveTo>
                  <a:cubicBezTo>
                    <a:pt x="883" y="1"/>
                    <a:pt x="158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489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7138;p83"/>
            <p:cNvSpPr/>
            <p:nvPr/>
          </p:nvSpPr>
          <p:spPr>
            <a:xfrm>
              <a:off x="-34636300" y="3348575"/>
              <a:ext cx="69325" cy="75625"/>
            </a:xfrm>
            <a:custGeom>
              <a:avLst/>
              <a:gdLst/>
              <a:ahLst/>
              <a:cxnLst/>
              <a:rect l="l" t="t" r="r" b="b"/>
              <a:pathLst>
                <a:path w="2773" h="3025" extrusionOk="0">
                  <a:moveTo>
                    <a:pt x="2111" y="0"/>
                  </a:moveTo>
                  <a:lnTo>
                    <a:pt x="1387" y="221"/>
                  </a:lnTo>
                  <a:cubicBezTo>
                    <a:pt x="1298" y="265"/>
                    <a:pt x="1179" y="290"/>
                    <a:pt x="1049" y="290"/>
                  </a:cubicBezTo>
                  <a:cubicBezTo>
                    <a:pt x="808" y="290"/>
                    <a:pt x="531" y="205"/>
                    <a:pt x="347" y="0"/>
                  </a:cubicBezTo>
                  <a:lnTo>
                    <a:pt x="347" y="0"/>
                  </a:lnTo>
                  <a:cubicBezTo>
                    <a:pt x="378" y="63"/>
                    <a:pt x="378" y="189"/>
                    <a:pt x="378" y="315"/>
                  </a:cubicBezTo>
                  <a:cubicBezTo>
                    <a:pt x="378" y="662"/>
                    <a:pt x="221" y="977"/>
                    <a:pt x="0" y="1229"/>
                  </a:cubicBezTo>
                  <a:cubicBezTo>
                    <a:pt x="725" y="1575"/>
                    <a:pt x="1229" y="2237"/>
                    <a:pt x="1355" y="3025"/>
                  </a:cubicBezTo>
                  <a:lnTo>
                    <a:pt x="2773" y="3025"/>
                  </a:lnTo>
                  <a:lnTo>
                    <a:pt x="2773" y="221"/>
                  </a:lnTo>
                  <a:cubicBezTo>
                    <a:pt x="2521" y="189"/>
                    <a:pt x="2300" y="126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7139;p83"/>
            <p:cNvSpPr/>
            <p:nvPr/>
          </p:nvSpPr>
          <p:spPr>
            <a:xfrm>
              <a:off x="-34752875" y="3253275"/>
              <a:ext cx="126050" cy="170925"/>
            </a:xfrm>
            <a:custGeom>
              <a:avLst/>
              <a:gdLst/>
              <a:ahLst/>
              <a:cxnLst/>
              <a:rect l="l" t="t" r="r" b="b"/>
              <a:pathLst>
                <a:path w="5042" h="6837" extrusionOk="0">
                  <a:moveTo>
                    <a:pt x="1" y="0"/>
                  </a:moveTo>
                  <a:lnTo>
                    <a:pt x="1" y="6837"/>
                  </a:lnTo>
                  <a:lnTo>
                    <a:pt x="1418" y="6837"/>
                  </a:lnTo>
                  <a:cubicBezTo>
                    <a:pt x="1450" y="6018"/>
                    <a:pt x="1954" y="5356"/>
                    <a:pt x="2679" y="4978"/>
                  </a:cubicBezTo>
                  <a:cubicBezTo>
                    <a:pt x="2427" y="4757"/>
                    <a:pt x="2301" y="4442"/>
                    <a:pt x="2301" y="4064"/>
                  </a:cubicBezTo>
                  <a:cubicBezTo>
                    <a:pt x="2301" y="3340"/>
                    <a:pt x="2931" y="2710"/>
                    <a:pt x="3687" y="2710"/>
                  </a:cubicBezTo>
                  <a:cubicBezTo>
                    <a:pt x="4128" y="2710"/>
                    <a:pt x="4474" y="2899"/>
                    <a:pt x="4758" y="3214"/>
                  </a:cubicBezTo>
                  <a:cubicBezTo>
                    <a:pt x="4726" y="3056"/>
                    <a:pt x="4758" y="2899"/>
                    <a:pt x="4789" y="2741"/>
                  </a:cubicBezTo>
                  <a:lnTo>
                    <a:pt x="5041" y="2016"/>
                  </a:lnTo>
                  <a:cubicBezTo>
                    <a:pt x="4821" y="1607"/>
                    <a:pt x="4758" y="1134"/>
                    <a:pt x="4758" y="662"/>
                  </a:cubicBezTo>
                  <a:cubicBezTo>
                    <a:pt x="4758" y="410"/>
                    <a:pt x="4789" y="189"/>
                    <a:pt x="48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7140;p83"/>
            <p:cNvSpPr/>
            <p:nvPr/>
          </p:nvSpPr>
          <p:spPr>
            <a:xfrm>
              <a:off x="-34677250" y="3338325"/>
              <a:ext cx="33875" cy="33900"/>
            </a:xfrm>
            <a:custGeom>
              <a:avLst/>
              <a:gdLst/>
              <a:ahLst/>
              <a:cxnLst/>
              <a:rect l="l" t="t" r="r" b="b"/>
              <a:pathLst>
                <a:path w="1355" h="1356" extrusionOk="0">
                  <a:moveTo>
                    <a:pt x="662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040"/>
                    <a:pt x="315" y="1355"/>
                    <a:pt x="662" y="1355"/>
                  </a:cubicBezTo>
                  <a:cubicBezTo>
                    <a:pt x="1040" y="1355"/>
                    <a:pt x="1355" y="1040"/>
                    <a:pt x="1355" y="694"/>
                  </a:cubicBezTo>
                  <a:cubicBezTo>
                    <a:pt x="1355" y="316"/>
                    <a:pt x="1040" y="1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83"/>
            <p:cNvSpPr/>
            <p:nvPr/>
          </p:nvSpPr>
          <p:spPr>
            <a:xfrm>
              <a:off x="-34618200" y="3202500"/>
              <a:ext cx="137075" cy="135850"/>
            </a:xfrm>
            <a:custGeom>
              <a:avLst/>
              <a:gdLst/>
              <a:ahLst/>
              <a:cxnLst/>
              <a:rect l="l" t="t" r="r" b="b"/>
              <a:pathLst>
                <a:path w="5483" h="5434" extrusionOk="0">
                  <a:moveTo>
                    <a:pt x="2710" y="992"/>
                  </a:moveTo>
                  <a:cubicBezTo>
                    <a:pt x="2899" y="992"/>
                    <a:pt x="3057" y="1149"/>
                    <a:pt x="3057" y="1338"/>
                  </a:cubicBezTo>
                  <a:cubicBezTo>
                    <a:pt x="3057" y="1559"/>
                    <a:pt x="2899" y="1716"/>
                    <a:pt x="2710" y="1716"/>
                  </a:cubicBezTo>
                  <a:cubicBezTo>
                    <a:pt x="2521" y="1716"/>
                    <a:pt x="2364" y="1559"/>
                    <a:pt x="2364" y="1338"/>
                  </a:cubicBezTo>
                  <a:cubicBezTo>
                    <a:pt x="2395" y="1149"/>
                    <a:pt x="2553" y="992"/>
                    <a:pt x="2710" y="992"/>
                  </a:cubicBezTo>
                  <a:close/>
                  <a:moveTo>
                    <a:pt x="2742" y="2346"/>
                  </a:moveTo>
                  <a:cubicBezTo>
                    <a:pt x="2962" y="2346"/>
                    <a:pt x="3120" y="2504"/>
                    <a:pt x="3120" y="2693"/>
                  </a:cubicBezTo>
                  <a:lnTo>
                    <a:pt x="3120" y="4079"/>
                  </a:lnTo>
                  <a:cubicBezTo>
                    <a:pt x="3120" y="4268"/>
                    <a:pt x="2962" y="4426"/>
                    <a:pt x="2742" y="4426"/>
                  </a:cubicBezTo>
                  <a:cubicBezTo>
                    <a:pt x="2553" y="4426"/>
                    <a:pt x="2395" y="4268"/>
                    <a:pt x="2395" y="4079"/>
                  </a:cubicBezTo>
                  <a:lnTo>
                    <a:pt x="2395" y="2693"/>
                  </a:lnTo>
                  <a:cubicBezTo>
                    <a:pt x="2395" y="2504"/>
                    <a:pt x="2553" y="2346"/>
                    <a:pt x="2742" y="2346"/>
                  </a:cubicBezTo>
                  <a:close/>
                  <a:moveTo>
                    <a:pt x="2646" y="0"/>
                  </a:moveTo>
                  <a:cubicBezTo>
                    <a:pt x="1359" y="0"/>
                    <a:pt x="1" y="1099"/>
                    <a:pt x="1" y="2724"/>
                  </a:cubicBezTo>
                  <a:cubicBezTo>
                    <a:pt x="1" y="3197"/>
                    <a:pt x="127" y="3638"/>
                    <a:pt x="348" y="4016"/>
                  </a:cubicBezTo>
                  <a:lnTo>
                    <a:pt x="33" y="4961"/>
                  </a:lnTo>
                  <a:cubicBezTo>
                    <a:pt x="1" y="5087"/>
                    <a:pt x="33" y="5245"/>
                    <a:pt x="127" y="5339"/>
                  </a:cubicBezTo>
                  <a:cubicBezTo>
                    <a:pt x="167" y="5399"/>
                    <a:pt x="245" y="5421"/>
                    <a:pt x="329" y="5421"/>
                  </a:cubicBezTo>
                  <a:cubicBezTo>
                    <a:pt x="377" y="5421"/>
                    <a:pt x="427" y="5414"/>
                    <a:pt x="474" y="5402"/>
                  </a:cubicBezTo>
                  <a:lnTo>
                    <a:pt x="1419" y="5087"/>
                  </a:lnTo>
                  <a:cubicBezTo>
                    <a:pt x="1797" y="5339"/>
                    <a:pt x="2238" y="5434"/>
                    <a:pt x="2742" y="5434"/>
                  </a:cubicBezTo>
                  <a:cubicBezTo>
                    <a:pt x="4254" y="5434"/>
                    <a:pt x="5483" y="4237"/>
                    <a:pt x="5483" y="2724"/>
                  </a:cubicBezTo>
                  <a:cubicBezTo>
                    <a:pt x="5483" y="1275"/>
                    <a:pt x="4317" y="78"/>
                    <a:pt x="2899" y="15"/>
                  </a:cubicBezTo>
                  <a:cubicBezTo>
                    <a:pt x="2815" y="5"/>
                    <a:pt x="2731" y="0"/>
                    <a:pt x="26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2" name="Google Shape;7142;p83"/>
            <p:cNvSpPr/>
            <p:nvPr/>
          </p:nvSpPr>
          <p:spPr>
            <a:xfrm>
              <a:off x="-34755225" y="3440725"/>
              <a:ext cx="188250" cy="52800"/>
            </a:xfrm>
            <a:custGeom>
              <a:avLst/>
              <a:gdLst/>
              <a:ahLst/>
              <a:cxnLst/>
              <a:rect l="l" t="t" r="r" b="b"/>
              <a:pathLst>
                <a:path w="7530" h="2112" extrusionOk="0">
                  <a:moveTo>
                    <a:pt x="0" y="0"/>
                  </a:moveTo>
                  <a:lnTo>
                    <a:pt x="0" y="1071"/>
                  </a:lnTo>
                  <a:cubicBezTo>
                    <a:pt x="0" y="1670"/>
                    <a:pt x="473" y="2111"/>
                    <a:pt x="1040" y="2111"/>
                  </a:cubicBezTo>
                  <a:lnTo>
                    <a:pt x="6490" y="2111"/>
                  </a:lnTo>
                  <a:cubicBezTo>
                    <a:pt x="7057" y="2111"/>
                    <a:pt x="7530" y="1639"/>
                    <a:pt x="7530" y="1071"/>
                  </a:cubicBezTo>
                  <a:lnTo>
                    <a:pt x="75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3" name="Google Shape;7143;p83"/>
            <p:cNvSpPr/>
            <p:nvPr/>
          </p:nvSpPr>
          <p:spPr>
            <a:xfrm>
              <a:off x="-34754450" y="3202075"/>
              <a:ext cx="153600" cy="33900"/>
            </a:xfrm>
            <a:custGeom>
              <a:avLst/>
              <a:gdLst/>
              <a:ahLst/>
              <a:cxnLst/>
              <a:rect l="l" t="t" r="r" b="b"/>
              <a:pathLst>
                <a:path w="6144" h="1356" extrusionOk="0">
                  <a:moveTo>
                    <a:pt x="1040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55"/>
                  </a:lnTo>
                  <a:lnTo>
                    <a:pt x="5104" y="1355"/>
                  </a:lnTo>
                  <a:cubicBezTo>
                    <a:pt x="5293" y="819"/>
                    <a:pt x="5672" y="347"/>
                    <a:pt x="61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4" name="Google Shape;7144;p83"/>
          <p:cNvGrpSpPr/>
          <p:nvPr/>
        </p:nvGrpSpPr>
        <p:grpSpPr>
          <a:xfrm>
            <a:off x="2190209" y="1973987"/>
            <a:ext cx="353645" cy="353645"/>
            <a:chOff x="-34763900" y="3561225"/>
            <a:chExt cx="291450" cy="291450"/>
          </a:xfrm>
        </p:grpSpPr>
        <p:sp>
          <p:nvSpPr>
            <p:cNvPr id="7145" name="Google Shape;7145;p83"/>
            <p:cNvSpPr/>
            <p:nvPr/>
          </p:nvSpPr>
          <p:spPr>
            <a:xfrm>
              <a:off x="-34693800" y="3629750"/>
              <a:ext cx="152025" cy="152825"/>
            </a:xfrm>
            <a:custGeom>
              <a:avLst/>
              <a:gdLst/>
              <a:ahLst/>
              <a:cxnLst/>
              <a:rect l="l" t="t" r="r" b="b"/>
              <a:pathLst>
                <a:path w="6081" h="6113" extrusionOk="0">
                  <a:moveTo>
                    <a:pt x="3025" y="1387"/>
                  </a:moveTo>
                  <a:cubicBezTo>
                    <a:pt x="3970" y="1387"/>
                    <a:pt x="4726" y="2143"/>
                    <a:pt x="4726" y="3088"/>
                  </a:cubicBezTo>
                  <a:cubicBezTo>
                    <a:pt x="4726" y="4033"/>
                    <a:pt x="3970" y="4789"/>
                    <a:pt x="3025" y="4789"/>
                  </a:cubicBezTo>
                  <a:cubicBezTo>
                    <a:pt x="2080" y="4789"/>
                    <a:pt x="1324" y="4033"/>
                    <a:pt x="1324" y="3088"/>
                  </a:cubicBezTo>
                  <a:cubicBezTo>
                    <a:pt x="1324" y="2143"/>
                    <a:pt x="2080" y="1387"/>
                    <a:pt x="3025" y="1387"/>
                  </a:cubicBezTo>
                  <a:close/>
                  <a:moveTo>
                    <a:pt x="2710" y="0"/>
                  </a:moveTo>
                  <a:lnTo>
                    <a:pt x="2710" y="442"/>
                  </a:lnTo>
                  <a:cubicBezTo>
                    <a:pt x="2710" y="599"/>
                    <a:pt x="2584" y="725"/>
                    <a:pt x="2426" y="757"/>
                  </a:cubicBezTo>
                  <a:cubicBezTo>
                    <a:pt x="2237" y="788"/>
                    <a:pt x="2017" y="914"/>
                    <a:pt x="1859" y="1009"/>
                  </a:cubicBezTo>
                  <a:cubicBezTo>
                    <a:pt x="1815" y="1031"/>
                    <a:pt x="1762" y="1041"/>
                    <a:pt x="1707" y="1041"/>
                  </a:cubicBezTo>
                  <a:cubicBezTo>
                    <a:pt x="1607" y="1041"/>
                    <a:pt x="1500" y="1007"/>
                    <a:pt x="1418" y="946"/>
                  </a:cubicBezTo>
                  <a:lnTo>
                    <a:pt x="1103" y="631"/>
                  </a:lnTo>
                  <a:lnTo>
                    <a:pt x="631" y="1103"/>
                  </a:lnTo>
                  <a:lnTo>
                    <a:pt x="946" y="1418"/>
                  </a:lnTo>
                  <a:cubicBezTo>
                    <a:pt x="1072" y="1544"/>
                    <a:pt x="1072" y="1702"/>
                    <a:pt x="977" y="1859"/>
                  </a:cubicBezTo>
                  <a:cubicBezTo>
                    <a:pt x="851" y="2048"/>
                    <a:pt x="788" y="2269"/>
                    <a:pt x="757" y="2458"/>
                  </a:cubicBezTo>
                  <a:cubicBezTo>
                    <a:pt x="694" y="2615"/>
                    <a:pt x="599" y="2710"/>
                    <a:pt x="442" y="2710"/>
                  </a:cubicBezTo>
                  <a:lnTo>
                    <a:pt x="1" y="2710"/>
                  </a:lnTo>
                  <a:lnTo>
                    <a:pt x="1" y="3403"/>
                  </a:lnTo>
                  <a:lnTo>
                    <a:pt x="442" y="3403"/>
                  </a:lnTo>
                  <a:cubicBezTo>
                    <a:pt x="599" y="3403"/>
                    <a:pt x="694" y="3498"/>
                    <a:pt x="757" y="3655"/>
                  </a:cubicBezTo>
                  <a:cubicBezTo>
                    <a:pt x="788" y="3876"/>
                    <a:pt x="914" y="4096"/>
                    <a:pt x="977" y="4254"/>
                  </a:cubicBezTo>
                  <a:cubicBezTo>
                    <a:pt x="1072" y="4380"/>
                    <a:pt x="1009" y="4569"/>
                    <a:pt x="946" y="4695"/>
                  </a:cubicBezTo>
                  <a:lnTo>
                    <a:pt x="631" y="5010"/>
                  </a:lnTo>
                  <a:lnTo>
                    <a:pt x="1103" y="5482"/>
                  </a:lnTo>
                  <a:lnTo>
                    <a:pt x="1418" y="5167"/>
                  </a:lnTo>
                  <a:cubicBezTo>
                    <a:pt x="1486" y="5100"/>
                    <a:pt x="1562" y="5068"/>
                    <a:pt x="1643" y="5068"/>
                  </a:cubicBezTo>
                  <a:cubicBezTo>
                    <a:pt x="1713" y="5068"/>
                    <a:pt x="1786" y="5092"/>
                    <a:pt x="1859" y="5136"/>
                  </a:cubicBezTo>
                  <a:cubicBezTo>
                    <a:pt x="2048" y="5230"/>
                    <a:pt x="2237" y="5325"/>
                    <a:pt x="2426" y="5356"/>
                  </a:cubicBezTo>
                  <a:cubicBezTo>
                    <a:pt x="2584" y="5419"/>
                    <a:pt x="2710" y="5514"/>
                    <a:pt x="2710" y="5671"/>
                  </a:cubicBezTo>
                  <a:lnTo>
                    <a:pt x="2710" y="6112"/>
                  </a:lnTo>
                  <a:lnTo>
                    <a:pt x="3372" y="6112"/>
                  </a:lnTo>
                  <a:lnTo>
                    <a:pt x="3372" y="5734"/>
                  </a:lnTo>
                  <a:cubicBezTo>
                    <a:pt x="3372" y="5577"/>
                    <a:pt x="3498" y="5451"/>
                    <a:pt x="3655" y="5419"/>
                  </a:cubicBezTo>
                  <a:cubicBezTo>
                    <a:pt x="3844" y="5356"/>
                    <a:pt x="4096" y="5262"/>
                    <a:pt x="4254" y="5167"/>
                  </a:cubicBezTo>
                  <a:cubicBezTo>
                    <a:pt x="4300" y="5133"/>
                    <a:pt x="4355" y="5119"/>
                    <a:pt x="4410" y="5119"/>
                  </a:cubicBezTo>
                  <a:cubicBezTo>
                    <a:pt x="4506" y="5119"/>
                    <a:pt x="4603" y="5159"/>
                    <a:pt x="4663" y="5199"/>
                  </a:cubicBezTo>
                  <a:lnTo>
                    <a:pt x="5010" y="5514"/>
                  </a:lnTo>
                  <a:lnTo>
                    <a:pt x="5451" y="5041"/>
                  </a:lnTo>
                  <a:lnTo>
                    <a:pt x="5136" y="4726"/>
                  </a:lnTo>
                  <a:cubicBezTo>
                    <a:pt x="5041" y="4632"/>
                    <a:pt x="5041" y="4474"/>
                    <a:pt x="5104" y="4285"/>
                  </a:cubicBezTo>
                  <a:cubicBezTo>
                    <a:pt x="5230" y="4096"/>
                    <a:pt x="5293" y="3907"/>
                    <a:pt x="5356" y="3718"/>
                  </a:cubicBezTo>
                  <a:cubicBezTo>
                    <a:pt x="5388" y="3561"/>
                    <a:pt x="5514" y="3434"/>
                    <a:pt x="5671" y="3434"/>
                  </a:cubicBezTo>
                  <a:lnTo>
                    <a:pt x="6081" y="3434"/>
                  </a:lnTo>
                  <a:lnTo>
                    <a:pt x="6081" y="2773"/>
                  </a:lnTo>
                  <a:lnTo>
                    <a:pt x="5671" y="2773"/>
                  </a:lnTo>
                  <a:cubicBezTo>
                    <a:pt x="5514" y="2710"/>
                    <a:pt x="5388" y="2615"/>
                    <a:pt x="5356" y="2458"/>
                  </a:cubicBezTo>
                  <a:cubicBezTo>
                    <a:pt x="5293" y="2269"/>
                    <a:pt x="5199" y="2017"/>
                    <a:pt x="5104" y="1859"/>
                  </a:cubicBezTo>
                  <a:cubicBezTo>
                    <a:pt x="5041" y="1733"/>
                    <a:pt x="5073" y="1544"/>
                    <a:pt x="5136" y="1418"/>
                  </a:cubicBezTo>
                  <a:lnTo>
                    <a:pt x="5451" y="1103"/>
                  </a:lnTo>
                  <a:lnTo>
                    <a:pt x="5010" y="631"/>
                  </a:lnTo>
                  <a:lnTo>
                    <a:pt x="4663" y="946"/>
                  </a:lnTo>
                  <a:cubicBezTo>
                    <a:pt x="4608" y="1019"/>
                    <a:pt x="4531" y="1050"/>
                    <a:pt x="4445" y="1050"/>
                  </a:cubicBezTo>
                  <a:cubicBezTo>
                    <a:pt x="4384" y="1050"/>
                    <a:pt x="4319" y="1035"/>
                    <a:pt x="4254" y="1009"/>
                  </a:cubicBezTo>
                  <a:cubicBezTo>
                    <a:pt x="4033" y="883"/>
                    <a:pt x="3844" y="788"/>
                    <a:pt x="3655" y="757"/>
                  </a:cubicBezTo>
                  <a:cubicBezTo>
                    <a:pt x="3498" y="725"/>
                    <a:pt x="3372" y="599"/>
                    <a:pt x="3372" y="442"/>
                  </a:cubicBezTo>
                  <a:lnTo>
                    <a:pt x="337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83"/>
            <p:cNvSpPr/>
            <p:nvPr/>
          </p:nvSpPr>
          <p:spPr>
            <a:xfrm>
              <a:off x="-34763900" y="35612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522" y="2048"/>
                  </a:moveTo>
                  <a:cubicBezTo>
                    <a:pt x="6743" y="2048"/>
                    <a:pt x="6900" y="2206"/>
                    <a:pt x="6900" y="2395"/>
                  </a:cubicBezTo>
                  <a:lnTo>
                    <a:pt x="6900" y="2899"/>
                  </a:lnTo>
                  <a:cubicBezTo>
                    <a:pt x="6995" y="2962"/>
                    <a:pt x="7089" y="2994"/>
                    <a:pt x="7152" y="3025"/>
                  </a:cubicBezTo>
                  <a:lnTo>
                    <a:pt x="7530" y="2678"/>
                  </a:lnTo>
                  <a:cubicBezTo>
                    <a:pt x="7578" y="2615"/>
                    <a:pt x="7664" y="2584"/>
                    <a:pt x="7755" y="2584"/>
                  </a:cubicBezTo>
                  <a:cubicBezTo>
                    <a:pt x="7845" y="2584"/>
                    <a:pt x="7940" y="2615"/>
                    <a:pt x="8003" y="2678"/>
                  </a:cubicBezTo>
                  <a:lnTo>
                    <a:pt x="8979" y="3655"/>
                  </a:lnTo>
                  <a:cubicBezTo>
                    <a:pt x="9106" y="3781"/>
                    <a:pt x="9106" y="4002"/>
                    <a:pt x="8979" y="4128"/>
                  </a:cubicBezTo>
                  <a:lnTo>
                    <a:pt x="8633" y="4474"/>
                  </a:lnTo>
                  <a:cubicBezTo>
                    <a:pt x="8664" y="4569"/>
                    <a:pt x="8696" y="4695"/>
                    <a:pt x="8727" y="4758"/>
                  </a:cubicBezTo>
                  <a:lnTo>
                    <a:pt x="9263" y="4758"/>
                  </a:lnTo>
                  <a:cubicBezTo>
                    <a:pt x="9452" y="4758"/>
                    <a:pt x="9610" y="4915"/>
                    <a:pt x="9610" y="5104"/>
                  </a:cubicBezTo>
                  <a:lnTo>
                    <a:pt x="9610" y="6491"/>
                  </a:lnTo>
                  <a:cubicBezTo>
                    <a:pt x="9610" y="6680"/>
                    <a:pt x="9452" y="6837"/>
                    <a:pt x="9263" y="6837"/>
                  </a:cubicBezTo>
                  <a:lnTo>
                    <a:pt x="8727" y="6837"/>
                  </a:lnTo>
                  <a:cubicBezTo>
                    <a:pt x="8696" y="6963"/>
                    <a:pt x="8664" y="7026"/>
                    <a:pt x="8633" y="7121"/>
                  </a:cubicBezTo>
                  <a:lnTo>
                    <a:pt x="8979" y="7467"/>
                  </a:lnTo>
                  <a:cubicBezTo>
                    <a:pt x="9106" y="7593"/>
                    <a:pt x="9106" y="7814"/>
                    <a:pt x="8979" y="7940"/>
                  </a:cubicBezTo>
                  <a:lnTo>
                    <a:pt x="8003" y="8916"/>
                  </a:lnTo>
                  <a:cubicBezTo>
                    <a:pt x="7940" y="8979"/>
                    <a:pt x="7845" y="9011"/>
                    <a:pt x="7755" y="9011"/>
                  </a:cubicBezTo>
                  <a:cubicBezTo>
                    <a:pt x="7664" y="9011"/>
                    <a:pt x="7578" y="8979"/>
                    <a:pt x="7530" y="8916"/>
                  </a:cubicBezTo>
                  <a:lnTo>
                    <a:pt x="7152" y="8570"/>
                  </a:lnTo>
                  <a:cubicBezTo>
                    <a:pt x="7089" y="8601"/>
                    <a:pt x="6963" y="8664"/>
                    <a:pt x="6900" y="8696"/>
                  </a:cubicBezTo>
                  <a:lnTo>
                    <a:pt x="6900" y="9200"/>
                  </a:lnTo>
                  <a:cubicBezTo>
                    <a:pt x="6900" y="9389"/>
                    <a:pt x="6743" y="9547"/>
                    <a:pt x="6522" y="9547"/>
                  </a:cubicBezTo>
                  <a:lnTo>
                    <a:pt x="5167" y="9547"/>
                  </a:lnTo>
                  <a:cubicBezTo>
                    <a:pt x="4947" y="9547"/>
                    <a:pt x="4789" y="9389"/>
                    <a:pt x="4789" y="9200"/>
                  </a:cubicBezTo>
                  <a:lnTo>
                    <a:pt x="4789" y="8696"/>
                  </a:lnTo>
                  <a:cubicBezTo>
                    <a:pt x="4695" y="8664"/>
                    <a:pt x="4600" y="8601"/>
                    <a:pt x="4537" y="8570"/>
                  </a:cubicBezTo>
                  <a:lnTo>
                    <a:pt x="4159" y="8916"/>
                  </a:lnTo>
                  <a:cubicBezTo>
                    <a:pt x="4112" y="8979"/>
                    <a:pt x="4025" y="9011"/>
                    <a:pt x="3935" y="9011"/>
                  </a:cubicBezTo>
                  <a:cubicBezTo>
                    <a:pt x="3844" y="9011"/>
                    <a:pt x="3750" y="8979"/>
                    <a:pt x="3687" y="8916"/>
                  </a:cubicBezTo>
                  <a:lnTo>
                    <a:pt x="2710" y="7940"/>
                  </a:lnTo>
                  <a:cubicBezTo>
                    <a:pt x="2584" y="7814"/>
                    <a:pt x="2584" y="7593"/>
                    <a:pt x="2710" y="7467"/>
                  </a:cubicBezTo>
                  <a:lnTo>
                    <a:pt x="3057" y="7121"/>
                  </a:lnTo>
                  <a:cubicBezTo>
                    <a:pt x="3025" y="7026"/>
                    <a:pt x="2994" y="6932"/>
                    <a:pt x="2962" y="6837"/>
                  </a:cubicBezTo>
                  <a:lnTo>
                    <a:pt x="2426" y="6837"/>
                  </a:lnTo>
                  <a:cubicBezTo>
                    <a:pt x="2237" y="6837"/>
                    <a:pt x="2080" y="6680"/>
                    <a:pt x="2080" y="6491"/>
                  </a:cubicBezTo>
                  <a:lnTo>
                    <a:pt x="2080" y="5104"/>
                  </a:lnTo>
                  <a:cubicBezTo>
                    <a:pt x="2080" y="4915"/>
                    <a:pt x="2237" y="4758"/>
                    <a:pt x="2426" y="4758"/>
                  </a:cubicBezTo>
                  <a:lnTo>
                    <a:pt x="2962" y="4758"/>
                  </a:lnTo>
                  <a:cubicBezTo>
                    <a:pt x="2994" y="4632"/>
                    <a:pt x="3025" y="4569"/>
                    <a:pt x="3057" y="4474"/>
                  </a:cubicBezTo>
                  <a:lnTo>
                    <a:pt x="2710" y="4128"/>
                  </a:lnTo>
                  <a:cubicBezTo>
                    <a:pt x="2584" y="4002"/>
                    <a:pt x="2584" y="3781"/>
                    <a:pt x="2710" y="3655"/>
                  </a:cubicBezTo>
                  <a:lnTo>
                    <a:pt x="3687" y="2678"/>
                  </a:lnTo>
                  <a:cubicBezTo>
                    <a:pt x="3750" y="2615"/>
                    <a:pt x="3844" y="2584"/>
                    <a:pt x="3935" y="2584"/>
                  </a:cubicBezTo>
                  <a:cubicBezTo>
                    <a:pt x="4025" y="2584"/>
                    <a:pt x="4112" y="2615"/>
                    <a:pt x="4159" y="2678"/>
                  </a:cubicBezTo>
                  <a:lnTo>
                    <a:pt x="4537" y="3025"/>
                  </a:lnTo>
                  <a:cubicBezTo>
                    <a:pt x="4600" y="2994"/>
                    <a:pt x="4726" y="2962"/>
                    <a:pt x="4789" y="2899"/>
                  </a:cubicBezTo>
                  <a:lnTo>
                    <a:pt x="4789" y="2395"/>
                  </a:lnTo>
                  <a:cubicBezTo>
                    <a:pt x="4789" y="2206"/>
                    <a:pt x="4947" y="2048"/>
                    <a:pt x="5167" y="2048"/>
                  </a:cubicBezTo>
                  <a:close/>
                  <a:moveTo>
                    <a:pt x="5829" y="1"/>
                  </a:moveTo>
                  <a:cubicBezTo>
                    <a:pt x="2647" y="1"/>
                    <a:pt x="1" y="2647"/>
                    <a:pt x="1" y="5829"/>
                  </a:cubicBezTo>
                  <a:cubicBezTo>
                    <a:pt x="1" y="6837"/>
                    <a:pt x="284" y="7877"/>
                    <a:pt x="820" y="8790"/>
                  </a:cubicBezTo>
                  <a:lnTo>
                    <a:pt x="32" y="11185"/>
                  </a:lnTo>
                  <a:cubicBezTo>
                    <a:pt x="1" y="11311"/>
                    <a:pt x="32" y="11468"/>
                    <a:pt x="127" y="11531"/>
                  </a:cubicBezTo>
                  <a:cubicBezTo>
                    <a:pt x="174" y="11602"/>
                    <a:pt x="274" y="11638"/>
                    <a:pt x="375" y="11638"/>
                  </a:cubicBezTo>
                  <a:cubicBezTo>
                    <a:pt x="408" y="11638"/>
                    <a:pt x="442" y="11634"/>
                    <a:pt x="473" y="11626"/>
                  </a:cubicBezTo>
                  <a:lnTo>
                    <a:pt x="2868" y="10838"/>
                  </a:lnTo>
                  <a:cubicBezTo>
                    <a:pt x="3781" y="11374"/>
                    <a:pt x="4789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7" name="Google Shape;7147;p83"/>
            <p:cNvSpPr/>
            <p:nvPr/>
          </p:nvSpPr>
          <p:spPr>
            <a:xfrm>
              <a:off x="-34644175" y="36809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41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8" name="Google Shape;7148;p83"/>
          <p:cNvSpPr/>
          <p:nvPr/>
        </p:nvSpPr>
        <p:spPr>
          <a:xfrm>
            <a:off x="2189608" y="2409419"/>
            <a:ext cx="353645" cy="353615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49" name="Google Shape;7149;p83"/>
          <p:cNvGrpSpPr/>
          <p:nvPr/>
        </p:nvGrpSpPr>
        <p:grpSpPr>
          <a:xfrm>
            <a:off x="845106" y="2882499"/>
            <a:ext cx="354586" cy="354586"/>
            <a:chOff x="-32927950" y="3227275"/>
            <a:chExt cx="292225" cy="292225"/>
          </a:xfrm>
        </p:grpSpPr>
        <p:sp>
          <p:nvSpPr>
            <p:cNvPr id="7150" name="Google Shape;7150;p83"/>
            <p:cNvSpPr/>
            <p:nvPr/>
          </p:nvSpPr>
          <p:spPr>
            <a:xfrm>
              <a:off x="-32927950" y="3228075"/>
              <a:ext cx="69325" cy="291425"/>
            </a:xfrm>
            <a:custGeom>
              <a:avLst/>
              <a:gdLst/>
              <a:ahLst/>
              <a:cxnLst/>
              <a:rect l="l" t="t" r="r" b="b"/>
              <a:pathLst>
                <a:path w="2773" h="11657" extrusionOk="0">
                  <a:moveTo>
                    <a:pt x="1733" y="0"/>
                  </a:moveTo>
                  <a:cubicBezTo>
                    <a:pt x="1198" y="0"/>
                    <a:pt x="725" y="473"/>
                    <a:pt x="725" y="1040"/>
                  </a:cubicBezTo>
                  <a:lnTo>
                    <a:pt x="725" y="1386"/>
                  </a:lnTo>
                  <a:lnTo>
                    <a:pt x="347" y="1386"/>
                  </a:lnTo>
                  <a:cubicBezTo>
                    <a:pt x="158" y="1386"/>
                    <a:pt x="1" y="1544"/>
                    <a:pt x="1" y="1733"/>
                  </a:cubicBezTo>
                  <a:cubicBezTo>
                    <a:pt x="1" y="1922"/>
                    <a:pt x="158" y="2079"/>
                    <a:pt x="347" y="2079"/>
                  </a:cubicBezTo>
                  <a:lnTo>
                    <a:pt x="725" y="2079"/>
                  </a:lnTo>
                  <a:lnTo>
                    <a:pt x="725" y="3466"/>
                  </a:lnTo>
                  <a:lnTo>
                    <a:pt x="347" y="3466"/>
                  </a:lnTo>
                  <a:cubicBezTo>
                    <a:pt x="158" y="3466"/>
                    <a:pt x="1" y="3623"/>
                    <a:pt x="1" y="3812"/>
                  </a:cubicBezTo>
                  <a:cubicBezTo>
                    <a:pt x="1" y="4033"/>
                    <a:pt x="158" y="4190"/>
                    <a:pt x="347" y="4190"/>
                  </a:cubicBezTo>
                  <a:lnTo>
                    <a:pt x="725" y="4190"/>
                  </a:lnTo>
                  <a:lnTo>
                    <a:pt x="725" y="5608"/>
                  </a:lnTo>
                  <a:lnTo>
                    <a:pt x="347" y="5608"/>
                  </a:lnTo>
                  <a:cubicBezTo>
                    <a:pt x="158" y="5608"/>
                    <a:pt x="1" y="5765"/>
                    <a:pt x="1" y="5954"/>
                  </a:cubicBezTo>
                  <a:cubicBezTo>
                    <a:pt x="1" y="6143"/>
                    <a:pt x="158" y="6301"/>
                    <a:pt x="347" y="6301"/>
                  </a:cubicBezTo>
                  <a:lnTo>
                    <a:pt x="725" y="6301"/>
                  </a:lnTo>
                  <a:lnTo>
                    <a:pt x="725" y="7687"/>
                  </a:lnTo>
                  <a:lnTo>
                    <a:pt x="347" y="7687"/>
                  </a:lnTo>
                  <a:cubicBezTo>
                    <a:pt x="158" y="7687"/>
                    <a:pt x="1" y="7845"/>
                    <a:pt x="1" y="8034"/>
                  </a:cubicBezTo>
                  <a:cubicBezTo>
                    <a:pt x="1" y="8223"/>
                    <a:pt x="158" y="8380"/>
                    <a:pt x="347" y="8380"/>
                  </a:cubicBezTo>
                  <a:lnTo>
                    <a:pt x="725" y="8380"/>
                  </a:lnTo>
                  <a:lnTo>
                    <a:pt x="725" y="9767"/>
                  </a:lnTo>
                  <a:lnTo>
                    <a:pt x="347" y="9767"/>
                  </a:lnTo>
                  <a:lnTo>
                    <a:pt x="347" y="9577"/>
                  </a:lnTo>
                  <a:cubicBezTo>
                    <a:pt x="158" y="9577"/>
                    <a:pt x="1" y="9735"/>
                    <a:pt x="1" y="9924"/>
                  </a:cubicBezTo>
                  <a:cubicBezTo>
                    <a:pt x="1" y="10113"/>
                    <a:pt x="158" y="10271"/>
                    <a:pt x="347" y="10271"/>
                  </a:cubicBezTo>
                  <a:lnTo>
                    <a:pt x="725" y="10271"/>
                  </a:lnTo>
                  <a:lnTo>
                    <a:pt x="725" y="10649"/>
                  </a:lnTo>
                  <a:cubicBezTo>
                    <a:pt x="725" y="11184"/>
                    <a:pt x="1198" y="11657"/>
                    <a:pt x="1733" y="11657"/>
                  </a:cubicBezTo>
                  <a:lnTo>
                    <a:pt x="2773" y="11657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1" name="Google Shape;7151;p83"/>
            <p:cNvSpPr/>
            <p:nvPr/>
          </p:nvSpPr>
          <p:spPr>
            <a:xfrm>
              <a:off x="-32841300" y="3227275"/>
              <a:ext cx="154400" cy="291450"/>
            </a:xfrm>
            <a:custGeom>
              <a:avLst/>
              <a:gdLst/>
              <a:ahLst/>
              <a:cxnLst/>
              <a:rect l="l" t="t" r="r" b="b"/>
              <a:pathLst>
                <a:path w="6176" h="11658" extrusionOk="0">
                  <a:moveTo>
                    <a:pt x="4096" y="2048"/>
                  </a:moveTo>
                  <a:cubicBezTo>
                    <a:pt x="4285" y="2048"/>
                    <a:pt x="4442" y="2206"/>
                    <a:pt x="4442" y="2395"/>
                  </a:cubicBezTo>
                  <a:lnTo>
                    <a:pt x="4442" y="3750"/>
                  </a:lnTo>
                  <a:cubicBezTo>
                    <a:pt x="4442" y="3939"/>
                    <a:pt x="4285" y="4096"/>
                    <a:pt x="4096" y="4096"/>
                  </a:cubicBezTo>
                  <a:lnTo>
                    <a:pt x="3088" y="4096"/>
                  </a:lnTo>
                  <a:lnTo>
                    <a:pt x="3088" y="7562"/>
                  </a:lnTo>
                  <a:lnTo>
                    <a:pt x="4096" y="7562"/>
                  </a:lnTo>
                  <a:cubicBezTo>
                    <a:pt x="4285" y="7562"/>
                    <a:pt x="4442" y="7719"/>
                    <a:pt x="4442" y="7908"/>
                  </a:cubicBezTo>
                  <a:lnTo>
                    <a:pt x="4442" y="9294"/>
                  </a:lnTo>
                  <a:cubicBezTo>
                    <a:pt x="4442" y="9483"/>
                    <a:pt x="4285" y="9641"/>
                    <a:pt x="4096" y="9641"/>
                  </a:cubicBezTo>
                  <a:lnTo>
                    <a:pt x="3088" y="9641"/>
                  </a:lnTo>
                  <a:cubicBezTo>
                    <a:pt x="2332" y="9641"/>
                    <a:pt x="1701" y="9011"/>
                    <a:pt x="1701" y="8255"/>
                  </a:cubicBezTo>
                  <a:lnTo>
                    <a:pt x="1701" y="3435"/>
                  </a:lnTo>
                  <a:cubicBezTo>
                    <a:pt x="1701" y="2678"/>
                    <a:pt x="2332" y="2048"/>
                    <a:pt x="3088" y="2048"/>
                  </a:cubicBezTo>
                  <a:close/>
                  <a:moveTo>
                    <a:pt x="0" y="1"/>
                  </a:moveTo>
                  <a:lnTo>
                    <a:pt x="0" y="11657"/>
                  </a:lnTo>
                  <a:lnTo>
                    <a:pt x="5167" y="11657"/>
                  </a:lnTo>
                  <a:cubicBezTo>
                    <a:pt x="5703" y="11657"/>
                    <a:pt x="6175" y="11185"/>
                    <a:pt x="6175" y="10618"/>
                  </a:cubicBezTo>
                  <a:lnTo>
                    <a:pt x="6175" y="1009"/>
                  </a:lnTo>
                  <a:cubicBezTo>
                    <a:pt x="6175" y="473"/>
                    <a:pt x="5703" y="1"/>
                    <a:pt x="51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2" name="Google Shape;7152;p83"/>
            <p:cNvSpPr/>
            <p:nvPr/>
          </p:nvSpPr>
          <p:spPr>
            <a:xfrm>
              <a:off x="-32669600" y="3261925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1"/>
                  </a:moveTo>
                  <a:lnTo>
                    <a:pt x="0" y="2049"/>
                  </a:lnTo>
                  <a:lnTo>
                    <a:pt x="1355" y="2049"/>
                  </a:lnTo>
                  <a:lnTo>
                    <a:pt x="1355" y="347"/>
                  </a:lnTo>
                  <a:cubicBezTo>
                    <a:pt x="1355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3" name="Google Shape;7153;p83"/>
            <p:cNvSpPr/>
            <p:nvPr/>
          </p:nvSpPr>
          <p:spPr>
            <a:xfrm>
              <a:off x="-32669600" y="3329675"/>
              <a:ext cx="33875" cy="35450"/>
            </a:xfrm>
            <a:custGeom>
              <a:avLst/>
              <a:gdLst/>
              <a:ahLst/>
              <a:cxnLst/>
              <a:rect l="l" t="t" r="r" b="b"/>
              <a:pathLst>
                <a:path w="1355" h="1418" extrusionOk="0">
                  <a:moveTo>
                    <a:pt x="0" y="0"/>
                  </a:moveTo>
                  <a:lnTo>
                    <a:pt x="0" y="1418"/>
                  </a:lnTo>
                  <a:lnTo>
                    <a:pt x="1355" y="1418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4" name="Google Shape;7154;p83"/>
            <p:cNvSpPr/>
            <p:nvPr/>
          </p:nvSpPr>
          <p:spPr>
            <a:xfrm>
              <a:off x="-32669600" y="3381650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0"/>
                  </a:moveTo>
                  <a:lnTo>
                    <a:pt x="0" y="2048"/>
                  </a:lnTo>
                  <a:lnTo>
                    <a:pt x="1008" y="2048"/>
                  </a:lnTo>
                  <a:cubicBezTo>
                    <a:pt x="1197" y="2048"/>
                    <a:pt x="1355" y="1891"/>
                    <a:pt x="1355" y="170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55" name="Google Shape;7155;p83"/>
          <p:cNvGrpSpPr/>
          <p:nvPr/>
        </p:nvGrpSpPr>
        <p:grpSpPr>
          <a:xfrm>
            <a:off x="844621" y="3353613"/>
            <a:ext cx="355557" cy="353645"/>
            <a:chOff x="-32927950" y="3586425"/>
            <a:chExt cx="293025" cy="291450"/>
          </a:xfrm>
        </p:grpSpPr>
        <p:sp>
          <p:nvSpPr>
            <p:cNvPr id="7156" name="Google Shape;7156;p83"/>
            <p:cNvSpPr/>
            <p:nvPr/>
          </p:nvSpPr>
          <p:spPr>
            <a:xfrm>
              <a:off x="-32927950" y="3843975"/>
              <a:ext cx="293025" cy="33900"/>
            </a:xfrm>
            <a:custGeom>
              <a:avLst/>
              <a:gdLst/>
              <a:ahLst/>
              <a:cxnLst/>
              <a:rect l="l" t="t" r="r" b="b"/>
              <a:pathLst>
                <a:path w="11721" h="1356" extrusionOk="0">
                  <a:moveTo>
                    <a:pt x="662" y="1"/>
                  </a:moveTo>
                  <a:cubicBezTo>
                    <a:pt x="284" y="1"/>
                    <a:pt x="1" y="316"/>
                    <a:pt x="1" y="662"/>
                  </a:cubicBezTo>
                  <a:lnTo>
                    <a:pt x="1" y="1009"/>
                  </a:lnTo>
                  <a:cubicBezTo>
                    <a:pt x="1" y="1198"/>
                    <a:pt x="158" y="1355"/>
                    <a:pt x="347" y="1355"/>
                  </a:cubicBezTo>
                  <a:lnTo>
                    <a:pt x="11342" y="1355"/>
                  </a:lnTo>
                  <a:cubicBezTo>
                    <a:pt x="11563" y="1355"/>
                    <a:pt x="11720" y="1198"/>
                    <a:pt x="11720" y="1009"/>
                  </a:cubicBezTo>
                  <a:lnTo>
                    <a:pt x="11720" y="694"/>
                  </a:lnTo>
                  <a:cubicBezTo>
                    <a:pt x="11689" y="316"/>
                    <a:pt x="11374" y="1"/>
                    <a:pt x="109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7" name="Google Shape;7157;p83"/>
            <p:cNvSpPr/>
            <p:nvPr/>
          </p:nvSpPr>
          <p:spPr>
            <a:xfrm>
              <a:off x="-32872025" y="3723475"/>
              <a:ext cx="180400" cy="52000"/>
            </a:xfrm>
            <a:custGeom>
              <a:avLst/>
              <a:gdLst/>
              <a:ahLst/>
              <a:cxnLst/>
              <a:rect l="l" t="t" r="r" b="b"/>
              <a:pathLst>
                <a:path w="7216" h="2080" extrusionOk="0">
                  <a:moveTo>
                    <a:pt x="757" y="1"/>
                  </a:moveTo>
                  <a:lnTo>
                    <a:pt x="0" y="2080"/>
                  </a:lnTo>
                  <a:lnTo>
                    <a:pt x="7215" y="2080"/>
                  </a:lnTo>
                  <a:lnTo>
                    <a:pt x="65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8" name="Google Shape;7158;p83"/>
            <p:cNvSpPr/>
            <p:nvPr/>
          </p:nvSpPr>
          <p:spPr>
            <a:xfrm>
              <a:off x="-32890150" y="3792775"/>
              <a:ext cx="217425" cy="33900"/>
            </a:xfrm>
            <a:custGeom>
              <a:avLst/>
              <a:gdLst/>
              <a:ahLst/>
              <a:cxnLst/>
              <a:rect l="l" t="t" r="r" b="b"/>
              <a:pathLst>
                <a:path w="8697" h="1356" extrusionOk="0">
                  <a:moveTo>
                    <a:pt x="505" y="1"/>
                  </a:moveTo>
                  <a:lnTo>
                    <a:pt x="1" y="1356"/>
                  </a:lnTo>
                  <a:lnTo>
                    <a:pt x="8696" y="1356"/>
                  </a:lnTo>
                  <a:lnTo>
                    <a:pt x="822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9" name="Google Shape;7159;p83"/>
            <p:cNvSpPr/>
            <p:nvPr/>
          </p:nvSpPr>
          <p:spPr>
            <a:xfrm>
              <a:off x="-32822400" y="3586425"/>
              <a:ext cx="82725" cy="52800"/>
            </a:xfrm>
            <a:custGeom>
              <a:avLst/>
              <a:gdLst/>
              <a:ahLst/>
              <a:cxnLst/>
              <a:rect l="l" t="t" r="r" b="b"/>
              <a:pathLst>
                <a:path w="3309" h="2112" extrusionOk="0">
                  <a:moveTo>
                    <a:pt x="1639" y="1"/>
                  </a:moveTo>
                  <a:cubicBezTo>
                    <a:pt x="1103" y="1"/>
                    <a:pt x="599" y="379"/>
                    <a:pt x="441" y="883"/>
                  </a:cubicBezTo>
                  <a:lnTo>
                    <a:pt x="0" y="2112"/>
                  </a:lnTo>
                  <a:lnTo>
                    <a:pt x="3308" y="2112"/>
                  </a:lnTo>
                  <a:lnTo>
                    <a:pt x="2867" y="883"/>
                  </a:lnTo>
                  <a:cubicBezTo>
                    <a:pt x="2678" y="316"/>
                    <a:pt x="2206" y="1"/>
                    <a:pt x="16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0" name="Google Shape;7160;p83"/>
            <p:cNvSpPr/>
            <p:nvPr/>
          </p:nvSpPr>
          <p:spPr>
            <a:xfrm>
              <a:off x="-32846825" y="3655750"/>
              <a:ext cx="131550" cy="51200"/>
            </a:xfrm>
            <a:custGeom>
              <a:avLst/>
              <a:gdLst/>
              <a:ahLst/>
              <a:cxnLst/>
              <a:rect l="l" t="t" r="r" b="b"/>
              <a:pathLst>
                <a:path w="5262" h="2048" extrusionOk="0">
                  <a:moveTo>
                    <a:pt x="694" y="0"/>
                  </a:moveTo>
                  <a:lnTo>
                    <a:pt x="1" y="2048"/>
                  </a:lnTo>
                  <a:lnTo>
                    <a:pt x="5262" y="2048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1" name="Google Shape;7161;p83"/>
          <p:cNvGrpSpPr/>
          <p:nvPr/>
        </p:nvGrpSpPr>
        <p:grpSpPr>
          <a:xfrm>
            <a:off x="845106" y="3817598"/>
            <a:ext cx="354586" cy="355557"/>
            <a:chOff x="-32927950" y="3944800"/>
            <a:chExt cx="292225" cy="293025"/>
          </a:xfrm>
        </p:grpSpPr>
        <p:sp>
          <p:nvSpPr>
            <p:cNvPr id="7162" name="Google Shape;7162;p83"/>
            <p:cNvSpPr/>
            <p:nvPr/>
          </p:nvSpPr>
          <p:spPr>
            <a:xfrm>
              <a:off x="-32927950" y="3944800"/>
              <a:ext cx="69325" cy="292225"/>
            </a:xfrm>
            <a:custGeom>
              <a:avLst/>
              <a:gdLst/>
              <a:ahLst/>
              <a:cxnLst/>
              <a:rect l="l" t="t" r="r" b="b"/>
              <a:pathLst>
                <a:path w="2773" h="11689" extrusionOk="0">
                  <a:moveTo>
                    <a:pt x="1418" y="0"/>
                  </a:moveTo>
                  <a:cubicBezTo>
                    <a:pt x="1072" y="0"/>
                    <a:pt x="757" y="315"/>
                    <a:pt x="757" y="662"/>
                  </a:cubicBezTo>
                  <a:lnTo>
                    <a:pt x="757" y="9578"/>
                  </a:lnTo>
                  <a:cubicBezTo>
                    <a:pt x="757" y="9830"/>
                    <a:pt x="914" y="10050"/>
                    <a:pt x="1103" y="10176"/>
                  </a:cubicBezTo>
                  <a:lnTo>
                    <a:pt x="1103" y="10996"/>
                  </a:lnTo>
                  <a:lnTo>
                    <a:pt x="347" y="10996"/>
                  </a:lnTo>
                  <a:cubicBezTo>
                    <a:pt x="158" y="10996"/>
                    <a:pt x="1" y="11153"/>
                    <a:pt x="1" y="11342"/>
                  </a:cubicBezTo>
                  <a:cubicBezTo>
                    <a:pt x="1" y="11531"/>
                    <a:pt x="158" y="11689"/>
                    <a:pt x="347" y="11689"/>
                  </a:cubicBezTo>
                  <a:lnTo>
                    <a:pt x="2395" y="11689"/>
                  </a:lnTo>
                  <a:cubicBezTo>
                    <a:pt x="2616" y="11689"/>
                    <a:pt x="2773" y="11531"/>
                    <a:pt x="2773" y="11342"/>
                  </a:cubicBezTo>
                  <a:cubicBezTo>
                    <a:pt x="2773" y="11153"/>
                    <a:pt x="2616" y="10996"/>
                    <a:pt x="2395" y="10996"/>
                  </a:cubicBezTo>
                  <a:lnTo>
                    <a:pt x="1733" y="10996"/>
                  </a:lnTo>
                  <a:lnTo>
                    <a:pt x="1733" y="10176"/>
                  </a:lnTo>
                  <a:cubicBezTo>
                    <a:pt x="1922" y="10050"/>
                    <a:pt x="2080" y="9861"/>
                    <a:pt x="2080" y="9578"/>
                  </a:cubicBezTo>
                  <a:lnTo>
                    <a:pt x="2080" y="662"/>
                  </a:lnTo>
                  <a:cubicBezTo>
                    <a:pt x="2080" y="284"/>
                    <a:pt x="1765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3" name="Google Shape;7163;p83"/>
            <p:cNvSpPr/>
            <p:nvPr/>
          </p:nvSpPr>
          <p:spPr>
            <a:xfrm>
              <a:off x="-32720800" y="4057425"/>
              <a:ext cx="85075" cy="25225"/>
            </a:xfrm>
            <a:custGeom>
              <a:avLst/>
              <a:gdLst/>
              <a:ahLst/>
              <a:cxnLst/>
              <a:rect l="l" t="t" r="r" b="b"/>
              <a:pathLst>
                <a:path w="3403" h="1009" extrusionOk="0">
                  <a:moveTo>
                    <a:pt x="505" y="1"/>
                  </a:moveTo>
                  <a:cubicBezTo>
                    <a:pt x="221" y="1"/>
                    <a:pt x="0" y="221"/>
                    <a:pt x="0" y="505"/>
                  </a:cubicBezTo>
                  <a:cubicBezTo>
                    <a:pt x="0" y="788"/>
                    <a:pt x="221" y="1009"/>
                    <a:pt x="505" y="1009"/>
                  </a:cubicBezTo>
                  <a:lnTo>
                    <a:pt x="2899" y="1009"/>
                  </a:lnTo>
                  <a:cubicBezTo>
                    <a:pt x="3182" y="1009"/>
                    <a:pt x="3403" y="788"/>
                    <a:pt x="3403" y="505"/>
                  </a:cubicBezTo>
                  <a:cubicBezTo>
                    <a:pt x="3403" y="190"/>
                    <a:pt x="3182" y="1"/>
                    <a:pt x="28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4" name="Google Shape;7164;p83"/>
            <p:cNvSpPr/>
            <p:nvPr/>
          </p:nvSpPr>
          <p:spPr>
            <a:xfrm>
              <a:off x="-32720800" y="4099950"/>
              <a:ext cx="85075" cy="25225"/>
            </a:xfrm>
            <a:custGeom>
              <a:avLst/>
              <a:gdLst/>
              <a:ahLst/>
              <a:cxnLst/>
              <a:rect l="l" t="t" r="r" b="b"/>
              <a:pathLst>
                <a:path w="3403" h="1009" extrusionOk="0">
                  <a:moveTo>
                    <a:pt x="505" y="1"/>
                  </a:moveTo>
                  <a:cubicBezTo>
                    <a:pt x="221" y="1"/>
                    <a:pt x="0" y="221"/>
                    <a:pt x="0" y="505"/>
                  </a:cubicBezTo>
                  <a:cubicBezTo>
                    <a:pt x="0" y="788"/>
                    <a:pt x="221" y="1009"/>
                    <a:pt x="505" y="1009"/>
                  </a:cubicBezTo>
                  <a:lnTo>
                    <a:pt x="2899" y="1009"/>
                  </a:lnTo>
                  <a:cubicBezTo>
                    <a:pt x="3182" y="1009"/>
                    <a:pt x="3403" y="788"/>
                    <a:pt x="3403" y="505"/>
                  </a:cubicBezTo>
                  <a:cubicBezTo>
                    <a:pt x="3403" y="221"/>
                    <a:pt x="3182" y="1"/>
                    <a:pt x="28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5" name="Google Shape;7165;p83"/>
            <p:cNvSpPr/>
            <p:nvPr/>
          </p:nvSpPr>
          <p:spPr>
            <a:xfrm>
              <a:off x="-32720800" y="414170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1"/>
                  </a:moveTo>
                  <a:cubicBezTo>
                    <a:pt x="221" y="1"/>
                    <a:pt x="0" y="253"/>
                    <a:pt x="0" y="536"/>
                  </a:cubicBezTo>
                  <a:cubicBezTo>
                    <a:pt x="0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58" y="1040"/>
                    <a:pt x="2710" y="788"/>
                    <a:pt x="2710" y="536"/>
                  </a:cubicBezTo>
                  <a:cubicBezTo>
                    <a:pt x="2710" y="253"/>
                    <a:pt x="2521" y="1"/>
                    <a:pt x="22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6" name="Google Shape;7166;p83"/>
            <p:cNvSpPr/>
            <p:nvPr/>
          </p:nvSpPr>
          <p:spPr>
            <a:xfrm>
              <a:off x="-32754675" y="3944800"/>
              <a:ext cx="51225" cy="52000"/>
            </a:xfrm>
            <a:custGeom>
              <a:avLst/>
              <a:gdLst/>
              <a:ahLst/>
              <a:cxnLst/>
              <a:rect l="l" t="t" r="r" b="b"/>
              <a:pathLst>
                <a:path w="2049" h="2080" extrusionOk="0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2080"/>
                  </a:lnTo>
                  <a:lnTo>
                    <a:pt x="2049" y="2080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7" name="Google Shape;7167;p83"/>
            <p:cNvSpPr/>
            <p:nvPr/>
          </p:nvSpPr>
          <p:spPr>
            <a:xfrm>
              <a:off x="-32687725" y="3944800"/>
              <a:ext cx="34675" cy="55150"/>
            </a:xfrm>
            <a:custGeom>
              <a:avLst/>
              <a:gdLst/>
              <a:ahLst/>
              <a:cxnLst/>
              <a:rect l="l" t="t" r="r" b="b"/>
              <a:pathLst>
                <a:path w="1387" h="2206" extrusionOk="0">
                  <a:moveTo>
                    <a:pt x="1" y="0"/>
                  </a:moveTo>
                  <a:lnTo>
                    <a:pt x="1" y="2111"/>
                  </a:lnTo>
                  <a:lnTo>
                    <a:pt x="883" y="2111"/>
                  </a:lnTo>
                  <a:cubicBezTo>
                    <a:pt x="1072" y="2111"/>
                    <a:pt x="1261" y="2143"/>
                    <a:pt x="1387" y="2206"/>
                  </a:cubicBezTo>
                  <a:lnTo>
                    <a:pt x="1387" y="1040"/>
                  </a:lnTo>
                  <a:cubicBezTo>
                    <a:pt x="1387" y="473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8" name="Google Shape;7168;p83"/>
            <p:cNvSpPr/>
            <p:nvPr/>
          </p:nvSpPr>
          <p:spPr>
            <a:xfrm>
              <a:off x="-32860200" y="4014100"/>
              <a:ext cx="207150" cy="153625"/>
            </a:xfrm>
            <a:custGeom>
              <a:avLst/>
              <a:gdLst/>
              <a:ahLst/>
              <a:cxnLst/>
              <a:rect l="l" t="t" r="r" b="b"/>
              <a:pathLst>
                <a:path w="8286" h="6145" extrusionOk="0">
                  <a:moveTo>
                    <a:pt x="0" y="1"/>
                  </a:moveTo>
                  <a:lnTo>
                    <a:pt x="0" y="6144"/>
                  </a:lnTo>
                  <a:lnTo>
                    <a:pt x="378" y="6144"/>
                  </a:lnTo>
                  <a:cubicBezTo>
                    <a:pt x="756" y="6144"/>
                    <a:pt x="1071" y="5892"/>
                    <a:pt x="1260" y="5577"/>
                  </a:cubicBezTo>
                  <a:lnTo>
                    <a:pt x="2016" y="5955"/>
                  </a:lnTo>
                  <a:cubicBezTo>
                    <a:pt x="2268" y="6050"/>
                    <a:pt x="2552" y="6144"/>
                    <a:pt x="2773" y="6144"/>
                  </a:cubicBezTo>
                  <a:lnTo>
                    <a:pt x="3497" y="6144"/>
                  </a:lnTo>
                  <a:lnTo>
                    <a:pt x="3497" y="3057"/>
                  </a:lnTo>
                  <a:cubicBezTo>
                    <a:pt x="3214" y="3309"/>
                    <a:pt x="2867" y="3435"/>
                    <a:pt x="2457" y="3435"/>
                  </a:cubicBezTo>
                  <a:cubicBezTo>
                    <a:pt x="2268" y="3435"/>
                    <a:pt x="2111" y="3277"/>
                    <a:pt x="2111" y="3057"/>
                  </a:cubicBezTo>
                  <a:cubicBezTo>
                    <a:pt x="2111" y="2868"/>
                    <a:pt x="2268" y="2710"/>
                    <a:pt x="2457" y="2710"/>
                  </a:cubicBezTo>
                  <a:cubicBezTo>
                    <a:pt x="3025" y="2710"/>
                    <a:pt x="3497" y="2238"/>
                    <a:pt x="3497" y="1702"/>
                  </a:cubicBezTo>
                  <a:lnTo>
                    <a:pt x="3497" y="1009"/>
                  </a:lnTo>
                  <a:lnTo>
                    <a:pt x="7782" y="1009"/>
                  </a:lnTo>
                  <a:cubicBezTo>
                    <a:pt x="8065" y="1009"/>
                    <a:pt x="8286" y="788"/>
                    <a:pt x="8286" y="505"/>
                  </a:cubicBezTo>
                  <a:cubicBezTo>
                    <a:pt x="8286" y="221"/>
                    <a:pt x="8065" y="1"/>
                    <a:pt x="7782" y="1"/>
                  </a:cubicBezTo>
                  <a:lnTo>
                    <a:pt x="3560" y="1"/>
                  </a:lnTo>
                  <a:cubicBezTo>
                    <a:pt x="3308" y="1"/>
                    <a:pt x="2899" y="158"/>
                    <a:pt x="2583" y="442"/>
                  </a:cubicBezTo>
                  <a:cubicBezTo>
                    <a:pt x="2426" y="599"/>
                    <a:pt x="2205" y="662"/>
                    <a:pt x="1985" y="662"/>
                  </a:cubicBezTo>
                  <a:lnTo>
                    <a:pt x="1323" y="662"/>
                  </a:lnTo>
                  <a:cubicBezTo>
                    <a:pt x="1166" y="284"/>
                    <a:pt x="788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9" name="Google Shape;7169;p83"/>
            <p:cNvSpPr/>
            <p:nvPr/>
          </p:nvSpPr>
          <p:spPr>
            <a:xfrm>
              <a:off x="-32755450" y="4055850"/>
              <a:ext cx="51200" cy="181175"/>
            </a:xfrm>
            <a:custGeom>
              <a:avLst/>
              <a:gdLst/>
              <a:ahLst/>
              <a:cxnLst/>
              <a:rect l="l" t="t" r="r" b="b"/>
              <a:pathLst>
                <a:path w="2048" h="7247" extrusionOk="0">
                  <a:moveTo>
                    <a:pt x="0" y="1"/>
                  </a:moveTo>
                  <a:lnTo>
                    <a:pt x="0" y="64"/>
                  </a:lnTo>
                  <a:lnTo>
                    <a:pt x="0" y="5514"/>
                  </a:lnTo>
                  <a:cubicBezTo>
                    <a:pt x="0" y="6459"/>
                    <a:pt x="756" y="7247"/>
                    <a:pt x="1701" y="7247"/>
                  </a:cubicBezTo>
                  <a:lnTo>
                    <a:pt x="2048" y="7247"/>
                  </a:lnTo>
                  <a:lnTo>
                    <a:pt x="2048" y="5167"/>
                  </a:lnTo>
                  <a:lnTo>
                    <a:pt x="1891" y="5167"/>
                  </a:lnTo>
                  <a:cubicBezTo>
                    <a:pt x="1229" y="5167"/>
                    <a:pt x="725" y="4632"/>
                    <a:pt x="725" y="4002"/>
                  </a:cubicBezTo>
                  <a:cubicBezTo>
                    <a:pt x="725" y="3624"/>
                    <a:pt x="882" y="3372"/>
                    <a:pt x="1071" y="3120"/>
                  </a:cubicBezTo>
                  <a:cubicBezTo>
                    <a:pt x="819" y="2899"/>
                    <a:pt x="725" y="2615"/>
                    <a:pt x="725" y="2269"/>
                  </a:cubicBezTo>
                  <a:cubicBezTo>
                    <a:pt x="725" y="1922"/>
                    <a:pt x="882" y="1639"/>
                    <a:pt x="1071" y="1387"/>
                  </a:cubicBezTo>
                  <a:cubicBezTo>
                    <a:pt x="819" y="1166"/>
                    <a:pt x="725" y="883"/>
                    <a:pt x="725" y="536"/>
                  </a:cubicBezTo>
                  <a:cubicBezTo>
                    <a:pt x="725" y="316"/>
                    <a:pt x="756" y="190"/>
                    <a:pt x="8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0" name="Google Shape;7170;p83"/>
            <p:cNvSpPr/>
            <p:nvPr/>
          </p:nvSpPr>
          <p:spPr>
            <a:xfrm>
              <a:off x="-32686925" y="4182650"/>
              <a:ext cx="34675" cy="55175"/>
            </a:xfrm>
            <a:custGeom>
              <a:avLst/>
              <a:gdLst/>
              <a:ahLst/>
              <a:cxnLst/>
              <a:rect l="l" t="t" r="r" b="b"/>
              <a:pathLst>
                <a:path w="1387" h="2207" extrusionOk="0">
                  <a:moveTo>
                    <a:pt x="1386" y="1"/>
                  </a:moveTo>
                  <a:cubicBezTo>
                    <a:pt x="1229" y="64"/>
                    <a:pt x="1071" y="95"/>
                    <a:pt x="882" y="95"/>
                  </a:cubicBezTo>
                  <a:lnTo>
                    <a:pt x="0" y="95"/>
                  </a:lnTo>
                  <a:lnTo>
                    <a:pt x="0" y="2206"/>
                  </a:lnTo>
                  <a:lnTo>
                    <a:pt x="378" y="2206"/>
                  </a:lnTo>
                  <a:cubicBezTo>
                    <a:pt x="914" y="2206"/>
                    <a:pt x="1386" y="1734"/>
                    <a:pt x="1386" y="1167"/>
                  </a:cubicBezTo>
                  <a:lnTo>
                    <a:pt x="13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1" name="Google Shape;7171;p83"/>
          <p:cNvGrpSpPr/>
          <p:nvPr/>
        </p:nvGrpSpPr>
        <p:grpSpPr>
          <a:xfrm>
            <a:off x="3073898" y="2882849"/>
            <a:ext cx="354586" cy="353888"/>
            <a:chOff x="-31094350" y="3194000"/>
            <a:chExt cx="292225" cy="291650"/>
          </a:xfrm>
        </p:grpSpPr>
        <p:sp>
          <p:nvSpPr>
            <p:cNvPr id="7172" name="Google Shape;7172;p83"/>
            <p:cNvSpPr/>
            <p:nvPr/>
          </p:nvSpPr>
          <p:spPr>
            <a:xfrm>
              <a:off x="-31033700" y="3194000"/>
              <a:ext cx="103200" cy="34100"/>
            </a:xfrm>
            <a:custGeom>
              <a:avLst/>
              <a:gdLst/>
              <a:ahLst/>
              <a:cxnLst/>
              <a:rect l="l" t="t" r="r" b="b"/>
              <a:pathLst>
                <a:path w="4128" h="1364" extrusionOk="0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3" name="Google Shape;7173;p83"/>
            <p:cNvSpPr/>
            <p:nvPr/>
          </p:nvSpPr>
          <p:spPr>
            <a:xfrm>
              <a:off x="-31042375" y="3346200"/>
              <a:ext cx="16550" cy="18150"/>
            </a:xfrm>
            <a:custGeom>
              <a:avLst/>
              <a:gdLst/>
              <a:ahLst/>
              <a:cxnLst/>
              <a:rect l="l" t="t" r="r" b="b"/>
              <a:pathLst>
                <a:path w="662" h="726" extrusionOk="0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4" name="Google Shape;7174;p83"/>
            <p:cNvSpPr/>
            <p:nvPr/>
          </p:nvSpPr>
          <p:spPr>
            <a:xfrm>
              <a:off x="-31042375" y="32784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5" name="Google Shape;7175;p83"/>
            <p:cNvSpPr/>
            <p:nvPr/>
          </p:nvSpPr>
          <p:spPr>
            <a:xfrm>
              <a:off x="-31042375" y="3416300"/>
              <a:ext cx="16550" cy="16575"/>
            </a:xfrm>
            <a:custGeom>
              <a:avLst/>
              <a:gdLst/>
              <a:ahLst/>
              <a:cxnLst/>
              <a:rect l="l" t="t" r="r" b="b"/>
              <a:pathLst>
                <a:path w="662" h="663" extrusionOk="0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6" name="Google Shape;7176;p83"/>
            <p:cNvSpPr/>
            <p:nvPr/>
          </p:nvSpPr>
          <p:spPr>
            <a:xfrm>
              <a:off x="-31094350" y="3210725"/>
              <a:ext cx="222900" cy="274925"/>
            </a:xfrm>
            <a:custGeom>
              <a:avLst/>
              <a:gdLst/>
              <a:ahLst/>
              <a:cxnLst/>
              <a:rect l="l" t="t" r="r" b="b"/>
              <a:pathLst>
                <a:path w="8916" h="10997" extrusionOk="0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7" name="Google Shape;7177;p83"/>
            <p:cNvSpPr/>
            <p:nvPr/>
          </p:nvSpPr>
          <p:spPr>
            <a:xfrm>
              <a:off x="-30853350" y="3295000"/>
              <a:ext cx="51225" cy="104000"/>
            </a:xfrm>
            <a:custGeom>
              <a:avLst/>
              <a:gdLst/>
              <a:ahLst/>
              <a:cxnLst/>
              <a:rect l="l" t="t" r="r" b="b"/>
              <a:pathLst>
                <a:path w="2049" h="4160" extrusionOk="0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8" name="Google Shape;7178;p83"/>
            <p:cNvSpPr/>
            <p:nvPr/>
          </p:nvSpPr>
          <p:spPr>
            <a:xfrm>
              <a:off x="-30853350" y="32272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9" name="Google Shape;7179;p83"/>
            <p:cNvSpPr/>
            <p:nvPr/>
          </p:nvSpPr>
          <p:spPr>
            <a:xfrm>
              <a:off x="-30851775" y="3416300"/>
              <a:ext cx="46500" cy="51225"/>
            </a:xfrm>
            <a:custGeom>
              <a:avLst/>
              <a:gdLst/>
              <a:ahLst/>
              <a:cxnLst/>
              <a:rect l="l" t="t" r="r" b="b"/>
              <a:pathLst>
                <a:path w="1860" h="2049" extrusionOk="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0" name="Google Shape;7180;p83"/>
          <p:cNvGrpSpPr/>
          <p:nvPr/>
        </p:nvGrpSpPr>
        <p:grpSpPr>
          <a:xfrm>
            <a:off x="3074368" y="3353341"/>
            <a:ext cx="353645" cy="354191"/>
            <a:chOff x="-31093575" y="3552550"/>
            <a:chExt cx="291450" cy="291900"/>
          </a:xfrm>
        </p:grpSpPr>
        <p:sp>
          <p:nvSpPr>
            <p:cNvPr id="7181" name="Google Shape;7181;p83"/>
            <p:cNvSpPr/>
            <p:nvPr/>
          </p:nvSpPr>
          <p:spPr>
            <a:xfrm>
              <a:off x="-31011650" y="3745525"/>
              <a:ext cx="7900" cy="12625"/>
            </a:xfrm>
            <a:custGeom>
              <a:avLst/>
              <a:gdLst/>
              <a:ahLst/>
              <a:cxnLst/>
              <a:rect l="l" t="t" r="r" b="b"/>
              <a:pathLst>
                <a:path w="316" h="505" extrusionOk="0">
                  <a:moveTo>
                    <a:pt x="158" y="1"/>
                  </a:moveTo>
                  <a:lnTo>
                    <a:pt x="0" y="505"/>
                  </a:lnTo>
                  <a:lnTo>
                    <a:pt x="315" y="505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2" name="Google Shape;7182;p83"/>
            <p:cNvSpPr/>
            <p:nvPr/>
          </p:nvSpPr>
          <p:spPr>
            <a:xfrm>
              <a:off x="-31093575" y="3671500"/>
              <a:ext cx="171725" cy="172950"/>
            </a:xfrm>
            <a:custGeom>
              <a:avLst/>
              <a:gdLst/>
              <a:ahLst/>
              <a:cxnLst/>
              <a:rect l="l" t="t" r="r" b="b"/>
              <a:pathLst>
                <a:path w="6869" h="6918" extrusionOk="0">
                  <a:moveTo>
                    <a:pt x="3427" y="1449"/>
                  </a:moveTo>
                  <a:cubicBezTo>
                    <a:pt x="3569" y="1449"/>
                    <a:pt x="3718" y="1512"/>
                    <a:pt x="3781" y="1638"/>
                  </a:cubicBezTo>
                  <a:lnTo>
                    <a:pt x="4317" y="3466"/>
                  </a:lnTo>
                  <a:lnTo>
                    <a:pt x="4474" y="3466"/>
                  </a:lnTo>
                  <a:cubicBezTo>
                    <a:pt x="4695" y="3466"/>
                    <a:pt x="4852" y="3623"/>
                    <a:pt x="4852" y="3812"/>
                  </a:cubicBezTo>
                  <a:cubicBezTo>
                    <a:pt x="4852" y="3970"/>
                    <a:pt x="4726" y="4127"/>
                    <a:pt x="4537" y="4127"/>
                  </a:cubicBezTo>
                  <a:lnTo>
                    <a:pt x="4789" y="5072"/>
                  </a:lnTo>
                  <a:cubicBezTo>
                    <a:pt x="4852" y="5262"/>
                    <a:pt x="4758" y="5419"/>
                    <a:pt x="4569" y="5514"/>
                  </a:cubicBezTo>
                  <a:cubicBezTo>
                    <a:pt x="4545" y="5518"/>
                    <a:pt x="4521" y="5520"/>
                    <a:pt x="4498" y="5520"/>
                  </a:cubicBezTo>
                  <a:cubicBezTo>
                    <a:pt x="4341" y="5520"/>
                    <a:pt x="4210" y="5427"/>
                    <a:pt x="4128" y="5262"/>
                  </a:cubicBezTo>
                  <a:lnTo>
                    <a:pt x="3781" y="4127"/>
                  </a:lnTo>
                  <a:lnTo>
                    <a:pt x="3057" y="4127"/>
                  </a:lnTo>
                  <a:lnTo>
                    <a:pt x="2710" y="5262"/>
                  </a:lnTo>
                  <a:cubicBezTo>
                    <a:pt x="2683" y="5427"/>
                    <a:pt x="2535" y="5520"/>
                    <a:pt x="2351" y="5520"/>
                  </a:cubicBezTo>
                  <a:cubicBezTo>
                    <a:pt x="2325" y="5520"/>
                    <a:pt x="2297" y="5518"/>
                    <a:pt x="2269" y="5514"/>
                  </a:cubicBezTo>
                  <a:cubicBezTo>
                    <a:pt x="2080" y="5451"/>
                    <a:pt x="2017" y="5262"/>
                    <a:pt x="2049" y="5072"/>
                  </a:cubicBezTo>
                  <a:lnTo>
                    <a:pt x="2332" y="4127"/>
                  </a:lnTo>
                  <a:cubicBezTo>
                    <a:pt x="2175" y="4096"/>
                    <a:pt x="2017" y="3970"/>
                    <a:pt x="2017" y="3812"/>
                  </a:cubicBezTo>
                  <a:cubicBezTo>
                    <a:pt x="2049" y="3623"/>
                    <a:pt x="2206" y="3466"/>
                    <a:pt x="2395" y="3466"/>
                  </a:cubicBezTo>
                  <a:lnTo>
                    <a:pt x="2553" y="3466"/>
                  </a:lnTo>
                  <a:lnTo>
                    <a:pt x="3120" y="1638"/>
                  </a:lnTo>
                  <a:cubicBezTo>
                    <a:pt x="3151" y="1512"/>
                    <a:pt x="3285" y="1449"/>
                    <a:pt x="3427" y="1449"/>
                  </a:cubicBezTo>
                  <a:close/>
                  <a:moveTo>
                    <a:pt x="3435" y="0"/>
                  </a:moveTo>
                  <a:cubicBezTo>
                    <a:pt x="1544" y="0"/>
                    <a:pt x="1" y="1544"/>
                    <a:pt x="1" y="3434"/>
                  </a:cubicBezTo>
                  <a:cubicBezTo>
                    <a:pt x="1" y="5356"/>
                    <a:pt x="1544" y="6900"/>
                    <a:pt x="3435" y="6900"/>
                  </a:cubicBezTo>
                  <a:cubicBezTo>
                    <a:pt x="4065" y="6900"/>
                    <a:pt x="4632" y="6742"/>
                    <a:pt x="5168" y="6427"/>
                  </a:cubicBezTo>
                  <a:lnTo>
                    <a:pt x="6365" y="6900"/>
                  </a:lnTo>
                  <a:cubicBezTo>
                    <a:pt x="6407" y="6910"/>
                    <a:pt x="6449" y="6917"/>
                    <a:pt x="6491" y="6917"/>
                  </a:cubicBezTo>
                  <a:cubicBezTo>
                    <a:pt x="6575" y="6917"/>
                    <a:pt x="6659" y="6889"/>
                    <a:pt x="6743" y="6805"/>
                  </a:cubicBezTo>
                  <a:cubicBezTo>
                    <a:pt x="6806" y="6742"/>
                    <a:pt x="6869" y="6616"/>
                    <a:pt x="6869" y="6459"/>
                  </a:cubicBezTo>
                  <a:lnTo>
                    <a:pt x="6491" y="5009"/>
                  </a:lnTo>
                  <a:cubicBezTo>
                    <a:pt x="6743" y="4537"/>
                    <a:pt x="6869" y="4001"/>
                    <a:pt x="6869" y="3466"/>
                  </a:cubicBezTo>
                  <a:cubicBezTo>
                    <a:pt x="6869" y="3119"/>
                    <a:pt x="6774" y="2804"/>
                    <a:pt x="6711" y="2489"/>
                  </a:cubicBezTo>
                  <a:cubicBezTo>
                    <a:pt x="6617" y="2426"/>
                    <a:pt x="6491" y="2395"/>
                    <a:pt x="6428" y="2363"/>
                  </a:cubicBezTo>
                  <a:lnTo>
                    <a:pt x="5514" y="2710"/>
                  </a:lnTo>
                  <a:cubicBezTo>
                    <a:pt x="5389" y="2755"/>
                    <a:pt x="5256" y="2780"/>
                    <a:pt x="5125" y="2780"/>
                  </a:cubicBezTo>
                  <a:cubicBezTo>
                    <a:pt x="4892" y="2780"/>
                    <a:pt x="4667" y="2702"/>
                    <a:pt x="4506" y="2521"/>
                  </a:cubicBezTo>
                  <a:cubicBezTo>
                    <a:pt x="4222" y="2269"/>
                    <a:pt x="4096" y="1891"/>
                    <a:pt x="4159" y="1481"/>
                  </a:cubicBezTo>
                  <a:lnTo>
                    <a:pt x="4443" y="221"/>
                  </a:lnTo>
                  <a:cubicBezTo>
                    <a:pt x="4443" y="189"/>
                    <a:pt x="4443" y="189"/>
                    <a:pt x="4411" y="158"/>
                  </a:cubicBezTo>
                  <a:cubicBezTo>
                    <a:pt x="4096" y="63"/>
                    <a:pt x="3781" y="0"/>
                    <a:pt x="34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3" name="Google Shape;7183;p83"/>
            <p:cNvSpPr/>
            <p:nvPr/>
          </p:nvSpPr>
          <p:spPr>
            <a:xfrm>
              <a:off x="-30895875" y="3621075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32" y="410"/>
                    <a:pt x="126" y="694"/>
                    <a:pt x="315" y="1041"/>
                  </a:cubicBezTo>
                  <a:cubicBezTo>
                    <a:pt x="473" y="694"/>
                    <a:pt x="599" y="347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4" name="Google Shape;7184;p83"/>
            <p:cNvSpPr/>
            <p:nvPr/>
          </p:nvSpPr>
          <p:spPr>
            <a:xfrm>
              <a:off x="-30974650" y="3552550"/>
              <a:ext cx="172525" cy="172400"/>
            </a:xfrm>
            <a:custGeom>
              <a:avLst/>
              <a:gdLst/>
              <a:ahLst/>
              <a:cxnLst/>
              <a:rect l="l" t="t" r="r" b="b"/>
              <a:pathLst>
                <a:path w="6901" h="6896" extrusionOk="0">
                  <a:moveTo>
                    <a:pt x="3435" y="1356"/>
                  </a:moveTo>
                  <a:cubicBezTo>
                    <a:pt x="3624" y="1356"/>
                    <a:pt x="3782" y="1513"/>
                    <a:pt x="3782" y="1734"/>
                  </a:cubicBezTo>
                  <a:lnTo>
                    <a:pt x="3782" y="2080"/>
                  </a:lnTo>
                  <a:lnTo>
                    <a:pt x="4821" y="2080"/>
                  </a:lnTo>
                  <a:cubicBezTo>
                    <a:pt x="5010" y="2080"/>
                    <a:pt x="5168" y="2238"/>
                    <a:pt x="5168" y="2427"/>
                  </a:cubicBezTo>
                  <a:cubicBezTo>
                    <a:pt x="5168" y="2616"/>
                    <a:pt x="5010" y="2742"/>
                    <a:pt x="4821" y="2742"/>
                  </a:cubicBezTo>
                  <a:lnTo>
                    <a:pt x="4412" y="2742"/>
                  </a:lnTo>
                  <a:cubicBezTo>
                    <a:pt x="4380" y="3341"/>
                    <a:pt x="4191" y="3876"/>
                    <a:pt x="3876" y="4412"/>
                  </a:cubicBezTo>
                  <a:cubicBezTo>
                    <a:pt x="3908" y="4443"/>
                    <a:pt x="3908" y="4475"/>
                    <a:pt x="3939" y="4506"/>
                  </a:cubicBezTo>
                  <a:lnTo>
                    <a:pt x="4349" y="4916"/>
                  </a:lnTo>
                  <a:cubicBezTo>
                    <a:pt x="4443" y="5042"/>
                    <a:pt x="4443" y="5262"/>
                    <a:pt x="4349" y="5388"/>
                  </a:cubicBezTo>
                  <a:cubicBezTo>
                    <a:pt x="4286" y="5451"/>
                    <a:pt x="4191" y="5483"/>
                    <a:pt x="4101" y="5483"/>
                  </a:cubicBezTo>
                  <a:cubicBezTo>
                    <a:pt x="4010" y="5483"/>
                    <a:pt x="3923" y="5451"/>
                    <a:pt x="3876" y="5388"/>
                  </a:cubicBezTo>
                  <a:lnTo>
                    <a:pt x="3466" y="4979"/>
                  </a:lnTo>
                  <a:lnTo>
                    <a:pt x="3435" y="4947"/>
                  </a:lnTo>
                  <a:lnTo>
                    <a:pt x="3403" y="4979"/>
                  </a:lnTo>
                  <a:lnTo>
                    <a:pt x="2994" y="5388"/>
                  </a:lnTo>
                  <a:cubicBezTo>
                    <a:pt x="2931" y="5451"/>
                    <a:pt x="2844" y="5483"/>
                    <a:pt x="2758" y="5483"/>
                  </a:cubicBezTo>
                  <a:cubicBezTo>
                    <a:pt x="2671" y="5483"/>
                    <a:pt x="2584" y="5451"/>
                    <a:pt x="2521" y="5388"/>
                  </a:cubicBezTo>
                  <a:cubicBezTo>
                    <a:pt x="2395" y="5262"/>
                    <a:pt x="2395" y="5042"/>
                    <a:pt x="2521" y="4916"/>
                  </a:cubicBezTo>
                  <a:lnTo>
                    <a:pt x="2931" y="4506"/>
                  </a:lnTo>
                  <a:cubicBezTo>
                    <a:pt x="2962" y="4475"/>
                    <a:pt x="2962" y="4443"/>
                    <a:pt x="2994" y="4412"/>
                  </a:cubicBezTo>
                  <a:cubicBezTo>
                    <a:pt x="2679" y="3939"/>
                    <a:pt x="2490" y="3341"/>
                    <a:pt x="2458" y="2742"/>
                  </a:cubicBezTo>
                  <a:lnTo>
                    <a:pt x="2049" y="2742"/>
                  </a:lnTo>
                  <a:cubicBezTo>
                    <a:pt x="1860" y="2742"/>
                    <a:pt x="1702" y="2584"/>
                    <a:pt x="1702" y="2395"/>
                  </a:cubicBezTo>
                  <a:cubicBezTo>
                    <a:pt x="1702" y="2206"/>
                    <a:pt x="1860" y="2049"/>
                    <a:pt x="2049" y="2049"/>
                  </a:cubicBezTo>
                  <a:lnTo>
                    <a:pt x="3088" y="2049"/>
                  </a:lnTo>
                  <a:lnTo>
                    <a:pt x="3088" y="1734"/>
                  </a:lnTo>
                  <a:cubicBezTo>
                    <a:pt x="3088" y="1513"/>
                    <a:pt x="3246" y="1356"/>
                    <a:pt x="3435" y="135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76"/>
                    <a:pt x="32" y="3467"/>
                  </a:cubicBezTo>
                  <a:cubicBezTo>
                    <a:pt x="32" y="3971"/>
                    <a:pt x="158" y="4506"/>
                    <a:pt x="411" y="4979"/>
                  </a:cubicBezTo>
                  <a:lnTo>
                    <a:pt x="32" y="6459"/>
                  </a:lnTo>
                  <a:cubicBezTo>
                    <a:pt x="1" y="6554"/>
                    <a:pt x="32" y="6680"/>
                    <a:pt x="158" y="6806"/>
                  </a:cubicBezTo>
                  <a:cubicBezTo>
                    <a:pt x="225" y="6851"/>
                    <a:pt x="324" y="6895"/>
                    <a:pt x="420" y="6895"/>
                  </a:cubicBezTo>
                  <a:cubicBezTo>
                    <a:pt x="460" y="6895"/>
                    <a:pt x="500" y="6887"/>
                    <a:pt x="537" y="6869"/>
                  </a:cubicBezTo>
                  <a:lnTo>
                    <a:pt x="1734" y="6396"/>
                  </a:lnTo>
                  <a:cubicBezTo>
                    <a:pt x="2269" y="6712"/>
                    <a:pt x="2899" y="6869"/>
                    <a:pt x="3466" y="6869"/>
                  </a:cubicBezTo>
                  <a:cubicBezTo>
                    <a:pt x="5357" y="6869"/>
                    <a:pt x="6901" y="5357"/>
                    <a:pt x="6901" y="3435"/>
                  </a:cubicBezTo>
                  <a:cubicBezTo>
                    <a:pt x="6901" y="1576"/>
                    <a:pt x="5325" y="1"/>
                    <a:pt x="3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5" name="Google Shape;7185;p83"/>
          <p:cNvGrpSpPr/>
          <p:nvPr/>
        </p:nvGrpSpPr>
        <p:grpSpPr>
          <a:xfrm>
            <a:off x="3074368" y="3818569"/>
            <a:ext cx="353645" cy="353615"/>
            <a:chOff x="-31093575" y="3911725"/>
            <a:chExt cx="291450" cy="291425"/>
          </a:xfrm>
        </p:grpSpPr>
        <p:sp>
          <p:nvSpPr>
            <p:cNvPr id="7186" name="Google Shape;7186;p83"/>
            <p:cNvSpPr/>
            <p:nvPr/>
          </p:nvSpPr>
          <p:spPr>
            <a:xfrm>
              <a:off x="-31093575" y="39117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7" name="Google Shape;7187;p83"/>
            <p:cNvSpPr/>
            <p:nvPr/>
          </p:nvSpPr>
          <p:spPr>
            <a:xfrm>
              <a:off x="-31025825" y="3980250"/>
              <a:ext cx="156750" cy="154250"/>
            </a:xfrm>
            <a:custGeom>
              <a:avLst/>
              <a:gdLst/>
              <a:ahLst/>
              <a:cxnLst/>
              <a:rect l="l" t="t" r="r" b="b"/>
              <a:pathLst>
                <a:path w="6270" h="6170" extrusionOk="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8" name="Google Shape;7188;p83"/>
          <p:cNvGrpSpPr/>
          <p:nvPr/>
        </p:nvGrpSpPr>
        <p:grpSpPr>
          <a:xfrm>
            <a:off x="2183798" y="4275536"/>
            <a:ext cx="356497" cy="354586"/>
            <a:chOff x="-29946000" y="3183175"/>
            <a:chExt cx="293800" cy="292225"/>
          </a:xfrm>
        </p:grpSpPr>
        <p:sp>
          <p:nvSpPr>
            <p:cNvPr id="7189" name="Google Shape;7189;p83"/>
            <p:cNvSpPr/>
            <p:nvPr/>
          </p:nvSpPr>
          <p:spPr>
            <a:xfrm>
              <a:off x="-29839675" y="3355650"/>
              <a:ext cx="186700" cy="33900"/>
            </a:xfrm>
            <a:custGeom>
              <a:avLst/>
              <a:gdLst/>
              <a:ahLst/>
              <a:cxnLst/>
              <a:rect l="l" t="t" r="r" b="b"/>
              <a:pathLst>
                <a:path w="7468" h="1356" extrusionOk="0">
                  <a:moveTo>
                    <a:pt x="568" y="1"/>
                  </a:moveTo>
                  <a:cubicBezTo>
                    <a:pt x="568" y="505"/>
                    <a:pt x="379" y="977"/>
                    <a:pt x="1" y="1356"/>
                  </a:cubicBezTo>
                  <a:lnTo>
                    <a:pt x="7467" y="1356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7190;p83"/>
            <p:cNvSpPr/>
            <p:nvPr/>
          </p:nvSpPr>
          <p:spPr>
            <a:xfrm>
              <a:off x="-29824700" y="3406850"/>
              <a:ext cx="172500" cy="68550"/>
            </a:xfrm>
            <a:custGeom>
              <a:avLst/>
              <a:gdLst/>
              <a:ahLst/>
              <a:cxnLst/>
              <a:rect l="l" t="t" r="r" b="b"/>
              <a:pathLst>
                <a:path w="6900" h="2742" extrusionOk="0">
                  <a:moveTo>
                    <a:pt x="0" y="1"/>
                  </a:moveTo>
                  <a:cubicBezTo>
                    <a:pt x="662" y="505"/>
                    <a:pt x="1134" y="1292"/>
                    <a:pt x="1292" y="2237"/>
                  </a:cubicBezTo>
                  <a:cubicBezTo>
                    <a:pt x="1355" y="2395"/>
                    <a:pt x="1292" y="2584"/>
                    <a:pt x="1260" y="2742"/>
                  </a:cubicBezTo>
                  <a:lnTo>
                    <a:pt x="6553" y="2742"/>
                  </a:lnTo>
                  <a:cubicBezTo>
                    <a:pt x="6742" y="2742"/>
                    <a:pt x="6900" y="2584"/>
                    <a:pt x="6900" y="2395"/>
                  </a:cubicBezTo>
                  <a:lnTo>
                    <a:pt x="6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7191;p83"/>
            <p:cNvSpPr/>
            <p:nvPr/>
          </p:nvSpPr>
          <p:spPr>
            <a:xfrm>
              <a:off x="-29756975" y="31831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74"/>
                    <a:pt x="2773" y="1386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7192;p83"/>
            <p:cNvSpPr/>
            <p:nvPr/>
          </p:nvSpPr>
          <p:spPr>
            <a:xfrm>
              <a:off x="-29790850" y="3269025"/>
              <a:ext cx="137875" cy="68550"/>
            </a:xfrm>
            <a:custGeom>
              <a:avLst/>
              <a:gdLst/>
              <a:ahLst/>
              <a:cxnLst/>
              <a:rect l="l" t="t" r="r" b="b"/>
              <a:pathLst>
                <a:path w="5515" h="2742" extrusionOk="0">
                  <a:moveTo>
                    <a:pt x="2773" y="0"/>
                  </a:moveTo>
                  <a:cubicBezTo>
                    <a:pt x="1419" y="0"/>
                    <a:pt x="221" y="1040"/>
                    <a:pt x="32" y="2363"/>
                  </a:cubicBezTo>
                  <a:cubicBezTo>
                    <a:pt x="1" y="2552"/>
                    <a:pt x="158" y="2741"/>
                    <a:pt x="379" y="2741"/>
                  </a:cubicBezTo>
                  <a:lnTo>
                    <a:pt x="5136" y="2741"/>
                  </a:lnTo>
                  <a:cubicBezTo>
                    <a:pt x="5357" y="2741"/>
                    <a:pt x="5514" y="2552"/>
                    <a:pt x="5514" y="2363"/>
                  </a:cubicBezTo>
                  <a:cubicBezTo>
                    <a:pt x="5294" y="1008"/>
                    <a:pt x="4160" y="0"/>
                    <a:pt x="27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7193;p83"/>
            <p:cNvSpPr/>
            <p:nvPr/>
          </p:nvSpPr>
          <p:spPr>
            <a:xfrm>
              <a:off x="-29911350" y="3321000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1"/>
                  </a:moveTo>
                  <a:cubicBezTo>
                    <a:pt x="631" y="1"/>
                    <a:pt x="1" y="599"/>
                    <a:pt x="1" y="1387"/>
                  </a:cubicBezTo>
                  <a:cubicBezTo>
                    <a:pt x="1" y="2143"/>
                    <a:pt x="631" y="2742"/>
                    <a:pt x="1387" y="2742"/>
                  </a:cubicBezTo>
                  <a:cubicBezTo>
                    <a:pt x="2143" y="2742"/>
                    <a:pt x="2773" y="2143"/>
                    <a:pt x="2773" y="1387"/>
                  </a:cubicBez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7194;p83"/>
            <p:cNvSpPr/>
            <p:nvPr/>
          </p:nvSpPr>
          <p:spPr>
            <a:xfrm>
              <a:off x="-29946000" y="3406850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73" y="1"/>
                  </a:moveTo>
                  <a:cubicBezTo>
                    <a:pt x="1387" y="1"/>
                    <a:pt x="252" y="1009"/>
                    <a:pt x="63" y="2300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36" y="2710"/>
                  </a:lnTo>
                  <a:cubicBezTo>
                    <a:pt x="5325" y="2710"/>
                    <a:pt x="5482" y="2521"/>
                    <a:pt x="5482" y="2300"/>
                  </a:cubicBezTo>
                  <a:cubicBezTo>
                    <a:pt x="5293" y="1009"/>
                    <a:pt x="4159" y="1"/>
                    <a:pt x="27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5" name="Google Shape;7195;p83"/>
          <p:cNvGrpSpPr/>
          <p:nvPr/>
        </p:nvGrpSpPr>
        <p:grpSpPr>
          <a:xfrm>
            <a:off x="2628330" y="1532689"/>
            <a:ext cx="358408" cy="354161"/>
            <a:chOff x="-34408675" y="3202075"/>
            <a:chExt cx="295375" cy="291875"/>
          </a:xfrm>
        </p:grpSpPr>
        <p:sp>
          <p:nvSpPr>
            <p:cNvPr id="7196" name="Google Shape;7196;p83"/>
            <p:cNvSpPr/>
            <p:nvPr/>
          </p:nvSpPr>
          <p:spPr>
            <a:xfrm>
              <a:off x="-34274775" y="3202075"/>
              <a:ext cx="161475" cy="161475"/>
            </a:xfrm>
            <a:custGeom>
              <a:avLst/>
              <a:gdLst/>
              <a:ahLst/>
              <a:cxnLst/>
              <a:rect l="l" t="t" r="r" b="b"/>
              <a:pathLst>
                <a:path w="6459" h="6459" extrusionOk="0">
                  <a:moveTo>
                    <a:pt x="3718" y="0"/>
                  </a:moveTo>
                  <a:cubicBezTo>
                    <a:pt x="3560" y="0"/>
                    <a:pt x="3434" y="63"/>
                    <a:pt x="3403" y="189"/>
                  </a:cubicBezTo>
                  <a:cubicBezTo>
                    <a:pt x="3340" y="315"/>
                    <a:pt x="3340" y="473"/>
                    <a:pt x="3466" y="536"/>
                  </a:cubicBezTo>
                  <a:lnTo>
                    <a:pt x="4190" y="1261"/>
                  </a:lnTo>
                  <a:lnTo>
                    <a:pt x="1260" y="4159"/>
                  </a:lnTo>
                  <a:lnTo>
                    <a:pt x="567" y="3466"/>
                  </a:lnTo>
                  <a:cubicBezTo>
                    <a:pt x="496" y="3395"/>
                    <a:pt x="390" y="3360"/>
                    <a:pt x="288" y="3360"/>
                  </a:cubicBezTo>
                  <a:cubicBezTo>
                    <a:pt x="254" y="3360"/>
                    <a:pt x="221" y="3363"/>
                    <a:pt x="189" y="3371"/>
                  </a:cubicBezTo>
                  <a:cubicBezTo>
                    <a:pt x="95" y="3403"/>
                    <a:pt x="0" y="3560"/>
                    <a:pt x="0" y="3686"/>
                  </a:cubicBezTo>
                  <a:lnTo>
                    <a:pt x="0" y="6081"/>
                  </a:lnTo>
                  <a:cubicBezTo>
                    <a:pt x="0" y="6301"/>
                    <a:pt x="158" y="6459"/>
                    <a:pt x="347" y="6459"/>
                  </a:cubicBezTo>
                  <a:lnTo>
                    <a:pt x="2773" y="6459"/>
                  </a:lnTo>
                  <a:cubicBezTo>
                    <a:pt x="2930" y="6459"/>
                    <a:pt x="3025" y="6364"/>
                    <a:pt x="3088" y="6238"/>
                  </a:cubicBezTo>
                  <a:cubicBezTo>
                    <a:pt x="3119" y="6144"/>
                    <a:pt x="3119" y="5986"/>
                    <a:pt x="2993" y="5892"/>
                  </a:cubicBezTo>
                  <a:lnTo>
                    <a:pt x="2300" y="5199"/>
                  </a:lnTo>
                  <a:lnTo>
                    <a:pt x="5198" y="2269"/>
                  </a:lnTo>
                  <a:lnTo>
                    <a:pt x="5923" y="2993"/>
                  </a:lnTo>
                  <a:cubicBezTo>
                    <a:pt x="5969" y="3039"/>
                    <a:pt x="6066" y="3069"/>
                    <a:pt x="6164" y="3069"/>
                  </a:cubicBezTo>
                  <a:cubicBezTo>
                    <a:pt x="6200" y="3069"/>
                    <a:pt x="6236" y="3065"/>
                    <a:pt x="6270" y="3056"/>
                  </a:cubicBezTo>
                  <a:cubicBezTo>
                    <a:pt x="6396" y="3025"/>
                    <a:pt x="6459" y="2867"/>
                    <a:pt x="6459" y="2741"/>
                  </a:cubicBezTo>
                  <a:lnTo>
                    <a:pt x="6459" y="347"/>
                  </a:lnTo>
                  <a:cubicBezTo>
                    <a:pt x="6459" y="158"/>
                    <a:pt x="6301" y="0"/>
                    <a:pt x="6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7197;p83"/>
            <p:cNvSpPr/>
            <p:nvPr/>
          </p:nvSpPr>
          <p:spPr>
            <a:xfrm>
              <a:off x="-34378750" y="3263175"/>
              <a:ext cx="76425" cy="73600"/>
            </a:xfrm>
            <a:custGeom>
              <a:avLst/>
              <a:gdLst/>
              <a:ahLst/>
              <a:cxnLst/>
              <a:rect l="l" t="t" r="r" b="b"/>
              <a:pathLst>
                <a:path w="3057" h="2944" extrusionOk="0">
                  <a:moveTo>
                    <a:pt x="970" y="1"/>
                  </a:moveTo>
                  <a:cubicBezTo>
                    <a:pt x="685" y="1"/>
                    <a:pt x="405" y="114"/>
                    <a:pt x="221" y="297"/>
                  </a:cubicBezTo>
                  <a:lnTo>
                    <a:pt x="1" y="549"/>
                  </a:lnTo>
                  <a:lnTo>
                    <a:pt x="2395" y="2944"/>
                  </a:lnTo>
                  <a:lnTo>
                    <a:pt x="2678" y="2755"/>
                  </a:lnTo>
                  <a:cubicBezTo>
                    <a:pt x="3056" y="2345"/>
                    <a:pt x="3056" y="1683"/>
                    <a:pt x="2678" y="1274"/>
                  </a:cubicBezTo>
                  <a:lnTo>
                    <a:pt x="1670" y="297"/>
                  </a:lnTo>
                  <a:cubicBezTo>
                    <a:pt x="1478" y="90"/>
                    <a:pt x="1222" y="1"/>
                    <a:pt x="9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7198;p83"/>
            <p:cNvSpPr/>
            <p:nvPr/>
          </p:nvSpPr>
          <p:spPr>
            <a:xfrm>
              <a:off x="-34250375" y="3392300"/>
              <a:ext cx="77225" cy="74425"/>
            </a:xfrm>
            <a:custGeom>
              <a:avLst/>
              <a:gdLst/>
              <a:ahLst/>
              <a:cxnLst/>
              <a:rect l="l" t="t" r="r" b="b"/>
              <a:pathLst>
                <a:path w="3089" h="2977" extrusionOk="0">
                  <a:moveTo>
                    <a:pt x="999" y="0"/>
                  </a:moveTo>
                  <a:cubicBezTo>
                    <a:pt x="787" y="0"/>
                    <a:pt x="577" y="66"/>
                    <a:pt x="410" y="205"/>
                  </a:cubicBezTo>
                  <a:cubicBezTo>
                    <a:pt x="379" y="205"/>
                    <a:pt x="316" y="268"/>
                    <a:pt x="284" y="299"/>
                  </a:cubicBezTo>
                  <a:lnTo>
                    <a:pt x="1" y="583"/>
                  </a:lnTo>
                  <a:lnTo>
                    <a:pt x="2427" y="2977"/>
                  </a:lnTo>
                  <a:lnTo>
                    <a:pt x="2679" y="2693"/>
                  </a:lnTo>
                  <a:cubicBezTo>
                    <a:pt x="3088" y="2315"/>
                    <a:pt x="3088" y="1622"/>
                    <a:pt x="2679" y="1244"/>
                  </a:cubicBezTo>
                  <a:lnTo>
                    <a:pt x="1734" y="299"/>
                  </a:lnTo>
                  <a:cubicBezTo>
                    <a:pt x="1540" y="105"/>
                    <a:pt x="1267" y="0"/>
                    <a:pt x="9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7199;p83"/>
            <p:cNvSpPr/>
            <p:nvPr/>
          </p:nvSpPr>
          <p:spPr>
            <a:xfrm>
              <a:off x="-34408675" y="3290275"/>
              <a:ext cx="207150" cy="203675"/>
            </a:xfrm>
            <a:custGeom>
              <a:avLst/>
              <a:gdLst/>
              <a:ahLst/>
              <a:cxnLst/>
              <a:rect l="l" t="t" r="r" b="b"/>
              <a:pathLst>
                <a:path w="8286" h="8147" extrusionOk="0">
                  <a:moveTo>
                    <a:pt x="725" y="1"/>
                  </a:moveTo>
                  <a:cubicBezTo>
                    <a:pt x="95" y="631"/>
                    <a:pt x="0" y="1387"/>
                    <a:pt x="284" y="2017"/>
                  </a:cubicBezTo>
                  <a:cubicBezTo>
                    <a:pt x="1387" y="4223"/>
                    <a:pt x="3938" y="6774"/>
                    <a:pt x="6270" y="7972"/>
                  </a:cubicBezTo>
                  <a:cubicBezTo>
                    <a:pt x="6499" y="8086"/>
                    <a:pt x="6745" y="8147"/>
                    <a:pt x="6996" y="8147"/>
                  </a:cubicBezTo>
                  <a:cubicBezTo>
                    <a:pt x="7434" y="8147"/>
                    <a:pt x="7886" y="7963"/>
                    <a:pt x="8286" y="756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0" name="Google Shape;7200;p83"/>
          <p:cNvGrpSpPr/>
          <p:nvPr/>
        </p:nvGrpSpPr>
        <p:grpSpPr>
          <a:xfrm>
            <a:off x="2630241" y="1972683"/>
            <a:ext cx="354586" cy="356254"/>
            <a:chOff x="-34405525" y="3558075"/>
            <a:chExt cx="292225" cy="293600"/>
          </a:xfrm>
        </p:grpSpPr>
        <p:sp>
          <p:nvSpPr>
            <p:cNvPr id="7201" name="Google Shape;7201;p83"/>
            <p:cNvSpPr/>
            <p:nvPr/>
          </p:nvSpPr>
          <p:spPr>
            <a:xfrm>
              <a:off x="-34303150" y="3663825"/>
              <a:ext cx="189850" cy="187850"/>
            </a:xfrm>
            <a:custGeom>
              <a:avLst/>
              <a:gdLst/>
              <a:ahLst/>
              <a:cxnLst/>
              <a:rect l="l" t="t" r="r" b="b"/>
              <a:pathLst>
                <a:path w="7594" h="7514" extrusionOk="0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7202;p83"/>
            <p:cNvSpPr/>
            <p:nvPr/>
          </p:nvSpPr>
          <p:spPr>
            <a:xfrm>
              <a:off x="-34250375" y="3565950"/>
              <a:ext cx="46500" cy="46500"/>
            </a:xfrm>
            <a:custGeom>
              <a:avLst/>
              <a:gdLst/>
              <a:ahLst/>
              <a:cxnLst/>
              <a:rect l="l" t="t" r="r" b="b"/>
              <a:pathLst>
                <a:path w="1860" h="1860" extrusionOk="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7203;p83"/>
            <p:cNvSpPr/>
            <p:nvPr/>
          </p:nvSpPr>
          <p:spPr>
            <a:xfrm>
              <a:off x="-34405525" y="3558075"/>
              <a:ext cx="206375" cy="276475"/>
            </a:xfrm>
            <a:custGeom>
              <a:avLst/>
              <a:gdLst/>
              <a:ahLst/>
              <a:cxnLst/>
              <a:rect l="l" t="t" r="r" b="b"/>
              <a:pathLst>
                <a:path w="8255" h="11059" extrusionOk="0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4" name="Google Shape;7204;p83"/>
          <p:cNvGrpSpPr/>
          <p:nvPr/>
        </p:nvGrpSpPr>
        <p:grpSpPr>
          <a:xfrm>
            <a:off x="2629755" y="2409340"/>
            <a:ext cx="355557" cy="353615"/>
            <a:chOff x="-34406325" y="3919600"/>
            <a:chExt cx="293025" cy="291425"/>
          </a:xfrm>
        </p:grpSpPr>
        <p:sp>
          <p:nvSpPr>
            <p:cNvPr id="7205" name="Google Shape;7205;p83"/>
            <p:cNvSpPr/>
            <p:nvPr/>
          </p:nvSpPr>
          <p:spPr>
            <a:xfrm>
              <a:off x="-34167675" y="3932000"/>
              <a:ext cx="42550" cy="40575"/>
            </a:xfrm>
            <a:custGeom>
              <a:avLst/>
              <a:gdLst/>
              <a:ahLst/>
              <a:cxnLst/>
              <a:rect l="l" t="t" r="r" b="b"/>
              <a:pathLst>
                <a:path w="1702" h="1623" extrusionOk="0">
                  <a:moveTo>
                    <a:pt x="1352" y="0"/>
                  </a:moveTo>
                  <a:cubicBezTo>
                    <a:pt x="1261" y="0"/>
                    <a:pt x="1167" y="24"/>
                    <a:pt x="1104" y="71"/>
                  </a:cubicBezTo>
                  <a:lnTo>
                    <a:pt x="127" y="1079"/>
                  </a:lnTo>
                  <a:cubicBezTo>
                    <a:pt x="1" y="1205"/>
                    <a:pt x="1" y="1426"/>
                    <a:pt x="127" y="1552"/>
                  </a:cubicBezTo>
                  <a:cubicBezTo>
                    <a:pt x="190" y="1599"/>
                    <a:pt x="284" y="1623"/>
                    <a:pt x="375" y="1623"/>
                  </a:cubicBezTo>
                  <a:cubicBezTo>
                    <a:pt x="466" y="1623"/>
                    <a:pt x="552" y="1599"/>
                    <a:pt x="599" y="1552"/>
                  </a:cubicBezTo>
                  <a:lnTo>
                    <a:pt x="1576" y="544"/>
                  </a:lnTo>
                  <a:cubicBezTo>
                    <a:pt x="1702" y="449"/>
                    <a:pt x="1702" y="260"/>
                    <a:pt x="1576" y="71"/>
                  </a:cubicBezTo>
                  <a:cubicBezTo>
                    <a:pt x="1529" y="24"/>
                    <a:pt x="1442" y="0"/>
                    <a:pt x="13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7206;p83"/>
            <p:cNvSpPr/>
            <p:nvPr/>
          </p:nvSpPr>
          <p:spPr>
            <a:xfrm>
              <a:off x="-34286600" y="3922950"/>
              <a:ext cx="171725" cy="167575"/>
            </a:xfrm>
            <a:custGeom>
              <a:avLst/>
              <a:gdLst/>
              <a:ahLst/>
              <a:cxnLst/>
              <a:rect l="l" t="t" r="r" b="b"/>
              <a:pathLst>
                <a:path w="6869" h="6703" extrusionOk="0">
                  <a:moveTo>
                    <a:pt x="772" y="0"/>
                  </a:moveTo>
                  <a:cubicBezTo>
                    <a:pt x="599" y="0"/>
                    <a:pt x="426" y="71"/>
                    <a:pt x="284" y="213"/>
                  </a:cubicBezTo>
                  <a:cubicBezTo>
                    <a:pt x="1" y="496"/>
                    <a:pt x="1" y="937"/>
                    <a:pt x="284" y="1189"/>
                  </a:cubicBezTo>
                  <a:lnTo>
                    <a:pt x="5608" y="6514"/>
                  </a:lnTo>
                  <a:cubicBezTo>
                    <a:pt x="5734" y="6640"/>
                    <a:pt x="5908" y="6703"/>
                    <a:pt x="6085" y="6703"/>
                  </a:cubicBezTo>
                  <a:cubicBezTo>
                    <a:pt x="6262" y="6703"/>
                    <a:pt x="6443" y="6640"/>
                    <a:pt x="6585" y="6514"/>
                  </a:cubicBezTo>
                  <a:cubicBezTo>
                    <a:pt x="6869" y="6230"/>
                    <a:pt x="6869" y="5821"/>
                    <a:pt x="6585" y="5537"/>
                  </a:cubicBezTo>
                  <a:lnTo>
                    <a:pt x="1261" y="213"/>
                  </a:lnTo>
                  <a:cubicBezTo>
                    <a:pt x="1119" y="71"/>
                    <a:pt x="946" y="0"/>
                    <a:pt x="7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7207;p83"/>
            <p:cNvSpPr/>
            <p:nvPr/>
          </p:nvSpPr>
          <p:spPr>
            <a:xfrm>
              <a:off x="-34406325" y="4115900"/>
              <a:ext cx="98475" cy="95125"/>
            </a:xfrm>
            <a:custGeom>
              <a:avLst/>
              <a:gdLst/>
              <a:ahLst/>
              <a:cxnLst/>
              <a:rect l="l" t="t" r="r" b="b"/>
              <a:pathLst>
                <a:path w="3939" h="3805" extrusionOk="0">
                  <a:moveTo>
                    <a:pt x="757" y="1"/>
                  </a:moveTo>
                  <a:cubicBezTo>
                    <a:pt x="576" y="1"/>
                    <a:pt x="395" y="72"/>
                    <a:pt x="253" y="213"/>
                  </a:cubicBezTo>
                  <a:cubicBezTo>
                    <a:pt x="1" y="497"/>
                    <a:pt x="1" y="938"/>
                    <a:pt x="253" y="1190"/>
                  </a:cubicBezTo>
                  <a:lnTo>
                    <a:pt x="2679" y="3616"/>
                  </a:lnTo>
                  <a:cubicBezTo>
                    <a:pt x="2805" y="3742"/>
                    <a:pt x="2978" y="3805"/>
                    <a:pt x="3155" y="3805"/>
                  </a:cubicBezTo>
                  <a:cubicBezTo>
                    <a:pt x="3332" y="3805"/>
                    <a:pt x="3514" y="3742"/>
                    <a:pt x="3655" y="3616"/>
                  </a:cubicBezTo>
                  <a:cubicBezTo>
                    <a:pt x="3939" y="3332"/>
                    <a:pt x="3939" y="2891"/>
                    <a:pt x="3655" y="2608"/>
                  </a:cubicBezTo>
                  <a:lnTo>
                    <a:pt x="1261" y="213"/>
                  </a:lnTo>
                  <a:cubicBezTo>
                    <a:pt x="1119" y="72"/>
                    <a:pt x="938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7208;p83"/>
            <p:cNvSpPr/>
            <p:nvPr/>
          </p:nvSpPr>
          <p:spPr>
            <a:xfrm>
              <a:off x="-34364575" y="3966850"/>
              <a:ext cx="204025" cy="204025"/>
            </a:xfrm>
            <a:custGeom>
              <a:avLst/>
              <a:gdLst/>
              <a:ahLst/>
              <a:cxnLst/>
              <a:rect l="l" t="t" r="r" b="b"/>
              <a:pathLst>
                <a:path w="8161" h="8161" extrusionOk="0">
                  <a:moveTo>
                    <a:pt x="2994" y="1"/>
                  </a:moveTo>
                  <a:lnTo>
                    <a:pt x="2489" y="1576"/>
                  </a:lnTo>
                  <a:cubicBezTo>
                    <a:pt x="1985" y="3088"/>
                    <a:pt x="1166" y="4474"/>
                    <a:pt x="1" y="5703"/>
                  </a:cubicBezTo>
                  <a:lnTo>
                    <a:pt x="2458" y="8160"/>
                  </a:lnTo>
                  <a:cubicBezTo>
                    <a:pt x="3687" y="6995"/>
                    <a:pt x="5104" y="6175"/>
                    <a:pt x="6585" y="5671"/>
                  </a:cubicBezTo>
                  <a:lnTo>
                    <a:pt x="8160" y="5136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7209;p83"/>
            <p:cNvSpPr/>
            <p:nvPr/>
          </p:nvSpPr>
          <p:spPr>
            <a:xfrm>
              <a:off x="-34200750" y="3919600"/>
              <a:ext cx="17350" cy="33875"/>
            </a:xfrm>
            <a:custGeom>
              <a:avLst/>
              <a:gdLst/>
              <a:ahLst/>
              <a:cxnLst/>
              <a:rect l="l" t="t" r="r" b="b"/>
              <a:pathLst>
                <a:path w="694" h="135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8"/>
                  </a:lnTo>
                  <a:cubicBezTo>
                    <a:pt x="1" y="1229"/>
                    <a:pt x="158" y="1355"/>
                    <a:pt x="347" y="1355"/>
                  </a:cubicBezTo>
                  <a:cubicBezTo>
                    <a:pt x="536" y="1355"/>
                    <a:pt x="694" y="1229"/>
                    <a:pt x="694" y="1008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7210;p83"/>
            <p:cNvSpPr/>
            <p:nvPr/>
          </p:nvSpPr>
          <p:spPr>
            <a:xfrm>
              <a:off x="-34147975" y="39897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79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79" y="693"/>
                  </a:cubicBezTo>
                  <a:lnTo>
                    <a:pt x="1040" y="693"/>
                  </a:lnTo>
                  <a:cubicBezTo>
                    <a:pt x="1229" y="693"/>
                    <a:pt x="1387" y="536"/>
                    <a:pt x="1387" y="347"/>
                  </a:cubicBezTo>
                  <a:cubicBezTo>
                    <a:pt x="1387" y="126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7211;p83"/>
            <p:cNvSpPr/>
            <p:nvPr/>
          </p:nvSpPr>
          <p:spPr>
            <a:xfrm>
              <a:off x="-34278725" y="4116500"/>
              <a:ext cx="116600" cy="68600"/>
            </a:xfrm>
            <a:custGeom>
              <a:avLst/>
              <a:gdLst/>
              <a:ahLst/>
              <a:cxnLst/>
              <a:rect l="l" t="t" r="r" b="b"/>
              <a:pathLst>
                <a:path w="4664" h="2744" extrusionOk="0">
                  <a:moveTo>
                    <a:pt x="4411" y="0"/>
                  </a:moveTo>
                  <a:lnTo>
                    <a:pt x="3750" y="221"/>
                  </a:lnTo>
                  <a:cubicBezTo>
                    <a:pt x="3907" y="378"/>
                    <a:pt x="3813" y="631"/>
                    <a:pt x="3624" y="694"/>
                  </a:cubicBezTo>
                  <a:lnTo>
                    <a:pt x="1072" y="2017"/>
                  </a:lnTo>
                  <a:cubicBezTo>
                    <a:pt x="1030" y="2038"/>
                    <a:pt x="984" y="2048"/>
                    <a:pt x="938" y="2048"/>
                  </a:cubicBezTo>
                  <a:cubicBezTo>
                    <a:pt x="844" y="2048"/>
                    <a:pt x="746" y="2006"/>
                    <a:pt x="662" y="1922"/>
                  </a:cubicBezTo>
                  <a:lnTo>
                    <a:pt x="568" y="1796"/>
                  </a:lnTo>
                  <a:cubicBezTo>
                    <a:pt x="347" y="1922"/>
                    <a:pt x="190" y="2080"/>
                    <a:pt x="1" y="2237"/>
                  </a:cubicBezTo>
                  <a:lnTo>
                    <a:pt x="190" y="2426"/>
                  </a:lnTo>
                  <a:cubicBezTo>
                    <a:pt x="395" y="2632"/>
                    <a:pt x="669" y="2744"/>
                    <a:pt x="947" y="2744"/>
                  </a:cubicBezTo>
                  <a:cubicBezTo>
                    <a:pt x="1095" y="2744"/>
                    <a:pt x="1245" y="2712"/>
                    <a:pt x="1387" y="2647"/>
                  </a:cubicBezTo>
                  <a:lnTo>
                    <a:pt x="3939" y="1324"/>
                  </a:lnTo>
                  <a:cubicBezTo>
                    <a:pt x="4411" y="1103"/>
                    <a:pt x="4663" y="505"/>
                    <a:pt x="4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7212;p83"/>
          <p:cNvGrpSpPr/>
          <p:nvPr/>
        </p:nvGrpSpPr>
        <p:grpSpPr>
          <a:xfrm>
            <a:off x="1293653" y="2888703"/>
            <a:ext cx="353645" cy="342179"/>
            <a:chOff x="-32568800" y="3232000"/>
            <a:chExt cx="291450" cy="282000"/>
          </a:xfrm>
        </p:grpSpPr>
        <p:sp>
          <p:nvSpPr>
            <p:cNvPr id="7213" name="Google Shape;7213;p83"/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7214;p83"/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5" name="Google Shape;7215;p83"/>
          <p:cNvGrpSpPr/>
          <p:nvPr/>
        </p:nvGrpSpPr>
        <p:grpSpPr>
          <a:xfrm>
            <a:off x="1293183" y="3353613"/>
            <a:ext cx="354586" cy="353645"/>
            <a:chOff x="-32569575" y="3586425"/>
            <a:chExt cx="292225" cy="291450"/>
          </a:xfrm>
        </p:grpSpPr>
        <p:sp>
          <p:nvSpPr>
            <p:cNvPr id="7216" name="Google Shape;7216;p83"/>
            <p:cNvSpPr/>
            <p:nvPr/>
          </p:nvSpPr>
          <p:spPr>
            <a:xfrm>
              <a:off x="-32569575" y="3672275"/>
              <a:ext cx="292225" cy="205600"/>
            </a:xfrm>
            <a:custGeom>
              <a:avLst/>
              <a:gdLst/>
              <a:ahLst/>
              <a:cxnLst/>
              <a:rect l="l" t="t" r="r" b="b"/>
              <a:pathLst>
                <a:path w="11689" h="8224" extrusionOk="0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7217;p83"/>
            <p:cNvSpPr/>
            <p:nvPr/>
          </p:nvSpPr>
          <p:spPr>
            <a:xfrm>
              <a:off x="-32456950" y="358642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8" name="Google Shape;7218;p83"/>
          <p:cNvGrpSpPr/>
          <p:nvPr/>
        </p:nvGrpSpPr>
        <p:grpSpPr>
          <a:xfrm>
            <a:off x="1284098" y="3818205"/>
            <a:ext cx="372756" cy="354343"/>
            <a:chOff x="-32576675" y="3944600"/>
            <a:chExt cx="307200" cy="292025"/>
          </a:xfrm>
        </p:grpSpPr>
        <p:sp>
          <p:nvSpPr>
            <p:cNvPr id="7219" name="Google Shape;7219;p83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7220;p83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1" name="Google Shape;7221;p83"/>
          <p:cNvGrpSpPr/>
          <p:nvPr/>
        </p:nvGrpSpPr>
        <p:grpSpPr>
          <a:xfrm>
            <a:off x="3529065" y="2882500"/>
            <a:ext cx="354586" cy="354586"/>
            <a:chOff x="-30735200" y="3192625"/>
            <a:chExt cx="292225" cy="292225"/>
          </a:xfrm>
        </p:grpSpPr>
        <p:sp>
          <p:nvSpPr>
            <p:cNvPr id="7222" name="Google Shape;7222;p83"/>
            <p:cNvSpPr/>
            <p:nvPr/>
          </p:nvSpPr>
          <p:spPr>
            <a:xfrm>
              <a:off x="-30665100" y="3192625"/>
              <a:ext cx="175650" cy="223700"/>
            </a:xfrm>
            <a:custGeom>
              <a:avLst/>
              <a:gdLst/>
              <a:ahLst/>
              <a:cxnLst/>
              <a:rect l="l" t="t" r="r" b="b"/>
              <a:pathLst>
                <a:path w="7026" h="8948" extrusionOk="0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7223;p83"/>
            <p:cNvSpPr/>
            <p:nvPr/>
          </p:nvSpPr>
          <p:spPr>
            <a:xfrm>
              <a:off x="-30615475" y="3278475"/>
              <a:ext cx="52775" cy="52000"/>
            </a:xfrm>
            <a:custGeom>
              <a:avLst/>
              <a:gdLst/>
              <a:ahLst/>
              <a:cxnLst/>
              <a:rect l="l" t="t" r="r" b="b"/>
              <a:pathLst>
                <a:path w="2111" h="2080" extrusionOk="0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7224;p83"/>
            <p:cNvSpPr/>
            <p:nvPr/>
          </p:nvSpPr>
          <p:spPr>
            <a:xfrm>
              <a:off x="-30528850" y="3296575"/>
              <a:ext cx="85875" cy="25250"/>
            </a:xfrm>
            <a:custGeom>
              <a:avLst/>
              <a:gdLst/>
              <a:ahLst/>
              <a:cxnLst/>
              <a:rect l="l" t="t" r="r" b="b"/>
              <a:pathLst>
                <a:path w="3435" h="1010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7225;p83"/>
            <p:cNvSpPr/>
            <p:nvPr/>
          </p:nvSpPr>
          <p:spPr>
            <a:xfrm>
              <a:off x="-30546175" y="3338325"/>
              <a:ext cx="85875" cy="26025"/>
            </a:xfrm>
            <a:custGeom>
              <a:avLst/>
              <a:gdLst/>
              <a:ahLst/>
              <a:cxnLst/>
              <a:rect l="l" t="t" r="r" b="b"/>
              <a:pathLst>
                <a:path w="3435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7226;p83"/>
            <p:cNvSpPr/>
            <p:nvPr/>
          </p:nvSpPr>
          <p:spPr>
            <a:xfrm>
              <a:off x="-30546175" y="338165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7227;p83"/>
            <p:cNvSpPr/>
            <p:nvPr/>
          </p:nvSpPr>
          <p:spPr>
            <a:xfrm>
              <a:off x="-30546175" y="3424175"/>
              <a:ext cx="51225" cy="26025"/>
            </a:xfrm>
            <a:custGeom>
              <a:avLst/>
              <a:gdLst/>
              <a:ahLst/>
              <a:cxnLst/>
              <a:rect l="l" t="t" r="r" b="b"/>
              <a:pathLst>
                <a:path w="2049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7228;p83"/>
            <p:cNvSpPr/>
            <p:nvPr/>
          </p:nvSpPr>
          <p:spPr>
            <a:xfrm>
              <a:off x="-30735200" y="3209325"/>
              <a:ext cx="174075" cy="275525"/>
            </a:xfrm>
            <a:custGeom>
              <a:avLst/>
              <a:gdLst/>
              <a:ahLst/>
              <a:cxnLst/>
              <a:rect l="l" t="t" r="r" b="b"/>
              <a:pathLst>
                <a:path w="6963" h="11021" extrusionOk="0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9" name="Google Shape;7229;p83"/>
          <p:cNvGrpSpPr/>
          <p:nvPr/>
        </p:nvGrpSpPr>
        <p:grpSpPr>
          <a:xfrm>
            <a:off x="3529065" y="3353932"/>
            <a:ext cx="354586" cy="353008"/>
            <a:chOff x="-30735200" y="3552550"/>
            <a:chExt cx="292225" cy="290925"/>
          </a:xfrm>
        </p:grpSpPr>
        <p:sp>
          <p:nvSpPr>
            <p:cNvPr id="7230" name="Google Shape;7230;p83"/>
            <p:cNvSpPr/>
            <p:nvPr/>
          </p:nvSpPr>
          <p:spPr>
            <a:xfrm>
              <a:off x="-30613900" y="3655750"/>
              <a:ext cx="170925" cy="187725"/>
            </a:xfrm>
            <a:custGeom>
              <a:avLst/>
              <a:gdLst/>
              <a:ahLst/>
              <a:cxnLst/>
              <a:rect l="l" t="t" r="r" b="b"/>
              <a:pathLst>
                <a:path w="6837" h="7509" extrusionOk="0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7231;p83"/>
            <p:cNvSpPr/>
            <p:nvPr/>
          </p:nvSpPr>
          <p:spPr>
            <a:xfrm>
              <a:off x="-30735200" y="3552550"/>
              <a:ext cx="188275" cy="205075"/>
            </a:xfrm>
            <a:custGeom>
              <a:avLst/>
              <a:gdLst/>
              <a:ahLst/>
              <a:cxnLst/>
              <a:rect l="l" t="t" r="r" b="b"/>
              <a:pathLst>
                <a:path w="7531" h="8203" extrusionOk="0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2" name="Google Shape;7232;p83"/>
          <p:cNvGrpSpPr/>
          <p:nvPr/>
        </p:nvGrpSpPr>
        <p:grpSpPr>
          <a:xfrm>
            <a:off x="3529065" y="3818554"/>
            <a:ext cx="354586" cy="353645"/>
            <a:chOff x="-30735200" y="3910925"/>
            <a:chExt cx="292225" cy="291450"/>
          </a:xfrm>
        </p:grpSpPr>
        <p:sp>
          <p:nvSpPr>
            <p:cNvPr id="7233" name="Google Shape;7233;p83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7234;p83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35" name="Google Shape;7235;p83"/>
          <p:cNvSpPr/>
          <p:nvPr/>
        </p:nvSpPr>
        <p:spPr>
          <a:xfrm>
            <a:off x="2632180" y="4275642"/>
            <a:ext cx="354586" cy="353645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6" name="Google Shape;7236;p83"/>
          <p:cNvGrpSpPr/>
          <p:nvPr/>
        </p:nvGrpSpPr>
        <p:grpSpPr>
          <a:xfrm>
            <a:off x="4882910" y="1531421"/>
            <a:ext cx="358971" cy="359224"/>
            <a:chOff x="-57956275" y="3197925"/>
            <a:chExt cx="319000" cy="319225"/>
          </a:xfrm>
        </p:grpSpPr>
        <p:sp>
          <p:nvSpPr>
            <p:cNvPr id="7237" name="Google Shape;7237;p83"/>
            <p:cNvSpPr/>
            <p:nvPr/>
          </p:nvSpPr>
          <p:spPr>
            <a:xfrm>
              <a:off x="-57940525" y="3353300"/>
              <a:ext cx="18150" cy="65400"/>
            </a:xfrm>
            <a:custGeom>
              <a:avLst/>
              <a:gdLst/>
              <a:ahLst/>
              <a:cxnLst/>
              <a:rect l="l" t="t" r="r" b="b"/>
              <a:pathLst>
                <a:path w="726" h="2616" extrusionOk="0">
                  <a:moveTo>
                    <a:pt x="725" y="0"/>
                  </a:moveTo>
                  <a:cubicBezTo>
                    <a:pt x="316" y="284"/>
                    <a:pt x="1" y="756"/>
                    <a:pt x="1" y="1292"/>
                  </a:cubicBezTo>
                  <a:cubicBezTo>
                    <a:pt x="1" y="1859"/>
                    <a:pt x="316" y="2332"/>
                    <a:pt x="725" y="2615"/>
                  </a:cubicBezTo>
                  <a:lnTo>
                    <a:pt x="725" y="239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7238;p83"/>
            <p:cNvSpPr/>
            <p:nvPr/>
          </p:nvSpPr>
          <p:spPr>
            <a:xfrm>
              <a:off x="-57679825" y="3353300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1" y="0"/>
                  </a:moveTo>
                  <a:lnTo>
                    <a:pt x="1" y="2395"/>
                  </a:lnTo>
                  <a:lnTo>
                    <a:pt x="1" y="2615"/>
                  </a:lnTo>
                  <a:cubicBezTo>
                    <a:pt x="442" y="2332"/>
                    <a:pt x="757" y="1859"/>
                    <a:pt x="757" y="1292"/>
                  </a:cubicBezTo>
                  <a:cubicBezTo>
                    <a:pt x="757" y="756"/>
                    <a:pt x="442" y="284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7239;p83"/>
            <p:cNvSpPr/>
            <p:nvPr/>
          </p:nvSpPr>
          <p:spPr>
            <a:xfrm>
              <a:off x="-57956275" y="3255625"/>
              <a:ext cx="319000" cy="55175"/>
            </a:xfrm>
            <a:custGeom>
              <a:avLst/>
              <a:gdLst/>
              <a:ahLst/>
              <a:cxnLst/>
              <a:rect l="l" t="t" r="r" b="b"/>
              <a:pathLst>
                <a:path w="12760" h="2207" extrusionOk="0">
                  <a:moveTo>
                    <a:pt x="442" y="1"/>
                  </a:moveTo>
                  <a:cubicBezTo>
                    <a:pt x="190" y="1"/>
                    <a:pt x="1" y="253"/>
                    <a:pt x="64" y="442"/>
                  </a:cubicBezTo>
                  <a:cubicBezTo>
                    <a:pt x="284" y="1481"/>
                    <a:pt x="1261" y="2206"/>
                    <a:pt x="2332" y="2206"/>
                  </a:cubicBezTo>
                  <a:lnTo>
                    <a:pt x="10523" y="2206"/>
                  </a:lnTo>
                  <a:cubicBezTo>
                    <a:pt x="11563" y="2206"/>
                    <a:pt x="12571" y="1418"/>
                    <a:pt x="12760" y="442"/>
                  </a:cubicBezTo>
                  <a:cubicBezTo>
                    <a:pt x="12603" y="221"/>
                    <a:pt x="12445" y="1"/>
                    <a:pt x="12193" y="1"/>
                  </a:cubicBezTo>
                  <a:lnTo>
                    <a:pt x="10303" y="1"/>
                  </a:lnTo>
                  <a:lnTo>
                    <a:pt x="10303" y="757"/>
                  </a:lnTo>
                  <a:cubicBezTo>
                    <a:pt x="10303" y="946"/>
                    <a:pt x="10145" y="1103"/>
                    <a:pt x="9956" y="1103"/>
                  </a:cubicBezTo>
                  <a:cubicBezTo>
                    <a:pt x="9767" y="1103"/>
                    <a:pt x="9610" y="946"/>
                    <a:pt x="9610" y="757"/>
                  </a:cubicBezTo>
                  <a:lnTo>
                    <a:pt x="9610" y="1"/>
                  </a:lnTo>
                  <a:lnTo>
                    <a:pt x="8853" y="1"/>
                  </a:lnTo>
                  <a:lnTo>
                    <a:pt x="8853" y="757"/>
                  </a:lnTo>
                  <a:cubicBezTo>
                    <a:pt x="8853" y="946"/>
                    <a:pt x="8696" y="1103"/>
                    <a:pt x="8507" y="1103"/>
                  </a:cubicBezTo>
                  <a:cubicBezTo>
                    <a:pt x="8318" y="1103"/>
                    <a:pt x="8160" y="946"/>
                    <a:pt x="8160" y="757"/>
                  </a:cubicBezTo>
                  <a:lnTo>
                    <a:pt x="8160" y="1"/>
                  </a:lnTo>
                  <a:lnTo>
                    <a:pt x="7404" y="1"/>
                  </a:lnTo>
                  <a:lnTo>
                    <a:pt x="7404" y="757"/>
                  </a:lnTo>
                  <a:cubicBezTo>
                    <a:pt x="7404" y="946"/>
                    <a:pt x="7247" y="1103"/>
                    <a:pt x="7058" y="1103"/>
                  </a:cubicBezTo>
                  <a:cubicBezTo>
                    <a:pt x="6837" y="1103"/>
                    <a:pt x="6680" y="946"/>
                    <a:pt x="6680" y="757"/>
                  </a:cubicBezTo>
                  <a:lnTo>
                    <a:pt x="6680" y="1"/>
                  </a:lnTo>
                  <a:lnTo>
                    <a:pt x="5955" y="1"/>
                  </a:lnTo>
                  <a:lnTo>
                    <a:pt x="5955" y="757"/>
                  </a:lnTo>
                  <a:cubicBezTo>
                    <a:pt x="5955" y="946"/>
                    <a:pt x="5797" y="1103"/>
                    <a:pt x="5577" y="1103"/>
                  </a:cubicBezTo>
                  <a:cubicBezTo>
                    <a:pt x="5388" y="1103"/>
                    <a:pt x="5230" y="946"/>
                    <a:pt x="5230" y="757"/>
                  </a:cubicBezTo>
                  <a:lnTo>
                    <a:pt x="5230" y="1"/>
                  </a:lnTo>
                  <a:lnTo>
                    <a:pt x="4474" y="1"/>
                  </a:lnTo>
                  <a:lnTo>
                    <a:pt x="4474" y="757"/>
                  </a:lnTo>
                  <a:cubicBezTo>
                    <a:pt x="4474" y="946"/>
                    <a:pt x="4317" y="1103"/>
                    <a:pt x="4128" y="1103"/>
                  </a:cubicBezTo>
                  <a:cubicBezTo>
                    <a:pt x="3939" y="1103"/>
                    <a:pt x="3781" y="946"/>
                    <a:pt x="3781" y="757"/>
                  </a:cubicBezTo>
                  <a:lnTo>
                    <a:pt x="3781" y="1"/>
                  </a:lnTo>
                  <a:lnTo>
                    <a:pt x="3025" y="1"/>
                  </a:lnTo>
                  <a:lnTo>
                    <a:pt x="3025" y="757"/>
                  </a:lnTo>
                  <a:cubicBezTo>
                    <a:pt x="3025" y="946"/>
                    <a:pt x="2867" y="1103"/>
                    <a:pt x="2678" y="1103"/>
                  </a:cubicBezTo>
                  <a:cubicBezTo>
                    <a:pt x="2489" y="1103"/>
                    <a:pt x="2332" y="946"/>
                    <a:pt x="2332" y="757"/>
                  </a:cubicBezTo>
                  <a:lnTo>
                    <a:pt x="233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7240;p83"/>
            <p:cNvSpPr/>
            <p:nvPr/>
          </p:nvSpPr>
          <p:spPr>
            <a:xfrm>
              <a:off x="-57868050" y="3494275"/>
              <a:ext cx="18900" cy="22875"/>
            </a:xfrm>
            <a:custGeom>
              <a:avLst/>
              <a:gdLst/>
              <a:ahLst/>
              <a:cxnLst/>
              <a:rect l="l" t="t" r="r" b="b"/>
              <a:pathLst>
                <a:path w="756" h="915" extrusionOk="0">
                  <a:moveTo>
                    <a:pt x="0" y="1"/>
                  </a:move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410" y="914"/>
                  </a:cubicBezTo>
                  <a:cubicBezTo>
                    <a:pt x="599" y="914"/>
                    <a:pt x="756" y="757"/>
                    <a:pt x="756" y="536"/>
                  </a:cubicBezTo>
                  <a:lnTo>
                    <a:pt x="756" y="473"/>
                  </a:lnTo>
                  <a:cubicBezTo>
                    <a:pt x="473" y="347"/>
                    <a:pt x="252" y="158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7241;p83"/>
            <p:cNvSpPr/>
            <p:nvPr/>
          </p:nvSpPr>
          <p:spPr>
            <a:xfrm>
              <a:off x="-57755425" y="3494275"/>
              <a:ext cx="18125" cy="22875"/>
            </a:xfrm>
            <a:custGeom>
              <a:avLst/>
              <a:gdLst/>
              <a:ahLst/>
              <a:cxnLst/>
              <a:rect l="l" t="t" r="r" b="b"/>
              <a:pathLst>
                <a:path w="725" h="915" extrusionOk="0">
                  <a:moveTo>
                    <a:pt x="725" y="1"/>
                  </a:moveTo>
                  <a:cubicBezTo>
                    <a:pt x="504" y="190"/>
                    <a:pt x="252" y="347"/>
                    <a:pt x="0" y="473"/>
                  </a:cubicBez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378" y="914"/>
                  </a:cubicBezTo>
                  <a:cubicBezTo>
                    <a:pt x="567" y="914"/>
                    <a:pt x="725" y="757"/>
                    <a:pt x="725" y="536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7242;p83"/>
            <p:cNvSpPr/>
            <p:nvPr/>
          </p:nvSpPr>
          <p:spPr>
            <a:xfrm>
              <a:off x="-57903500" y="3329675"/>
              <a:ext cx="204800" cy="187475"/>
            </a:xfrm>
            <a:custGeom>
              <a:avLst/>
              <a:gdLst/>
              <a:ahLst/>
              <a:cxnLst/>
              <a:rect l="l" t="t" r="r" b="b"/>
              <a:pathLst>
                <a:path w="8192" h="7499" extrusionOk="0">
                  <a:moveTo>
                    <a:pt x="2615" y="756"/>
                  </a:moveTo>
                  <a:cubicBezTo>
                    <a:pt x="2804" y="756"/>
                    <a:pt x="2962" y="914"/>
                    <a:pt x="2962" y="1103"/>
                  </a:cubicBezTo>
                  <a:cubicBezTo>
                    <a:pt x="2962" y="1292"/>
                    <a:pt x="2804" y="1449"/>
                    <a:pt x="2615" y="1449"/>
                  </a:cubicBezTo>
                  <a:cubicBezTo>
                    <a:pt x="2395" y="1449"/>
                    <a:pt x="2269" y="1292"/>
                    <a:pt x="2269" y="1103"/>
                  </a:cubicBezTo>
                  <a:cubicBezTo>
                    <a:pt x="2206" y="945"/>
                    <a:pt x="2395" y="756"/>
                    <a:pt x="2615" y="756"/>
                  </a:cubicBezTo>
                  <a:close/>
                  <a:moveTo>
                    <a:pt x="5608" y="756"/>
                  </a:moveTo>
                  <a:cubicBezTo>
                    <a:pt x="5797" y="756"/>
                    <a:pt x="5955" y="914"/>
                    <a:pt x="5955" y="1103"/>
                  </a:cubicBezTo>
                  <a:cubicBezTo>
                    <a:pt x="5955" y="1292"/>
                    <a:pt x="5797" y="1449"/>
                    <a:pt x="5608" y="1449"/>
                  </a:cubicBezTo>
                  <a:cubicBezTo>
                    <a:pt x="5388" y="1449"/>
                    <a:pt x="5230" y="1292"/>
                    <a:pt x="5230" y="1103"/>
                  </a:cubicBezTo>
                  <a:cubicBezTo>
                    <a:pt x="5199" y="945"/>
                    <a:pt x="5356" y="756"/>
                    <a:pt x="5608" y="756"/>
                  </a:cubicBezTo>
                  <a:close/>
                  <a:moveTo>
                    <a:pt x="5159" y="4072"/>
                  </a:moveTo>
                  <a:cubicBezTo>
                    <a:pt x="5254" y="4072"/>
                    <a:pt x="5340" y="4112"/>
                    <a:pt x="5388" y="4190"/>
                  </a:cubicBezTo>
                  <a:cubicBezTo>
                    <a:pt x="5545" y="4348"/>
                    <a:pt x="5545" y="4568"/>
                    <a:pt x="5388" y="4694"/>
                  </a:cubicBezTo>
                  <a:cubicBezTo>
                    <a:pt x="5041" y="5041"/>
                    <a:pt x="4569" y="5230"/>
                    <a:pt x="4096" y="5230"/>
                  </a:cubicBezTo>
                  <a:cubicBezTo>
                    <a:pt x="3623" y="5230"/>
                    <a:pt x="3119" y="5041"/>
                    <a:pt x="2804" y="4694"/>
                  </a:cubicBezTo>
                  <a:cubicBezTo>
                    <a:pt x="2647" y="4537"/>
                    <a:pt x="2647" y="4285"/>
                    <a:pt x="2804" y="4190"/>
                  </a:cubicBezTo>
                  <a:cubicBezTo>
                    <a:pt x="2883" y="4112"/>
                    <a:pt x="2978" y="4072"/>
                    <a:pt x="3068" y="4072"/>
                  </a:cubicBezTo>
                  <a:cubicBezTo>
                    <a:pt x="3159" y="4072"/>
                    <a:pt x="3245" y="4112"/>
                    <a:pt x="3308" y="4190"/>
                  </a:cubicBezTo>
                  <a:cubicBezTo>
                    <a:pt x="3513" y="4379"/>
                    <a:pt x="3797" y="4474"/>
                    <a:pt x="4084" y="4474"/>
                  </a:cubicBezTo>
                  <a:cubicBezTo>
                    <a:pt x="4372" y="4474"/>
                    <a:pt x="4663" y="4379"/>
                    <a:pt x="4884" y="4190"/>
                  </a:cubicBezTo>
                  <a:cubicBezTo>
                    <a:pt x="4962" y="4112"/>
                    <a:pt x="5065" y="4072"/>
                    <a:pt x="5159" y="4072"/>
                  </a:cubicBezTo>
                  <a:close/>
                  <a:moveTo>
                    <a:pt x="0" y="0"/>
                  </a:moveTo>
                  <a:lnTo>
                    <a:pt x="0" y="3403"/>
                  </a:lnTo>
                  <a:cubicBezTo>
                    <a:pt x="0" y="4663"/>
                    <a:pt x="599" y="5829"/>
                    <a:pt x="1513" y="6585"/>
                  </a:cubicBezTo>
                  <a:lnTo>
                    <a:pt x="1513" y="4127"/>
                  </a:lnTo>
                  <a:cubicBezTo>
                    <a:pt x="1513" y="3119"/>
                    <a:pt x="2332" y="2300"/>
                    <a:pt x="3340" y="2300"/>
                  </a:cubicBezTo>
                  <a:cubicBezTo>
                    <a:pt x="3560" y="2300"/>
                    <a:pt x="3718" y="2458"/>
                    <a:pt x="3718" y="2647"/>
                  </a:cubicBezTo>
                  <a:cubicBezTo>
                    <a:pt x="3718" y="2836"/>
                    <a:pt x="3560" y="2993"/>
                    <a:pt x="3340" y="2993"/>
                  </a:cubicBezTo>
                  <a:cubicBezTo>
                    <a:pt x="2710" y="2993"/>
                    <a:pt x="2237" y="3497"/>
                    <a:pt x="2237" y="4096"/>
                  </a:cubicBezTo>
                  <a:lnTo>
                    <a:pt x="2237" y="7026"/>
                  </a:lnTo>
                  <a:cubicBezTo>
                    <a:pt x="2804" y="7278"/>
                    <a:pt x="3434" y="7498"/>
                    <a:pt x="4096" y="7498"/>
                  </a:cubicBezTo>
                  <a:cubicBezTo>
                    <a:pt x="4758" y="7498"/>
                    <a:pt x="5388" y="7341"/>
                    <a:pt x="5955" y="7026"/>
                  </a:cubicBezTo>
                  <a:lnTo>
                    <a:pt x="5955" y="4096"/>
                  </a:lnTo>
                  <a:cubicBezTo>
                    <a:pt x="5955" y="3466"/>
                    <a:pt x="5451" y="2993"/>
                    <a:pt x="4852" y="2993"/>
                  </a:cubicBezTo>
                  <a:cubicBezTo>
                    <a:pt x="4663" y="2993"/>
                    <a:pt x="4506" y="2836"/>
                    <a:pt x="4506" y="2647"/>
                  </a:cubicBezTo>
                  <a:cubicBezTo>
                    <a:pt x="4506" y="2458"/>
                    <a:pt x="4663" y="2300"/>
                    <a:pt x="4852" y="2300"/>
                  </a:cubicBezTo>
                  <a:cubicBezTo>
                    <a:pt x="5860" y="2300"/>
                    <a:pt x="6711" y="3119"/>
                    <a:pt x="6711" y="4127"/>
                  </a:cubicBezTo>
                  <a:lnTo>
                    <a:pt x="6711" y="6585"/>
                  </a:lnTo>
                  <a:cubicBezTo>
                    <a:pt x="7593" y="5829"/>
                    <a:pt x="8192" y="4663"/>
                    <a:pt x="8192" y="3403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7243;p83"/>
            <p:cNvSpPr/>
            <p:nvPr/>
          </p:nvSpPr>
          <p:spPr>
            <a:xfrm>
              <a:off x="-57860975" y="3197925"/>
              <a:ext cx="119750" cy="37250"/>
            </a:xfrm>
            <a:custGeom>
              <a:avLst/>
              <a:gdLst/>
              <a:ahLst/>
              <a:cxnLst/>
              <a:rect l="l" t="t" r="r" b="b"/>
              <a:pathLst>
                <a:path w="4790" h="1490" extrusionOk="0">
                  <a:moveTo>
                    <a:pt x="2383" y="1"/>
                  </a:moveTo>
                  <a:cubicBezTo>
                    <a:pt x="1812" y="1"/>
                    <a:pt x="1245" y="214"/>
                    <a:pt x="851" y="639"/>
                  </a:cubicBezTo>
                  <a:lnTo>
                    <a:pt x="1" y="1490"/>
                  </a:lnTo>
                  <a:lnTo>
                    <a:pt x="4789" y="1490"/>
                  </a:lnTo>
                  <a:lnTo>
                    <a:pt x="3939" y="639"/>
                  </a:lnTo>
                  <a:cubicBezTo>
                    <a:pt x="3529" y="214"/>
                    <a:pt x="2954" y="1"/>
                    <a:pt x="23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4" name="Google Shape;7244;p83"/>
          <p:cNvGrpSpPr/>
          <p:nvPr/>
        </p:nvGrpSpPr>
        <p:grpSpPr>
          <a:xfrm>
            <a:off x="4905064" y="1987846"/>
            <a:ext cx="314662" cy="358971"/>
            <a:chOff x="-57940525" y="3590375"/>
            <a:chExt cx="279625" cy="319000"/>
          </a:xfrm>
        </p:grpSpPr>
        <p:sp>
          <p:nvSpPr>
            <p:cNvPr id="7245" name="Google Shape;7245;p83"/>
            <p:cNvSpPr/>
            <p:nvPr/>
          </p:nvSpPr>
          <p:spPr>
            <a:xfrm>
              <a:off x="-57940525" y="3727425"/>
              <a:ext cx="18150" cy="63800"/>
            </a:xfrm>
            <a:custGeom>
              <a:avLst/>
              <a:gdLst/>
              <a:ahLst/>
              <a:cxnLst/>
              <a:rect l="l" t="t" r="r" b="b"/>
              <a:pathLst>
                <a:path w="726" h="2552" extrusionOk="0">
                  <a:moveTo>
                    <a:pt x="725" y="0"/>
                  </a:moveTo>
                  <a:cubicBezTo>
                    <a:pt x="253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25" y="2552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7246;p83"/>
            <p:cNvSpPr/>
            <p:nvPr/>
          </p:nvSpPr>
          <p:spPr>
            <a:xfrm>
              <a:off x="-57904300" y="3686450"/>
              <a:ext cx="205600" cy="111075"/>
            </a:xfrm>
            <a:custGeom>
              <a:avLst/>
              <a:gdLst/>
              <a:ahLst/>
              <a:cxnLst/>
              <a:rect l="l" t="t" r="r" b="b"/>
              <a:pathLst>
                <a:path w="8224" h="4443" extrusionOk="0">
                  <a:moveTo>
                    <a:pt x="2647" y="2143"/>
                  </a:moveTo>
                  <a:cubicBezTo>
                    <a:pt x="2836" y="2143"/>
                    <a:pt x="2994" y="2301"/>
                    <a:pt x="2994" y="2521"/>
                  </a:cubicBezTo>
                  <a:cubicBezTo>
                    <a:pt x="2994" y="2710"/>
                    <a:pt x="2836" y="2868"/>
                    <a:pt x="2647" y="2868"/>
                  </a:cubicBezTo>
                  <a:cubicBezTo>
                    <a:pt x="2427" y="2868"/>
                    <a:pt x="2301" y="2710"/>
                    <a:pt x="2301" y="2521"/>
                  </a:cubicBezTo>
                  <a:cubicBezTo>
                    <a:pt x="2301" y="2301"/>
                    <a:pt x="2427" y="2143"/>
                    <a:pt x="2647" y="2143"/>
                  </a:cubicBezTo>
                  <a:close/>
                  <a:moveTo>
                    <a:pt x="5640" y="2143"/>
                  </a:moveTo>
                  <a:cubicBezTo>
                    <a:pt x="5829" y="2143"/>
                    <a:pt x="5987" y="2301"/>
                    <a:pt x="5987" y="2521"/>
                  </a:cubicBezTo>
                  <a:cubicBezTo>
                    <a:pt x="5987" y="2710"/>
                    <a:pt x="5829" y="2868"/>
                    <a:pt x="5640" y="2868"/>
                  </a:cubicBezTo>
                  <a:cubicBezTo>
                    <a:pt x="5420" y="2868"/>
                    <a:pt x="5262" y="2710"/>
                    <a:pt x="5262" y="2521"/>
                  </a:cubicBezTo>
                  <a:cubicBezTo>
                    <a:pt x="5262" y="2301"/>
                    <a:pt x="5420" y="2143"/>
                    <a:pt x="5640" y="2143"/>
                  </a:cubicBezTo>
                  <a:close/>
                  <a:moveTo>
                    <a:pt x="1923" y="1"/>
                  </a:moveTo>
                  <a:lnTo>
                    <a:pt x="1" y="1923"/>
                  </a:lnTo>
                  <a:lnTo>
                    <a:pt x="1" y="4443"/>
                  </a:lnTo>
                  <a:lnTo>
                    <a:pt x="1765" y="4443"/>
                  </a:lnTo>
                  <a:cubicBezTo>
                    <a:pt x="2490" y="3986"/>
                    <a:pt x="3309" y="3758"/>
                    <a:pt x="4124" y="3758"/>
                  </a:cubicBezTo>
                  <a:cubicBezTo>
                    <a:pt x="4939" y="3758"/>
                    <a:pt x="5751" y="3986"/>
                    <a:pt x="6459" y="4443"/>
                  </a:cubicBezTo>
                  <a:lnTo>
                    <a:pt x="8224" y="4443"/>
                  </a:lnTo>
                  <a:lnTo>
                    <a:pt x="8224" y="1923"/>
                  </a:lnTo>
                  <a:lnTo>
                    <a:pt x="6302" y="1"/>
                  </a:lnTo>
                  <a:cubicBezTo>
                    <a:pt x="5625" y="395"/>
                    <a:pt x="4876" y="592"/>
                    <a:pt x="4124" y="592"/>
                  </a:cubicBezTo>
                  <a:cubicBezTo>
                    <a:pt x="3372" y="592"/>
                    <a:pt x="2616" y="395"/>
                    <a:pt x="19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7247;p83"/>
            <p:cNvSpPr/>
            <p:nvPr/>
          </p:nvSpPr>
          <p:spPr>
            <a:xfrm>
              <a:off x="-57903500" y="3590375"/>
              <a:ext cx="205575" cy="117375"/>
            </a:xfrm>
            <a:custGeom>
              <a:avLst/>
              <a:gdLst/>
              <a:ahLst/>
              <a:cxnLst/>
              <a:rect l="l" t="t" r="r" b="b"/>
              <a:pathLst>
                <a:path w="8223" h="4695" extrusionOk="0">
                  <a:moveTo>
                    <a:pt x="4096" y="0"/>
                  </a:moveTo>
                  <a:cubicBezTo>
                    <a:pt x="3560" y="0"/>
                    <a:pt x="3088" y="315"/>
                    <a:pt x="2804" y="756"/>
                  </a:cubicBezTo>
                  <a:cubicBezTo>
                    <a:pt x="2753" y="751"/>
                    <a:pt x="2702" y="748"/>
                    <a:pt x="2651" y="748"/>
                  </a:cubicBezTo>
                  <a:cubicBezTo>
                    <a:pt x="2101" y="748"/>
                    <a:pt x="1551" y="1051"/>
                    <a:pt x="1292" y="1512"/>
                  </a:cubicBezTo>
                  <a:cubicBezTo>
                    <a:pt x="567" y="1638"/>
                    <a:pt x="0" y="2269"/>
                    <a:pt x="0" y="3056"/>
                  </a:cubicBezTo>
                  <a:lnTo>
                    <a:pt x="0" y="4694"/>
                  </a:lnTo>
                  <a:lnTo>
                    <a:pt x="1607" y="3088"/>
                  </a:lnTo>
                  <a:cubicBezTo>
                    <a:pt x="1683" y="3011"/>
                    <a:pt x="1783" y="2970"/>
                    <a:pt x="1884" y="2970"/>
                  </a:cubicBezTo>
                  <a:cubicBezTo>
                    <a:pt x="1951" y="2970"/>
                    <a:pt x="2018" y="2987"/>
                    <a:pt x="2080" y="3025"/>
                  </a:cubicBezTo>
                  <a:cubicBezTo>
                    <a:pt x="2694" y="3450"/>
                    <a:pt x="3403" y="3663"/>
                    <a:pt x="4112" y="3663"/>
                  </a:cubicBezTo>
                  <a:cubicBezTo>
                    <a:pt x="4821" y="3663"/>
                    <a:pt x="5529" y="3450"/>
                    <a:pt x="6144" y="3025"/>
                  </a:cubicBezTo>
                  <a:cubicBezTo>
                    <a:pt x="6206" y="2987"/>
                    <a:pt x="6273" y="2970"/>
                    <a:pt x="6339" y="2970"/>
                  </a:cubicBezTo>
                  <a:cubicBezTo>
                    <a:pt x="6441" y="2970"/>
                    <a:pt x="6540" y="3011"/>
                    <a:pt x="6616" y="3088"/>
                  </a:cubicBezTo>
                  <a:lnTo>
                    <a:pt x="8223" y="4694"/>
                  </a:lnTo>
                  <a:lnTo>
                    <a:pt x="8223" y="3056"/>
                  </a:lnTo>
                  <a:cubicBezTo>
                    <a:pt x="8192" y="2300"/>
                    <a:pt x="7656" y="1638"/>
                    <a:pt x="6900" y="1512"/>
                  </a:cubicBezTo>
                  <a:cubicBezTo>
                    <a:pt x="6641" y="1051"/>
                    <a:pt x="6091" y="748"/>
                    <a:pt x="5541" y="748"/>
                  </a:cubicBezTo>
                  <a:cubicBezTo>
                    <a:pt x="5490" y="748"/>
                    <a:pt x="5439" y="751"/>
                    <a:pt x="5388" y="756"/>
                  </a:cubicBezTo>
                  <a:cubicBezTo>
                    <a:pt x="5136" y="284"/>
                    <a:pt x="4663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7248;p83"/>
            <p:cNvSpPr/>
            <p:nvPr/>
          </p:nvSpPr>
          <p:spPr>
            <a:xfrm>
              <a:off x="-57903500" y="3798700"/>
              <a:ext cx="204800" cy="110675"/>
            </a:xfrm>
            <a:custGeom>
              <a:avLst/>
              <a:gdLst/>
              <a:ahLst/>
              <a:cxnLst/>
              <a:rect l="l" t="t" r="r" b="b"/>
              <a:pathLst>
                <a:path w="8192" h="4427" extrusionOk="0">
                  <a:moveTo>
                    <a:pt x="5159" y="1001"/>
                  </a:moveTo>
                  <a:cubicBezTo>
                    <a:pt x="5254" y="1001"/>
                    <a:pt x="5340" y="1040"/>
                    <a:pt x="5388" y="1119"/>
                  </a:cubicBezTo>
                  <a:cubicBezTo>
                    <a:pt x="5545" y="1245"/>
                    <a:pt x="5545" y="1465"/>
                    <a:pt x="5388" y="1654"/>
                  </a:cubicBezTo>
                  <a:cubicBezTo>
                    <a:pt x="5041" y="2001"/>
                    <a:pt x="4569" y="2190"/>
                    <a:pt x="4096" y="2190"/>
                  </a:cubicBezTo>
                  <a:cubicBezTo>
                    <a:pt x="3623" y="2190"/>
                    <a:pt x="3119" y="2001"/>
                    <a:pt x="2804" y="1654"/>
                  </a:cubicBezTo>
                  <a:cubicBezTo>
                    <a:pt x="2647" y="1497"/>
                    <a:pt x="2647" y="1245"/>
                    <a:pt x="2804" y="1119"/>
                  </a:cubicBezTo>
                  <a:cubicBezTo>
                    <a:pt x="2883" y="1040"/>
                    <a:pt x="2978" y="1001"/>
                    <a:pt x="3068" y="1001"/>
                  </a:cubicBezTo>
                  <a:cubicBezTo>
                    <a:pt x="3159" y="1001"/>
                    <a:pt x="3245" y="1040"/>
                    <a:pt x="3308" y="1119"/>
                  </a:cubicBezTo>
                  <a:cubicBezTo>
                    <a:pt x="3529" y="1339"/>
                    <a:pt x="3812" y="1449"/>
                    <a:pt x="4096" y="1449"/>
                  </a:cubicBezTo>
                  <a:cubicBezTo>
                    <a:pt x="4380" y="1449"/>
                    <a:pt x="4663" y="1339"/>
                    <a:pt x="4884" y="1119"/>
                  </a:cubicBezTo>
                  <a:cubicBezTo>
                    <a:pt x="4962" y="1040"/>
                    <a:pt x="5065" y="1001"/>
                    <a:pt x="5159" y="1001"/>
                  </a:cubicBezTo>
                  <a:close/>
                  <a:moveTo>
                    <a:pt x="4080" y="0"/>
                  </a:moveTo>
                  <a:cubicBezTo>
                    <a:pt x="3371" y="0"/>
                    <a:pt x="2663" y="205"/>
                    <a:pt x="2048" y="615"/>
                  </a:cubicBezTo>
                  <a:cubicBezTo>
                    <a:pt x="1985" y="646"/>
                    <a:pt x="1922" y="678"/>
                    <a:pt x="1859" y="678"/>
                  </a:cubicBezTo>
                  <a:lnTo>
                    <a:pt x="0" y="678"/>
                  </a:lnTo>
                  <a:cubicBezTo>
                    <a:pt x="189" y="2788"/>
                    <a:pt x="1922" y="4427"/>
                    <a:pt x="4096" y="4427"/>
                  </a:cubicBezTo>
                  <a:cubicBezTo>
                    <a:pt x="6270" y="4427"/>
                    <a:pt x="8003" y="2788"/>
                    <a:pt x="8192" y="678"/>
                  </a:cubicBezTo>
                  <a:lnTo>
                    <a:pt x="6333" y="678"/>
                  </a:lnTo>
                  <a:cubicBezTo>
                    <a:pt x="6270" y="678"/>
                    <a:pt x="6175" y="646"/>
                    <a:pt x="6112" y="615"/>
                  </a:cubicBezTo>
                  <a:cubicBezTo>
                    <a:pt x="5498" y="205"/>
                    <a:pt x="4789" y="0"/>
                    <a:pt x="4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7249;p83"/>
            <p:cNvSpPr/>
            <p:nvPr/>
          </p:nvSpPr>
          <p:spPr>
            <a:xfrm>
              <a:off x="-57679825" y="37266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84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0" name="Google Shape;7250;p83"/>
          <p:cNvGrpSpPr/>
          <p:nvPr/>
        </p:nvGrpSpPr>
        <p:grpSpPr>
          <a:xfrm>
            <a:off x="4875945" y="2429217"/>
            <a:ext cx="358099" cy="358999"/>
            <a:chOff x="-57959425" y="3982600"/>
            <a:chExt cx="318225" cy="319025"/>
          </a:xfrm>
        </p:grpSpPr>
        <p:sp>
          <p:nvSpPr>
            <p:cNvPr id="7251" name="Google Shape;7251;p83"/>
            <p:cNvSpPr/>
            <p:nvPr/>
          </p:nvSpPr>
          <p:spPr>
            <a:xfrm>
              <a:off x="-57771975" y="41503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7252;p83"/>
            <p:cNvSpPr/>
            <p:nvPr/>
          </p:nvSpPr>
          <p:spPr>
            <a:xfrm>
              <a:off x="-57959425" y="3982600"/>
              <a:ext cx="318225" cy="130775"/>
            </a:xfrm>
            <a:custGeom>
              <a:avLst/>
              <a:gdLst/>
              <a:ahLst/>
              <a:cxnLst/>
              <a:rect l="l" t="t" r="r" b="b"/>
              <a:pathLst>
                <a:path w="12729" h="5231" extrusionOk="0">
                  <a:moveTo>
                    <a:pt x="7081" y="1521"/>
                  </a:moveTo>
                  <a:cubicBezTo>
                    <a:pt x="7176" y="1521"/>
                    <a:pt x="7262" y="1560"/>
                    <a:pt x="7310" y="1639"/>
                  </a:cubicBezTo>
                  <a:cubicBezTo>
                    <a:pt x="7436" y="1796"/>
                    <a:pt x="7467" y="2048"/>
                    <a:pt x="7310" y="2174"/>
                  </a:cubicBezTo>
                  <a:lnTo>
                    <a:pt x="6837" y="2647"/>
                  </a:lnTo>
                  <a:lnTo>
                    <a:pt x="7310" y="3120"/>
                  </a:lnTo>
                  <a:cubicBezTo>
                    <a:pt x="7467" y="3246"/>
                    <a:pt x="7467" y="3498"/>
                    <a:pt x="7310" y="3624"/>
                  </a:cubicBezTo>
                  <a:cubicBezTo>
                    <a:pt x="7231" y="3702"/>
                    <a:pt x="7136" y="3742"/>
                    <a:pt x="7046" y="3742"/>
                  </a:cubicBezTo>
                  <a:cubicBezTo>
                    <a:pt x="6955" y="3742"/>
                    <a:pt x="6869" y="3702"/>
                    <a:pt x="6806" y="3624"/>
                  </a:cubicBezTo>
                  <a:lnTo>
                    <a:pt x="6333" y="3151"/>
                  </a:lnTo>
                  <a:lnTo>
                    <a:pt x="5860" y="3624"/>
                  </a:lnTo>
                  <a:cubicBezTo>
                    <a:pt x="5782" y="3702"/>
                    <a:pt x="5687" y="3742"/>
                    <a:pt x="5597" y="3742"/>
                  </a:cubicBezTo>
                  <a:cubicBezTo>
                    <a:pt x="5506" y="3742"/>
                    <a:pt x="5419" y="3702"/>
                    <a:pt x="5356" y="3624"/>
                  </a:cubicBezTo>
                  <a:cubicBezTo>
                    <a:pt x="5199" y="3466"/>
                    <a:pt x="5199" y="3214"/>
                    <a:pt x="5356" y="3120"/>
                  </a:cubicBezTo>
                  <a:lnTo>
                    <a:pt x="5829" y="2647"/>
                  </a:lnTo>
                  <a:lnTo>
                    <a:pt x="5356" y="2174"/>
                  </a:lnTo>
                  <a:cubicBezTo>
                    <a:pt x="5199" y="2017"/>
                    <a:pt x="5199" y="1765"/>
                    <a:pt x="5356" y="1639"/>
                  </a:cubicBezTo>
                  <a:cubicBezTo>
                    <a:pt x="5435" y="1560"/>
                    <a:pt x="5530" y="1521"/>
                    <a:pt x="5620" y="1521"/>
                  </a:cubicBezTo>
                  <a:cubicBezTo>
                    <a:pt x="5711" y="1521"/>
                    <a:pt x="5797" y="1560"/>
                    <a:pt x="5860" y="1639"/>
                  </a:cubicBezTo>
                  <a:lnTo>
                    <a:pt x="6333" y="2111"/>
                  </a:lnTo>
                  <a:lnTo>
                    <a:pt x="6806" y="1639"/>
                  </a:lnTo>
                  <a:cubicBezTo>
                    <a:pt x="6884" y="1560"/>
                    <a:pt x="6987" y="1521"/>
                    <a:pt x="7081" y="1521"/>
                  </a:cubicBezTo>
                  <a:close/>
                  <a:moveTo>
                    <a:pt x="6333" y="1"/>
                  </a:moveTo>
                  <a:cubicBezTo>
                    <a:pt x="5388" y="1"/>
                    <a:pt x="4506" y="379"/>
                    <a:pt x="3907" y="1072"/>
                  </a:cubicBezTo>
                  <a:cubicBezTo>
                    <a:pt x="3389" y="1628"/>
                    <a:pt x="2673" y="1927"/>
                    <a:pt x="1944" y="1927"/>
                  </a:cubicBezTo>
                  <a:cubicBezTo>
                    <a:pt x="1474" y="1927"/>
                    <a:pt x="999" y="1803"/>
                    <a:pt x="568" y="1544"/>
                  </a:cubicBezTo>
                  <a:cubicBezTo>
                    <a:pt x="505" y="1505"/>
                    <a:pt x="438" y="1487"/>
                    <a:pt x="373" y="1487"/>
                  </a:cubicBezTo>
                  <a:cubicBezTo>
                    <a:pt x="178" y="1487"/>
                    <a:pt x="1" y="1647"/>
                    <a:pt x="1" y="1859"/>
                  </a:cubicBezTo>
                  <a:lnTo>
                    <a:pt x="1" y="2426"/>
                  </a:lnTo>
                  <a:cubicBezTo>
                    <a:pt x="1" y="3970"/>
                    <a:pt x="1261" y="5230"/>
                    <a:pt x="2804" y="5230"/>
                  </a:cubicBezTo>
                  <a:cubicBezTo>
                    <a:pt x="3624" y="5230"/>
                    <a:pt x="4096" y="4915"/>
                    <a:pt x="4884" y="4537"/>
                  </a:cubicBezTo>
                  <a:cubicBezTo>
                    <a:pt x="4915" y="4474"/>
                    <a:pt x="5010" y="4474"/>
                    <a:pt x="5041" y="4474"/>
                  </a:cubicBezTo>
                  <a:lnTo>
                    <a:pt x="7688" y="4474"/>
                  </a:lnTo>
                  <a:cubicBezTo>
                    <a:pt x="7719" y="4474"/>
                    <a:pt x="7782" y="4474"/>
                    <a:pt x="7845" y="4537"/>
                  </a:cubicBezTo>
                  <a:cubicBezTo>
                    <a:pt x="8664" y="4915"/>
                    <a:pt x="9105" y="5230"/>
                    <a:pt x="9925" y="5230"/>
                  </a:cubicBezTo>
                  <a:cubicBezTo>
                    <a:pt x="11468" y="5230"/>
                    <a:pt x="12729" y="3970"/>
                    <a:pt x="12729" y="2426"/>
                  </a:cubicBezTo>
                  <a:lnTo>
                    <a:pt x="12729" y="1891"/>
                  </a:lnTo>
                  <a:cubicBezTo>
                    <a:pt x="12729" y="1698"/>
                    <a:pt x="12543" y="1523"/>
                    <a:pt x="12329" y="1523"/>
                  </a:cubicBezTo>
                  <a:cubicBezTo>
                    <a:pt x="12264" y="1523"/>
                    <a:pt x="12196" y="1539"/>
                    <a:pt x="12130" y="1576"/>
                  </a:cubicBezTo>
                  <a:cubicBezTo>
                    <a:pt x="11708" y="1824"/>
                    <a:pt x="11233" y="1945"/>
                    <a:pt x="10762" y="1945"/>
                  </a:cubicBezTo>
                  <a:cubicBezTo>
                    <a:pt x="10036" y="1945"/>
                    <a:pt x="9319" y="1657"/>
                    <a:pt x="8822" y="1103"/>
                  </a:cubicBezTo>
                  <a:cubicBezTo>
                    <a:pt x="8192" y="442"/>
                    <a:pt x="7310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7253;p83"/>
            <p:cNvSpPr/>
            <p:nvPr/>
          </p:nvSpPr>
          <p:spPr>
            <a:xfrm>
              <a:off x="-57903500" y="4125950"/>
              <a:ext cx="204800" cy="175675"/>
            </a:xfrm>
            <a:custGeom>
              <a:avLst/>
              <a:gdLst/>
              <a:ahLst/>
              <a:cxnLst/>
              <a:rect l="l" t="t" r="r" b="b"/>
              <a:pathLst>
                <a:path w="8192" h="7027" extrusionOk="0">
                  <a:moveTo>
                    <a:pt x="2615" y="1009"/>
                  </a:moveTo>
                  <a:cubicBezTo>
                    <a:pt x="2804" y="1009"/>
                    <a:pt x="2962" y="1166"/>
                    <a:pt x="2962" y="1355"/>
                  </a:cubicBezTo>
                  <a:cubicBezTo>
                    <a:pt x="2962" y="1544"/>
                    <a:pt x="2804" y="1702"/>
                    <a:pt x="2615" y="1702"/>
                  </a:cubicBezTo>
                  <a:cubicBezTo>
                    <a:pt x="2395" y="1702"/>
                    <a:pt x="2237" y="1576"/>
                    <a:pt x="2237" y="1355"/>
                  </a:cubicBezTo>
                  <a:cubicBezTo>
                    <a:pt x="2237" y="1166"/>
                    <a:pt x="2395" y="1009"/>
                    <a:pt x="2615" y="1009"/>
                  </a:cubicBezTo>
                  <a:close/>
                  <a:moveTo>
                    <a:pt x="5163" y="3600"/>
                  </a:moveTo>
                  <a:cubicBezTo>
                    <a:pt x="5262" y="3600"/>
                    <a:pt x="5356" y="3639"/>
                    <a:pt x="5419" y="3718"/>
                  </a:cubicBezTo>
                  <a:cubicBezTo>
                    <a:pt x="5608" y="3844"/>
                    <a:pt x="5608" y="4065"/>
                    <a:pt x="5451" y="4222"/>
                  </a:cubicBezTo>
                  <a:cubicBezTo>
                    <a:pt x="5073" y="4569"/>
                    <a:pt x="4600" y="4789"/>
                    <a:pt x="4096" y="4789"/>
                  </a:cubicBezTo>
                  <a:cubicBezTo>
                    <a:pt x="3592" y="4789"/>
                    <a:pt x="3119" y="4569"/>
                    <a:pt x="2804" y="4222"/>
                  </a:cubicBezTo>
                  <a:cubicBezTo>
                    <a:pt x="2647" y="4065"/>
                    <a:pt x="2647" y="3844"/>
                    <a:pt x="2804" y="3718"/>
                  </a:cubicBezTo>
                  <a:cubicBezTo>
                    <a:pt x="2883" y="3639"/>
                    <a:pt x="2978" y="3600"/>
                    <a:pt x="3068" y="3600"/>
                  </a:cubicBezTo>
                  <a:cubicBezTo>
                    <a:pt x="3159" y="3600"/>
                    <a:pt x="3245" y="3639"/>
                    <a:pt x="3308" y="3718"/>
                  </a:cubicBezTo>
                  <a:cubicBezTo>
                    <a:pt x="3529" y="3939"/>
                    <a:pt x="3812" y="4049"/>
                    <a:pt x="4096" y="4049"/>
                  </a:cubicBezTo>
                  <a:cubicBezTo>
                    <a:pt x="4380" y="4049"/>
                    <a:pt x="4663" y="3939"/>
                    <a:pt x="4884" y="3718"/>
                  </a:cubicBezTo>
                  <a:cubicBezTo>
                    <a:pt x="4962" y="3639"/>
                    <a:pt x="5065" y="3600"/>
                    <a:pt x="5163" y="3600"/>
                  </a:cubicBezTo>
                  <a:close/>
                  <a:moveTo>
                    <a:pt x="1828" y="0"/>
                  </a:moveTo>
                  <a:cubicBezTo>
                    <a:pt x="1418" y="158"/>
                    <a:pt x="977" y="253"/>
                    <a:pt x="567" y="253"/>
                  </a:cubicBezTo>
                  <a:cubicBezTo>
                    <a:pt x="347" y="253"/>
                    <a:pt x="221" y="221"/>
                    <a:pt x="0" y="221"/>
                  </a:cubicBezTo>
                  <a:lnTo>
                    <a:pt x="0" y="2899"/>
                  </a:lnTo>
                  <a:cubicBezTo>
                    <a:pt x="0" y="5136"/>
                    <a:pt x="1859" y="7026"/>
                    <a:pt x="4096" y="7026"/>
                  </a:cubicBezTo>
                  <a:cubicBezTo>
                    <a:pt x="6270" y="7026"/>
                    <a:pt x="8097" y="5262"/>
                    <a:pt x="8192" y="3119"/>
                  </a:cubicBezTo>
                  <a:lnTo>
                    <a:pt x="6333" y="2206"/>
                  </a:lnTo>
                  <a:cubicBezTo>
                    <a:pt x="6144" y="2363"/>
                    <a:pt x="5860" y="2489"/>
                    <a:pt x="5608" y="2489"/>
                  </a:cubicBezTo>
                  <a:cubicBezTo>
                    <a:pt x="4978" y="2489"/>
                    <a:pt x="4474" y="1985"/>
                    <a:pt x="4506" y="1324"/>
                  </a:cubicBezTo>
                  <a:lnTo>
                    <a:pt x="18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7254;p83"/>
            <p:cNvSpPr/>
            <p:nvPr/>
          </p:nvSpPr>
          <p:spPr>
            <a:xfrm>
              <a:off x="-57835775" y="4113350"/>
              <a:ext cx="138650" cy="70125"/>
            </a:xfrm>
            <a:custGeom>
              <a:avLst/>
              <a:gdLst/>
              <a:ahLst/>
              <a:cxnLst/>
              <a:rect l="l" t="t" r="r" b="b"/>
              <a:pathLst>
                <a:path w="5546" h="2805" extrusionOk="0">
                  <a:moveTo>
                    <a:pt x="221" y="0"/>
                  </a:moveTo>
                  <a:lnTo>
                    <a:pt x="1" y="95"/>
                  </a:lnTo>
                  <a:lnTo>
                    <a:pt x="2112" y="1103"/>
                  </a:lnTo>
                  <a:cubicBezTo>
                    <a:pt x="2301" y="883"/>
                    <a:pt x="2616" y="757"/>
                    <a:pt x="2931" y="757"/>
                  </a:cubicBezTo>
                  <a:cubicBezTo>
                    <a:pt x="3592" y="757"/>
                    <a:pt x="4159" y="1355"/>
                    <a:pt x="4033" y="2048"/>
                  </a:cubicBezTo>
                  <a:lnTo>
                    <a:pt x="5546" y="2804"/>
                  </a:lnTo>
                  <a:lnTo>
                    <a:pt x="5546" y="725"/>
                  </a:lnTo>
                  <a:cubicBezTo>
                    <a:pt x="5325" y="725"/>
                    <a:pt x="5136" y="757"/>
                    <a:pt x="4979" y="757"/>
                  </a:cubicBezTo>
                  <a:cubicBezTo>
                    <a:pt x="4033" y="757"/>
                    <a:pt x="3435" y="410"/>
                    <a:pt x="26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5" name="Google Shape;7255;p83"/>
          <p:cNvGrpSpPr/>
          <p:nvPr/>
        </p:nvGrpSpPr>
        <p:grpSpPr>
          <a:xfrm>
            <a:off x="7076112" y="1532546"/>
            <a:ext cx="357226" cy="357226"/>
            <a:chOff x="-55987225" y="3198925"/>
            <a:chExt cx="317450" cy="317450"/>
          </a:xfrm>
        </p:grpSpPr>
        <p:sp>
          <p:nvSpPr>
            <p:cNvPr id="7256" name="Google Shape;7256;p83"/>
            <p:cNvSpPr/>
            <p:nvPr/>
          </p:nvSpPr>
          <p:spPr>
            <a:xfrm>
              <a:off x="-55987225" y="3261925"/>
              <a:ext cx="173300" cy="198500"/>
            </a:xfrm>
            <a:custGeom>
              <a:avLst/>
              <a:gdLst/>
              <a:ahLst/>
              <a:cxnLst/>
              <a:rect l="l" t="t" r="r" b="b"/>
              <a:pathLst>
                <a:path w="6932" h="7940" extrusionOk="0">
                  <a:moveTo>
                    <a:pt x="4821" y="1954"/>
                  </a:moveTo>
                  <a:cubicBezTo>
                    <a:pt x="5042" y="1954"/>
                    <a:pt x="5199" y="2112"/>
                    <a:pt x="5199" y="2332"/>
                  </a:cubicBezTo>
                  <a:cubicBezTo>
                    <a:pt x="5199" y="2521"/>
                    <a:pt x="5042" y="2679"/>
                    <a:pt x="4821" y="2679"/>
                  </a:cubicBezTo>
                  <a:cubicBezTo>
                    <a:pt x="4632" y="2679"/>
                    <a:pt x="4475" y="2521"/>
                    <a:pt x="4475" y="2332"/>
                  </a:cubicBezTo>
                  <a:cubicBezTo>
                    <a:pt x="4475" y="2175"/>
                    <a:pt x="4632" y="1954"/>
                    <a:pt x="4821" y="1954"/>
                  </a:cubicBezTo>
                  <a:close/>
                  <a:moveTo>
                    <a:pt x="1041" y="4380"/>
                  </a:moveTo>
                  <a:cubicBezTo>
                    <a:pt x="1324" y="4726"/>
                    <a:pt x="1765" y="4947"/>
                    <a:pt x="2269" y="4947"/>
                  </a:cubicBezTo>
                  <a:cubicBezTo>
                    <a:pt x="2238" y="5388"/>
                    <a:pt x="1891" y="5703"/>
                    <a:pt x="1482" y="5703"/>
                  </a:cubicBezTo>
                  <a:cubicBezTo>
                    <a:pt x="1104" y="5703"/>
                    <a:pt x="726" y="5357"/>
                    <a:pt x="726" y="4947"/>
                  </a:cubicBezTo>
                  <a:cubicBezTo>
                    <a:pt x="726" y="4726"/>
                    <a:pt x="852" y="4474"/>
                    <a:pt x="1041" y="4380"/>
                  </a:cubicBezTo>
                  <a:close/>
                  <a:moveTo>
                    <a:pt x="5262" y="1"/>
                  </a:moveTo>
                  <a:cubicBezTo>
                    <a:pt x="4916" y="473"/>
                    <a:pt x="4412" y="820"/>
                    <a:pt x="3845" y="1009"/>
                  </a:cubicBezTo>
                  <a:cubicBezTo>
                    <a:pt x="3466" y="1166"/>
                    <a:pt x="3057" y="1229"/>
                    <a:pt x="2679" y="1229"/>
                  </a:cubicBezTo>
                  <a:cubicBezTo>
                    <a:pt x="2553" y="1229"/>
                    <a:pt x="2427" y="1229"/>
                    <a:pt x="2301" y="1166"/>
                  </a:cubicBezTo>
                  <a:cubicBezTo>
                    <a:pt x="2301" y="1292"/>
                    <a:pt x="2269" y="1450"/>
                    <a:pt x="2269" y="1576"/>
                  </a:cubicBezTo>
                  <a:lnTo>
                    <a:pt x="2269" y="1923"/>
                  </a:lnTo>
                  <a:cubicBezTo>
                    <a:pt x="1450" y="1923"/>
                    <a:pt x="726" y="2584"/>
                    <a:pt x="726" y="3435"/>
                  </a:cubicBezTo>
                  <a:lnTo>
                    <a:pt x="726" y="3624"/>
                  </a:lnTo>
                  <a:cubicBezTo>
                    <a:pt x="253" y="3907"/>
                    <a:pt x="1" y="4380"/>
                    <a:pt x="1" y="4915"/>
                  </a:cubicBezTo>
                  <a:cubicBezTo>
                    <a:pt x="1" y="5735"/>
                    <a:pt x="663" y="6428"/>
                    <a:pt x="1482" y="6428"/>
                  </a:cubicBezTo>
                  <a:cubicBezTo>
                    <a:pt x="1507" y="6429"/>
                    <a:pt x="1533" y="6430"/>
                    <a:pt x="1558" y="6430"/>
                  </a:cubicBezTo>
                  <a:cubicBezTo>
                    <a:pt x="2033" y="6430"/>
                    <a:pt x="2473" y="6156"/>
                    <a:pt x="2742" y="5798"/>
                  </a:cubicBezTo>
                  <a:cubicBezTo>
                    <a:pt x="3466" y="7089"/>
                    <a:pt x="4790" y="7940"/>
                    <a:pt x="6365" y="7940"/>
                  </a:cubicBezTo>
                  <a:cubicBezTo>
                    <a:pt x="6554" y="7940"/>
                    <a:pt x="6775" y="7940"/>
                    <a:pt x="6932" y="7908"/>
                  </a:cubicBezTo>
                  <a:cubicBezTo>
                    <a:pt x="6806" y="7562"/>
                    <a:pt x="6712" y="7184"/>
                    <a:pt x="6712" y="6837"/>
                  </a:cubicBezTo>
                  <a:lnTo>
                    <a:pt x="6712" y="5672"/>
                  </a:lnTo>
                  <a:cubicBezTo>
                    <a:pt x="6617" y="5703"/>
                    <a:pt x="6491" y="5703"/>
                    <a:pt x="6365" y="5703"/>
                  </a:cubicBezTo>
                  <a:cubicBezTo>
                    <a:pt x="5861" y="5703"/>
                    <a:pt x="5388" y="5514"/>
                    <a:pt x="5073" y="5168"/>
                  </a:cubicBezTo>
                  <a:cubicBezTo>
                    <a:pt x="4916" y="5010"/>
                    <a:pt x="4916" y="4758"/>
                    <a:pt x="5073" y="4632"/>
                  </a:cubicBezTo>
                  <a:cubicBezTo>
                    <a:pt x="5152" y="4553"/>
                    <a:pt x="5247" y="4514"/>
                    <a:pt x="5337" y="4514"/>
                  </a:cubicBezTo>
                  <a:cubicBezTo>
                    <a:pt x="5428" y="4514"/>
                    <a:pt x="5514" y="4553"/>
                    <a:pt x="5577" y="4632"/>
                  </a:cubicBezTo>
                  <a:cubicBezTo>
                    <a:pt x="5792" y="4847"/>
                    <a:pt x="6080" y="4959"/>
                    <a:pt x="6371" y="4959"/>
                  </a:cubicBezTo>
                  <a:cubicBezTo>
                    <a:pt x="6507" y="4959"/>
                    <a:pt x="6644" y="4934"/>
                    <a:pt x="6775" y="4884"/>
                  </a:cubicBezTo>
                  <a:lnTo>
                    <a:pt x="6775" y="1923"/>
                  </a:lnTo>
                  <a:cubicBezTo>
                    <a:pt x="5892" y="1765"/>
                    <a:pt x="5262" y="977"/>
                    <a:pt x="5262" y="127"/>
                  </a:cubicBezTo>
                  <a:lnTo>
                    <a:pt x="52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7257;p83"/>
            <p:cNvSpPr/>
            <p:nvPr/>
          </p:nvSpPr>
          <p:spPr>
            <a:xfrm>
              <a:off x="-55837575" y="3198925"/>
              <a:ext cx="167800" cy="298525"/>
            </a:xfrm>
            <a:custGeom>
              <a:avLst/>
              <a:gdLst/>
              <a:ahLst/>
              <a:cxnLst/>
              <a:rect l="l" t="t" r="r" b="b"/>
              <a:pathLst>
                <a:path w="6712" h="11941" extrusionOk="0">
                  <a:moveTo>
                    <a:pt x="5672" y="6900"/>
                  </a:moveTo>
                  <a:cubicBezTo>
                    <a:pt x="5861" y="6994"/>
                    <a:pt x="5987" y="7246"/>
                    <a:pt x="5987" y="7467"/>
                  </a:cubicBezTo>
                  <a:cubicBezTo>
                    <a:pt x="5987" y="7908"/>
                    <a:pt x="5672" y="8223"/>
                    <a:pt x="5231" y="8223"/>
                  </a:cubicBezTo>
                  <a:cubicBezTo>
                    <a:pt x="4821" y="8223"/>
                    <a:pt x="4443" y="7877"/>
                    <a:pt x="4443" y="7467"/>
                  </a:cubicBezTo>
                  <a:cubicBezTo>
                    <a:pt x="4916" y="7467"/>
                    <a:pt x="5388" y="7246"/>
                    <a:pt x="5672" y="6900"/>
                  </a:cubicBezTo>
                  <a:close/>
                  <a:moveTo>
                    <a:pt x="1" y="0"/>
                  </a:moveTo>
                  <a:lnTo>
                    <a:pt x="1" y="2584"/>
                  </a:lnTo>
                  <a:cubicBezTo>
                    <a:pt x="1" y="3214"/>
                    <a:pt x="505" y="3686"/>
                    <a:pt x="1104" y="3686"/>
                  </a:cubicBezTo>
                  <a:cubicBezTo>
                    <a:pt x="1293" y="3686"/>
                    <a:pt x="1450" y="3844"/>
                    <a:pt x="1450" y="4064"/>
                  </a:cubicBezTo>
                  <a:lnTo>
                    <a:pt x="1450" y="9294"/>
                  </a:lnTo>
                  <a:cubicBezTo>
                    <a:pt x="1450" y="10743"/>
                    <a:pt x="2647" y="11941"/>
                    <a:pt x="4065" y="11941"/>
                  </a:cubicBezTo>
                  <a:lnTo>
                    <a:pt x="4412" y="11941"/>
                  </a:lnTo>
                  <a:lnTo>
                    <a:pt x="4412" y="8790"/>
                  </a:lnTo>
                  <a:cubicBezTo>
                    <a:pt x="4632" y="8885"/>
                    <a:pt x="4916" y="8979"/>
                    <a:pt x="5199" y="8979"/>
                  </a:cubicBezTo>
                  <a:cubicBezTo>
                    <a:pt x="6018" y="8979"/>
                    <a:pt x="6680" y="8318"/>
                    <a:pt x="6680" y="7467"/>
                  </a:cubicBezTo>
                  <a:cubicBezTo>
                    <a:pt x="6711" y="6931"/>
                    <a:pt x="6396" y="6459"/>
                    <a:pt x="5987" y="6175"/>
                  </a:cubicBezTo>
                  <a:lnTo>
                    <a:pt x="5987" y="5986"/>
                  </a:lnTo>
                  <a:cubicBezTo>
                    <a:pt x="5987" y="5167"/>
                    <a:pt x="5262" y="4474"/>
                    <a:pt x="4443" y="4474"/>
                  </a:cubicBezTo>
                  <a:lnTo>
                    <a:pt x="4443" y="4127"/>
                  </a:lnTo>
                  <a:cubicBezTo>
                    <a:pt x="4443" y="1891"/>
                    <a:pt x="258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7258;p83"/>
            <p:cNvSpPr/>
            <p:nvPr/>
          </p:nvSpPr>
          <p:spPr>
            <a:xfrm>
              <a:off x="-55931300" y="3435200"/>
              <a:ext cx="194575" cy="81175"/>
            </a:xfrm>
            <a:custGeom>
              <a:avLst/>
              <a:gdLst/>
              <a:ahLst/>
              <a:cxnLst/>
              <a:rect l="l" t="t" r="r" b="b"/>
              <a:pathLst>
                <a:path w="7783" h="3247" extrusionOk="0">
                  <a:moveTo>
                    <a:pt x="347" y="1"/>
                  </a:moveTo>
                  <a:cubicBezTo>
                    <a:pt x="221" y="64"/>
                    <a:pt x="127" y="127"/>
                    <a:pt x="1" y="158"/>
                  </a:cubicBezTo>
                  <a:lnTo>
                    <a:pt x="1" y="2899"/>
                  </a:lnTo>
                  <a:cubicBezTo>
                    <a:pt x="1" y="3088"/>
                    <a:pt x="158" y="3246"/>
                    <a:pt x="347" y="3246"/>
                  </a:cubicBezTo>
                  <a:lnTo>
                    <a:pt x="7627" y="3246"/>
                  </a:lnTo>
                  <a:cubicBezTo>
                    <a:pt x="6551" y="3216"/>
                    <a:pt x="5551" y="2574"/>
                    <a:pt x="5010" y="1702"/>
                  </a:cubicBezTo>
                  <a:cubicBezTo>
                    <a:pt x="4727" y="1734"/>
                    <a:pt x="4411" y="1765"/>
                    <a:pt x="4096" y="1765"/>
                  </a:cubicBezTo>
                  <a:cubicBezTo>
                    <a:pt x="2584" y="1765"/>
                    <a:pt x="1229" y="1040"/>
                    <a:pt x="347" y="1"/>
                  </a:cubicBezTo>
                  <a:close/>
                  <a:moveTo>
                    <a:pt x="7627" y="3246"/>
                  </a:moveTo>
                  <a:cubicBezTo>
                    <a:pt x="7653" y="3246"/>
                    <a:pt x="7679" y="3247"/>
                    <a:pt x="7705" y="3247"/>
                  </a:cubicBezTo>
                  <a:cubicBezTo>
                    <a:pt x="7731" y="3247"/>
                    <a:pt x="7757" y="3246"/>
                    <a:pt x="7783" y="3246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7259;p83"/>
            <p:cNvSpPr/>
            <p:nvPr/>
          </p:nvSpPr>
          <p:spPr>
            <a:xfrm>
              <a:off x="-55927350" y="3202850"/>
              <a:ext cx="70900" cy="71200"/>
            </a:xfrm>
            <a:custGeom>
              <a:avLst/>
              <a:gdLst/>
              <a:ahLst/>
              <a:cxnLst/>
              <a:rect l="l" t="t" r="r" b="b"/>
              <a:pathLst>
                <a:path w="2836" h="2848" extrusionOk="0">
                  <a:moveTo>
                    <a:pt x="2836" y="1"/>
                  </a:moveTo>
                  <a:cubicBezTo>
                    <a:pt x="1450" y="379"/>
                    <a:pt x="378" y="1482"/>
                    <a:pt x="0" y="2836"/>
                  </a:cubicBezTo>
                  <a:cubicBezTo>
                    <a:pt x="85" y="2843"/>
                    <a:pt x="170" y="2847"/>
                    <a:pt x="255" y="2847"/>
                  </a:cubicBezTo>
                  <a:cubicBezTo>
                    <a:pt x="548" y="2847"/>
                    <a:pt x="841" y="2801"/>
                    <a:pt x="1135" y="2679"/>
                  </a:cubicBezTo>
                  <a:cubicBezTo>
                    <a:pt x="2111" y="2332"/>
                    <a:pt x="2804" y="1324"/>
                    <a:pt x="2836" y="284"/>
                  </a:cubicBezTo>
                  <a:lnTo>
                    <a:pt x="283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0" name="Google Shape;7260;p83"/>
          <p:cNvGrpSpPr/>
          <p:nvPr/>
        </p:nvGrpSpPr>
        <p:grpSpPr>
          <a:xfrm>
            <a:off x="7076112" y="1988578"/>
            <a:ext cx="357226" cy="357367"/>
            <a:chOff x="-55987225" y="3591025"/>
            <a:chExt cx="317450" cy="317575"/>
          </a:xfrm>
        </p:grpSpPr>
        <p:sp>
          <p:nvSpPr>
            <p:cNvPr id="7261" name="Google Shape;7261;p83"/>
            <p:cNvSpPr/>
            <p:nvPr/>
          </p:nvSpPr>
          <p:spPr>
            <a:xfrm>
              <a:off x="-55950200" y="3740025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6"/>
                  </a:moveTo>
                  <a:cubicBezTo>
                    <a:pt x="2836" y="756"/>
                    <a:pt x="2994" y="914"/>
                    <a:pt x="2994" y="1103"/>
                  </a:cubicBezTo>
                  <a:cubicBezTo>
                    <a:pt x="2994" y="1323"/>
                    <a:pt x="2836" y="1449"/>
                    <a:pt x="2647" y="1449"/>
                  </a:cubicBezTo>
                  <a:cubicBezTo>
                    <a:pt x="2458" y="1449"/>
                    <a:pt x="2301" y="1323"/>
                    <a:pt x="2301" y="1103"/>
                  </a:cubicBezTo>
                  <a:cubicBezTo>
                    <a:pt x="2238" y="914"/>
                    <a:pt x="2395" y="756"/>
                    <a:pt x="2647" y="756"/>
                  </a:cubicBezTo>
                  <a:close/>
                  <a:moveTo>
                    <a:pt x="5609" y="756"/>
                  </a:moveTo>
                  <a:cubicBezTo>
                    <a:pt x="5798" y="756"/>
                    <a:pt x="5955" y="914"/>
                    <a:pt x="5955" y="1103"/>
                  </a:cubicBezTo>
                  <a:cubicBezTo>
                    <a:pt x="5955" y="1323"/>
                    <a:pt x="5798" y="1449"/>
                    <a:pt x="5609" y="1449"/>
                  </a:cubicBezTo>
                  <a:cubicBezTo>
                    <a:pt x="5388" y="1449"/>
                    <a:pt x="5262" y="1323"/>
                    <a:pt x="5262" y="1103"/>
                  </a:cubicBezTo>
                  <a:cubicBezTo>
                    <a:pt x="5231" y="914"/>
                    <a:pt x="5388" y="756"/>
                    <a:pt x="5609" y="756"/>
                  </a:cubicBezTo>
                  <a:close/>
                  <a:moveTo>
                    <a:pt x="5160" y="3316"/>
                  </a:moveTo>
                  <a:cubicBezTo>
                    <a:pt x="5254" y="3316"/>
                    <a:pt x="5341" y="3355"/>
                    <a:pt x="5388" y="3434"/>
                  </a:cubicBezTo>
                  <a:cubicBezTo>
                    <a:pt x="5546" y="3592"/>
                    <a:pt x="5546" y="3812"/>
                    <a:pt x="5388" y="3938"/>
                  </a:cubicBezTo>
                  <a:cubicBezTo>
                    <a:pt x="5041" y="4285"/>
                    <a:pt x="4569" y="4505"/>
                    <a:pt x="4065" y="4505"/>
                  </a:cubicBezTo>
                  <a:cubicBezTo>
                    <a:pt x="3561" y="4505"/>
                    <a:pt x="3088" y="4285"/>
                    <a:pt x="2773" y="3938"/>
                  </a:cubicBezTo>
                  <a:cubicBezTo>
                    <a:pt x="2616" y="3781"/>
                    <a:pt x="2616" y="3560"/>
                    <a:pt x="2773" y="3434"/>
                  </a:cubicBezTo>
                  <a:cubicBezTo>
                    <a:pt x="2868" y="3355"/>
                    <a:pt x="2970" y="3316"/>
                    <a:pt x="3065" y="3316"/>
                  </a:cubicBezTo>
                  <a:cubicBezTo>
                    <a:pt x="3159" y="3316"/>
                    <a:pt x="3246" y="3355"/>
                    <a:pt x="3309" y="3434"/>
                  </a:cubicBezTo>
                  <a:cubicBezTo>
                    <a:pt x="3529" y="3655"/>
                    <a:pt x="3813" y="3765"/>
                    <a:pt x="4096" y="3765"/>
                  </a:cubicBezTo>
                  <a:cubicBezTo>
                    <a:pt x="4380" y="3765"/>
                    <a:pt x="4663" y="3655"/>
                    <a:pt x="4884" y="3434"/>
                  </a:cubicBezTo>
                  <a:cubicBezTo>
                    <a:pt x="4963" y="3355"/>
                    <a:pt x="5065" y="3316"/>
                    <a:pt x="5160" y="3316"/>
                  </a:cubicBezTo>
                  <a:close/>
                  <a:moveTo>
                    <a:pt x="1" y="0"/>
                  </a:moveTo>
                  <a:lnTo>
                    <a:pt x="1" y="2615"/>
                  </a:lnTo>
                  <a:cubicBezTo>
                    <a:pt x="1" y="4852"/>
                    <a:pt x="1859" y="6742"/>
                    <a:pt x="4096" y="6742"/>
                  </a:cubicBezTo>
                  <a:cubicBezTo>
                    <a:pt x="6333" y="6742"/>
                    <a:pt x="8192" y="4883"/>
                    <a:pt x="8192" y="2615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7262;p83"/>
            <p:cNvSpPr/>
            <p:nvPr/>
          </p:nvSpPr>
          <p:spPr>
            <a:xfrm>
              <a:off x="-55967525" y="3591025"/>
              <a:ext cx="297750" cy="131700"/>
            </a:xfrm>
            <a:custGeom>
              <a:avLst/>
              <a:gdLst/>
              <a:ahLst/>
              <a:cxnLst/>
              <a:rect l="l" t="t" r="r" b="b"/>
              <a:pathLst>
                <a:path w="11910" h="5268" extrusionOk="0">
                  <a:moveTo>
                    <a:pt x="4810" y="0"/>
                  </a:moveTo>
                  <a:cubicBezTo>
                    <a:pt x="4730" y="0"/>
                    <a:pt x="4650" y="2"/>
                    <a:pt x="4569" y="6"/>
                  </a:cubicBezTo>
                  <a:cubicBezTo>
                    <a:pt x="1954" y="163"/>
                    <a:pt x="1" y="2463"/>
                    <a:pt x="1" y="5047"/>
                  </a:cubicBezTo>
                  <a:cubicBezTo>
                    <a:pt x="1" y="5173"/>
                    <a:pt x="64" y="5267"/>
                    <a:pt x="190" y="5267"/>
                  </a:cubicBezTo>
                  <a:lnTo>
                    <a:pt x="2994" y="5267"/>
                  </a:lnTo>
                  <a:lnTo>
                    <a:pt x="2994" y="4920"/>
                  </a:lnTo>
                  <a:cubicBezTo>
                    <a:pt x="2994" y="4259"/>
                    <a:pt x="3498" y="3818"/>
                    <a:pt x="4096" y="3818"/>
                  </a:cubicBezTo>
                  <a:lnTo>
                    <a:pt x="5577" y="3818"/>
                  </a:lnTo>
                  <a:cubicBezTo>
                    <a:pt x="6207" y="3818"/>
                    <a:pt x="6680" y="4322"/>
                    <a:pt x="6680" y="4920"/>
                  </a:cubicBezTo>
                  <a:lnTo>
                    <a:pt x="6680" y="5267"/>
                  </a:lnTo>
                  <a:lnTo>
                    <a:pt x="11563" y="5267"/>
                  </a:lnTo>
                  <a:cubicBezTo>
                    <a:pt x="11752" y="5267"/>
                    <a:pt x="11909" y="5110"/>
                    <a:pt x="11909" y="4920"/>
                  </a:cubicBezTo>
                  <a:cubicBezTo>
                    <a:pt x="11909" y="4637"/>
                    <a:pt x="11752" y="4479"/>
                    <a:pt x="11563" y="4479"/>
                  </a:cubicBezTo>
                  <a:lnTo>
                    <a:pt x="9673" y="4479"/>
                  </a:lnTo>
                  <a:cubicBezTo>
                    <a:pt x="9489" y="1943"/>
                    <a:pt x="7380" y="0"/>
                    <a:pt x="48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7263;p83"/>
            <p:cNvSpPr/>
            <p:nvPr/>
          </p:nvSpPr>
          <p:spPr>
            <a:xfrm>
              <a:off x="-55875375" y="3703000"/>
              <a:ext cx="55950" cy="17350"/>
            </a:xfrm>
            <a:custGeom>
              <a:avLst/>
              <a:gdLst/>
              <a:ahLst/>
              <a:cxnLst/>
              <a:rect l="l" t="t" r="r" b="b"/>
              <a:pathLst>
                <a:path w="223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4"/>
                  </a:lnTo>
                  <a:lnTo>
                    <a:pt x="2238" y="694"/>
                  </a:lnTo>
                  <a:lnTo>
                    <a:pt x="2238" y="347"/>
                  </a:lnTo>
                  <a:cubicBezTo>
                    <a:pt x="2238" y="158"/>
                    <a:pt x="2080" y="0"/>
                    <a:pt x="18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7264;p83"/>
            <p:cNvSpPr/>
            <p:nvPr/>
          </p:nvSpPr>
          <p:spPr>
            <a:xfrm>
              <a:off x="-55987225" y="3746325"/>
              <a:ext cx="18150" cy="63825"/>
            </a:xfrm>
            <a:custGeom>
              <a:avLst/>
              <a:gdLst/>
              <a:ahLst/>
              <a:cxnLst/>
              <a:rect l="l" t="t" r="r" b="b"/>
              <a:pathLst>
                <a:path w="726" h="2553" extrusionOk="0">
                  <a:moveTo>
                    <a:pt x="726" y="0"/>
                  </a:moveTo>
                  <a:cubicBezTo>
                    <a:pt x="253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26" y="2552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7265;p83"/>
            <p:cNvSpPr/>
            <p:nvPr/>
          </p:nvSpPr>
          <p:spPr>
            <a:xfrm>
              <a:off x="-55725725" y="37455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269"/>
                    <a:pt x="757" y="1796"/>
                    <a:pt x="757" y="1229"/>
                  </a:cubicBezTo>
                  <a:cubicBezTo>
                    <a:pt x="757" y="725"/>
                    <a:pt x="442" y="25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6" name="Google Shape;7266;p83"/>
          <p:cNvGrpSpPr/>
          <p:nvPr/>
        </p:nvGrpSpPr>
        <p:grpSpPr>
          <a:xfrm>
            <a:off x="7090027" y="2429217"/>
            <a:ext cx="358999" cy="358999"/>
            <a:chOff x="-55988800" y="3982600"/>
            <a:chExt cx="319025" cy="319025"/>
          </a:xfrm>
        </p:grpSpPr>
        <p:sp>
          <p:nvSpPr>
            <p:cNvPr id="7267" name="Google Shape;7267;p83"/>
            <p:cNvSpPr/>
            <p:nvPr/>
          </p:nvSpPr>
          <p:spPr>
            <a:xfrm>
              <a:off x="-55791875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1859" y="1"/>
                  </a:moveTo>
                  <a:cubicBezTo>
                    <a:pt x="1071" y="1"/>
                    <a:pt x="410" y="379"/>
                    <a:pt x="0" y="977"/>
                  </a:cubicBezTo>
                  <a:cubicBezTo>
                    <a:pt x="1512" y="1450"/>
                    <a:pt x="2647" y="2647"/>
                    <a:pt x="3119" y="4096"/>
                  </a:cubicBezTo>
                  <a:cubicBezTo>
                    <a:pt x="3718" y="3687"/>
                    <a:pt x="4096" y="3025"/>
                    <a:pt x="4096" y="2237"/>
                  </a:cubicBezTo>
                  <a:cubicBezTo>
                    <a:pt x="4096" y="1009"/>
                    <a:pt x="3119" y="1"/>
                    <a:pt x="1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7268;p83"/>
            <p:cNvSpPr/>
            <p:nvPr/>
          </p:nvSpPr>
          <p:spPr>
            <a:xfrm>
              <a:off x="-55969100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2269" y="1"/>
                  </a:moveTo>
                  <a:cubicBezTo>
                    <a:pt x="1040" y="1"/>
                    <a:pt x="1" y="977"/>
                    <a:pt x="1" y="2237"/>
                  </a:cubicBezTo>
                  <a:cubicBezTo>
                    <a:pt x="1" y="2994"/>
                    <a:pt x="410" y="3687"/>
                    <a:pt x="1009" y="4096"/>
                  </a:cubicBezTo>
                  <a:cubicBezTo>
                    <a:pt x="1481" y="2647"/>
                    <a:pt x="2647" y="1450"/>
                    <a:pt x="4096" y="977"/>
                  </a:cubicBezTo>
                  <a:cubicBezTo>
                    <a:pt x="3718" y="379"/>
                    <a:pt x="3057" y="1"/>
                    <a:pt x="22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7269;p83"/>
            <p:cNvSpPr/>
            <p:nvPr/>
          </p:nvSpPr>
          <p:spPr>
            <a:xfrm>
              <a:off x="-5581945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2" y="0"/>
                  </a:moveTo>
                  <a:lnTo>
                    <a:pt x="32" y="1103"/>
                  </a:lnTo>
                  <a:cubicBezTo>
                    <a:pt x="1" y="2521"/>
                    <a:pt x="1198" y="3686"/>
                    <a:pt x="2615" y="3686"/>
                  </a:cubicBezTo>
                  <a:lnTo>
                    <a:pt x="3718" y="3686"/>
                  </a:lnTo>
                  <a:cubicBezTo>
                    <a:pt x="3529" y="1733"/>
                    <a:pt x="1985" y="158"/>
                    <a:pt x="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7270;p83"/>
            <p:cNvSpPr/>
            <p:nvPr/>
          </p:nvSpPr>
          <p:spPr>
            <a:xfrm>
              <a:off x="-5593050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718" y="0"/>
                  </a:moveTo>
                  <a:cubicBezTo>
                    <a:pt x="1733" y="158"/>
                    <a:pt x="158" y="1733"/>
                    <a:pt x="0" y="3686"/>
                  </a:cubicBezTo>
                  <a:lnTo>
                    <a:pt x="1103" y="3686"/>
                  </a:lnTo>
                  <a:cubicBezTo>
                    <a:pt x="2552" y="3686"/>
                    <a:pt x="3718" y="2521"/>
                    <a:pt x="3718" y="1103"/>
                  </a:cubicBezTo>
                  <a:lnTo>
                    <a:pt x="37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7271;p83"/>
            <p:cNvSpPr/>
            <p:nvPr/>
          </p:nvSpPr>
          <p:spPr>
            <a:xfrm>
              <a:off x="-55988800" y="4086575"/>
              <a:ext cx="319025" cy="215050"/>
            </a:xfrm>
            <a:custGeom>
              <a:avLst/>
              <a:gdLst/>
              <a:ahLst/>
              <a:cxnLst/>
              <a:rect l="l" t="t" r="r" b="b"/>
              <a:pathLst>
                <a:path w="12761" h="8602" extrusionOk="0">
                  <a:moveTo>
                    <a:pt x="4884" y="2584"/>
                  </a:moveTo>
                  <a:cubicBezTo>
                    <a:pt x="5105" y="2584"/>
                    <a:pt x="5262" y="2741"/>
                    <a:pt x="5262" y="2930"/>
                  </a:cubicBezTo>
                  <a:cubicBezTo>
                    <a:pt x="5262" y="3119"/>
                    <a:pt x="5105" y="3277"/>
                    <a:pt x="4884" y="3277"/>
                  </a:cubicBezTo>
                  <a:cubicBezTo>
                    <a:pt x="4695" y="3277"/>
                    <a:pt x="4538" y="3151"/>
                    <a:pt x="4538" y="2930"/>
                  </a:cubicBezTo>
                  <a:cubicBezTo>
                    <a:pt x="4538" y="2741"/>
                    <a:pt x="4695" y="2584"/>
                    <a:pt x="4884" y="2584"/>
                  </a:cubicBezTo>
                  <a:close/>
                  <a:moveTo>
                    <a:pt x="7877" y="2615"/>
                  </a:moveTo>
                  <a:cubicBezTo>
                    <a:pt x="8098" y="2615"/>
                    <a:pt x="8255" y="2773"/>
                    <a:pt x="8255" y="2962"/>
                  </a:cubicBezTo>
                  <a:cubicBezTo>
                    <a:pt x="8287" y="3151"/>
                    <a:pt x="8129" y="3308"/>
                    <a:pt x="7877" y="3308"/>
                  </a:cubicBezTo>
                  <a:cubicBezTo>
                    <a:pt x="7688" y="3308"/>
                    <a:pt x="7531" y="3151"/>
                    <a:pt x="7531" y="2962"/>
                  </a:cubicBezTo>
                  <a:cubicBezTo>
                    <a:pt x="7531" y="2773"/>
                    <a:pt x="7688" y="2615"/>
                    <a:pt x="7877" y="2615"/>
                  </a:cubicBezTo>
                  <a:close/>
                  <a:moveTo>
                    <a:pt x="1104" y="4222"/>
                  </a:moveTo>
                  <a:cubicBezTo>
                    <a:pt x="1387" y="4568"/>
                    <a:pt x="1828" y="4820"/>
                    <a:pt x="2332" y="4820"/>
                  </a:cubicBezTo>
                  <a:cubicBezTo>
                    <a:pt x="2301" y="5199"/>
                    <a:pt x="1954" y="5577"/>
                    <a:pt x="1545" y="5577"/>
                  </a:cubicBezTo>
                  <a:cubicBezTo>
                    <a:pt x="1167" y="5577"/>
                    <a:pt x="789" y="5199"/>
                    <a:pt x="789" y="4820"/>
                  </a:cubicBezTo>
                  <a:cubicBezTo>
                    <a:pt x="789" y="4568"/>
                    <a:pt x="915" y="4348"/>
                    <a:pt x="1104" y="4222"/>
                  </a:cubicBezTo>
                  <a:close/>
                  <a:moveTo>
                    <a:pt x="11721" y="4222"/>
                  </a:moveTo>
                  <a:cubicBezTo>
                    <a:pt x="11910" y="4348"/>
                    <a:pt x="12036" y="4568"/>
                    <a:pt x="12036" y="4820"/>
                  </a:cubicBezTo>
                  <a:cubicBezTo>
                    <a:pt x="12036" y="5199"/>
                    <a:pt x="11721" y="5577"/>
                    <a:pt x="11280" y="5577"/>
                  </a:cubicBezTo>
                  <a:cubicBezTo>
                    <a:pt x="10870" y="5577"/>
                    <a:pt x="10492" y="5199"/>
                    <a:pt x="10492" y="4820"/>
                  </a:cubicBezTo>
                  <a:cubicBezTo>
                    <a:pt x="10965" y="4820"/>
                    <a:pt x="11437" y="4568"/>
                    <a:pt x="11721" y="4222"/>
                  </a:cubicBezTo>
                  <a:close/>
                  <a:moveTo>
                    <a:pt x="7460" y="5143"/>
                  </a:moveTo>
                  <a:cubicBezTo>
                    <a:pt x="7554" y="5143"/>
                    <a:pt x="7641" y="5183"/>
                    <a:pt x="7688" y="5262"/>
                  </a:cubicBezTo>
                  <a:cubicBezTo>
                    <a:pt x="7877" y="5356"/>
                    <a:pt x="7877" y="5608"/>
                    <a:pt x="7720" y="5766"/>
                  </a:cubicBezTo>
                  <a:cubicBezTo>
                    <a:pt x="7373" y="6112"/>
                    <a:pt x="6901" y="6301"/>
                    <a:pt x="6396" y="6301"/>
                  </a:cubicBezTo>
                  <a:cubicBezTo>
                    <a:pt x="5892" y="6301"/>
                    <a:pt x="5420" y="6112"/>
                    <a:pt x="5105" y="5766"/>
                  </a:cubicBezTo>
                  <a:cubicBezTo>
                    <a:pt x="4947" y="5608"/>
                    <a:pt x="4947" y="5356"/>
                    <a:pt x="5105" y="5262"/>
                  </a:cubicBezTo>
                  <a:cubicBezTo>
                    <a:pt x="5184" y="5183"/>
                    <a:pt x="5278" y="5143"/>
                    <a:pt x="5369" y="5143"/>
                  </a:cubicBezTo>
                  <a:cubicBezTo>
                    <a:pt x="5459" y="5143"/>
                    <a:pt x="5546" y="5183"/>
                    <a:pt x="5609" y="5262"/>
                  </a:cubicBezTo>
                  <a:cubicBezTo>
                    <a:pt x="5829" y="5466"/>
                    <a:pt x="6113" y="5569"/>
                    <a:pt x="6396" y="5569"/>
                  </a:cubicBezTo>
                  <a:cubicBezTo>
                    <a:pt x="6680" y="5569"/>
                    <a:pt x="6964" y="5466"/>
                    <a:pt x="7184" y="5262"/>
                  </a:cubicBezTo>
                  <a:cubicBezTo>
                    <a:pt x="7263" y="5183"/>
                    <a:pt x="7365" y="5143"/>
                    <a:pt x="7460" y="5143"/>
                  </a:cubicBezTo>
                  <a:close/>
                  <a:moveTo>
                    <a:pt x="6396" y="0"/>
                  </a:moveTo>
                  <a:cubicBezTo>
                    <a:pt x="5829" y="1071"/>
                    <a:pt x="4695" y="1828"/>
                    <a:pt x="3403" y="1828"/>
                  </a:cubicBezTo>
                  <a:lnTo>
                    <a:pt x="2301" y="1828"/>
                  </a:lnTo>
                  <a:cubicBezTo>
                    <a:pt x="1482" y="1828"/>
                    <a:pt x="757" y="2489"/>
                    <a:pt x="757" y="3308"/>
                  </a:cubicBezTo>
                  <a:lnTo>
                    <a:pt x="757" y="3529"/>
                  </a:lnTo>
                  <a:cubicBezTo>
                    <a:pt x="284" y="3781"/>
                    <a:pt x="1" y="4253"/>
                    <a:pt x="1" y="4820"/>
                  </a:cubicBezTo>
                  <a:cubicBezTo>
                    <a:pt x="1" y="5640"/>
                    <a:pt x="694" y="6301"/>
                    <a:pt x="1513" y="6301"/>
                  </a:cubicBezTo>
                  <a:cubicBezTo>
                    <a:pt x="1891" y="6301"/>
                    <a:pt x="2301" y="6144"/>
                    <a:pt x="2521" y="5923"/>
                  </a:cubicBezTo>
                  <a:cubicBezTo>
                    <a:pt x="3120" y="7467"/>
                    <a:pt x="4632" y="8601"/>
                    <a:pt x="6365" y="8601"/>
                  </a:cubicBezTo>
                  <a:cubicBezTo>
                    <a:pt x="8098" y="8601"/>
                    <a:pt x="9578" y="7467"/>
                    <a:pt x="10177" y="5923"/>
                  </a:cubicBezTo>
                  <a:cubicBezTo>
                    <a:pt x="10461" y="6144"/>
                    <a:pt x="10807" y="6301"/>
                    <a:pt x="11185" y="6301"/>
                  </a:cubicBezTo>
                  <a:cubicBezTo>
                    <a:pt x="12036" y="6301"/>
                    <a:pt x="12697" y="5640"/>
                    <a:pt x="12697" y="4820"/>
                  </a:cubicBezTo>
                  <a:cubicBezTo>
                    <a:pt x="12760" y="4253"/>
                    <a:pt x="12445" y="3749"/>
                    <a:pt x="12036" y="3529"/>
                  </a:cubicBezTo>
                  <a:lnTo>
                    <a:pt x="12036" y="3308"/>
                  </a:lnTo>
                  <a:cubicBezTo>
                    <a:pt x="12036" y="2489"/>
                    <a:pt x="11311" y="1828"/>
                    <a:pt x="10492" y="1828"/>
                  </a:cubicBezTo>
                  <a:lnTo>
                    <a:pt x="9389" y="1828"/>
                  </a:lnTo>
                  <a:cubicBezTo>
                    <a:pt x="8098" y="1828"/>
                    <a:pt x="6932" y="1071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72" name="Google Shape;7272;p83"/>
          <p:cNvGrpSpPr/>
          <p:nvPr/>
        </p:nvGrpSpPr>
        <p:grpSpPr>
          <a:xfrm>
            <a:off x="5748546" y="2887174"/>
            <a:ext cx="356326" cy="358971"/>
            <a:chOff x="-54026025" y="3192625"/>
            <a:chExt cx="316650" cy="319000"/>
          </a:xfrm>
        </p:grpSpPr>
        <p:sp>
          <p:nvSpPr>
            <p:cNvPr id="7273" name="Google Shape;7273;p83"/>
            <p:cNvSpPr/>
            <p:nvPr/>
          </p:nvSpPr>
          <p:spPr>
            <a:xfrm>
              <a:off x="-54026025" y="3312350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725" y="0"/>
                  </a:moveTo>
                  <a:cubicBezTo>
                    <a:pt x="315" y="189"/>
                    <a:pt x="0" y="693"/>
                    <a:pt x="0" y="1260"/>
                  </a:cubicBezTo>
                  <a:cubicBezTo>
                    <a:pt x="0" y="1796"/>
                    <a:pt x="315" y="2268"/>
                    <a:pt x="725" y="2552"/>
                  </a:cubicBezTo>
                  <a:lnTo>
                    <a:pt x="725" y="15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7274;p83"/>
            <p:cNvSpPr/>
            <p:nvPr/>
          </p:nvSpPr>
          <p:spPr>
            <a:xfrm>
              <a:off x="-53890550" y="3192625"/>
              <a:ext cx="125250" cy="56725"/>
            </a:xfrm>
            <a:custGeom>
              <a:avLst/>
              <a:gdLst/>
              <a:ahLst/>
              <a:cxnLst/>
              <a:rect l="l" t="t" r="r" b="b"/>
              <a:pathLst>
                <a:path w="5010" h="2269" extrusionOk="0">
                  <a:moveTo>
                    <a:pt x="914" y="0"/>
                  </a:moveTo>
                  <a:cubicBezTo>
                    <a:pt x="599" y="0"/>
                    <a:pt x="315" y="63"/>
                    <a:pt x="0" y="95"/>
                  </a:cubicBezTo>
                  <a:cubicBezTo>
                    <a:pt x="158" y="536"/>
                    <a:pt x="441" y="914"/>
                    <a:pt x="756" y="1260"/>
                  </a:cubicBezTo>
                  <a:cubicBezTo>
                    <a:pt x="1418" y="1891"/>
                    <a:pt x="2237" y="2269"/>
                    <a:pt x="3151" y="2269"/>
                  </a:cubicBezTo>
                  <a:lnTo>
                    <a:pt x="5009" y="2269"/>
                  </a:lnTo>
                  <a:cubicBezTo>
                    <a:pt x="4127" y="914"/>
                    <a:pt x="2647" y="0"/>
                    <a:pt x="9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7275;p83"/>
            <p:cNvSpPr/>
            <p:nvPr/>
          </p:nvSpPr>
          <p:spPr>
            <a:xfrm>
              <a:off x="-53839375" y="3306025"/>
              <a:ext cx="55175" cy="55175"/>
            </a:xfrm>
            <a:custGeom>
              <a:avLst/>
              <a:gdLst/>
              <a:ahLst/>
              <a:cxnLst/>
              <a:rect l="l" t="t" r="r" b="b"/>
              <a:pathLst>
                <a:path w="2207" h="2207" extrusionOk="0">
                  <a:moveTo>
                    <a:pt x="1104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4" y="2206"/>
                  </a:cubicBezTo>
                  <a:cubicBezTo>
                    <a:pt x="1734" y="2206"/>
                    <a:pt x="2206" y="1702"/>
                    <a:pt x="2206" y="1104"/>
                  </a:cubicBezTo>
                  <a:cubicBezTo>
                    <a:pt x="2206" y="505"/>
                    <a:pt x="1734" y="1"/>
                    <a:pt x="11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7276;p83"/>
            <p:cNvSpPr/>
            <p:nvPr/>
          </p:nvSpPr>
          <p:spPr>
            <a:xfrm>
              <a:off x="-53950425" y="3306025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3" y="2206"/>
                  </a:cubicBezTo>
                  <a:cubicBezTo>
                    <a:pt x="1702" y="2206"/>
                    <a:pt x="2206" y="1702"/>
                    <a:pt x="2206" y="1104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7277;p83"/>
            <p:cNvSpPr/>
            <p:nvPr/>
          </p:nvSpPr>
          <p:spPr>
            <a:xfrm>
              <a:off x="-53985075" y="3400950"/>
              <a:ext cx="236300" cy="110675"/>
            </a:xfrm>
            <a:custGeom>
              <a:avLst/>
              <a:gdLst/>
              <a:ahLst/>
              <a:cxnLst/>
              <a:rect l="l" t="t" r="r" b="b"/>
              <a:pathLst>
                <a:path w="9452" h="4427" extrusionOk="0">
                  <a:moveTo>
                    <a:pt x="5790" y="969"/>
                  </a:moveTo>
                  <a:cubicBezTo>
                    <a:pt x="5884" y="969"/>
                    <a:pt x="5971" y="1008"/>
                    <a:pt x="6018" y="1087"/>
                  </a:cubicBezTo>
                  <a:cubicBezTo>
                    <a:pt x="6176" y="1245"/>
                    <a:pt x="6176" y="1497"/>
                    <a:pt x="6018" y="1591"/>
                  </a:cubicBezTo>
                  <a:cubicBezTo>
                    <a:pt x="5671" y="1969"/>
                    <a:pt x="5199" y="2158"/>
                    <a:pt x="4726" y="2158"/>
                  </a:cubicBezTo>
                  <a:cubicBezTo>
                    <a:pt x="4254" y="2158"/>
                    <a:pt x="3750" y="1969"/>
                    <a:pt x="3435" y="1591"/>
                  </a:cubicBezTo>
                  <a:cubicBezTo>
                    <a:pt x="3277" y="1434"/>
                    <a:pt x="3277" y="1213"/>
                    <a:pt x="3435" y="1087"/>
                  </a:cubicBezTo>
                  <a:cubicBezTo>
                    <a:pt x="3513" y="1008"/>
                    <a:pt x="3608" y="969"/>
                    <a:pt x="3698" y="969"/>
                  </a:cubicBezTo>
                  <a:cubicBezTo>
                    <a:pt x="3789" y="969"/>
                    <a:pt x="3876" y="1008"/>
                    <a:pt x="3939" y="1087"/>
                  </a:cubicBezTo>
                  <a:cubicBezTo>
                    <a:pt x="4159" y="1308"/>
                    <a:pt x="4443" y="1418"/>
                    <a:pt x="4726" y="1418"/>
                  </a:cubicBezTo>
                  <a:cubicBezTo>
                    <a:pt x="5010" y="1418"/>
                    <a:pt x="5293" y="1308"/>
                    <a:pt x="5514" y="1087"/>
                  </a:cubicBezTo>
                  <a:cubicBezTo>
                    <a:pt x="5593" y="1008"/>
                    <a:pt x="5695" y="969"/>
                    <a:pt x="5790" y="969"/>
                  </a:cubicBezTo>
                  <a:close/>
                  <a:moveTo>
                    <a:pt x="4711" y="0"/>
                  </a:moveTo>
                  <a:cubicBezTo>
                    <a:pt x="4002" y="0"/>
                    <a:pt x="3293" y="205"/>
                    <a:pt x="2678" y="615"/>
                  </a:cubicBezTo>
                  <a:cubicBezTo>
                    <a:pt x="2615" y="646"/>
                    <a:pt x="2552" y="709"/>
                    <a:pt x="2489" y="709"/>
                  </a:cubicBezTo>
                  <a:lnTo>
                    <a:pt x="1" y="709"/>
                  </a:lnTo>
                  <a:cubicBezTo>
                    <a:pt x="505" y="2820"/>
                    <a:pt x="2458" y="4427"/>
                    <a:pt x="4726" y="4427"/>
                  </a:cubicBezTo>
                  <a:cubicBezTo>
                    <a:pt x="7026" y="4427"/>
                    <a:pt x="8948" y="2820"/>
                    <a:pt x="9452" y="709"/>
                  </a:cubicBezTo>
                  <a:lnTo>
                    <a:pt x="6963" y="709"/>
                  </a:lnTo>
                  <a:cubicBezTo>
                    <a:pt x="6869" y="646"/>
                    <a:pt x="6774" y="646"/>
                    <a:pt x="6743" y="615"/>
                  </a:cubicBezTo>
                  <a:cubicBezTo>
                    <a:pt x="6128" y="205"/>
                    <a:pt x="5419" y="0"/>
                    <a:pt x="47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7278;p83"/>
            <p:cNvSpPr/>
            <p:nvPr/>
          </p:nvSpPr>
          <p:spPr>
            <a:xfrm>
              <a:off x="-53986650" y="3342275"/>
              <a:ext cx="241025" cy="55150"/>
            </a:xfrm>
            <a:custGeom>
              <a:avLst/>
              <a:gdLst/>
              <a:ahLst/>
              <a:cxnLst/>
              <a:rect l="l" t="t" r="r" b="b"/>
              <a:pathLst>
                <a:path w="9641" h="2206" extrusionOk="0">
                  <a:moveTo>
                    <a:pt x="1" y="0"/>
                  </a:moveTo>
                  <a:lnTo>
                    <a:pt x="1" y="1859"/>
                  </a:lnTo>
                  <a:lnTo>
                    <a:pt x="1" y="2206"/>
                  </a:lnTo>
                  <a:lnTo>
                    <a:pt x="2458" y="2206"/>
                  </a:lnTo>
                  <a:cubicBezTo>
                    <a:pt x="3198" y="1749"/>
                    <a:pt x="4017" y="1520"/>
                    <a:pt x="4829" y="1520"/>
                  </a:cubicBezTo>
                  <a:cubicBezTo>
                    <a:pt x="5640" y="1520"/>
                    <a:pt x="6443" y="1749"/>
                    <a:pt x="7152" y="2206"/>
                  </a:cubicBezTo>
                  <a:lnTo>
                    <a:pt x="9641" y="2206"/>
                  </a:lnTo>
                  <a:lnTo>
                    <a:pt x="9641" y="1859"/>
                  </a:lnTo>
                  <a:lnTo>
                    <a:pt x="9641" y="0"/>
                  </a:lnTo>
                  <a:lnTo>
                    <a:pt x="8853" y="0"/>
                  </a:lnTo>
                  <a:cubicBezTo>
                    <a:pt x="8696" y="882"/>
                    <a:pt x="7940" y="1512"/>
                    <a:pt x="7026" y="1512"/>
                  </a:cubicBezTo>
                  <a:cubicBezTo>
                    <a:pt x="6144" y="1512"/>
                    <a:pt x="5388" y="882"/>
                    <a:pt x="5230" y="0"/>
                  </a:cubicBezTo>
                  <a:lnTo>
                    <a:pt x="4411" y="0"/>
                  </a:lnTo>
                  <a:cubicBezTo>
                    <a:pt x="4254" y="882"/>
                    <a:pt x="3466" y="1512"/>
                    <a:pt x="2584" y="1512"/>
                  </a:cubicBezTo>
                  <a:cubicBezTo>
                    <a:pt x="1670" y="1512"/>
                    <a:pt x="946" y="882"/>
                    <a:pt x="7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7279;p83"/>
            <p:cNvSpPr/>
            <p:nvPr/>
          </p:nvSpPr>
          <p:spPr>
            <a:xfrm>
              <a:off x="-53989000" y="3199700"/>
              <a:ext cx="241800" cy="123700"/>
            </a:xfrm>
            <a:custGeom>
              <a:avLst/>
              <a:gdLst/>
              <a:ahLst/>
              <a:cxnLst/>
              <a:rect l="l" t="t" r="r" b="b"/>
              <a:pathLst>
                <a:path w="9672" h="4948" extrusionOk="0">
                  <a:moveTo>
                    <a:pt x="3245" y="1"/>
                  </a:moveTo>
                  <a:cubicBezTo>
                    <a:pt x="1355" y="662"/>
                    <a:pt x="0" y="2490"/>
                    <a:pt x="0" y="4601"/>
                  </a:cubicBezTo>
                  <a:lnTo>
                    <a:pt x="0" y="4947"/>
                  </a:lnTo>
                  <a:lnTo>
                    <a:pt x="788" y="4947"/>
                  </a:lnTo>
                  <a:cubicBezTo>
                    <a:pt x="945" y="4096"/>
                    <a:pt x="1701" y="3466"/>
                    <a:pt x="2615" y="3466"/>
                  </a:cubicBezTo>
                  <a:cubicBezTo>
                    <a:pt x="3529" y="3466"/>
                    <a:pt x="4253" y="4096"/>
                    <a:pt x="4411" y="4947"/>
                  </a:cubicBezTo>
                  <a:lnTo>
                    <a:pt x="5261" y="4947"/>
                  </a:lnTo>
                  <a:cubicBezTo>
                    <a:pt x="5419" y="4096"/>
                    <a:pt x="6207" y="3466"/>
                    <a:pt x="7057" y="3466"/>
                  </a:cubicBezTo>
                  <a:cubicBezTo>
                    <a:pt x="7971" y="3466"/>
                    <a:pt x="8727" y="4096"/>
                    <a:pt x="8884" y="4947"/>
                  </a:cubicBezTo>
                  <a:lnTo>
                    <a:pt x="9672" y="4947"/>
                  </a:lnTo>
                  <a:lnTo>
                    <a:pt x="9672" y="4601"/>
                  </a:lnTo>
                  <a:cubicBezTo>
                    <a:pt x="9672" y="3939"/>
                    <a:pt x="9546" y="3309"/>
                    <a:pt x="9262" y="2710"/>
                  </a:cubicBezTo>
                  <a:lnTo>
                    <a:pt x="7089" y="2710"/>
                  </a:lnTo>
                  <a:cubicBezTo>
                    <a:pt x="5986" y="2710"/>
                    <a:pt x="4978" y="2301"/>
                    <a:pt x="4190" y="1513"/>
                  </a:cubicBezTo>
                  <a:cubicBezTo>
                    <a:pt x="3749" y="1072"/>
                    <a:pt x="3434" y="568"/>
                    <a:pt x="32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7280;p83"/>
            <p:cNvSpPr/>
            <p:nvPr/>
          </p:nvSpPr>
          <p:spPr>
            <a:xfrm>
              <a:off x="-53728300" y="331077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158"/>
                  </a:lnTo>
                  <a:lnTo>
                    <a:pt x="0" y="2583"/>
                  </a:lnTo>
                  <a:cubicBezTo>
                    <a:pt x="441" y="2300"/>
                    <a:pt x="756" y="1827"/>
                    <a:pt x="756" y="1260"/>
                  </a:cubicBezTo>
                  <a:cubicBezTo>
                    <a:pt x="756" y="756"/>
                    <a:pt x="473" y="252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1" name="Google Shape;7281;p83"/>
          <p:cNvGrpSpPr/>
          <p:nvPr/>
        </p:nvGrpSpPr>
        <p:grpSpPr>
          <a:xfrm>
            <a:off x="5768492" y="3358148"/>
            <a:ext cx="316434" cy="358099"/>
            <a:chOff x="-54007925" y="3584850"/>
            <a:chExt cx="281200" cy="318225"/>
          </a:xfrm>
        </p:grpSpPr>
        <p:sp>
          <p:nvSpPr>
            <p:cNvPr id="7282" name="Google Shape;7282;p83"/>
            <p:cNvSpPr/>
            <p:nvPr/>
          </p:nvSpPr>
          <p:spPr>
            <a:xfrm>
              <a:off x="-53943325" y="3716375"/>
              <a:ext cx="151250" cy="18950"/>
            </a:xfrm>
            <a:custGeom>
              <a:avLst/>
              <a:gdLst/>
              <a:ahLst/>
              <a:cxnLst/>
              <a:rect l="l" t="t" r="r" b="b"/>
              <a:pathLst>
                <a:path w="6050" h="758" extrusionOk="0">
                  <a:moveTo>
                    <a:pt x="0" y="1"/>
                  </a:moveTo>
                  <a:cubicBezTo>
                    <a:pt x="441" y="474"/>
                    <a:pt x="1040" y="757"/>
                    <a:pt x="1702" y="757"/>
                  </a:cubicBezTo>
                  <a:lnTo>
                    <a:pt x="4348" y="757"/>
                  </a:lnTo>
                  <a:cubicBezTo>
                    <a:pt x="5041" y="757"/>
                    <a:pt x="5608" y="474"/>
                    <a:pt x="6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7283;p83"/>
            <p:cNvSpPr/>
            <p:nvPr/>
          </p:nvSpPr>
          <p:spPr>
            <a:xfrm>
              <a:off x="-53970100" y="3679375"/>
              <a:ext cx="205575" cy="18125"/>
            </a:xfrm>
            <a:custGeom>
              <a:avLst/>
              <a:gdLst/>
              <a:ahLst/>
              <a:cxnLst/>
              <a:rect l="l" t="t" r="r" b="b"/>
              <a:pathLst>
                <a:path w="8223" h="725" extrusionOk="0">
                  <a:moveTo>
                    <a:pt x="0" y="0"/>
                  </a:moveTo>
                  <a:lnTo>
                    <a:pt x="0" y="725"/>
                  </a:lnTo>
                  <a:lnTo>
                    <a:pt x="8223" y="725"/>
                  </a:lnTo>
                  <a:lnTo>
                    <a:pt x="82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7284;p83"/>
            <p:cNvSpPr/>
            <p:nvPr/>
          </p:nvSpPr>
          <p:spPr>
            <a:xfrm>
              <a:off x="-53970100" y="3715600"/>
              <a:ext cx="204800" cy="187475"/>
            </a:xfrm>
            <a:custGeom>
              <a:avLst/>
              <a:gdLst/>
              <a:ahLst/>
              <a:cxnLst/>
              <a:rect l="l" t="t" r="r" b="b"/>
              <a:pathLst>
                <a:path w="8192" h="7499" extrusionOk="0">
                  <a:moveTo>
                    <a:pt x="2584" y="2300"/>
                  </a:moveTo>
                  <a:cubicBezTo>
                    <a:pt x="2804" y="2300"/>
                    <a:pt x="2962" y="2426"/>
                    <a:pt x="2962" y="2647"/>
                  </a:cubicBezTo>
                  <a:cubicBezTo>
                    <a:pt x="2962" y="2836"/>
                    <a:pt x="2804" y="2993"/>
                    <a:pt x="2584" y="2993"/>
                  </a:cubicBezTo>
                  <a:cubicBezTo>
                    <a:pt x="2395" y="2993"/>
                    <a:pt x="2237" y="2836"/>
                    <a:pt x="2237" y="2647"/>
                  </a:cubicBezTo>
                  <a:cubicBezTo>
                    <a:pt x="2237" y="2426"/>
                    <a:pt x="2395" y="2300"/>
                    <a:pt x="2584" y="2300"/>
                  </a:cubicBezTo>
                  <a:close/>
                  <a:moveTo>
                    <a:pt x="5577" y="2300"/>
                  </a:moveTo>
                  <a:cubicBezTo>
                    <a:pt x="5797" y="2300"/>
                    <a:pt x="5955" y="2458"/>
                    <a:pt x="5955" y="2647"/>
                  </a:cubicBezTo>
                  <a:cubicBezTo>
                    <a:pt x="5955" y="2836"/>
                    <a:pt x="5797" y="2993"/>
                    <a:pt x="5577" y="2993"/>
                  </a:cubicBezTo>
                  <a:cubicBezTo>
                    <a:pt x="5388" y="2993"/>
                    <a:pt x="5230" y="2836"/>
                    <a:pt x="5230" y="2647"/>
                  </a:cubicBezTo>
                  <a:cubicBezTo>
                    <a:pt x="5230" y="2458"/>
                    <a:pt x="5388" y="2300"/>
                    <a:pt x="5577" y="2300"/>
                  </a:cubicBezTo>
                  <a:close/>
                  <a:moveTo>
                    <a:pt x="5191" y="4072"/>
                  </a:moveTo>
                  <a:cubicBezTo>
                    <a:pt x="5285" y="4072"/>
                    <a:pt x="5372" y="4112"/>
                    <a:pt x="5419" y="4191"/>
                  </a:cubicBezTo>
                  <a:cubicBezTo>
                    <a:pt x="5577" y="4348"/>
                    <a:pt x="5577" y="4569"/>
                    <a:pt x="5419" y="4695"/>
                  </a:cubicBezTo>
                  <a:cubicBezTo>
                    <a:pt x="5072" y="5041"/>
                    <a:pt x="4600" y="5230"/>
                    <a:pt x="4127" y="5230"/>
                  </a:cubicBezTo>
                  <a:cubicBezTo>
                    <a:pt x="3655" y="5230"/>
                    <a:pt x="3151" y="5041"/>
                    <a:pt x="2836" y="4695"/>
                  </a:cubicBezTo>
                  <a:cubicBezTo>
                    <a:pt x="2678" y="4537"/>
                    <a:pt x="2678" y="4285"/>
                    <a:pt x="2836" y="4191"/>
                  </a:cubicBezTo>
                  <a:cubicBezTo>
                    <a:pt x="2914" y="4112"/>
                    <a:pt x="3009" y="4072"/>
                    <a:pt x="3099" y="4072"/>
                  </a:cubicBezTo>
                  <a:cubicBezTo>
                    <a:pt x="3190" y="4072"/>
                    <a:pt x="3277" y="4112"/>
                    <a:pt x="3340" y="4191"/>
                  </a:cubicBezTo>
                  <a:cubicBezTo>
                    <a:pt x="3560" y="4395"/>
                    <a:pt x="3844" y="4498"/>
                    <a:pt x="4127" y="4498"/>
                  </a:cubicBezTo>
                  <a:cubicBezTo>
                    <a:pt x="4411" y="4498"/>
                    <a:pt x="4694" y="4395"/>
                    <a:pt x="4915" y="4191"/>
                  </a:cubicBezTo>
                  <a:cubicBezTo>
                    <a:pt x="4994" y="4112"/>
                    <a:pt x="5096" y="4072"/>
                    <a:pt x="5191" y="4072"/>
                  </a:cubicBezTo>
                  <a:close/>
                  <a:moveTo>
                    <a:pt x="0" y="0"/>
                  </a:moveTo>
                  <a:lnTo>
                    <a:pt x="0" y="3340"/>
                  </a:lnTo>
                  <a:cubicBezTo>
                    <a:pt x="0" y="5577"/>
                    <a:pt x="1859" y="7499"/>
                    <a:pt x="4096" y="7499"/>
                  </a:cubicBezTo>
                  <a:cubicBezTo>
                    <a:pt x="6333" y="7499"/>
                    <a:pt x="8191" y="5640"/>
                    <a:pt x="8191" y="3340"/>
                  </a:cubicBezTo>
                  <a:lnTo>
                    <a:pt x="8191" y="0"/>
                  </a:lnTo>
                  <a:lnTo>
                    <a:pt x="8034" y="0"/>
                  </a:lnTo>
                  <a:cubicBezTo>
                    <a:pt x="7467" y="946"/>
                    <a:pt x="6490" y="1513"/>
                    <a:pt x="5419" y="1513"/>
                  </a:cubicBezTo>
                  <a:lnTo>
                    <a:pt x="2804" y="1513"/>
                  </a:lnTo>
                  <a:cubicBezTo>
                    <a:pt x="1701" y="1513"/>
                    <a:pt x="693" y="946"/>
                    <a:pt x="1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7285;p83"/>
            <p:cNvSpPr/>
            <p:nvPr/>
          </p:nvSpPr>
          <p:spPr>
            <a:xfrm>
              <a:off x="-54007125" y="3584850"/>
              <a:ext cx="278825" cy="74850"/>
            </a:xfrm>
            <a:custGeom>
              <a:avLst/>
              <a:gdLst/>
              <a:ahLst/>
              <a:cxnLst/>
              <a:rect l="l" t="t" r="r" b="b"/>
              <a:pathLst>
                <a:path w="11153" h="2994" extrusionOk="0">
                  <a:moveTo>
                    <a:pt x="5577" y="1"/>
                  </a:moveTo>
                  <a:cubicBezTo>
                    <a:pt x="2867" y="1"/>
                    <a:pt x="0" y="788"/>
                    <a:pt x="0" y="2238"/>
                  </a:cubicBezTo>
                  <a:cubicBezTo>
                    <a:pt x="0" y="2647"/>
                    <a:pt x="315" y="2994"/>
                    <a:pt x="725" y="2994"/>
                  </a:cubicBezTo>
                  <a:lnTo>
                    <a:pt x="10429" y="2994"/>
                  </a:lnTo>
                  <a:cubicBezTo>
                    <a:pt x="10838" y="2994"/>
                    <a:pt x="11153" y="2679"/>
                    <a:pt x="11153" y="2238"/>
                  </a:cubicBezTo>
                  <a:cubicBezTo>
                    <a:pt x="11153" y="788"/>
                    <a:pt x="828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7286;p83"/>
            <p:cNvSpPr/>
            <p:nvPr/>
          </p:nvSpPr>
          <p:spPr>
            <a:xfrm>
              <a:off x="-54007925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757" y="0"/>
                  </a:moveTo>
                  <a:cubicBezTo>
                    <a:pt x="316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57" y="2584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7287;p83"/>
            <p:cNvSpPr/>
            <p:nvPr/>
          </p:nvSpPr>
          <p:spPr>
            <a:xfrm>
              <a:off x="-53745625" y="3740025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584"/>
                  </a:lnTo>
                  <a:cubicBezTo>
                    <a:pt x="441" y="2300"/>
                    <a:pt x="756" y="1827"/>
                    <a:pt x="756" y="1260"/>
                  </a:cubicBezTo>
                  <a:cubicBezTo>
                    <a:pt x="693" y="725"/>
                    <a:pt x="441" y="252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8" name="Google Shape;7288;p83"/>
          <p:cNvGrpSpPr/>
          <p:nvPr/>
        </p:nvGrpSpPr>
        <p:grpSpPr>
          <a:xfrm>
            <a:off x="5768492" y="3820033"/>
            <a:ext cx="316434" cy="358914"/>
            <a:chOff x="-54007925" y="3975575"/>
            <a:chExt cx="281200" cy="318950"/>
          </a:xfrm>
        </p:grpSpPr>
        <p:sp>
          <p:nvSpPr>
            <p:cNvPr id="7289" name="Google Shape;7289;p83"/>
            <p:cNvSpPr/>
            <p:nvPr/>
          </p:nvSpPr>
          <p:spPr>
            <a:xfrm>
              <a:off x="-53988225" y="3975575"/>
              <a:ext cx="244175" cy="142825"/>
            </a:xfrm>
            <a:custGeom>
              <a:avLst/>
              <a:gdLst/>
              <a:ahLst/>
              <a:cxnLst/>
              <a:rect l="l" t="t" r="r" b="b"/>
              <a:pathLst>
                <a:path w="9767" h="5713" extrusionOk="0">
                  <a:moveTo>
                    <a:pt x="5161" y="1329"/>
                  </a:moveTo>
                  <a:cubicBezTo>
                    <a:pt x="5247" y="1329"/>
                    <a:pt x="5333" y="1337"/>
                    <a:pt x="5419" y="1353"/>
                  </a:cubicBezTo>
                  <a:cubicBezTo>
                    <a:pt x="5577" y="1384"/>
                    <a:pt x="5671" y="1416"/>
                    <a:pt x="5797" y="1479"/>
                  </a:cubicBezTo>
                  <a:cubicBezTo>
                    <a:pt x="6617" y="1857"/>
                    <a:pt x="7026" y="2960"/>
                    <a:pt x="6837" y="4220"/>
                  </a:cubicBezTo>
                  <a:cubicBezTo>
                    <a:pt x="6774" y="4409"/>
                    <a:pt x="6617" y="4535"/>
                    <a:pt x="6459" y="4535"/>
                  </a:cubicBezTo>
                  <a:lnTo>
                    <a:pt x="6396" y="4535"/>
                  </a:lnTo>
                  <a:cubicBezTo>
                    <a:pt x="6207" y="4503"/>
                    <a:pt x="6049" y="4283"/>
                    <a:pt x="6081" y="4094"/>
                  </a:cubicBezTo>
                  <a:cubicBezTo>
                    <a:pt x="6239" y="3117"/>
                    <a:pt x="5892" y="2172"/>
                    <a:pt x="5293" y="2046"/>
                  </a:cubicBezTo>
                  <a:cubicBezTo>
                    <a:pt x="5250" y="2037"/>
                    <a:pt x="5205" y="2032"/>
                    <a:pt x="5161" y="2032"/>
                  </a:cubicBezTo>
                  <a:cubicBezTo>
                    <a:pt x="4601" y="2032"/>
                    <a:pt x="4022" y="2752"/>
                    <a:pt x="3876" y="3716"/>
                  </a:cubicBezTo>
                  <a:cubicBezTo>
                    <a:pt x="3847" y="3888"/>
                    <a:pt x="3660" y="4035"/>
                    <a:pt x="3484" y="4035"/>
                  </a:cubicBezTo>
                  <a:cubicBezTo>
                    <a:pt x="3468" y="4035"/>
                    <a:pt x="3451" y="4033"/>
                    <a:pt x="3435" y="4031"/>
                  </a:cubicBezTo>
                  <a:cubicBezTo>
                    <a:pt x="3246" y="3968"/>
                    <a:pt x="3088" y="3779"/>
                    <a:pt x="3120" y="3590"/>
                  </a:cubicBezTo>
                  <a:cubicBezTo>
                    <a:pt x="3351" y="2261"/>
                    <a:pt x="4217" y="1329"/>
                    <a:pt x="5161" y="1329"/>
                  </a:cubicBezTo>
                  <a:close/>
                  <a:moveTo>
                    <a:pt x="6821" y="1"/>
                  </a:moveTo>
                  <a:cubicBezTo>
                    <a:pt x="6045" y="1"/>
                    <a:pt x="5381" y="480"/>
                    <a:pt x="5104" y="1227"/>
                  </a:cubicBezTo>
                  <a:lnTo>
                    <a:pt x="3939" y="1038"/>
                  </a:lnTo>
                  <a:cubicBezTo>
                    <a:pt x="3734" y="998"/>
                    <a:pt x="3530" y="979"/>
                    <a:pt x="3328" y="979"/>
                  </a:cubicBezTo>
                  <a:cubicBezTo>
                    <a:pt x="1759" y="979"/>
                    <a:pt x="343" y="2128"/>
                    <a:pt x="64" y="3747"/>
                  </a:cubicBezTo>
                  <a:cubicBezTo>
                    <a:pt x="1" y="3936"/>
                    <a:pt x="158" y="4125"/>
                    <a:pt x="379" y="4188"/>
                  </a:cubicBezTo>
                  <a:lnTo>
                    <a:pt x="9200" y="5700"/>
                  </a:lnTo>
                  <a:cubicBezTo>
                    <a:pt x="9225" y="5709"/>
                    <a:pt x="9251" y="5713"/>
                    <a:pt x="9276" y="5713"/>
                  </a:cubicBezTo>
                  <a:cubicBezTo>
                    <a:pt x="9437" y="5713"/>
                    <a:pt x="9582" y="5549"/>
                    <a:pt x="9610" y="5385"/>
                  </a:cubicBezTo>
                  <a:cubicBezTo>
                    <a:pt x="9767" y="4535"/>
                    <a:pt x="9578" y="3621"/>
                    <a:pt x="9074" y="2865"/>
                  </a:cubicBezTo>
                  <a:cubicBezTo>
                    <a:pt x="8570" y="2203"/>
                    <a:pt x="7782" y="1731"/>
                    <a:pt x="6900" y="1573"/>
                  </a:cubicBezTo>
                  <a:lnTo>
                    <a:pt x="5892" y="1384"/>
                  </a:lnTo>
                  <a:cubicBezTo>
                    <a:pt x="6090" y="1017"/>
                    <a:pt x="6465" y="776"/>
                    <a:pt x="6882" y="776"/>
                  </a:cubicBezTo>
                  <a:cubicBezTo>
                    <a:pt x="6929" y="776"/>
                    <a:pt x="6978" y="779"/>
                    <a:pt x="7026" y="786"/>
                  </a:cubicBezTo>
                  <a:cubicBezTo>
                    <a:pt x="7042" y="788"/>
                    <a:pt x="7059" y="790"/>
                    <a:pt x="7075" y="790"/>
                  </a:cubicBezTo>
                  <a:cubicBezTo>
                    <a:pt x="7247" y="790"/>
                    <a:pt x="7410" y="643"/>
                    <a:pt x="7467" y="471"/>
                  </a:cubicBezTo>
                  <a:cubicBezTo>
                    <a:pt x="7499" y="282"/>
                    <a:pt x="7341" y="93"/>
                    <a:pt x="7152" y="30"/>
                  </a:cubicBezTo>
                  <a:cubicBezTo>
                    <a:pt x="7040" y="10"/>
                    <a:pt x="6930" y="1"/>
                    <a:pt x="68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7290;p83"/>
            <p:cNvSpPr/>
            <p:nvPr/>
          </p:nvSpPr>
          <p:spPr>
            <a:xfrm>
              <a:off x="-53970100" y="4100750"/>
              <a:ext cx="204800" cy="193775"/>
            </a:xfrm>
            <a:custGeom>
              <a:avLst/>
              <a:gdLst/>
              <a:ahLst/>
              <a:cxnLst/>
              <a:rect l="l" t="t" r="r" b="b"/>
              <a:pathLst>
                <a:path w="8192" h="7751" extrusionOk="0">
                  <a:moveTo>
                    <a:pt x="2584" y="1796"/>
                  </a:moveTo>
                  <a:cubicBezTo>
                    <a:pt x="2804" y="1796"/>
                    <a:pt x="2962" y="1954"/>
                    <a:pt x="2962" y="2143"/>
                  </a:cubicBezTo>
                  <a:cubicBezTo>
                    <a:pt x="2962" y="2363"/>
                    <a:pt x="2804" y="2521"/>
                    <a:pt x="2584" y="2521"/>
                  </a:cubicBezTo>
                  <a:cubicBezTo>
                    <a:pt x="2395" y="2521"/>
                    <a:pt x="2237" y="2363"/>
                    <a:pt x="2237" y="2143"/>
                  </a:cubicBezTo>
                  <a:cubicBezTo>
                    <a:pt x="2237" y="1954"/>
                    <a:pt x="2395" y="1796"/>
                    <a:pt x="2584" y="1796"/>
                  </a:cubicBezTo>
                  <a:close/>
                  <a:moveTo>
                    <a:pt x="5577" y="1796"/>
                  </a:moveTo>
                  <a:cubicBezTo>
                    <a:pt x="5797" y="1796"/>
                    <a:pt x="5955" y="1954"/>
                    <a:pt x="5955" y="2143"/>
                  </a:cubicBezTo>
                  <a:cubicBezTo>
                    <a:pt x="5955" y="2363"/>
                    <a:pt x="5797" y="2521"/>
                    <a:pt x="5577" y="2521"/>
                  </a:cubicBezTo>
                  <a:cubicBezTo>
                    <a:pt x="5388" y="2521"/>
                    <a:pt x="5230" y="2363"/>
                    <a:pt x="5230" y="2143"/>
                  </a:cubicBezTo>
                  <a:cubicBezTo>
                    <a:pt x="5230" y="1954"/>
                    <a:pt x="5388" y="1796"/>
                    <a:pt x="5577" y="1796"/>
                  </a:cubicBezTo>
                  <a:close/>
                  <a:moveTo>
                    <a:pt x="5147" y="4324"/>
                  </a:moveTo>
                  <a:cubicBezTo>
                    <a:pt x="5238" y="4324"/>
                    <a:pt x="5324" y="4364"/>
                    <a:pt x="5388" y="4443"/>
                  </a:cubicBezTo>
                  <a:cubicBezTo>
                    <a:pt x="5545" y="4600"/>
                    <a:pt x="5545" y="4852"/>
                    <a:pt x="5388" y="4947"/>
                  </a:cubicBezTo>
                  <a:cubicBezTo>
                    <a:pt x="5041" y="5325"/>
                    <a:pt x="4568" y="5514"/>
                    <a:pt x="4096" y="5514"/>
                  </a:cubicBezTo>
                  <a:cubicBezTo>
                    <a:pt x="3623" y="5514"/>
                    <a:pt x="3119" y="5325"/>
                    <a:pt x="2804" y="4947"/>
                  </a:cubicBezTo>
                  <a:cubicBezTo>
                    <a:pt x="2647" y="4789"/>
                    <a:pt x="2647" y="4569"/>
                    <a:pt x="2804" y="4443"/>
                  </a:cubicBezTo>
                  <a:cubicBezTo>
                    <a:pt x="2883" y="4380"/>
                    <a:pt x="2977" y="4348"/>
                    <a:pt x="3068" y="4348"/>
                  </a:cubicBezTo>
                  <a:cubicBezTo>
                    <a:pt x="3159" y="4348"/>
                    <a:pt x="3245" y="4380"/>
                    <a:pt x="3308" y="4443"/>
                  </a:cubicBezTo>
                  <a:cubicBezTo>
                    <a:pt x="3529" y="4663"/>
                    <a:pt x="3812" y="4773"/>
                    <a:pt x="4096" y="4773"/>
                  </a:cubicBezTo>
                  <a:cubicBezTo>
                    <a:pt x="4379" y="4773"/>
                    <a:pt x="4663" y="4663"/>
                    <a:pt x="4883" y="4443"/>
                  </a:cubicBezTo>
                  <a:cubicBezTo>
                    <a:pt x="4962" y="4364"/>
                    <a:pt x="5057" y="4324"/>
                    <a:pt x="5147" y="4324"/>
                  </a:cubicBezTo>
                  <a:close/>
                  <a:moveTo>
                    <a:pt x="0" y="0"/>
                  </a:moveTo>
                  <a:lnTo>
                    <a:pt x="0" y="3655"/>
                  </a:lnTo>
                  <a:cubicBezTo>
                    <a:pt x="0" y="5892"/>
                    <a:pt x="1859" y="7751"/>
                    <a:pt x="4096" y="7751"/>
                  </a:cubicBezTo>
                  <a:cubicBezTo>
                    <a:pt x="6333" y="7751"/>
                    <a:pt x="8191" y="5892"/>
                    <a:pt x="8191" y="3655"/>
                  </a:cubicBezTo>
                  <a:lnTo>
                    <a:pt x="8191" y="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7291;p83"/>
            <p:cNvSpPr/>
            <p:nvPr/>
          </p:nvSpPr>
          <p:spPr>
            <a:xfrm>
              <a:off x="-53745625" y="4132250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693" y="694"/>
                    <a:pt x="441" y="221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7292;p83"/>
            <p:cNvSpPr/>
            <p:nvPr/>
          </p:nvSpPr>
          <p:spPr>
            <a:xfrm>
              <a:off x="-540079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3" name="Google Shape;7293;p83"/>
          <p:cNvGrpSpPr/>
          <p:nvPr/>
        </p:nvGrpSpPr>
        <p:grpSpPr>
          <a:xfrm>
            <a:off x="8003359" y="2904504"/>
            <a:ext cx="274770" cy="358492"/>
            <a:chOff x="-52005775" y="3208025"/>
            <a:chExt cx="244175" cy="318575"/>
          </a:xfrm>
        </p:grpSpPr>
        <p:sp>
          <p:nvSpPr>
            <p:cNvPr id="7294" name="Google Shape;7294;p83"/>
            <p:cNvSpPr/>
            <p:nvPr/>
          </p:nvSpPr>
          <p:spPr>
            <a:xfrm>
              <a:off x="-51800200" y="3469850"/>
              <a:ext cx="38600" cy="56750"/>
            </a:xfrm>
            <a:custGeom>
              <a:avLst/>
              <a:gdLst/>
              <a:ahLst/>
              <a:cxnLst/>
              <a:rect l="l" t="t" r="r" b="b"/>
              <a:pathLst>
                <a:path w="1544" h="2270" extrusionOk="0">
                  <a:moveTo>
                    <a:pt x="756" y="1"/>
                  </a:moveTo>
                  <a:cubicBezTo>
                    <a:pt x="347" y="1"/>
                    <a:pt x="0" y="348"/>
                    <a:pt x="0" y="726"/>
                  </a:cubicBezTo>
                  <a:cubicBezTo>
                    <a:pt x="0" y="852"/>
                    <a:pt x="32" y="915"/>
                    <a:pt x="63" y="1041"/>
                  </a:cubicBezTo>
                  <a:lnTo>
                    <a:pt x="630" y="2175"/>
                  </a:lnTo>
                  <a:cubicBezTo>
                    <a:pt x="662" y="2238"/>
                    <a:pt x="717" y="2269"/>
                    <a:pt x="776" y="2269"/>
                  </a:cubicBezTo>
                  <a:cubicBezTo>
                    <a:pt x="835" y="2269"/>
                    <a:pt x="898" y="2238"/>
                    <a:pt x="945" y="2175"/>
                  </a:cubicBezTo>
                  <a:lnTo>
                    <a:pt x="1449" y="1135"/>
                  </a:lnTo>
                  <a:cubicBezTo>
                    <a:pt x="1513" y="1009"/>
                    <a:pt x="1544" y="883"/>
                    <a:pt x="1544" y="789"/>
                  </a:cubicBezTo>
                  <a:cubicBezTo>
                    <a:pt x="1481" y="348"/>
                    <a:pt x="1166" y="1"/>
                    <a:pt x="7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7295;p83"/>
            <p:cNvSpPr/>
            <p:nvPr/>
          </p:nvSpPr>
          <p:spPr>
            <a:xfrm>
              <a:off x="-52005775" y="3208025"/>
              <a:ext cx="111875" cy="131900"/>
            </a:xfrm>
            <a:custGeom>
              <a:avLst/>
              <a:gdLst/>
              <a:ahLst/>
              <a:cxnLst/>
              <a:rect l="l" t="t" r="r" b="b"/>
              <a:pathLst>
                <a:path w="4475" h="5276" extrusionOk="0">
                  <a:moveTo>
                    <a:pt x="2915" y="1"/>
                  </a:moveTo>
                  <a:cubicBezTo>
                    <a:pt x="2816" y="1"/>
                    <a:pt x="2717" y="5"/>
                    <a:pt x="2615" y="14"/>
                  </a:cubicBezTo>
                  <a:cubicBezTo>
                    <a:pt x="1103" y="235"/>
                    <a:pt x="0" y="1590"/>
                    <a:pt x="0" y="3133"/>
                  </a:cubicBezTo>
                  <a:lnTo>
                    <a:pt x="0" y="4866"/>
                  </a:lnTo>
                  <a:cubicBezTo>
                    <a:pt x="32" y="5055"/>
                    <a:pt x="189" y="5276"/>
                    <a:pt x="379" y="5276"/>
                  </a:cubicBezTo>
                  <a:lnTo>
                    <a:pt x="1135" y="5276"/>
                  </a:lnTo>
                  <a:cubicBezTo>
                    <a:pt x="2993" y="5276"/>
                    <a:pt x="4474" y="3732"/>
                    <a:pt x="4474" y="1873"/>
                  </a:cubicBezTo>
                  <a:lnTo>
                    <a:pt x="4474" y="424"/>
                  </a:lnTo>
                  <a:cubicBezTo>
                    <a:pt x="4017" y="155"/>
                    <a:pt x="3490" y="1"/>
                    <a:pt x="29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7296;p83"/>
            <p:cNvSpPr/>
            <p:nvPr/>
          </p:nvSpPr>
          <p:spPr>
            <a:xfrm>
              <a:off x="-51800200" y="3385575"/>
              <a:ext cx="37025" cy="37850"/>
            </a:xfrm>
            <a:custGeom>
              <a:avLst/>
              <a:gdLst/>
              <a:ahLst/>
              <a:cxnLst/>
              <a:rect l="l" t="t" r="r" b="b"/>
              <a:pathLst>
                <a:path w="1481" h="1514" extrusionOk="0">
                  <a:moveTo>
                    <a:pt x="756" y="1"/>
                  </a:moveTo>
                  <a:cubicBezTo>
                    <a:pt x="347" y="1"/>
                    <a:pt x="0" y="348"/>
                    <a:pt x="0" y="757"/>
                  </a:cubicBezTo>
                  <a:cubicBezTo>
                    <a:pt x="0" y="1167"/>
                    <a:pt x="347" y="1513"/>
                    <a:pt x="756" y="1513"/>
                  </a:cubicBezTo>
                  <a:cubicBezTo>
                    <a:pt x="1166" y="1513"/>
                    <a:pt x="1481" y="1167"/>
                    <a:pt x="1481" y="757"/>
                  </a:cubicBezTo>
                  <a:cubicBezTo>
                    <a:pt x="1481" y="348"/>
                    <a:pt x="1166" y="1"/>
                    <a:pt x="7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7297;p83"/>
            <p:cNvSpPr/>
            <p:nvPr/>
          </p:nvSpPr>
          <p:spPr>
            <a:xfrm>
              <a:off x="-51800200" y="3348575"/>
              <a:ext cx="37025" cy="37025"/>
            </a:xfrm>
            <a:custGeom>
              <a:avLst/>
              <a:gdLst/>
              <a:ahLst/>
              <a:cxnLst/>
              <a:rect l="l" t="t" r="r" b="b"/>
              <a:pathLst>
                <a:path w="1481" h="1481" extrusionOk="0">
                  <a:moveTo>
                    <a:pt x="756" y="0"/>
                  </a:moveTo>
                  <a:cubicBezTo>
                    <a:pt x="347" y="0"/>
                    <a:pt x="0" y="315"/>
                    <a:pt x="0" y="756"/>
                  </a:cubicBezTo>
                  <a:cubicBezTo>
                    <a:pt x="0" y="1166"/>
                    <a:pt x="347" y="1481"/>
                    <a:pt x="756" y="1481"/>
                  </a:cubicBezTo>
                  <a:cubicBezTo>
                    <a:pt x="1166" y="1481"/>
                    <a:pt x="1481" y="1166"/>
                    <a:pt x="1481" y="756"/>
                  </a:cubicBezTo>
                  <a:cubicBezTo>
                    <a:pt x="1481" y="315"/>
                    <a:pt x="1166" y="0"/>
                    <a:pt x="7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7298;p83"/>
            <p:cNvSpPr/>
            <p:nvPr/>
          </p:nvSpPr>
          <p:spPr>
            <a:xfrm>
              <a:off x="-51800200" y="3423400"/>
              <a:ext cx="37025" cy="37025"/>
            </a:xfrm>
            <a:custGeom>
              <a:avLst/>
              <a:gdLst/>
              <a:ahLst/>
              <a:cxnLst/>
              <a:rect l="l" t="t" r="r" b="b"/>
              <a:pathLst>
                <a:path w="1481" h="1481" extrusionOk="0">
                  <a:moveTo>
                    <a:pt x="756" y="0"/>
                  </a:moveTo>
                  <a:cubicBezTo>
                    <a:pt x="347" y="0"/>
                    <a:pt x="0" y="315"/>
                    <a:pt x="0" y="725"/>
                  </a:cubicBezTo>
                  <a:cubicBezTo>
                    <a:pt x="0" y="1166"/>
                    <a:pt x="347" y="1481"/>
                    <a:pt x="756" y="1481"/>
                  </a:cubicBezTo>
                  <a:cubicBezTo>
                    <a:pt x="1166" y="1481"/>
                    <a:pt x="1481" y="1166"/>
                    <a:pt x="1481" y="725"/>
                  </a:cubicBezTo>
                  <a:cubicBezTo>
                    <a:pt x="1481" y="315"/>
                    <a:pt x="1166" y="0"/>
                    <a:pt x="7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7299;p83"/>
            <p:cNvSpPr/>
            <p:nvPr/>
          </p:nvSpPr>
          <p:spPr>
            <a:xfrm>
              <a:off x="-51875025" y="3208025"/>
              <a:ext cx="111850" cy="131125"/>
            </a:xfrm>
            <a:custGeom>
              <a:avLst/>
              <a:gdLst/>
              <a:ahLst/>
              <a:cxnLst/>
              <a:rect l="l" t="t" r="r" b="b"/>
              <a:pathLst>
                <a:path w="4474" h="5245" extrusionOk="0">
                  <a:moveTo>
                    <a:pt x="1560" y="1"/>
                  </a:moveTo>
                  <a:cubicBezTo>
                    <a:pt x="984" y="1"/>
                    <a:pt x="458" y="155"/>
                    <a:pt x="0" y="424"/>
                  </a:cubicBezTo>
                  <a:lnTo>
                    <a:pt x="0" y="1873"/>
                  </a:lnTo>
                  <a:cubicBezTo>
                    <a:pt x="0" y="3732"/>
                    <a:pt x="1481" y="5244"/>
                    <a:pt x="3340" y="5244"/>
                  </a:cubicBezTo>
                  <a:lnTo>
                    <a:pt x="4096" y="5244"/>
                  </a:lnTo>
                  <a:cubicBezTo>
                    <a:pt x="4285" y="5244"/>
                    <a:pt x="4442" y="5087"/>
                    <a:pt x="4442" y="4898"/>
                  </a:cubicBezTo>
                  <a:lnTo>
                    <a:pt x="4442" y="3165"/>
                  </a:lnTo>
                  <a:cubicBezTo>
                    <a:pt x="4474" y="1590"/>
                    <a:pt x="3371" y="235"/>
                    <a:pt x="1859" y="14"/>
                  </a:cubicBezTo>
                  <a:cubicBezTo>
                    <a:pt x="1758" y="5"/>
                    <a:pt x="1658" y="1"/>
                    <a:pt x="15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7300;p83"/>
            <p:cNvSpPr/>
            <p:nvPr/>
          </p:nvSpPr>
          <p:spPr>
            <a:xfrm>
              <a:off x="-52005000" y="3469850"/>
              <a:ext cx="38625" cy="56750"/>
            </a:xfrm>
            <a:custGeom>
              <a:avLst/>
              <a:gdLst/>
              <a:ahLst/>
              <a:cxnLst/>
              <a:rect l="l" t="t" r="r" b="b"/>
              <a:pathLst>
                <a:path w="1545" h="2270" extrusionOk="0">
                  <a:moveTo>
                    <a:pt x="757" y="1"/>
                  </a:moveTo>
                  <a:cubicBezTo>
                    <a:pt x="348" y="1"/>
                    <a:pt x="1" y="348"/>
                    <a:pt x="1" y="726"/>
                  </a:cubicBezTo>
                  <a:cubicBezTo>
                    <a:pt x="1" y="852"/>
                    <a:pt x="32" y="915"/>
                    <a:pt x="64" y="1041"/>
                  </a:cubicBezTo>
                  <a:lnTo>
                    <a:pt x="631" y="2175"/>
                  </a:lnTo>
                  <a:cubicBezTo>
                    <a:pt x="663" y="2238"/>
                    <a:pt x="718" y="2269"/>
                    <a:pt x="777" y="2269"/>
                  </a:cubicBezTo>
                  <a:cubicBezTo>
                    <a:pt x="836" y="2269"/>
                    <a:pt x="899" y="2238"/>
                    <a:pt x="946" y="2175"/>
                  </a:cubicBezTo>
                  <a:lnTo>
                    <a:pt x="1450" y="1135"/>
                  </a:lnTo>
                  <a:cubicBezTo>
                    <a:pt x="1482" y="1009"/>
                    <a:pt x="1545" y="883"/>
                    <a:pt x="1545" y="789"/>
                  </a:cubicBezTo>
                  <a:cubicBezTo>
                    <a:pt x="1482" y="348"/>
                    <a:pt x="1135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7301;p83"/>
            <p:cNvSpPr/>
            <p:nvPr/>
          </p:nvSpPr>
          <p:spPr>
            <a:xfrm>
              <a:off x="-52005000" y="3423400"/>
              <a:ext cx="37050" cy="37025"/>
            </a:xfrm>
            <a:custGeom>
              <a:avLst/>
              <a:gdLst/>
              <a:ahLst/>
              <a:cxnLst/>
              <a:rect l="l" t="t" r="r" b="b"/>
              <a:pathLst>
                <a:path w="1482" h="1481" extrusionOk="0">
                  <a:moveTo>
                    <a:pt x="757" y="0"/>
                  </a:moveTo>
                  <a:cubicBezTo>
                    <a:pt x="348" y="0"/>
                    <a:pt x="1" y="315"/>
                    <a:pt x="1" y="725"/>
                  </a:cubicBezTo>
                  <a:cubicBezTo>
                    <a:pt x="1" y="1166"/>
                    <a:pt x="348" y="1481"/>
                    <a:pt x="757" y="1481"/>
                  </a:cubicBezTo>
                  <a:cubicBezTo>
                    <a:pt x="1167" y="1481"/>
                    <a:pt x="1482" y="1166"/>
                    <a:pt x="1482" y="725"/>
                  </a:cubicBezTo>
                  <a:cubicBezTo>
                    <a:pt x="1482" y="315"/>
                    <a:pt x="1167" y="0"/>
                    <a:pt x="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7302;p83"/>
            <p:cNvSpPr/>
            <p:nvPr/>
          </p:nvSpPr>
          <p:spPr>
            <a:xfrm>
              <a:off x="-52005000" y="3385575"/>
              <a:ext cx="37050" cy="37850"/>
            </a:xfrm>
            <a:custGeom>
              <a:avLst/>
              <a:gdLst/>
              <a:ahLst/>
              <a:cxnLst/>
              <a:rect l="l" t="t" r="r" b="b"/>
              <a:pathLst>
                <a:path w="1482" h="1514" extrusionOk="0">
                  <a:moveTo>
                    <a:pt x="757" y="1"/>
                  </a:moveTo>
                  <a:cubicBezTo>
                    <a:pt x="348" y="1"/>
                    <a:pt x="1" y="348"/>
                    <a:pt x="1" y="757"/>
                  </a:cubicBezTo>
                  <a:cubicBezTo>
                    <a:pt x="1" y="1167"/>
                    <a:pt x="348" y="1513"/>
                    <a:pt x="757" y="1513"/>
                  </a:cubicBezTo>
                  <a:cubicBezTo>
                    <a:pt x="1167" y="1513"/>
                    <a:pt x="1482" y="1167"/>
                    <a:pt x="1482" y="757"/>
                  </a:cubicBezTo>
                  <a:cubicBezTo>
                    <a:pt x="1482" y="348"/>
                    <a:pt x="1167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7303;p83"/>
            <p:cNvSpPr/>
            <p:nvPr/>
          </p:nvSpPr>
          <p:spPr>
            <a:xfrm>
              <a:off x="-51957725" y="3298150"/>
              <a:ext cx="148100" cy="209550"/>
            </a:xfrm>
            <a:custGeom>
              <a:avLst/>
              <a:gdLst/>
              <a:ahLst/>
              <a:cxnLst/>
              <a:rect l="l" t="t" r="r" b="b"/>
              <a:pathLst>
                <a:path w="5924" h="8382" extrusionOk="0">
                  <a:moveTo>
                    <a:pt x="1449" y="3151"/>
                  </a:moveTo>
                  <a:cubicBezTo>
                    <a:pt x="1639" y="3151"/>
                    <a:pt x="1796" y="3309"/>
                    <a:pt x="1796" y="3498"/>
                  </a:cubicBezTo>
                  <a:cubicBezTo>
                    <a:pt x="1796" y="3719"/>
                    <a:pt x="1639" y="3845"/>
                    <a:pt x="1449" y="3845"/>
                  </a:cubicBezTo>
                  <a:cubicBezTo>
                    <a:pt x="1260" y="3845"/>
                    <a:pt x="1103" y="3719"/>
                    <a:pt x="1103" y="3498"/>
                  </a:cubicBezTo>
                  <a:cubicBezTo>
                    <a:pt x="1103" y="3309"/>
                    <a:pt x="1260" y="3151"/>
                    <a:pt x="1449" y="3151"/>
                  </a:cubicBezTo>
                  <a:close/>
                  <a:moveTo>
                    <a:pt x="4442" y="3183"/>
                  </a:moveTo>
                  <a:cubicBezTo>
                    <a:pt x="4631" y="3183"/>
                    <a:pt x="4789" y="3340"/>
                    <a:pt x="4789" y="3561"/>
                  </a:cubicBezTo>
                  <a:cubicBezTo>
                    <a:pt x="4789" y="3719"/>
                    <a:pt x="4631" y="3908"/>
                    <a:pt x="4442" y="3908"/>
                  </a:cubicBezTo>
                  <a:cubicBezTo>
                    <a:pt x="4253" y="3908"/>
                    <a:pt x="4096" y="3750"/>
                    <a:pt x="4096" y="3561"/>
                  </a:cubicBezTo>
                  <a:cubicBezTo>
                    <a:pt x="4096" y="3340"/>
                    <a:pt x="4253" y="3183"/>
                    <a:pt x="4442" y="3183"/>
                  </a:cubicBezTo>
                  <a:close/>
                  <a:moveTo>
                    <a:pt x="3966" y="5680"/>
                  </a:moveTo>
                  <a:cubicBezTo>
                    <a:pt x="4064" y="5680"/>
                    <a:pt x="4159" y="5719"/>
                    <a:pt x="4222" y="5798"/>
                  </a:cubicBezTo>
                  <a:cubicBezTo>
                    <a:pt x="4411" y="5955"/>
                    <a:pt x="4411" y="6176"/>
                    <a:pt x="4253" y="6302"/>
                  </a:cubicBezTo>
                  <a:cubicBezTo>
                    <a:pt x="3907" y="6648"/>
                    <a:pt x="3434" y="6869"/>
                    <a:pt x="2899" y="6869"/>
                  </a:cubicBezTo>
                  <a:cubicBezTo>
                    <a:pt x="2395" y="6869"/>
                    <a:pt x="1922" y="6648"/>
                    <a:pt x="1607" y="6302"/>
                  </a:cubicBezTo>
                  <a:cubicBezTo>
                    <a:pt x="1449" y="6144"/>
                    <a:pt x="1449" y="5924"/>
                    <a:pt x="1607" y="5798"/>
                  </a:cubicBezTo>
                  <a:cubicBezTo>
                    <a:pt x="1686" y="5719"/>
                    <a:pt x="1788" y="5680"/>
                    <a:pt x="1883" y="5680"/>
                  </a:cubicBezTo>
                  <a:cubicBezTo>
                    <a:pt x="1977" y="5680"/>
                    <a:pt x="2064" y="5719"/>
                    <a:pt x="2111" y="5798"/>
                  </a:cubicBezTo>
                  <a:cubicBezTo>
                    <a:pt x="2332" y="6018"/>
                    <a:pt x="2623" y="6129"/>
                    <a:pt x="2911" y="6129"/>
                  </a:cubicBezTo>
                  <a:cubicBezTo>
                    <a:pt x="3198" y="6129"/>
                    <a:pt x="3482" y="6018"/>
                    <a:pt x="3686" y="5798"/>
                  </a:cubicBezTo>
                  <a:cubicBezTo>
                    <a:pt x="3765" y="5719"/>
                    <a:pt x="3868" y="5680"/>
                    <a:pt x="3966" y="5680"/>
                  </a:cubicBezTo>
                  <a:close/>
                  <a:moveTo>
                    <a:pt x="2993" y="1"/>
                  </a:moveTo>
                  <a:cubicBezTo>
                    <a:pt x="2489" y="1104"/>
                    <a:pt x="1513" y="1923"/>
                    <a:pt x="284" y="2238"/>
                  </a:cubicBezTo>
                  <a:cubicBezTo>
                    <a:pt x="347" y="2395"/>
                    <a:pt x="347" y="2553"/>
                    <a:pt x="347" y="2773"/>
                  </a:cubicBezTo>
                  <a:cubicBezTo>
                    <a:pt x="347" y="3025"/>
                    <a:pt x="284" y="3277"/>
                    <a:pt x="158" y="3498"/>
                  </a:cubicBezTo>
                  <a:cubicBezTo>
                    <a:pt x="284" y="3750"/>
                    <a:pt x="347" y="3971"/>
                    <a:pt x="347" y="4254"/>
                  </a:cubicBezTo>
                  <a:cubicBezTo>
                    <a:pt x="347" y="4538"/>
                    <a:pt x="284" y="4758"/>
                    <a:pt x="158" y="5010"/>
                  </a:cubicBezTo>
                  <a:cubicBezTo>
                    <a:pt x="284" y="5231"/>
                    <a:pt x="347" y="5483"/>
                    <a:pt x="347" y="5735"/>
                  </a:cubicBezTo>
                  <a:cubicBezTo>
                    <a:pt x="347" y="6113"/>
                    <a:pt x="252" y="6428"/>
                    <a:pt x="0" y="6680"/>
                  </a:cubicBezTo>
                  <a:cubicBezTo>
                    <a:pt x="158" y="6900"/>
                    <a:pt x="284" y="7121"/>
                    <a:pt x="315" y="7405"/>
                  </a:cubicBezTo>
                  <a:cubicBezTo>
                    <a:pt x="1040" y="8035"/>
                    <a:pt x="1985" y="8381"/>
                    <a:pt x="2962" y="8381"/>
                  </a:cubicBezTo>
                  <a:cubicBezTo>
                    <a:pt x="3938" y="8381"/>
                    <a:pt x="4852" y="8035"/>
                    <a:pt x="5608" y="7436"/>
                  </a:cubicBezTo>
                  <a:cubicBezTo>
                    <a:pt x="5640" y="7184"/>
                    <a:pt x="5766" y="6932"/>
                    <a:pt x="5923" y="6743"/>
                  </a:cubicBezTo>
                  <a:cubicBezTo>
                    <a:pt x="5671" y="6459"/>
                    <a:pt x="5545" y="6113"/>
                    <a:pt x="5545" y="5798"/>
                  </a:cubicBezTo>
                  <a:cubicBezTo>
                    <a:pt x="5545" y="5483"/>
                    <a:pt x="5640" y="5231"/>
                    <a:pt x="5797" y="5010"/>
                  </a:cubicBezTo>
                  <a:cubicBezTo>
                    <a:pt x="5671" y="4758"/>
                    <a:pt x="5577" y="4538"/>
                    <a:pt x="5577" y="4254"/>
                  </a:cubicBezTo>
                  <a:cubicBezTo>
                    <a:pt x="5577" y="3971"/>
                    <a:pt x="5671" y="3750"/>
                    <a:pt x="5797" y="3498"/>
                  </a:cubicBezTo>
                  <a:cubicBezTo>
                    <a:pt x="5671" y="3277"/>
                    <a:pt x="5577" y="3025"/>
                    <a:pt x="5577" y="2773"/>
                  </a:cubicBezTo>
                  <a:cubicBezTo>
                    <a:pt x="5577" y="2679"/>
                    <a:pt x="5577" y="2553"/>
                    <a:pt x="5640" y="2490"/>
                  </a:cubicBezTo>
                  <a:cubicBezTo>
                    <a:pt x="5640" y="2395"/>
                    <a:pt x="5671" y="2332"/>
                    <a:pt x="5703" y="2238"/>
                  </a:cubicBezTo>
                  <a:cubicBezTo>
                    <a:pt x="4474" y="1923"/>
                    <a:pt x="3497" y="1104"/>
                    <a:pt x="29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7304;p83"/>
            <p:cNvSpPr/>
            <p:nvPr/>
          </p:nvSpPr>
          <p:spPr>
            <a:xfrm>
              <a:off x="-52005000" y="3348575"/>
              <a:ext cx="37050" cy="37025"/>
            </a:xfrm>
            <a:custGeom>
              <a:avLst/>
              <a:gdLst/>
              <a:ahLst/>
              <a:cxnLst/>
              <a:rect l="l" t="t" r="r" b="b"/>
              <a:pathLst>
                <a:path w="1482" h="1481" extrusionOk="0">
                  <a:moveTo>
                    <a:pt x="757" y="0"/>
                  </a:moveTo>
                  <a:cubicBezTo>
                    <a:pt x="348" y="0"/>
                    <a:pt x="1" y="315"/>
                    <a:pt x="1" y="756"/>
                  </a:cubicBezTo>
                  <a:cubicBezTo>
                    <a:pt x="1" y="1166"/>
                    <a:pt x="348" y="1481"/>
                    <a:pt x="757" y="1481"/>
                  </a:cubicBezTo>
                  <a:cubicBezTo>
                    <a:pt x="1167" y="1481"/>
                    <a:pt x="1482" y="1166"/>
                    <a:pt x="1482" y="756"/>
                  </a:cubicBezTo>
                  <a:cubicBezTo>
                    <a:pt x="1482" y="315"/>
                    <a:pt x="1167" y="0"/>
                    <a:pt x="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5" name="Google Shape;7305;p83"/>
          <p:cNvGrpSpPr/>
          <p:nvPr/>
        </p:nvGrpSpPr>
        <p:grpSpPr>
          <a:xfrm>
            <a:off x="5309825" y="1532546"/>
            <a:ext cx="358099" cy="358099"/>
            <a:chOff x="-57568775" y="3198925"/>
            <a:chExt cx="318225" cy="318225"/>
          </a:xfrm>
        </p:grpSpPr>
        <p:sp>
          <p:nvSpPr>
            <p:cNvPr id="7306" name="Google Shape;7306;p83"/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7307;p83"/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7308;p83"/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7309;p83"/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7310;p83"/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7311;p83"/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2" name="Google Shape;7312;p83"/>
          <p:cNvGrpSpPr/>
          <p:nvPr/>
        </p:nvGrpSpPr>
        <p:grpSpPr>
          <a:xfrm>
            <a:off x="5331543" y="1987846"/>
            <a:ext cx="314662" cy="358099"/>
            <a:chOff x="-57549075" y="3590375"/>
            <a:chExt cx="279625" cy="318225"/>
          </a:xfrm>
        </p:grpSpPr>
        <p:sp>
          <p:nvSpPr>
            <p:cNvPr id="7313" name="Google Shape;7313;p83"/>
            <p:cNvSpPr/>
            <p:nvPr/>
          </p:nvSpPr>
          <p:spPr>
            <a:xfrm>
              <a:off x="-57493150" y="3777825"/>
              <a:ext cx="167000" cy="74850"/>
            </a:xfrm>
            <a:custGeom>
              <a:avLst/>
              <a:gdLst/>
              <a:ahLst/>
              <a:cxnLst/>
              <a:rect l="l" t="t" r="r" b="b"/>
              <a:pathLst>
                <a:path w="6680" h="2994" extrusionOk="0">
                  <a:moveTo>
                    <a:pt x="4376" y="670"/>
                  </a:moveTo>
                  <a:cubicBezTo>
                    <a:pt x="4474" y="670"/>
                    <a:pt x="4569" y="709"/>
                    <a:pt x="4632" y="788"/>
                  </a:cubicBezTo>
                  <a:cubicBezTo>
                    <a:pt x="4789" y="946"/>
                    <a:pt x="4789" y="1166"/>
                    <a:pt x="4632" y="1292"/>
                  </a:cubicBezTo>
                  <a:cubicBezTo>
                    <a:pt x="4285" y="1639"/>
                    <a:pt x="3781" y="1859"/>
                    <a:pt x="3308" y="1859"/>
                  </a:cubicBezTo>
                  <a:cubicBezTo>
                    <a:pt x="2836" y="1859"/>
                    <a:pt x="2332" y="1639"/>
                    <a:pt x="2017" y="1292"/>
                  </a:cubicBezTo>
                  <a:cubicBezTo>
                    <a:pt x="1859" y="1166"/>
                    <a:pt x="1859" y="946"/>
                    <a:pt x="2017" y="788"/>
                  </a:cubicBezTo>
                  <a:cubicBezTo>
                    <a:pt x="2096" y="709"/>
                    <a:pt x="2198" y="670"/>
                    <a:pt x="2292" y="670"/>
                  </a:cubicBezTo>
                  <a:cubicBezTo>
                    <a:pt x="2387" y="670"/>
                    <a:pt x="2474" y="709"/>
                    <a:pt x="2521" y="788"/>
                  </a:cubicBezTo>
                  <a:cubicBezTo>
                    <a:pt x="2741" y="1009"/>
                    <a:pt x="3033" y="1119"/>
                    <a:pt x="3320" y="1119"/>
                  </a:cubicBezTo>
                  <a:cubicBezTo>
                    <a:pt x="3608" y="1119"/>
                    <a:pt x="3891" y="1009"/>
                    <a:pt x="4096" y="788"/>
                  </a:cubicBezTo>
                  <a:cubicBezTo>
                    <a:pt x="4175" y="709"/>
                    <a:pt x="4277" y="670"/>
                    <a:pt x="4376" y="670"/>
                  </a:cubicBezTo>
                  <a:close/>
                  <a:moveTo>
                    <a:pt x="0" y="0"/>
                  </a:moveTo>
                  <a:cubicBezTo>
                    <a:pt x="221" y="1702"/>
                    <a:pt x="1639" y="2993"/>
                    <a:pt x="3371" y="2993"/>
                  </a:cubicBezTo>
                  <a:cubicBezTo>
                    <a:pt x="5104" y="2993"/>
                    <a:pt x="6522" y="1702"/>
                    <a:pt x="66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7314;p83"/>
            <p:cNvSpPr/>
            <p:nvPr/>
          </p:nvSpPr>
          <p:spPr>
            <a:xfrm>
              <a:off x="-57478975" y="3647075"/>
              <a:ext cx="139425" cy="37050"/>
            </a:xfrm>
            <a:custGeom>
              <a:avLst/>
              <a:gdLst/>
              <a:ahLst/>
              <a:cxnLst/>
              <a:rect l="l" t="t" r="r" b="b"/>
              <a:pathLst>
                <a:path w="5577" h="1482" extrusionOk="0">
                  <a:moveTo>
                    <a:pt x="2804" y="1"/>
                  </a:moveTo>
                  <a:cubicBezTo>
                    <a:pt x="1639" y="1"/>
                    <a:pt x="599" y="568"/>
                    <a:pt x="1" y="1481"/>
                  </a:cubicBezTo>
                  <a:lnTo>
                    <a:pt x="5577" y="1481"/>
                  </a:lnTo>
                  <a:cubicBezTo>
                    <a:pt x="4947" y="568"/>
                    <a:pt x="3939" y="1"/>
                    <a:pt x="28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7315;p83"/>
            <p:cNvSpPr/>
            <p:nvPr/>
          </p:nvSpPr>
          <p:spPr>
            <a:xfrm>
              <a:off x="-57493950" y="3703775"/>
              <a:ext cx="168575" cy="55175"/>
            </a:xfrm>
            <a:custGeom>
              <a:avLst/>
              <a:gdLst/>
              <a:ahLst/>
              <a:cxnLst/>
              <a:rect l="l" t="t" r="r" b="b"/>
              <a:pathLst>
                <a:path w="6743" h="2207" extrusionOk="0">
                  <a:moveTo>
                    <a:pt x="1891" y="726"/>
                  </a:moveTo>
                  <a:cubicBezTo>
                    <a:pt x="2080" y="726"/>
                    <a:pt x="2238" y="883"/>
                    <a:pt x="2238" y="1072"/>
                  </a:cubicBezTo>
                  <a:cubicBezTo>
                    <a:pt x="2238" y="1261"/>
                    <a:pt x="2080" y="1419"/>
                    <a:pt x="1891" y="1419"/>
                  </a:cubicBezTo>
                  <a:cubicBezTo>
                    <a:pt x="1702" y="1419"/>
                    <a:pt x="1545" y="1261"/>
                    <a:pt x="1545" y="1072"/>
                  </a:cubicBezTo>
                  <a:cubicBezTo>
                    <a:pt x="1513" y="883"/>
                    <a:pt x="1671" y="726"/>
                    <a:pt x="1891" y="726"/>
                  </a:cubicBezTo>
                  <a:close/>
                  <a:moveTo>
                    <a:pt x="4853" y="726"/>
                  </a:moveTo>
                  <a:cubicBezTo>
                    <a:pt x="5042" y="726"/>
                    <a:pt x="5199" y="883"/>
                    <a:pt x="5199" y="1072"/>
                  </a:cubicBezTo>
                  <a:cubicBezTo>
                    <a:pt x="5199" y="1261"/>
                    <a:pt x="5042" y="1419"/>
                    <a:pt x="4853" y="1419"/>
                  </a:cubicBezTo>
                  <a:cubicBezTo>
                    <a:pt x="4664" y="1419"/>
                    <a:pt x="4506" y="1261"/>
                    <a:pt x="4506" y="1072"/>
                  </a:cubicBezTo>
                  <a:cubicBezTo>
                    <a:pt x="4506" y="883"/>
                    <a:pt x="4664" y="726"/>
                    <a:pt x="4853" y="726"/>
                  </a:cubicBezTo>
                  <a:close/>
                  <a:moveTo>
                    <a:pt x="253" y="1"/>
                  </a:moveTo>
                  <a:cubicBezTo>
                    <a:pt x="95" y="316"/>
                    <a:pt x="1" y="726"/>
                    <a:pt x="1" y="1104"/>
                  </a:cubicBezTo>
                  <a:lnTo>
                    <a:pt x="1" y="2206"/>
                  </a:lnTo>
                  <a:lnTo>
                    <a:pt x="6743" y="2206"/>
                  </a:lnTo>
                  <a:lnTo>
                    <a:pt x="6743" y="1104"/>
                  </a:lnTo>
                  <a:cubicBezTo>
                    <a:pt x="6743" y="726"/>
                    <a:pt x="6680" y="347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7316;p83"/>
            <p:cNvSpPr/>
            <p:nvPr/>
          </p:nvSpPr>
          <p:spPr>
            <a:xfrm>
              <a:off x="-57549075" y="35903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608" y="1544"/>
                  </a:moveTo>
                  <a:cubicBezTo>
                    <a:pt x="7877" y="1544"/>
                    <a:pt x="9704" y="3403"/>
                    <a:pt x="9704" y="5640"/>
                  </a:cubicBezTo>
                  <a:lnTo>
                    <a:pt x="9704" y="7152"/>
                  </a:lnTo>
                  <a:cubicBezTo>
                    <a:pt x="9704" y="9389"/>
                    <a:pt x="7845" y="11247"/>
                    <a:pt x="5608" y="11247"/>
                  </a:cubicBezTo>
                  <a:cubicBezTo>
                    <a:pt x="3372" y="11247"/>
                    <a:pt x="1513" y="9389"/>
                    <a:pt x="1513" y="7152"/>
                  </a:cubicBezTo>
                  <a:lnTo>
                    <a:pt x="1513" y="5640"/>
                  </a:lnTo>
                  <a:cubicBezTo>
                    <a:pt x="1513" y="3403"/>
                    <a:pt x="3309" y="1544"/>
                    <a:pt x="5608" y="1544"/>
                  </a:cubicBezTo>
                  <a:close/>
                  <a:moveTo>
                    <a:pt x="5608" y="0"/>
                  </a:moveTo>
                  <a:cubicBezTo>
                    <a:pt x="2521" y="0"/>
                    <a:pt x="1" y="2521"/>
                    <a:pt x="1" y="5640"/>
                  </a:cubicBezTo>
                  <a:lnTo>
                    <a:pt x="1" y="12382"/>
                  </a:lnTo>
                  <a:cubicBezTo>
                    <a:pt x="1" y="12571"/>
                    <a:pt x="158" y="12728"/>
                    <a:pt x="347" y="12728"/>
                  </a:cubicBezTo>
                  <a:lnTo>
                    <a:pt x="10807" y="12728"/>
                  </a:lnTo>
                  <a:cubicBezTo>
                    <a:pt x="10996" y="12728"/>
                    <a:pt x="11153" y="12571"/>
                    <a:pt x="11153" y="12382"/>
                  </a:cubicBezTo>
                  <a:lnTo>
                    <a:pt x="11153" y="5640"/>
                  </a:lnTo>
                  <a:cubicBezTo>
                    <a:pt x="11185" y="2521"/>
                    <a:pt x="8664" y="0"/>
                    <a:pt x="56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7" name="Google Shape;7317;p83"/>
          <p:cNvGrpSpPr/>
          <p:nvPr/>
        </p:nvGrpSpPr>
        <p:grpSpPr>
          <a:xfrm>
            <a:off x="5323740" y="2429217"/>
            <a:ext cx="359871" cy="359871"/>
            <a:chOff x="-57570350" y="3982600"/>
            <a:chExt cx="319800" cy="319800"/>
          </a:xfrm>
        </p:grpSpPr>
        <p:sp>
          <p:nvSpPr>
            <p:cNvPr id="7318" name="Google Shape;7318;p83"/>
            <p:cNvSpPr/>
            <p:nvPr/>
          </p:nvSpPr>
          <p:spPr>
            <a:xfrm>
              <a:off x="-57570350" y="4033000"/>
              <a:ext cx="319800" cy="269400"/>
            </a:xfrm>
            <a:custGeom>
              <a:avLst/>
              <a:gdLst/>
              <a:ahLst/>
              <a:cxnLst/>
              <a:rect l="l" t="t" r="r" b="b"/>
              <a:pathLst>
                <a:path w="12792" h="10776" extrusionOk="0">
                  <a:moveTo>
                    <a:pt x="9452" y="4002"/>
                  </a:moveTo>
                  <a:cubicBezTo>
                    <a:pt x="10083" y="4002"/>
                    <a:pt x="10555" y="4506"/>
                    <a:pt x="10555" y="5105"/>
                  </a:cubicBezTo>
                  <a:lnTo>
                    <a:pt x="10555" y="5861"/>
                  </a:lnTo>
                  <a:cubicBezTo>
                    <a:pt x="10555" y="6459"/>
                    <a:pt x="10020" y="6963"/>
                    <a:pt x="9389" y="6963"/>
                  </a:cubicBezTo>
                  <a:lnTo>
                    <a:pt x="8665" y="6963"/>
                  </a:lnTo>
                  <a:cubicBezTo>
                    <a:pt x="7751" y="6963"/>
                    <a:pt x="6995" y="6333"/>
                    <a:pt x="6838" y="5451"/>
                  </a:cubicBezTo>
                  <a:lnTo>
                    <a:pt x="6018" y="5451"/>
                  </a:lnTo>
                  <a:cubicBezTo>
                    <a:pt x="5861" y="6333"/>
                    <a:pt x="5105" y="6963"/>
                    <a:pt x="4191" y="6963"/>
                  </a:cubicBezTo>
                  <a:lnTo>
                    <a:pt x="3467" y="6963"/>
                  </a:lnTo>
                  <a:cubicBezTo>
                    <a:pt x="2836" y="6963"/>
                    <a:pt x="2364" y="6459"/>
                    <a:pt x="2364" y="5861"/>
                  </a:cubicBezTo>
                  <a:lnTo>
                    <a:pt x="2364" y="5105"/>
                  </a:lnTo>
                  <a:cubicBezTo>
                    <a:pt x="2364" y="4475"/>
                    <a:pt x="2868" y="4002"/>
                    <a:pt x="3467" y="4002"/>
                  </a:cubicBezTo>
                  <a:lnTo>
                    <a:pt x="4947" y="4002"/>
                  </a:lnTo>
                  <a:cubicBezTo>
                    <a:pt x="5420" y="4002"/>
                    <a:pt x="5861" y="4317"/>
                    <a:pt x="6018" y="4758"/>
                  </a:cubicBezTo>
                  <a:lnTo>
                    <a:pt x="6869" y="4758"/>
                  </a:lnTo>
                  <a:cubicBezTo>
                    <a:pt x="7027" y="4317"/>
                    <a:pt x="7436" y="4002"/>
                    <a:pt x="7940" y="4002"/>
                  </a:cubicBezTo>
                  <a:close/>
                  <a:moveTo>
                    <a:pt x="1135" y="6365"/>
                  </a:moveTo>
                  <a:cubicBezTo>
                    <a:pt x="1419" y="6711"/>
                    <a:pt x="1860" y="6963"/>
                    <a:pt x="2364" y="6963"/>
                  </a:cubicBezTo>
                  <a:cubicBezTo>
                    <a:pt x="2301" y="7342"/>
                    <a:pt x="1954" y="7720"/>
                    <a:pt x="1576" y="7720"/>
                  </a:cubicBezTo>
                  <a:cubicBezTo>
                    <a:pt x="1167" y="7720"/>
                    <a:pt x="820" y="7342"/>
                    <a:pt x="820" y="6963"/>
                  </a:cubicBezTo>
                  <a:cubicBezTo>
                    <a:pt x="820" y="6711"/>
                    <a:pt x="946" y="6491"/>
                    <a:pt x="1135" y="6365"/>
                  </a:cubicBezTo>
                  <a:close/>
                  <a:moveTo>
                    <a:pt x="11784" y="6365"/>
                  </a:moveTo>
                  <a:cubicBezTo>
                    <a:pt x="11973" y="6491"/>
                    <a:pt x="12099" y="6711"/>
                    <a:pt x="12099" y="6963"/>
                  </a:cubicBezTo>
                  <a:cubicBezTo>
                    <a:pt x="12099" y="7342"/>
                    <a:pt x="11721" y="7720"/>
                    <a:pt x="11343" y="7720"/>
                  </a:cubicBezTo>
                  <a:cubicBezTo>
                    <a:pt x="10933" y="7720"/>
                    <a:pt x="10555" y="7342"/>
                    <a:pt x="10555" y="6963"/>
                  </a:cubicBezTo>
                  <a:cubicBezTo>
                    <a:pt x="11028" y="6963"/>
                    <a:pt x="11500" y="6711"/>
                    <a:pt x="11784" y="6365"/>
                  </a:cubicBezTo>
                  <a:close/>
                  <a:moveTo>
                    <a:pt x="7432" y="7286"/>
                  </a:moveTo>
                  <a:cubicBezTo>
                    <a:pt x="7531" y="7286"/>
                    <a:pt x="7625" y="7326"/>
                    <a:pt x="7688" y="7405"/>
                  </a:cubicBezTo>
                  <a:cubicBezTo>
                    <a:pt x="7909" y="7499"/>
                    <a:pt x="7909" y="7751"/>
                    <a:pt x="7751" y="7909"/>
                  </a:cubicBezTo>
                  <a:cubicBezTo>
                    <a:pt x="7405" y="8255"/>
                    <a:pt x="6932" y="8444"/>
                    <a:pt x="6396" y="8444"/>
                  </a:cubicBezTo>
                  <a:cubicBezTo>
                    <a:pt x="5892" y="8444"/>
                    <a:pt x="5420" y="8255"/>
                    <a:pt x="5073" y="7909"/>
                  </a:cubicBezTo>
                  <a:cubicBezTo>
                    <a:pt x="4916" y="7751"/>
                    <a:pt x="4916" y="7499"/>
                    <a:pt x="5073" y="7405"/>
                  </a:cubicBezTo>
                  <a:cubicBezTo>
                    <a:pt x="5152" y="7326"/>
                    <a:pt x="5254" y="7286"/>
                    <a:pt x="5349" y="7286"/>
                  </a:cubicBezTo>
                  <a:cubicBezTo>
                    <a:pt x="5443" y="7286"/>
                    <a:pt x="5530" y="7326"/>
                    <a:pt x="5577" y="7405"/>
                  </a:cubicBezTo>
                  <a:cubicBezTo>
                    <a:pt x="5798" y="7609"/>
                    <a:pt x="6081" y="7712"/>
                    <a:pt x="6365" y="7712"/>
                  </a:cubicBezTo>
                  <a:cubicBezTo>
                    <a:pt x="6649" y="7712"/>
                    <a:pt x="6932" y="7609"/>
                    <a:pt x="7153" y="7405"/>
                  </a:cubicBezTo>
                  <a:cubicBezTo>
                    <a:pt x="7231" y="7326"/>
                    <a:pt x="7334" y="7286"/>
                    <a:pt x="7432" y="7286"/>
                  </a:cubicBezTo>
                  <a:close/>
                  <a:moveTo>
                    <a:pt x="8287" y="1"/>
                  </a:moveTo>
                  <a:lnTo>
                    <a:pt x="8350" y="158"/>
                  </a:lnTo>
                  <a:cubicBezTo>
                    <a:pt x="8476" y="726"/>
                    <a:pt x="8287" y="1324"/>
                    <a:pt x="7940" y="1797"/>
                  </a:cubicBezTo>
                  <a:cubicBezTo>
                    <a:pt x="7562" y="2269"/>
                    <a:pt x="6995" y="2521"/>
                    <a:pt x="6428" y="2521"/>
                  </a:cubicBezTo>
                  <a:cubicBezTo>
                    <a:pt x="5829" y="2521"/>
                    <a:pt x="5262" y="2238"/>
                    <a:pt x="4884" y="1797"/>
                  </a:cubicBezTo>
                  <a:cubicBezTo>
                    <a:pt x="4475" y="1324"/>
                    <a:pt x="4380" y="726"/>
                    <a:pt x="4475" y="190"/>
                  </a:cubicBezTo>
                  <a:lnTo>
                    <a:pt x="4538" y="32"/>
                  </a:lnTo>
                  <a:lnTo>
                    <a:pt x="4538" y="32"/>
                  </a:lnTo>
                  <a:cubicBezTo>
                    <a:pt x="3183" y="726"/>
                    <a:pt x="2332" y="2112"/>
                    <a:pt x="2332" y="3655"/>
                  </a:cubicBezTo>
                  <a:lnTo>
                    <a:pt x="2332" y="4002"/>
                  </a:lnTo>
                  <a:cubicBezTo>
                    <a:pt x="1482" y="4002"/>
                    <a:pt x="789" y="4664"/>
                    <a:pt x="789" y="5514"/>
                  </a:cubicBezTo>
                  <a:lnTo>
                    <a:pt x="789" y="5703"/>
                  </a:lnTo>
                  <a:cubicBezTo>
                    <a:pt x="316" y="5987"/>
                    <a:pt x="32" y="6428"/>
                    <a:pt x="32" y="6995"/>
                  </a:cubicBezTo>
                  <a:cubicBezTo>
                    <a:pt x="32" y="7405"/>
                    <a:pt x="190" y="7751"/>
                    <a:pt x="442" y="7972"/>
                  </a:cubicBezTo>
                  <a:lnTo>
                    <a:pt x="64" y="8696"/>
                  </a:lnTo>
                  <a:cubicBezTo>
                    <a:pt x="1" y="8885"/>
                    <a:pt x="64" y="9074"/>
                    <a:pt x="222" y="9200"/>
                  </a:cubicBezTo>
                  <a:cubicBezTo>
                    <a:pt x="282" y="9226"/>
                    <a:pt x="341" y="9238"/>
                    <a:pt x="396" y="9238"/>
                  </a:cubicBezTo>
                  <a:cubicBezTo>
                    <a:pt x="541" y="9238"/>
                    <a:pt x="666" y="9157"/>
                    <a:pt x="757" y="9043"/>
                  </a:cubicBezTo>
                  <a:lnTo>
                    <a:pt x="1072" y="8413"/>
                  </a:lnTo>
                  <a:cubicBezTo>
                    <a:pt x="1230" y="8444"/>
                    <a:pt x="1387" y="8507"/>
                    <a:pt x="1545" y="8507"/>
                  </a:cubicBezTo>
                  <a:cubicBezTo>
                    <a:pt x="1923" y="8507"/>
                    <a:pt x="2332" y="8350"/>
                    <a:pt x="2553" y="8098"/>
                  </a:cubicBezTo>
                  <a:cubicBezTo>
                    <a:pt x="3151" y="9641"/>
                    <a:pt x="4632" y="10776"/>
                    <a:pt x="6365" y="10776"/>
                  </a:cubicBezTo>
                  <a:cubicBezTo>
                    <a:pt x="8098" y="10776"/>
                    <a:pt x="9610" y="9641"/>
                    <a:pt x="10209" y="8098"/>
                  </a:cubicBezTo>
                  <a:cubicBezTo>
                    <a:pt x="10461" y="8381"/>
                    <a:pt x="10839" y="8507"/>
                    <a:pt x="11217" y="8507"/>
                  </a:cubicBezTo>
                  <a:cubicBezTo>
                    <a:pt x="11374" y="8507"/>
                    <a:pt x="11532" y="8444"/>
                    <a:pt x="11689" y="8413"/>
                  </a:cubicBezTo>
                  <a:lnTo>
                    <a:pt x="12004" y="9043"/>
                  </a:lnTo>
                  <a:cubicBezTo>
                    <a:pt x="12069" y="9173"/>
                    <a:pt x="12193" y="9258"/>
                    <a:pt x="12326" y="9258"/>
                  </a:cubicBezTo>
                  <a:cubicBezTo>
                    <a:pt x="12387" y="9258"/>
                    <a:pt x="12449" y="9240"/>
                    <a:pt x="12508" y="9200"/>
                  </a:cubicBezTo>
                  <a:cubicBezTo>
                    <a:pt x="12729" y="9137"/>
                    <a:pt x="12792" y="8885"/>
                    <a:pt x="12666" y="8696"/>
                  </a:cubicBezTo>
                  <a:lnTo>
                    <a:pt x="12382" y="7940"/>
                  </a:lnTo>
                  <a:cubicBezTo>
                    <a:pt x="12634" y="7657"/>
                    <a:pt x="12792" y="7310"/>
                    <a:pt x="12792" y="6963"/>
                  </a:cubicBezTo>
                  <a:cubicBezTo>
                    <a:pt x="12792" y="6396"/>
                    <a:pt x="12477" y="5924"/>
                    <a:pt x="12036" y="5672"/>
                  </a:cubicBezTo>
                  <a:lnTo>
                    <a:pt x="12036" y="5451"/>
                  </a:lnTo>
                  <a:cubicBezTo>
                    <a:pt x="12036" y="4632"/>
                    <a:pt x="11343" y="3971"/>
                    <a:pt x="10524" y="3971"/>
                  </a:cubicBezTo>
                  <a:lnTo>
                    <a:pt x="10524" y="3624"/>
                  </a:lnTo>
                  <a:cubicBezTo>
                    <a:pt x="10524" y="2080"/>
                    <a:pt x="9641" y="694"/>
                    <a:pt x="82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7319;p83"/>
            <p:cNvSpPr/>
            <p:nvPr/>
          </p:nvSpPr>
          <p:spPr>
            <a:xfrm>
              <a:off x="-57493150" y="4151150"/>
              <a:ext cx="55150" cy="36250"/>
            </a:xfrm>
            <a:custGeom>
              <a:avLst/>
              <a:gdLst/>
              <a:ahLst/>
              <a:cxnLst/>
              <a:rect l="l" t="t" r="r" b="b"/>
              <a:pathLst>
                <a:path w="2206" h="1450" extrusionOk="0">
                  <a:moveTo>
                    <a:pt x="379" y="1"/>
                  </a:moveTo>
                  <a:cubicBezTo>
                    <a:pt x="158" y="1"/>
                    <a:pt x="0" y="127"/>
                    <a:pt x="0" y="347"/>
                  </a:cubicBezTo>
                  <a:lnTo>
                    <a:pt x="0" y="1072"/>
                  </a:lnTo>
                  <a:cubicBezTo>
                    <a:pt x="0" y="1292"/>
                    <a:pt x="158" y="1450"/>
                    <a:pt x="379" y="1450"/>
                  </a:cubicBezTo>
                  <a:lnTo>
                    <a:pt x="1103" y="1450"/>
                  </a:lnTo>
                  <a:cubicBezTo>
                    <a:pt x="1733" y="1450"/>
                    <a:pt x="2206" y="914"/>
                    <a:pt x="2206" y="347"/>
                  </a:cubicBezTo>
                  <a:cubicBezTo>
                    <a:pt x="2206" y="158"/>
                    <a:pt x="2048" y="1"/>
                    <a:pt x="1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7320;p83"/>
            <p:cNvSpPr/>
            <p:nvPr/>
          </p:nvSpPr>
          <p:spPr>
            <a:xfrm>
              <a:off x="-57381300" y="4151150"/>
              <a:ext cx="55925" cy="36250"/>
            </a:xfrm>
            <a:custGeom>
              <a:avLst/>
              <a:gdLst/>
              <a:ahLst/>
              <a:cxnLst/>
              <a:rect l="l" t="t" r="r" b="b"/>
              <a:pathLst>
                <a:path w="2237" h="1450" extrusionOk="0">
                  <a:moveTo>
                    <a:pt x="347" y="1"/>
                  </a:moveTo>
                  <a:cubicBezTo>
                    <a:pt x="158" y="1"/>
                    <a:pt x="0" y="127"/>
                    <a:pt x="0" y="347"/>
                  </a:cubicBezTo>
                  <a:cubicBezTo>
                    <a:pt x="0" y="977"/>
                    <a:pt x="504" y="1450"/>
                    <a:pt x="1103" y="1450"/>
                  </a:cubicBezTo>
                  <a:lnTo>
                    <a:pt x="1827" y="1450"/>
                  </a:lnTo>
                  <a:cubicBezTo>
                    <a:pt x="2048" y="1450"/>
                    <a:pt x="2206" y="1292"/>
                    <a:pt x="2206" y="1103"/>
                  </a:cubicBezTo>
                  <a:lnTo>
                    <a:pt x="2206" y="347"/>
                  </a:lnTo>
                  <a:cubicBezTo>
                    <a:pt x="2237" y="158"/>
                    <a:pt x="2079" y="1"/>
                    <a:pt x="18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7321;p83"/>
            <p:cNvSpPr/>
            <p:nvPr/>
          </p:nvSpPr>
          <p:spPr>
            <a:xfrm>
              <a:off x="-57442750" y="3982600"/>
              <a:ext cx="65400" cy="93750"/>
            </a:xfrm>
            <a:custGeom>
              <a:avLst/>
              <a:gdLst/>
              <a:ahLst/>
              <a:cxnLst/>
              <a:rect l="l" t="t" r="r" b="b"/>
              <a:pathLst>
                <a:path w="2616" h="3750" extrusionOk="0">
                  <a:moveTo>
                    <a:pt x="1292" y="1"/>
                  </a:moveTo>
                  <a:cubicBezTo>
                    <a:pt x="883" y="1"/>
                    <a:pt x="473" y="316"/>
                    <a:pt x="410" y="757"/>
                  </a:cubicBezTo>
                  <a:lnTo>
                    <a:pt x="95" y="2269"/>
                  </a:lnTo>
                  <a:cubicBezTo>
                    <a:pt x="1" y="2616"/>
                    <a:pt x="127" y="3025"/>
                    <a:pt x="316" y="3309"/>
                  </a:cubicBezTo>
                  <a:cubicBezTo>
                    <a:pt x="599" y="3529"/>
                    <a:pt x="946" y="3750"/>
                    <a:pt x="1355" y="3750"/>
                  </a:cubicBezTo>
                  <a:cubicBezTo>
                    <a:pt x="1702" y="3750"/>
                    <a:pt x="2049" y="3592"/>
                    <a:pt x="2301" y="3309"/>
                  </a:cubicBezTo>
                  <a:cubicBezTo>
                    <a:pt x="2521" y="3025"/>
                    <a:pt x="2616" y="2647"/>
                    <a:pt x="2521" y="2269"/>
                  </a:cubicBezTo>
                  <a:lnTo>
                    <a:pt x="2206" y="757"/>
                  </a:lnTo>
                  <a:cubicBezTo>
                    <a:pt x="2143" y="316"/>
                    <a:pt x="1734" y="1"/>
                    <a:pt x="12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2" name="Google Shape;7322;p83"/>
          <p:cNvGrpSpPr/>
          <p:nvPr/>
        </p:nvGrpSpPr>
        <p:grpSpPr>
          <a:xfrm>
            <a:off x="7538779" y="1531646"/>
            <a:ext cx="314662" cy="358999"/>
            <a:chOff x="-55576850" y="3198125"/>
            <a:chExt cx="279625" cy="319025"/>
          </a:xfrm>
        </p:grpSpPr>
        <p:sp>
          <p:nvSpPr>
            <p:cNvPr id="7323" name="Google Shape;7323;p83"/>
            <p:cNvSpPr/>
            <p:nvPr/>
          </p:nvSpPr>
          <p:spPr>
            <a:xfrm>
              <a:off x="-55576850" y="33359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7324;p83"/>
            <p:cNvSpPr/>
            <p:nvPr/>
          </p:nvSpPr>
          <p:spPr>
            <a:xfrm>
              <a:off x="-55539850" y="3198125"/>
              <a:ext cx="206375" cy="99275"/>
            </a:xfrm>
            <a:custGeom>
              <a:avLst/>
              <a:gdLst/>
              <a:ahLst/>
              <a:cxnLst/>
              <a:rect l="l" t="t" r="r" b="b"/>
              <a:pathLst>
                <a:path w="8255" h="3971" extrusionOk="0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7325;p83"/>
            <p:cNvSpPr/>
            <p:nvPr/>
          </p:nvSpPr>
          <p:spPr>
            <a:xfrm>
              <a:off x="-55539850" y="327532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7326;p83"/>
            <p:cNvSpPr/>
            <p:nvPr/>
          </p:nvSpPr>
          <p:spPr>
            <a:xfrm>
              <a:off x="-55316150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7" name="Google Shape;7327;p83"/>
          <p:cNvGrpSpPr/>
          <p:nvPr/>
        </p:nvGrpSpPr>
        <p:grpSpPr>
          <a:xfrm>
            <a:off x="7516174" y="1987621"/>
            <a:ext cx="359871" cy="358324"/>
            <a:chOff x="-55596550" y="3590175"/>
            <a:chExt cx="319800" cy="318425"/>
          </a:xfrm>
        </p:grpSpPr>
        <p:sp>
          <p:nvSpPr>
            <p:cNvPr id="7328" name="Google Shape;7328;p83"/>
            <p:cNvSpPr/>
            <p:nvPr/>
          </p:nvSpPr>
          <p:spPr>
            <a:xfrm>
              <a:off x="-55596550" y="3590175"/>
              <a:ext cx="319800" cy="112850"/>
            </a:xfrm>
            <a:custGeom>
              <a:avLst/>
              <a:gdLst/>
              <a:ahLst/>
              <a:cxnLst/>
              <a:rect l="l" t="t" r="r" b="b"/>
              <a:pathLst>
                <a:path w="12792" h="4514" extrusionOk="0">
                  <a:moveTo>
                    <a:pt x="6380" y="0"/>
                  </a:moveTo>
                  <a:cubicBezTo>
                    <a:pt x="6309" y="0"/>
                    <a:pt x="6238" y="24"/>
                    <a:pt x="6175" y="71"/>
                  </a:cubicBezTo>
                  <a:lnTo>
                    <a:pt x="189" y="3789"/>
                  </a:lnTo>
                  <a:cubicBezTo>
                    <a:pt x="32" y="3883"/>
                    <a:pt x="0" y="4072"/>
                    <a:pt x="32" y="4230"/>
                  </a:cubicBezTo>
                  <a:cubicBezTo>
                    <a:pt x="95" y="4387"/>
                    <a:pt x="221" y="4513"/>
                    <a:pt x="378" y="4513"/>
                  </a:cubicBezTo>
                  <a:lnTo>
                    <a:pt x="12350" y="4513"/>
                  </a:lnTo>
                  <a:cubicBezTo>
                    <a:pt x="12508" y="4513"/>
                    <a:pt x="12665" y="4387"/>
                    <a:pt x="12728" y="4230"/>
                  </a:cubicBezTo>
                  <a:cubicBezTo>
                    <a:pt x="12791" y="4072"/>
                    <a:pt x="12728" y="3883"/>
                    <a:pt x="12571" y="3789"/>
                  </a:cubicBezTo>
                  <a:lnTo>
                    <a:pt x="6585" y="71"/>
                  </a:lnTo>
                  <a:cubicBezTo>
                    <a:pt x="6522" y="24"/>
                    <a:pt x="6451" y="0"/>
                    <a:pt x="63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7329;p83"/>
            <p:cNvSpPr/>
            <p:nvPr/>
          </p:nvSpPr>
          <p:spPr>
            <a:xfrm>
              <a:off x="-55539850" y="3721900"/>
              <a:ext cx="204800" cy="186700"/>
            </a:xfrm>
            <a:custGeom>
              <a:avLst/>
              <a:gdLst/>
              <a:ahLst/>
              <a:cxnLst/>
              <a:rect l="l" t="t" r="r" b="b"/>
              <a:pathLst>
                <a:path w="8192" h="7468" extrusionOk="0">
                  <a:moveTo>
                    <a:pt x="2616" y="725"/>
                  </a:moveTo>
                  <a:cubicBezTo>
                    <a:pt x="2805" y="725"/>
                    <a:pt x="2962" y="883"/>
                    <a:pt x="2962" y="1072"/>
                  </a:cubicBezTo>
                  <a:cubicBezTo>
                    <a:pt x="2962" y="1292"/>
                    <a:pt x="2805" y="1450"/>
                    <a:pt x="2616" y="1450"/>
                  </a:cubicBezTo>
                  <a:cubicBezTo>
                    <a:pt x="2427" y="1450"/>
                    <a:pt x="2269" y="1292"/>
                    <a:pt x="2269" y="1072"/>
                  </a:cubicBezTo>
                  <a:cubicBezTo>
                    <a:pt x="2269" y="883"/>
                    <a:pt x="2427" y="725"/>
                    <a:pt x="2616" y="725"/>
                  </a:cubicBezTo>
                  <a:close/>
                  <a:moveTo>
                    <a:pt x="5609" y="725"/>
                  </a:moveTo>
                  <a:cubicBezTo>
                    <a:pt x="5798" y="725"/>
                    <a:pt x="5955" y="883"/>
                    <a:pt x="5955" y="1072"/>
                  </a:cubicBezTo>
                  <a:cubicBezTo>
                    <a:pt x="5955" y="1292"/>
                    <a:pt x="5798" y="1450"/>
                    <a:pt x="5609" y="1450"/>
                  </a:cubicBezTo>
                  <a:cubicBezTo>
                    <a:pt x="5420" y="1450"/>
                    <a:pt x="5262" y="1292"/>
                    <a:pt x="5262" y="1072"/>
                  </a:cubicBezTo>
                  <a:cubicBezTo>
                    <a:pt x="5262" y="883"/>
                    <a:pt x="5420" y="725"/>
                    <a:pt x="5609" y="725"/>
                  </a:cubicBezTo>
                  <a:close/>
                  <a:moveTo>
                    <a:pt x="3395" y="2245"/>
                  </a:moveTo>
                  <a:cubicBezTo>
                    <a:pt x="3490" y="2245"/>
                    <a:pt x="3577" y="2285"/>
                    <a:pt x="3624" y="2363"/>
                  </a:cubicBezTo>
                  <a:cubicBezTo>
                    <a:pt x="3781" y="2521"/>
                    <a:pt x="3781" y="2741"/>
                    <a:pt x="3624" y="2867"/>
                  </a:cubicBezTo>
                  <a:lnTo>
                    <a:pt x="2899" y="3624"/>
                  </a:lnTo>
                  <a:cubicBezTo>
                    <a:pt x="2820" y="3687"/>
                    <a:pt x="2718" y="3718"/>
                    <a:pt x="2620" y="3718"/>
                  </a:cubicBezTo>
                  <a:cubicBezTo>
                    <a:pt x="2521" y="3718"/>
                    <a:pt x="2427" y="3687"/>
                    <a:pt x="2364" y="3624"/>
                  </a:cubicBezTo>
                  <a:cubicBezTo>
                    <a:pt x="2206" y="3466"/>
                    <a:pt x="2206" y="3214"/>
                    <a:pt x="2364" y="3088"/>
                  </a:cubicBezTo>
                  <a:lnTo>
                    <a:pt x="3120" y="2363"/>
                  </a:lnTo>
                  <a:cubicBezTo>
                    <a:pt x="3199" y="2285"/>
                    <a:pt x="3301" y="2245"/>
                    <a:pt x="3395" y="2245"/>
                  </a:cubicBezTo>
                  <a:close/>
                  <a:moveTo>
                    <a:pt x="4849" y="2245"/>
                  </a:moveTo>
                  <a:cubicBezTo>
                    <a:pt x="4947" y="2245"/>
                    <a:pt x="5042" y="2285"/>
                    <a:pt x="5105" y="2363"/>
                  </a:cubicBezTo>
                  <a:lnTo>
                    <a:pt x="5829" y="3088"/>
                  </a:lnTo>
                  <a:cubicBezTo>
                    <a:pt x="5987" y="3246"/>
                    <a:pt x="5987" y="3498"/>
                    <a:pt x="5829" y="3624"/>
                  </a:cubicBezTo>
                  <a:cubicBezTo>
                    <a:pt x="5750" y="3687"/>
                    <a:pt x="5656" y="3718"/>
                    <a:pt x="5565" y="3718"/>
                  </a:cubicBezTo>
                  <a:cubicBezTo>
                    <a:pt x="5475" y="3718"/>
                    <a:pt x="5388" y="3687"/>
                    <a:pt x="5325" y="3624"/>
                  </a:cubicBezTo>
                  <a:lnTo>
                    <a:pt x="4569" y="2867"/>
                  </a:lnTo>
                  <a:cubicBezTo>
                    <a:pt x="4474" y="2741"/>
                    <a:pt x="4474" y="2521"/>
                    <a:pt x="4569" y="2363"/>
                  </a:cubicBezTo>
                  <a:cubicBezTo>
                    <a:pt x="4648" y="2285"/>
                    <a:pt x="4750" y="2245"/>
                    <a:pt x="4849" y="2245"/>
                  </a:cubicBezTo>
                  <a:close/>
                  <a:moveTo>
                    <a:pt x="5164" y="4041"/>
                  </a:moveTo>
                  <a:cubicBezTo>
                    <a:pt x="5262" y="4041"/>
                    <a:pt x="5357" y="4080"/>
                    <a:pt x="5420" y="4159"/>
                  </a:cubicBezTo>
                  <a:cubicBezTo>
                    <a:pt x="5577" y="4317"/>
                    <a:pt x="5577" y="4537"/>
                    <a:pt x="5420" y="4663"/>
                  </a:cubicBezTo>
                  <a:cubicBezTo>
                    <a:pt x="5042" y="5010"/>
                    <a:pt x="4569" y="5230"/>
                    <a:pt x="4065" y="5230"/>
                  </a:cubicBezTo>
                  <a:cubicBezTo>
                    <a:pt x="3561" y="5230"/>
                    <a:pt x="3088" y="5010"/>
                    <a:pt x="2773" y="4663"/>
                  </a:cubicBezTo>
                  <a:cubicBezTo>
                    <a:pt x="2616" y="4506"/>
                    <a:pt x="2616" y="4285"/>
                    <a:pt x="2773" y="4159"/>
                  </a:cubicBezTo>
                  <a:cubicBezTo>
                    <a:pt x="2852" y="4080"/>
                    <a:pt x="2946" y="4041"/>
                    <a:pt x="3037" y="4041"/>
                  </a:cubicBezTo>
                  <a:cubicBezTo>
                    <a:pt x="3128" y="4041"/>
                    <a:pt x="3214" y="4080"/>
                    <a:pt x="3277" y="4159"/>
                  </a:cubicBezTo>
                  <a:cubicBezTo>
                    <a:pt x="3514" y="4380"/>
                    <a:pt x="3821" y="4490"/>
                    <a:pt x="4116" y="4490"/>
                  </a:cubicBezTo>
                  <a:cubicBezTo>
                    <a:pt x="4411" y="4490"/>
                    <a:pt x="4695" y="4380"/>
                    <a:pt x="4884" y="4159"/>
                  </a:cubicBezTo>
                  <a:cubicBezTo>
                    <a:pt x="4963" y="4080"/>
                    <a:pt x="5065" y="4041"/>
                    <a:pt x="5164" y="4041"/>
                  </a:cubicBezTo>
                  <a:close/>
                  <a:moveTo>
                    <a:pt x="1" y="1"/>
                  </a:moveTo>
                  <a:lnTo>
                    <a:pt x="1" y="3340"/>
                  </a:lnTo>
                  <a:cubicBezTo>
                    <a:pt x="1" y="5577"/>
                    <a:pt x="1860" y="7467"/>
                    <a:pt x="4096" y="7467"/>
                  </a:cubicBezTo>
                  <a:cubicBezTo>
                    <a:pt x="6365" y="7467"/>
                    <a:pt x="8192" y="5608"/>
                    <a:pt x="8192" y="3340"/>
                  </a:cubicBezTo>
                  <a:lnTo>
                    <a:pt x="81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7330;p83"/>
            <p:cNvSpPr/>
            <p:nvPr/>
          </p:nvSpPr>
          <p:spPr>
            <a:xfrm>
              <a:off x="-55316150" y="37266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756" y="757"/>
                    <a:pt x="473" y="284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7331;p83"/>
            <p:cNvSpPr/>
            <p:nvPr/>
          </p:nvSpPr>
          <p:spPr>
            <a:xfrm>
              <a:off x="-55576850" y="3727425"/>
              <a:ext cx="18900" cy="63800"/>
            </a:xfrm>
            <a:custGeom>
              <a:avLst/>
              <a:gdLst/>
              <a:ahLst/>
              <a:cxnLst/>
              <a:rect l="l" t="t" r="r" b="b"/>
              <a:pathLst>
                <a:path w="756" h="2552" extrusionOk="0">
                  <a:moveTo>
                    <a:pt x="756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2" name="Google Shape;7332;p83"/>
          <p:cNvGrpSpPr/>
          <p:nvPr/>
        </p:nvGrpSpPr>
        <p:grpSpPr>
          <a:xfrm>
            <a:off x="7531412" y="2428964"/>
            <a:ext cx="358999" cy="359252"/>
            <a:chOff x="-55595775" y="3982375"/>
            <a:chExt cx="319025" cy="319250"/>
          </a:xfrm>
        </p:grpSpPr>
        <p:sp>
          <p:nvSpPr>
            <p:cNvPr id="7333" name="Google Shape;7333;p83"/>
            <p:cNvSpPr/>
            <p:nvPr/>
          </p:nvSpPr>
          <p:spPr>
            <a:xfrm>
              <a:off x="-55441400" y="3982375"/>
              <a:ext cx="125250" cy="145175"/>
            </a:xfrm>
            <a:custGeom>
              <a:avLst/>
              <a:gdLst/>
              <a:ahLst/>
              <a:cxnLst/>
              <a:rect l="l" t="t" r="r" b="b"/>
              <a:pathLst>
                <a:path w="5010" h="5807" extrusionOk="0">
                  <a:moveTo>
                    <a:pt x="2038" y="1"/>
                  </a:moveTo>
                  <a:cubicBezTo>
                    <a:pt x="1277" y="1"/>
                    <a:pt x="574" y="302"/>
                    <a:pt x="1" y="797"/>
                  </a:cubicBezTo>
                  <a:cubicBezTo>
                    <a:pt x="2332" y="1081"/>
                    <a:pt x="4160" y="3003"/>
                    <a:pt x="4254" y="5365"/>
                  </a:cubicBezTo>
                  <a:cubicBezTo>
                    <a:pt x="4538" y="5491"/>
                    <a:pt x="4821" y="5586"/>
                    <a:pt x="5010" y="5807"/>
                  </a:cubicBezTo>
                  <a:lnTo>
                    <a:pt x="5010" y="3066"/>
                  </a:lnTo>
                  <a:cubicBezTo>
                    <a:pt x="5010" y="1585"/>
                    <a:pt x="3939" y="293"/>
                    <a:pt x="2521" y="41"/>
                  </a:cubicBezTo>
                  <a:cubicBezTo>
                    <a:pt x="2358" y="14"/>
                    <a:pt x="2197" y="1"/>
                    <a:pt x="20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7334;p83"/>
            <p:cNvSpPr/>
            <p:nvPr/>
          </p:nvSpPr>
          <p:spPr>
            <a:xfrm>
              <a:off x="-55343725" y="4203125"/>
              <a:ext cx="66975" cy="41000"/>
            </a:xfrm>
            <a:custGeom>
              <a:avLst/>
              <a:gdLst/>
              <a:ahLst/>
              <a:cxnLst/>
              <a:rect l="l" t="t" r="r" b="b"/>
              <a:pathLst>
                <a:path w="2679" h="1640" extrusionOk="0">
                  <a:moveTo>
                    <a:pt x="1418" y="1"/>
                  </a:moveTo>
                  <a:cubicBezTo>
                    <a:pt x="1135" y="379"/>
                    <a:pt x="757" y="663"/>
                    <a:pt x="284" y="789"/>
                  </a:cubicBezTo>
                  <a:cubicBezTo>
                    <a:pt x="190" y="1072"/>
                    <a:pt x="127" y="1387"/>
                    <a:pt x="1" y="1639"/>
                  </a:cubicBezTo>
                  <a:lnTo>
                    <a:pt x="2300" y="1639"/>
                  </a:lnTo>
                  <a:cubicBezTo>
                    <a:pt x="2458" y="1639"/>
                    <a:pt x="2615" y="1545"/>
                    <a:pt x="2647" y="1387"/>
                  </a:cubicBezTo>
                  <a:cubicBezTo>
                    <a:pt x="2678" y="1167"/>
                    <a:pt x="2615" y="1009"/>
                    <a:pt x="2458" y="946"/>
                  </a:cubicBezTo>
                  <a:cubicBezTo>
                    <a:pt x="2017" y="757"/>
                    <a:pt x="1670" y="379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7335;p83"/>
            <p:cNvSpPr/>
            <p:nvPr/>
          </p:nvSpPr>
          <p:spPr>
            <a:xfrm>
              <a:off x="-55557950" y="4019625"/>
              <a:ext cx="147300" cy="94525"/>
            </a:xfrm>
            <a:custGeom>
              <a:avLst/>
              <a:gdLst/>
              <a:ahLst/>
              <a:cxnLst/>
              <a:rect l="l" t="t" r="r" b="b"/>
              <a:pathLst>
                <a:path w="5892" h="3781" extrusionOk="0">
                  <a:moveTo>
                    <a:pt x="4064" y="0"/>
                  </a:moveTo>
                  <a:cubicBezTo>
                    <a:pt x="1922" y="63"/>
                    <a:pt x="189" y="1702"/>
                    <a:pt x="0" y="3781"/>
                  </a:cubicBezTo>
                  <a:lnTo>
                    <a:pt x="2584" y="3749"/>
                  </a:lnTo>
                  <a:cubicBezTo>
                    <a:pt x="3938" y="3749"/>
                    <a:pt x="5135" y="2930"/>
                    <a:pt x="5671" y="1670"/>
                  </a:cubicBezTo>
                  <a:cubicBezTo>
                    <a:pt x="5829" y="1261"/>
                    <a:pt x="5892" y="882"/>
                    <a:pt x="5892" y="441"/>
                  </a:cubicBezTo>
                  <a:cubicBezTo>
                    <a:pt x="5356" y="158"/>
                    <a:pt x="4726" y="0"/>
                    <a:pt x="40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7336;p83"/>
            <p:cNvSpPr/>
            <p:nvPr/>
          </p:nvSpPr>
          <p:spPr>
            <a:xfrm>
              <a:off x="-55557950" y="4042450"/>
              <a:ext cx="206375" cy="259175"/>
            </a:xfrm>
            <a:custGeom>
              <a:avLst/>
              <a:gdLst/>
              <a:ahLst/>
              <a:cxnLst/>
              <a:rect l="l" t="t" r="r" b="b"/>
              <a:pathLst>
                <a:path w="8255" h="10367" extrusionOk="0">
                  <a:moveTo>
                    <a:pt x="2584" y="4349"/>
                  </a:moveTo>
                  <a:cubicBezTo>
                    <a:pt x="2773" y="4349"/>
                    <a:pt x="2993" y="4475"/>
                    <a:pt x="2993" y="4695"/>
                  </a:cubicBezTo>
                  <a:cubicBezTo>
                    <a:pt x="2993" y="4884"/>
                    <a:pt x="2836" y="5073"/>
                    <a:pt x="2615" y="5073"/>
                  </a:cubicBezTo>
                  <a:cubicBezTo>
                    <a:pt x="2395" y="5073"/>
                    <a:pt x="2237" y="4916"/>
                    <a:pt x="2237" y="4727"/>
                  </a:cubicBezTo>
                  <a:cubicBezTo>
                    <a:pt x="2237" y="4538"/>
                    <a:pt x="2395" y="4349"/>
                    <a:pt x="2584" y="4349"/>
                  </a:cubicBezTo>
                  <a:close/>
                  <a:moveTo>
                    <a:pt x="5545" y="4349"/>
                  </a:moveTo>
                  <a:cubicBezTo>
                    <a:pt x="5734" y="4349"/>
                    <a:pt x="5923" y="4506"/>
                    <a:pt x="5923" y="4695"/>
                  </a:cubicBezTo>
                  <a:cubicBezTo>
                    <a:pt x="5986" y="4884"/>
                    <a:pt x="5829" y="5042"/>
                    <a:pt x="5577" y="5073"/>
                  </a:cubicBezTo>
                  <a:cubicBezTo>
                    <a:pt x="5388" y="5073"/>
                    <a:pt x="5198" y="4916"/>
                    <a:pt x="5198" y="4727"/>
                  </a:cubicBezTo>
                  <a:cubicBezTo>
                    <a:pt x="5198" y="4538"/>
                    <a:pt x="5356" y="4349"/>
                    <a:pt x="5545" y="4349"/>
                  </a:cubicBezTo>
                  <a:close/>
                  <a:moveTo>
                    <a:pt x="5191" y="6908"/>
                  </a:moveTo>
                  <a:cubicBezTo>
                    <a:pt x="5285" y="6908"/>
                    <a:pt x="5372" y="6948"/>
                    <a:pt x="5419" y="7027"/>
                  </a:cubicBezTo>
                  <a:cubicBezTo>
                    <a:pt x="5577" y="7121"/>
                    <a:pt x="5577" y="7373"/>
                    <a:pt x="5451" y="7531"/>
                  </a:cubicBezTo>
                  <a:cubicBezTo>
                    <a:pt x="5104" y="7877"/>
                    <a:pt x="4631" y="8066"/>
                    <a:pt x="4159" y="8066"/>
                  </a:cubicBezTo>
                  <a:cubicBezTo>
                    <a:pt x="3655" y="8066"/>
                    <a:pt x="3182" y="7877"/>
                    <a:pt x="2836" y="7531"/>
                  </a:cubicBezTo>
                  <a:cubicBezTo>
                    <a:pt x="2678" y="7373"/>
                    <a:pt x="2678" y="7121"/>
                    <a:pt x="2836" y="7027"/>
                  </a:cubicBezTo>
                  <a:cubicBezTo>
                    <a:pt x="2914" y="6948"/>
                    <a:pt x="3009" y="6908"/>
                    <a:pt x="3099" y="6908"/>
                  </a:cubicBezTo>
                  <a:cubicBezTo>
                    <a:pt x="3190" y="6908"/>
                    <a:pt x="3277" y="6948"/>
                    <a:pt x="3340" y="7027"/>
                  </a:cubicBezTo>
                  <a:cubicBezTo>
                    <a:pt x="3556" y="7227"/>
                    <a:pt x="3848" y="7322"/>
                    <a:pt x="4133" y="7322"/>
                  </a:cubicBezTo>
                  <a:cubicBezTo>
                    <a:pt x="4431" y="7322"/>
                    <a:pt x="4722" y="7219"/>
                    <a:pt x="4915" y="7027"/>
                  </a:cubicBezTo>
                  <a:cubicBezTo>
                    <a:pt x="4994" y="6948"/>
                    <a:pt x="5096" y="6908"/>
                    <a:pt x="5191" y="6908"/>
                  </a:cubicBezTo>
                  <a:close/>
                  <a:moveTo>
                    <a:pt x="6616" y="1"/>
                  </a:moveTo>
                  <a:cubicBezTo>
                    <a:pt x="6553" y="348"/>
                    <a:pt x="6490" y="726"/>
                    <a:pt x="6333" y="1072"/>
                  </a:cubicBezTo>
                  <a:cubicBezTo>
                    <a:pt x="5703" y="2584"/>
                    <a:pt x="4253" y="3624"/>
                    <a:pt x="2584" y="3624"/>
                  </a:cubicBezTo>
                  <a:lnTo>
                    <a:pt x="0" y="3656"/>
                  </a:lnTo>
                  <a:lnTo>
                    <a:pt x="32" y="6302"/>
                  </a:lnTo>
                  <a:cubicBezTo>
                    <a:pt x="63" y="8520"/>
                    <a:pt x="1891" y="10366"/>
                    <a:pt x="4103" y="10366"/>
                  </a:cubicBezTo>
                  <a:cubicBezTo>
                    <a:pt x="4121" y="10366"/>
                    <a:pt x="4140" y="10366"/>
                    <a:pt x="4159" y="10366"/>
                  </a:cubicBezTo>
                  <a:cubicBezTo>
                    <a:pt x="6396" y="10335"/>
                    <a:pt x="8254" y="8476"/>
                    <a:pt x="8223" y="6239"/>
                  </a:cubicBezTo>
                  <a:lnTo>
                    <a:pt x="8191" y="3246"/>
                  </a:lnTo>
                  <a:cubicBezTo>
                    <a:pt x="8191" y="1891"/>
                    <a:pt x="7561" y="757"/>
                    <a:pt x="66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7337;p83"/>
            <p:cNvSpPr/>
            <p:nvPr/>
          </p:nvSpPr>
          <p:spPr>
            <a:xfrm>
              <a:off x="-55335050" y="4136200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426"/>
                  </a:lnTo>
                  <a:lnTo>
                    <a:pt x="0" y="2583"/>
                  </a:lnTo>
                  <a:cubicBezTo>
                    <a:pt x="441" y="2331"/>
                    <a:pt x="756" y="1859"/>
                    <a:pt x="756" y="1292"/>
                  </a:cubicBezTo>
                  <a:cubicBezTo>
                    <a:pt x="756" y="756"/>
                    <a:pt x="441" y="284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7338;p83"/>
            <p:cNvSpPr/>
            <p:nvPr/>
          </p:nvSpPr>
          <p:spPr>
            <a:xfrm>
              <a:off x="-555957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284" y="284"/>
                    <a:pt x="1" y="757"/>
                    <a:pt x="1" y="1292"/>
                  </a:cubicBezTo>
                  <a:cubicBezTo>
                    <a:pt x="1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9" name="Google Shape;7339;p83"/>
          <p:cNvGrpSpPr/>
          <p:nvPr/>
        </p:nvGrpSpPr>
        <p:grpSpPr>
          <a:xfrm>
            <a:off x="6188595" y="2887174"/>
            <a:ext cx="358999" cy="358099"/>
            <a:chOff x="-53635375" y="3192625"/>
            <a:chExt cx="319025" cy="318225"/>
          </a:xfrm>
        </p:grpSpPr>
        <p:sp>
          <p:nvSpPr>
            <p:cNvPr id="7340" name="Google Shape;7340;p83"/>
            <p:cNvSpPr/>
            <p:nvPr/>
          </p:nvSpPr>
          <p:spPr>
            <a:xfrm>
              <a:off x="-53560550" y="3342275"/>
              <a:ext cx="167000" cy="151250"/>
            </a:xfrm>
            <a:custGeom>
              <a:avLst/>
              <a:gdLst/>
              <a:ahLst/>
              <a:cxnLst/>
              <a:rect l="l" t="t" r="r" b="b"/>
              <a:pathLst>
                <a:path w="6680" h="6050" extrusionOk="0">
                  <a:moveTo>
                    <a:pt x="1891" y="756"/>
                  </a:moveTo>
                  <a:cubicBezTo>
                    <a:pt x="2080" y="756"/>
                    <a:pt x="2238" y="914"/>
                    <a:pt x="2238" y="1103"/>
                  </a:cubicBezTo>
                  <a:cubicBezTo>
                    <a:pt x="2238" y="1323"/>
                    <a:pt x="2080" y="1481"/>
                    <a:pt x="1891" y="1481"/>
                  </a:cubicBezTo>
                  <a:cubicBezTo>
                    <a:pt x="1875" y="1484"/>
                    <a:pt x="1859" y="1485"/>
                    <a:pt x="1844" y="1485"/>
                  </a:cubicBezTo>
                  <a:cubicBezTo>
                    <a:pt x="1676" y="1485"/>
                    <a:pt x="1544" y="1333"/>
                    <a:pt x="1544" y="1103"/>
                  </a:cubicBezTo>
                  <a:cubicBezTo>
                    <a:pt x="1544" y="914"/>
                    <a:pt x="1702" y="756"/>
                    <a:pt x="1891" y="756"/>
                  </a:cubicBezTo>
                  <a:close/>
                  <a:moveTo>
                    <a:pt x="4884" y="788"/>
                  </a:moveTo>
                  <a:cubicBezTo>
                    <a:pt x="5073" y="788"/>
                    <a:pt x="5231" y="945"/>
                    <a:pt x="5231" y="1166"/>
                  </a:cubicBezTo>
                  <a:cubicBezTo>
                    <a:pt x="5262" y="1355"/>
                    <a:pt x="5073" y="1512"/>
                    <a:pt x="4884" y="1512"/>
                  </a:cubicBezTo>
                  <a:cubicBezTo>
                    <a:pt x="4695" y="1512"/>
                    <a:pt x="4537" y="1355"/>
                    <a:pt x="4537" y="1166"/>
                  </a:cubicBezTo>
                  <a:cubicBezTo>
                    <a:pt x="4537" y="945"/>
                    <a:pt x="4695" y="788"/>
                    <a:pt x="4884" y="788"/>
                  </a:cubicBezTo>
                  <a:close/>
                  <a:moveTo>
                    <a:pt x="4443" y="3348"/>
                  </a:moveTo>
                  <a:cubicBezTo>
                    <a:pt x="4537" y="3348"/>
                    <a:pt x="4632" y="3387"/>
                    <a:pt x="4695" y="3466"/>
                  </a:cubicBezTo>
                  <a:cubicBezTo>
                    <a:pt x="4852" y="3592"/>
                    <a:pt x="4852" y="3844"/>
                    <a:pt x="4726" y="3970"/>
                  </a:cubicBezTo>
                  <a:cubicBezTo>
                    <a:pt x="4380" y="4348"/>
                    <a:pt x="3907" y="4537"/>
                    <a:pt x="3435" y="4537"/>
                  </a:cubicBezTo>
                  <a:cubicBezTo>
                    <a:pt x="2899" y="4537"/>
                    <a:pt x="2427" y="4348"/>
                    <a:pt x="2080" y="3970"/>
                  </a:cubicBezTo>
                  <a:cubicBezTo>
                    <a:pt x="1923" y="3844"/>
                    <a:pt x="1923" y="3592"/>
                    <a:pt x="2080" y="3466"/>
                  </a:cubicBezTo>
                  <a:cubicBezTo>
                    <a:pt x="2159" y="3387"/>
                    <a:pt x="2261" y="3348"/>
                    <a:pt x="2360" y="3348"/>
                  </a:cubicBezTo>
                  <a:cubicBezTo>
                    <a:pt x="2458" y="3348"/>
                    <a:pt x="2553" y="3387"/>
                    <a:pt x="2616" y="3466"/>
                  </a:cubicBezTo>
                  <a:cubicBezTo>
                    <a:pt x="2820" y="3686"/>
                    <a:pt x="3104" y="3797"/>
                    <a:pt x="3391" y="3797"/>
                  </a:cubicBezTo>
                  <a:cubicBezTo>
                    <a:pt x="3679" y="3797"/>
                    <a:pt x="3970" y="3686"/>
                    <a:pt x="4191" y="3466"/>
                  </a:cubicBezTo>
                  <a:cubicBezTo>
                    <a:pt x="4254" y="3387"/>
                    <a:pt x="4348" y="3348"/>
                    <a:pt x="4443" y="3348"/>
                  </a:cubicBezTo>
                  <a:close/>
                  <a:moveTo>
                    <a:pt x="1" y="0"/>
                  </a:moveTo>
                  <a:lnTo>
                    <a:pt x="1" y="2678"/>
                  </a:lnTo>
                  <a:cubicBezTo>
                    <a:pt x="1" y="4537"/>
                    <a:pt x="1481" y="6049"/>
                    <a:pt x="3340" y="6049"/>
                  </a:cubicBezTo>
                  <a:cubicBezTo>
                    <a:pt x="5199" y="6049"/>
                    <a:pt x="6680" y="4537"/>
                    <a:pt x="6680" y="2678"/>
                  </a:cubicBezTo>
                  <a:lnTo>
                    <a:pt x="66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7341;p83"/>
            <p:cNvSpPr/>
            <p:nvPr/>
          </p:nvSpPr>
          <p:spPr>
            <a:xfrm>
              <a:off x="-53559750" y="3305250"/>
              <a:ext cx="168575" cy="18150"/>
            </a:xfrm>
            <a:custGeom>
              <a:avLst/>
              <a:gdLst/>
              <a:ahLst/>
              <a:cxnLst/>
              <a:rect l="l" t="t" r="r" b="b"/>
              <a:pathLst>
                <a:path w="6743" h="726" extrusionOk="0">
                  <a:moveTo>
                    <a:pt x="0" y="0"/>
                  </a:moveTo>
                  <a:lnTo>
                    <a:pt x="0" y="725"/>
                  </a:lnTo>
                  <a:lnTo>
                    <a:pt x="6742" y="725"/>
                  </a:lnTo>
                  <a:lnTo>
                    <a:pt x="674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7342;p83"/>
            <p:cNvSpPr/>
            <p:nvPr/>
          </p:nvSpPr>
          <p:spPr>
            <a:xfrm>
              <a:off x="-53635375" y="319262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6302" y="1607"/>
                  </a:moveTo>
                  <a:cubicBezTo>
                    <a:pt x="6491" y="1607"/>
                    <a:pt x="6648" y="1765"/>
                    <a:pt x="6648" y="1985"/>
                  </a:cubicBezTo>
                  <a:lnTo>
                    <a:pt x="6648" y="2332"/>
                  </a:lnTo>
                  <a:lnTo>
                    <a:pt x="6995" y="2332"/>
                  </a:lnTo>
                  <a:cubicBezTo>
                    <a:pt x="7215" y="2332"/>
                    <a:pt x="7373" y="2489"/>
                    <a:pt x="7373" y="2678"/>
                  </a:cubicBezTo>
                  <a:cubicBezTo>
                    <a:pt x="7373" y="2867"/>
                    <a:pt x="7215" y="3056"/>
                    <a:pt x="6995" y="3056"/>
                  </a:cubicBezTo>
                  <a:lnTo>
                    <a:pt x="6648" y="3056"/>
                  </a:lnTo>
                  <a:lnTo>
                    <a:pt x="6648" y="3781"/>
                  </a:lnTo>
                  <a:lnTo>
                    <a:pt x="9988" y="3781"/>
                  </a:lnTo>
                  <a:cubicBezTo>
                    <a:pt x="10208" y="3781"/>
                    <a:pt x="10366" y="3938"/>
                    <a:pt x="10366" y="4159"/>
                  </a:cubicBezTo>
                  <a:lnTo>
                    <a:pt x="10366" y="5041"/>
                  </a:lnTo>
                  <a:lnTo>
                    <a:pt x="10366" y="5104"/>
                  </a:lnTo>
                  <a:lnTo>
                    <a:pt x="10366" y="8633"/>
                  </a:lnTo>
                  <a:cubicBezTo>
                    <a:pt x="10366" y="10859"/>
                    <a:pt x="8525" y="12711"/>
                    <a:pt x="6302" y="12728"/>
                  </a:cubicBezTo>
                  <a:lnTo>
                    <a:pt x="6302" y="12728"/>
                  </a:lnTo>
                  <a:cubicBezTo>
                    <a:pt x="4079" y="12711"/>
                    <a:pt x="2238" y="10859"/>
                    <a:pt x="2238" y="8633"/>
                  </a:cubicBezTo>
                  <a:lnTo>
                    <a:pt x="2238" y="5104"/>
                  </a:lnTo>
                  <a:lnTo>
                    <a:pt x="2238" y="5041"/>
                  </a:lnTo>
                  <a:lnTo>
                    <a:pt x="2238" y="4159"/>
                  </a:lnTo>
                  <a:cubicBezTo>
                    <a:pt x="2238" y="3938"/>
                    <a:pt x="2395" y="3781"/>
                    <a:pt x="2584" y="3781"/>
                  </a:cubicBezTo>
                  <a:lnTo>
                    <a:pt x="5955" y="3781"/>
                  </a:lnTo>
                  <a:lnTo>
                    <a:pt x="5955" y="3056"/>
                  </a:lnTo>
                  <a:lnTo>
                    <a:pt x="5577" y="3056"/>
                  </a:lnTo>
                  <a:cubicBezTo>
                    <a:pt x="5388" y="3056"/>
                    <a:pt x="5231" y="2867"/>
                    <a:pt x="5231" y="2678"/>
                  </a:cubicBezTo>
                  <a:cubicBezTo>
                    <a:pt x="5231" y="2489"/>
                    <a:pt x="5388" y="2332"/>
                    <a:pt x="5577" y="2332"/>
                  </a:cubicBezTo>
                  <a:lnTo>
                    <a:pt x="5955" y="2332"/>
                  </a:lnTo>
                  <a:lnTo>
                    <a:pt x="5955" y="1985"/>
                  </a:lnTo>
                  <a:cubicBezTo>
                    <a:pt x="5955" y="1765"/>
                    <a:pt x="6113" y="1607"/>
                    <a:pt x="6302" y="1607"/>
                  </a:cubicBezTo>
                  <a:close/>
                  <a:moveTo>
                    <a:pt x="6365" y="0"/>
                  </a:moveTo>
                  <a:cubicBezTo>
                    <a:pt x="2868" y="0"/>
                    <a:pt x="1" y="2836"/>
                    <a:pt x="1" y="6364"/>
                  </a:cubicBezTo>
                  <a:lnTo>
                    <a:pt x="1" y="12382"/>
                  </a:lnTo>
                  <a:cubicBezTo>
                    <a:pt x="1" y="12571"/>
                    <a:pt x="158" y="12728"/>
                    <a:pt x="347" y="12728"/>
                  </a:cubicBezTo>
                  <a:lnTo>
                    <a:pt x="12256" y="12728"/>
                  </a:lnTo>
                  <a:cubicBezTo>
                    <a:pt x="12445" y="12728"/>
                    <a:pt x="12603" y="12571"/>
                    <a:pt x="12603" y="12382"/>
                  </a:cubicBezTo>
                  <a:lnTo>
                    <a:pt x="12603" y="6364"/>
                  </a:lnTo>
                  <a:cubicBezTo>
                    <a:pt x="12760" y="2899"/>
                    <a:pt x="9893" y="0"/>
                    <a:pt x="63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3" name="Google Shape;7343;p83"/>
          <p:cNvGrpSpPr/>
          <p:nvPr/>
        </p:nvGrpSpPr>
        <p:grpSpPr>
          <a:xfrm>
            <a:off x="6210763" y="3358148"/>
            <a:ext cx="314662" cy="358999"/>
            <a:chOff x="-53615675" y="3584850"/>
            <a:chExt cx="279625" cy="319025"/>
          </a:xfrm>
        </p:grpSpPr>
        <p:sp>
          <p:nvSpPr>
            <p:cNvPr id="7344" name="Google Shape;7344;p83"/>
            <p:cNvSpPr/>
            <p:nvPr/>
          </p:nvSpPr>
          <p:spPr>
            <a:xfrm>
              <a:off x="-53577075" y="3584850"/>
              <a:ext cx="204800" cy="319025"/>
            </a:xfrm>
            <a:custGeom>
              <a:avLst/>
              <a:gdLst/>
              <a:ahLst/>
              <a:cxnLst/>
              <a:rect l="l" t="t" r="r" b="b"/>
              <a:pathLst>
                <a:path w="8192" h="12761" extrusionOk="0">
                  <a:moveTo>
                    <a:pt x="2552" y="6774"/>
                  </a:moveTo>
                  <a:cubicBezTo>
                    <a:pt x="2741" y="6774"/>
                    <a:pt x="2899" y="6932"/>
                    <a:pt x="2899" y="7121"/>
                  </a:cubicBezTo>
                  <a:cubicBezTo>
                    <a:pt x="2899" y="7310"/>
                    <a:pt x="2741" y="7467"/>
                    <a:pt x="2552" y="7467"/>
                  </a:cubicBezTo>
                  <a:cubicBezTo>
                    <a:pt x="2363" y="7467"/>
                    <a:pt x="2205" y="7310"/>
                    <a:pt x="2205" y="7121"/>
                  </a:cubicBezTo>
                  <a:cubicBezTo>
                    <a:pt x="2205" y="6932"/>
                    <a:pt x="2363" y="6774"/>
                    <a:pt x="2552" y="6774"/>
                  </a:cubicBezTo>
                  <a:close/>
                  <a:moveTo>
                    <a:pt x="5545" y="6774"/>
                  </a:moveTo>
                  <a:cubicBezTo>
                    <a:pt x="5734" y="6774"/>
                    <a:pt x="5892" y="6932"/>
                    <a:pt x="5892" y="7121"/>
                  </a:cubicBezTo>
                  <a:cubicBezTo>
                    <a:pt x="5892" y="7310"/>
                    <a:pt x="5734" y="7467"/>
                    <a:pt x="5545" y="7467"/>
                  </a:cubicBezTo>
                  <a:cubicBezTo>
                    <a:pt x="5356" y="7467"/>
                    <a:pt x="5198" y="7310"/>
                    <a:pt x="5198" y="7121"/>
                  </a:cubicBezTo>
                  <a:cubicBezTo>
                    <a:pt x="5198" y="6932"/>
                    <a:pt x="5356" y="6774"/>
                    <a:pt x="5545" y="6774"/>
                  </a:cubicBezTo>
                  <a:close/>
                  <a:moveTo>
                    <a:pt x="5104" y="9302"/>
                  </a:moveTo>
                  <a:cubicBezTo>
                    <a:pt x="5198" y="9302"/>
                    <a:pt x="5293" y="9342"/>
                    <a:pt x="5356" y="9421"/>
                  </a:cubicBezTo>
                  <a:cubicBezTo>
                    <a:pt x="5513" y="9578"/>
                    <a:pt x="5513" y="9799"/>
                    <a:pt x="5387" y="9925"/>
                  </a:cubicBezTo>
                  <a:cubicBezTo>
                    <a:pt x="5041" y="10271"/>
                    <a:pt x="4568" y="10460"/>
                    <a:pt x="4096" y="10460"/>
                  </a:cubicBezTo>
                  <a:cubicBezTo>
                    <a:pt x="3560" y="10460"/>
                    <a:pt x="3088" y="10271"/>
                    <a:pt x="2741" y="9925"/>
                  </a:cubicBezTo>
                  <a:cubicBezTo>
                    <a:pt x="2584" y="9767"/>
                    <a:pt x="2584" y="9515"/>
                    <a:pt x="2741" y="9421"/>
                  </a:cubicBezTo>
                  <a:cubicBezTo>
                    <a:pt x="2820" y="9342"/>
                    <a:pt x="2922" y="9302"/>
                    <a:pt x="3021" y="9302"/>
                  </a:cubicBezTo>
                  <a:cubicBezTo>
                    <a:pt x="3119" y="9302"/>
                    <a:pt x="3214" y="9342"/>
                    <a:pt x="3277" y="9421"/>
                  </a:cubicBezTo>
                  <a:cubicBezTo>
                    <a:pt x="3481" y="9625"/>
                    <a:pt x="3765" y="9728"/>
                    <a:pt x="4052" y="9728"/>
                  </a:cubicBezTo>
                  <a:cubicBezTo>
                    <a:pt x="4340" y="9728"/>
                    <a:pt x="4631" y="9625"/>
                    <a:pt x="4852" y="9421"/>
                  </a:cubicBezTo>
                  <a:cubicBezTo>
                    <a:pt x="4915" y="9342"/>
                    <a:pt x="5009" y="9302"/>
                    <a:pt x="5104" y="9302"/>
                  </a:cubicBezTo>
                  <a:close/>
                  <a:moveTo>
                    <a:pt x="5577" y="1"/>
                  </a:moveTo>
                  <a:cubicBezTo>
                    <a:pt x="4568" y="1"/>
                    <a:pt x="3749" y="820"/>
                    <a:pt x="3749" y="1859"/>
                  </a:cubicBezTo>
                  <a:lnTo>
                    <a:pt x="3749" y="3025"/>
                  </a:lnTo>
                  <a:cubicBezTo>
                    <a:pt x="1638" y="3214"/>
                    <a:pt x="0" y="4947"/>
                    <a:pt x="0" y="7121"/>
                  </a:cubicBezTo>
                  <a:lnTo>
                    <a:pt x="0" y="9358"/>
                  </a:lnTo>
                  <a:cubicBezTo>
                    <a:pt x="0" y="11216"/>
                    <a:pt x="1481" y="12760"/>
                    <a:pt x="3340" y="12760"/>
                  </a:cubicBezTo>
                  <a:lnTo>
                    <a:pt x="4852" y="12760"/>
                  </a:lnTo>
                  <a:cubicBezTo>
                    <a:pt x="6679" y="12760"/>
                    <a:pt x="8191" y="11216"/>
                    <a:pt x="8191" y="9358"/>
                  </a:cubicBezTo>
                  <a:lnTo>
                    <a:pt x="8191" y="7121"/>
                  </a:lnTo>
                  <a:cubicBezTo>
                    <a:pt x="8128" y="5010"/>
                    <a:pt x="6522" y="3214"/>
                    <a:pt x="4442" y="3025"/>
                  </a:cubicBezTo>
                  <a:lnTo>
                    <a:pt x="4442" y="1859"/>
                  </a:lnTo>
                  <a:cubicBezTo>
                    <a:pt x="4442" y="1229"/>
                    <a:pt x="4946" y="757"/>
                    <a:pt x="5545" y="757"/>
                  </a:cubicBezTo>
                  <a:cubicBezTo>
                    <a:pt x="6144" y="757"/>
                    <a:pt x="6648" y="1261"/>
                    <a:pt x="6648" y="1859"/>
                  </a:cubicBezTo>
                  <a:cubicBezTo>
                    <a:pt x="6648" y="2049"/>
                    <a:pt x="6490" y="2206"/>
                    <a:pt x="6301" y="2206"/>
                  </a:cubicBezTo>
                  <a:cubicBezTo>
                    <a:pt x="6081" y="2206"/>
                    <a:pt x="5955" y="2049"/>
                    <a:pt x="5955" y="1859"/>
                  </a:cubicBezTo>
                  <a:cubicBezTo>
                    <a:pt x="5955" y="1639"/>
                    <a:pt x="5797" y="1481"/>
                    <a:pt x="5577" y="1481"/>
                  </a:cubicBezTo>
                  <a:cubicBezTo>
                    <a:pt x="5387" y="1481"/>
                    <a:pt x="5230" y="1639"/>
                    <a:pt x="5230" y="1859"/>
                  </a:cubicBezTo>
                  <a:cubicBezTo>
                    <a:pt x="5230" y="2490"/>
                    <a:pt x="5734" y="2962"/>
                    <a:pt x="6333" y="2962"/>
                  </a:cubicBezTo>
                  <a:cubicBezTo>
                    <a:pt x="6963" y="2962"/>
                    <a:pt x="7435" y="2427"/>
                    <a:pt x="7435" y="1859"/>
                  </a:cubicBezTo>
                  <a:cubicBezTo>
                    <a:pt x="7435" y="820"/>
                    <a:pt x="661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7345;p83"/>
            <p:cNvSpPr/>
            <p:nvPr/>
          </p:nvSpPr>
          <p:spPr>
            <a:xfrm>
              <a:off x="-53615675" y="3739225"/>
              <a:ext cx="20500" cy="65400"/>
            </a:xfrm>
            <a:custGeom>
              <a:avLst/>
              <a:gdLst/>
              <a:ahLst/>
              <a:cxnLst/>
              <a:rect l="l" t="t" r="r" b="b"/>
              <a:pathLst>
                <a:path w="820" h="2616" extrusionOk="0">
                  <a:moveTo>
                    <a:pt x="820" y="1"/>
                  </a:moveTo>
                  <a:cubicBezTo>
                    <a:pt x="347" y="253"/>
                    <a:pt x="0" y="694"/>
                    <a:pt x="0" y="1292"/>
                  </a:cubicBezTo>
                  <a:cubicBezTo>
                    <a:pt x="0" y="1859"/>
                    <a:pt x="315" y="2332"/>
                    <a:pt x="757" y="2616"/>
                  </a:cubicBezTo>
                  <a:lnTo>
                    <a:pt x="757" y="946"/>
                  </a:lnTo>
                  <a:cubicBezTo>
                    <a:pt x="757" y="631"/>
                    <a:pt x="788" y="284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7346;p83"/>
            <p:cNvSpPr/>
            <p:nvPr/>
          </p:nvSpPr>
          <p:spPr>
            <a:xfrm>
              <a:off x="-53356550" y="3738450"/>
              <a:ext cx="20500" cy="64600"/>
            </a:xfrm>
            <a:custGeom>
              <a:avLst/>
              <a:gdLst/>
              <a:ahLst/>
              <a:cxnLst/>
              <a:rect l="l" t="t" r="r" b="b"/>
              <a:pathLst>
                <a:path w="820" h="2584" extrusionOk="0">
                  <a:moveTo>
                    <a:pt x="1" y="0"/>
                  </a:moveTo>
                  <a:cubicBezTo>
                    <a:pt x="64" y="315"/>
                    <a:pt x="64" y="630"/>
                    <a:pt x="64" y="945"/>
                  </a:cubicBezTo>
                  <a:lnTo>
                    <a:pt x="64" y="2584"/>
                  </a:lnTo>
                  <a:cubicBezTo>
                    <a:pt x="505" y="2300"/>
                    <a:pt x="820" y="1859"/>
                    <a:pt x="820" y="1292"/>
                  </a:cubicBezTo>
                  <a:cubicBezTo>
                    <a:pt x="820" y="725"/>
                    <a:pt x="505" y="284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7" name="Google Shape;7347;p83"/>
          <p:cNvGrpSpPr/>
          <p:nvPr/>
        </p:nvGrpSpPr>
        <p:grpSpPr>
          <a:xfrm>
            <a:off x="6188609" y="3821074"/>
            <a:ext cx="358971" cy="357874"/>
            <a:chOff x="-53634575" y="3976500"/>
            <a:chExt cx="319000" cy="318025"/>
          </a:xfrm>
        </p:grpSpPr>
        <p:sp>
          <p:nvSpPr>
            <p:cNvPr id="7348" name="Google Shape;7348;p83"/>
            <p:cNvSpPr/>
            <p:nvPr/>
          </p:nvSpPr>
          <p:spPr>
            <a:xfrm>
              <a:off x="-53634575" y="3976500"/>
              <a:ext cx="319000" cy="93550"/>
            </a:xfrm>
            <a:custGeom>
              <a:avLst/>
              <a:gdLst/>
              <a:ahLst/>
              <a:cxnLst/>
              <a:rect l="l" t="t" r="r" b="b"/>
              <a:pathLst>
                <a:path w="12760" h="3742" extrusionOk="0">
                  <a:moveTo>
                    <a:pt x="6372" y="0"/>
                  </a:moveTo>
                  <a:cubicBezTo>
                    <a:pt x="6317" y="0"/>
                    <a:pt x="6270" y="8"/>
                    <a:pt x="6238" y="24"/>
                  </a:cubicBezTo>
                  <a:lnTo>
                    <a:pt x="252" y="3017"/>
                  </a:lnTo>
                  <a:cubicBezTo>
                    <a:pt x="95" y="3112"/>
                    <a:pt x="0" y="3269"/>
                    <a:pt x="32" y="3458"/>
                  </a:cubicBezTo>
                  <a:cubicBezTo>
                    <a:pt x="95" y="3616"/>
                    <a:pt x="252" y="3742"/>
                    <a:pt x="410" y="3742"/>
                  </a:cubicBezTo>
                  <a:lnTo>
                    <a:pt x="12382" y="3742"/>
                  </a:lnTo>
                  <a:cubicBezTo>
                    <a:pt x="12539" y="3742"/>
                    <a:pt x="12697" y="3616"/>
                    <a:pt x="12728" y="3458"/>
                  </a:cubicBezTo>
                  <a:cubicBezTo>
                    <a:pt x="12760" y="3269"/>
                    <a:pt x="12697" y="3112"/>
                    <a:pt x="12539" y="3017"/>
                  </a:cubicBezTo>
                  <a:lnTo>
                    <a:pt x="6553" y="24"/>
                  </a:lnTo>
                  <a:cubicBezTo>
                    <a:pt x="6490" y="8"/>
                    <a:pt x="6427" y="0"/>
                    <a:pt x="63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7349;p83"/>
            <p:cNvSpPr/>
            <p:nvPr/>
          </p:nvSpPr>
          <p:spPr>
            <a:xfrm>
              <a:off x="-53614900" y="4163750"/>
              <a:ext cx="140225" cy="130775"/>
            </a:xfrm>
            <a:custGeom>
              <a:avLst/>
              <a:gdLst/>
              <a:ahLst/>
              <a:cxnLst/>
              <a:rect l="l" t="t" r="r" b="b"/>
              <a:pathLst>
                <a:path w="5609" h="5231" extrusionOk="0">
                  <a:moveTo>
                    <a:pt x="1" y="1"/>
                  </a:moveTo>
                  <a:lnTo>
                    <a:pt x="1" y="4884"/>
                  </a:lnTo>
                  <a:cubicBezTo>
                    <a:pt x="1" y="5073"/>
                    <a:pt x="158" y="5231"/>
                    <a:pt x="347" y="5231"/>
                  </a:cubicBezTo>
                  <a:lnTo>
                    <a:pt x="5488" y="5231"/>
                  </a:lnTo>
                  <a:cubicBezTo>
                    <a:pt x="3370" y="5200"/>
                    <a:pt x="1668" y="3553"/>
                    <a:pt x="1513" y="1481"/>
                  </a:cubicBezTo>
                  <a:cubicBezTo>
                    <a:pt x="662" y="1481"/>
                    <a:pt x="1" y="820"/>
                    <a:pt x="1" y="1"/>
                  </a:cubicBezTo>
                  <a:close/>
                  <a:moveTo>
                    <a:pt x="5488" y="5231"/>
                  </a:moveTo>
                  <a:cubicBezTo>
                    <a:pt x="5508" y="5231"/>
                    <a:pt x="5528" y="5231"/>
                    <a:pt x="5548" y="5231"/>
                  </a:cubicBezTo>
                  <a:cubicBezTo>
                    <a:pt x="5568" y="5231"/>
                    <a:pt x="5589" y="5231"/>
                    <a:pt x="5609" y="523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7350;p83"/>
            <p:cNvSpPr/>
            <p:nvPr/>
          </p:nvSpPr>
          <p:spPr>
            <a:xfrm>
              <a:off x="-53616475" y="4088925"/>
              <a:ext cx="126050" cy="74850"/>
            </a:xfrm>
            <a:custGeom>
              <a:avLst/>
              <a:gdLst/>
              <a:ahLst/>
              <a:cxnLst/>
              <a:rect l="l" t="t" r="r" b="b"/>
              <a:pathLst>
                <a:path w="5042" h="2994" extrusionOk="0">
                  <a:moveTo>
                    <a:pt x="1" y="1"/>
                  </a:moveTo>
                  <a:lnTo>
                    <a:pt x="1" y="2994"/>
                  </a:lnTo>
                  <a:cubicBezTo>
                    <a:pt x="32" y="2175"/>
                    <a:pt x="694" y="1481"/>
                    <a:pt x="1513" y="1481"/>
                  </a:cubicBezTo>
                  <a:lnTo>
                    <a:pt x="2521" y="1481"/>
                  </a:lnTo>
                  <a:cubicBezTo>
                    <a:pt x="3561" y="1481"/>
                    <a:pt x="4569" y="914"/>
                    <a:pt x="50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7351;p83"/>
            <p:cNvSpPr/>
            <p:nvPr/>
          </p:nvSpPr>
          <p:spPr>
            <a:xfrm>
              <a:off x="-53475475" y="4163750"/>
              <a:ext cx="139425" cy="130775"/>
            </a:xfrm>
            <a:custGeom>
              <a:avLst/>
              <a:gdLst/>
              <a:ahLst/>
              <a:cxnLst/>
              <a:rect l="l" t="t" r="r" b="b"/>
              <a:pathLst>
                <a:path w="5577" h="5231" extrusionOk="0">
                  <a:moveTo>
                    <a:pt x="5577" y="1"/>
                  </a:moveTo>
                  <a:cubicBezTo>
                    <a:pt x="5577" y="820"/>
                    <a:pt x="4915" y="1481"/>
                    <a:pt x="4064" y="1481"/>
                  </a:cubicBezTo>
                  <a:cubicBezTo>
                    <a:pt x="3875" y="3592"/>
                    <a:pt x="2111" y="5231"/>
                    <a:pt x="0" y="5231"/>
                  </a:cubicBezTo>
                  <a:lnTo>
                    <a:pt x="5230" y="5231"/>
                  </a:lnTo>
                  <a:cubicBezTo>
                    <a:pt x="5419" y="5231"/>
                    <a:pt x="5577" y="5073"/>
                    <a:pt x="5577" y="4884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7352;p83"/>
            <p:cNvSpPr/>
            <p:nvPr/>
          </p:nvSpPr>
          <p:spPr>
            <a:xfrm>
              <a:off x="-53559750" y="4100750"/>
              <a:ext cx="167775" cy="174875"/>
            </a:xfrm>
            <a:custGeom>
              <a:avLst/>
              <a:gdLst/>
              <a:ahLst/>
              <a:cxnLst/>
              <a:rect l="l" t="t" r="r" b="b"/>
              <a:pathLst>
                <a:path w="6711" h="6995" extrusionOk="0">
                  <a:moveTo>
                    <a:pt x="1859" y="2521"/>
                  </a:moveTo>
                  <a:cubicBezTo>
                    <a:pt x="2048" y="2521"/>
                    <a:pt x="2206" y="2678"/>
                    <a:pt x="2206" y="2867"/>
                  </a:cubicBezTo>
                  <a:cubicBezTo>
                    <a:pt x="2206" y="3056"/>
                    <a:pt x="2048" y="3214"/>
                    <a:pt x="1859" y="3214"/>
                  </a:cubicBezTo>
                  <a:cubicBezTo>
                    <a:pt x="1670" y="3214"/>
                    <a:pt x="1512" y="3056"/>
                    <a:pt x="1512" y="2867"/>
                  </a:cubicBezTo>
                  <a:cubicBezTo>
                    <a:pt x="1512" y="2710"/>
                    <a:pt x="1670" y="2521"/>
                    <a:pt x="1859" y="2521"/>
                  </a:cubicBezTo>
                  <a:close/>
                  <a:moveTo>
                    <a:pt x="4852" y="2521"/>
                  </a:moveTo>
                  <a:cubicBezTo>
                    <a:pt x="5041" y="2521"/>
                    <a:pt x="5199" y="2678"/>
                    <a:pt x="5199" y="2867"/>
                  </a:cubicBezTo>
                  <a:cubicBezTo>
                    <a:pt x="5199" y="3056"/>
                    <a:pt x="5041" y="3214"/>
                    <a:pt x="4852" y="3214"/>
                  </a:cubicBezTo>
                  <a:cubicBezTo>
                    <a:pt x="4663" y="3214"/>
                    <a:pt x="4505" y="3056"/>
                    <a:pt x="4505" y="2867"/>
                  </a:cubicBezTo>
                  <a:cubicBezTo>
                    <a:pt x="4505" y="2710"/>
                    <a:pt x="4663" y="2521"/>
                    <a:pt x="4852" y="2521"/>
                  </a:cubicBezTo>
                  <a:close/>
                  <a:moveTo>
                    <a:pt x="4407" y="4324"/>
                  </a:moveTo>
                  <a:cubicBezTo>
                    <a:pt x="4505" y="4324"/>
                    <a:pt x="4600" y="4364"/>
                    <a:pt x="4663" y="4443"/>
                  </a:cubicBezTo>
                  <a:cubicBezTo>
                    <a:pt x="4820" y="4600"/>
                    <a:pt x="4820" y="4852"/>
                    <a:pt x="4663" y="4947"/>
                  </a:cubicBezTo>
                  <a:cubicBezTo>
                    <a:pt x="4285" y="5325"/>
                    <a:pt x="3812" y="5514"/>
                    <a:pt x="3340" y="5514"/>
                  </a:cubicBezTo>
                  <a:cubicBezTo>
                    <a:pt x="2836" y="5514"/>
                    <a:pt x="2363" y="5325"/>
                    <a:pt x="2017" y="4947"/>
                  </a:cubicBezTo>
                  <a:cubicBezTo>
                    <a:pt x="1859" y="4789"/>
                    <a:pt x="1859" y="4569"/>
                    <a:pt x="2017" y="4443"/>
                  </a:cubicBezTo>
                  <a:cubicBezTo>
                    <a:pt x="2095" y="4380"/>
                    <a:pt x="2190" y="4348"/>
                    <a:pt x="2284" y="4348"/>
                  </a:cubicBezTo>
                  <a:cubicBezTo>
                    <a:pt x="2379" y="4348"/>
                    <a:pt x="2473" y="4380"/>
                    <a:pt x="2552" y="4443"/>
                  </a:cubicBezTo>
                  <a:cubicBezTo>
                    <a:pt x="2773" y="4663"/>
                    <a:pt x="3064" y="4773"/>
                    <a:pt x="3352" y="4773"/>
                  </a:cubicBezTo>
                  <a:cubicBezTo>
                    <a:pt x="3639" y="4773"/>
                    <a:pt x="3923" y="4663"/>
                    <a:pt x="4127" y="4443"/>
                  </a:cubicBezTo>
                  <a:cubicBezTo>
                    <a:pt x="4206" y="4364"/>
                    <a:pt x="4309" y="4324"/>
                    <a:pt x="4407" y="4324"/>
                  </a:cubicBezTo>
                  <a:close/>
                  <a:moveTo>
                    <a:pt x="3340" y="0"/>
                  </a:moveTo>
                  <a:cubicBezTo>
                    <a:pt x="2678" y="1072"/>
                    <a:pt x="1544" y="1765"/>
                    <a:pt x="252" y="1765"/>
                  </a:cubicBezTo>
                  <a:lnTo>
                    <a:pt x="0" y="1765"/>
                  </a:lnTo>
                  <a:lnTo>
                    <a:pt x="0" y="3623"/>
                  </a:lnTo>
                  <a:cubicBezTo>
                    <a:pt x="0" y="5482"/>
                    <a:pt x="1512" y="6994"/>
                    <a:pt x="3340" y="6994"/>
                  </a:cubicBezTo>
                  <a:cubicBezTo>
                    <a:pt x="5199" y="6994"/>
                    <a:pt x="6711" y="5482"/>
                    <a:pt x="6711" y="3623"/>
                  </a:cubicBezTo>
                  <a:lnTo>
                    <a:pt x="6711" y="1765"/>
                  </a:lnTo>
                  <a:lnTo>
                    <a:pt x="6459" y="1765"/>
                  </a:lnTo>
                  <a:cubicBezTo>
                    <a:pt x="5167" y="1765"/>
                    <a:pt x="4033" y="1103"/>
                    <a:pt x="33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7353;p83"/>
            <p:cNvSpPr/>
            <p:nvPr/>
          </p:nvSpPr>
          <p:spPr>
            <a:xfrm>
              <a:off x="-53373875" y="4144850"/>
              <a:ext cx="18925" cy="37825"/>
            </a:xfrm>
            <a:custGeom>
              <a:avLst/>
              <a:gdLst/>
              <a:ahLst/>
              <a:cxnLst/>
              <a:rect l="l" t="t" r="r" b="b"/>
              <a:pathLst>
                <a:path w="757" h="1513" extrusionOk="0">
                  <a:moveTo>
                    <a:pt x="0" y="1"/>
                  </a:moveTo>
                  <a:lnTo>
                    <a:pt x="0" y="1513"/>
                  </a:lnTo>
                  <a:cubicBezTo>
                    <a:pt x="410" y="1513"/>
                    <a:pt x="757" y="1135"/>
                    <a:pt x="757" y="757"/>
                  </a:cubicBezTo>
                  <a:cubicBezTo>
                    <a:pt x="757" y="347"/>
                    <a:pt x="441" y="1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7354;p83"/>
            <p:cNvSpPr/>
            <p:nvPr/>
          </p:nvSpPr>
          <p:spPr>
            <a:xfrm>
              <a:off x="-53596775" y="4144850"/>
              <a:ext cx="18125" cy="37825"/>
            </a:xfrm>
            <a:custGeom>
              <a:avLst/>
              <a:gdLst/>
              <a:ahLst/>
              <a:cxnLst/>
              <a:rect l="l" t="t" r="r" b="b"/>
              <a:pathLst>
                <a:path w="725" h="1513" extrusionOk="0">
                  <a:moveTo>
                    <a:pt x="725" y="1"/>
                  </a:moveTo>
                  <a:cubicBezTo>
                    <a:pt x="347" y="1"/>
                    <a:pt x="1" y="347"/>
                    <a:pt x="1" y="757"/>
                  </a:cubicBezTo>
                  <a:cubicBezTo>
                    <a:pt x="1" y="1135"/>
                    <a:pt x="347" y="1513"/>
                    <a:pt x="725" y="1513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7355;p83"/>
            <p:cNvSpPr/>
            <p:nvPr/>
          </p:nvSpPr>
          <p:spPr>
            <a:xfrm>
              <a:off x="-53461300" y="4088925"/>
              <a:ext cx="125250" cy="74850"/>
            </a:xfrm>
            <a:custGeom>
              <a:avLst/>
              <a:gdLst/>
              <a:ahLst/>
              <a:cxnLst/>
              <a:rect l="l" t="t" r="r" b="b"/>
              <a:pathLst>
                <a:path w="5010" h="2994" extrusionOk="0">
                  <a:moveTo>
                    <a:pt x="0" y="1"/>
                  </a:moveTo>
                  <a:cubicBezTo>
                    <a:pt x="504" y="914"/>
                    <a:pt x="1450" y="1481"/>
                    <a:pt x="2521" y="1481"/>
                  </a:cubicBezTo>
                  <a:lnTo>
                    <a:pt x="3497" y="1481"/>
                  </a:lnTo>
                  <a:cubicBezTo>
                    <a:pt x="4348" y="1481"/>
                    <a:pt x="5010" y="2175"/>
                    <a:pt x="5010" y="2994"/>
                  </a:cubicBezTo>
                  <a:lnTo>
                    <a:pt x="501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56" name="Google Shape;7356;p83"/>
          <p:cNvGrpSpPr/>
          <p:nvPr/>
        </p:nvGrpSpPr>
        <p:grpSpPr>
          <a:xfrm>
            <a:off x="7983413" y="3364028"/>
            <a:ext cx="314662" cy="358436"/>
            <a:chOff x="-52023900" y="3590075"/>
            <a:chExt cx="279625" cy="318525"/>
          </a:xfrm>
        </p:grpSpPr>
        <p:sp>
          <p:nvSpPr>
            <p:cNvPr id="7357" name="Google Shape;7357;p83"/>
            <p:cNvSpPr/>
            <p:nvPr/>
          </p:nvSpPr>
          <p:spPr>
            <a:xfrm>
              <a:off x="-52005000" y="3611625"/>
              <a:ext cx="92175" cy="92175"/>
            </a:xfrm>
            <a:custGeom>
              <a:avLst/>
              <a:gdLst/>
              <a:ahLst/>
              <a:cxnLst/>
              <a:rect l="l" t="t" r="r" b="b"/>
              <a:pathLst>
                <a:path w="3687" h="3687" extrusionOk="0">
                  <a:moveTo>
                    <a:pt x="1104" y="1"/>
                  </a:moveTo>
                  <a:cubicBezTo>
                    <a:pt x="474" y="1"/>
                    <a:pt x="1" y="505"/>
                    <a:pt x="1" y="1104"/>
                  </a:cubicBezTo>
                  <a:cubicBezTo>
                    <a:pt x="1" y="1419"/>
                    <a:pt x="127" y="1576"/>
                    <a:pt x="285" y="1828"/>
                  </a:cubicBezTo>
                  <a:cubicBezTo>
                    <a:pt x="127" y="2112"/>
                    <a:pt x="1" y="2269"/>
                    <a:pt x="1" y="2584"/>
                  </a:cubicBezTo>
                  <a:cubicBezTo>
                    <a:pt x="1" y="3214"/>
                    <a:pt x="505" y="3687"/>
                    <a:pt x="1104" y="3687"/>
                  </a:cubicBezTo>
                  <a:cubicBezTo>
                    <a:pt x="1734" y="3655"/>
                    <a:pt x="2238" y="3183"/>
                    <a:pt x="2238" y="2553"/>
                  </a:cubicBezTo>
                  <a:lnTo>
                    <a:pt x="2238" y="2206"/>
                  </a:lnTo>
                  <a:lnTo>
                    <a:pt x="2584" y="2206"/>
                  </a:lnTo>
                  <a:cubicBezTo>
                    <a:pt x="3214" y="2206"/>
                    <a:pt x="3687" y="1671"/>
                    <a:pt x="3687" y="1104"/>
                  </a:cubicBezTo>
                  <a:cubicBezTo>
                    <a:pt x="3687" y="505"/>
                    <a:pt x="3183" y="1"/>
                    <a:pt x="2584" y="1"/>
                  </a:cubicBezTo>
                  <a:cubicBezTo>
                    <a:pt x="2269" y="1"/>
                    <a:pt x="2112" y="95"/>
                    <a:pt x="1860" y="253"/>
                  </a:cubicBezTo>
                  <a:cubicBezTo>
                    <a:pt x="1576" y="95"/>
                    <a:pt x="1419" y="1"/>
                    <a:pt x="11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7358;p83"/>
            <p:cNvSpPr/>
            <p:nvPr/>
          </p:nvSpPr>
          <p:spPr>
            <a:xfrm>
              <a:off x="-51894725" y="3614000"/>
              <a:ext cx="121325" cy="106350"/>
            </a:xfrm>
            <a:custGeom>
              <a:avLst/>
              <a:gdLst/>
              <a:ahLst/>
              <a:cxnLst/>
              <a:rect l="l" t="t" r="r" b="b"/>
              <a:pathLst>
                <a:path w="4853" h="4254" extrusionOk="0">
                  <a:moveTo>
                    <a:pt x="1576" y="0"/>
                  </a:moveTo>
                  <a:lnTo>
                    <a:pt x="1" y="441"/>
                  </a:lnTo>
                  <a:cubicBezTo>
                    <a:pt x="32" y="567"/>
                    <a:pt x="32" y="725"/>
                    <a:pt x="64" y="851"/>
                  </a:cubicBezTo>
                  <a:lnTo>
                    <a:pt x="64" y="914"/>
                  </a:lnTo>
                  <a:cubicBezTo>
                    <a:pt x="473" y="2836"/>
                    <a:pt x="2206" y="4254"/>
                    <a:pt x="4159" y="4254"/>
                  </a:cubicBezTo>
                  <a:lnTo>
                    <a:pt x="4600" y="4254"/>
                  </a:lnTo>
                  <a:lnTo>
                    <a:pt x="4852" y="2678"/>
                  </a:lnTo>
                  <a:lnTo>
                    <a:pt x="4852" y="2678"/>
                  </a:lnTo>
                  <a:cubicBezTo>
                    <a:pt x="4632" y="2741"/>
                    <a:pt x="4411" y="2773"/>
                    <a:pt x="4159" y="2773"/>
                  </a:cubicBezTo>
                  <a:cubicBezTo>
                    <a:pt x="4131" y="2774"/>
                    <a:pt x="4103" y="2774"/>
                    <a:pt x="4076" y="2774"/>
                  </a:cubicBezTo>
                  <a:cubicBezTo>
                    <a:pt x="3164" y="2774"/>
                    <a:pt x="2350" y="2276"/>
                    <a:pt x="1891" y="1481"/>
                  </a:cubicBezTo>
                  <a:cubicBezTo>
                    <a:pt x="1639" y="1009"/>
                    <a:pt x="1544" y="536"/>
                    <a:pt x="157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7359;p83"/>
            <p:cNvSpPr/>
            <p:nvPr/>
          </p:nvSpPr>
          <p:spPr>
            <a:xfrm>
              <a:off x="-51838000" y="3590075"/>
              <a:ext cx="76400" cy="74350"/>
            </a:xfrm>
            <a:custGeom>
              <a:avLst/>
              <a:gdLst/>
              <a:ahLst/>
              <a:cxnLst/>
              <a:rect l="l" t="t" r="r" b="b"/>
              <a:pathLst>
                <a:path w="3056" h="2974" extrusionOk="0">
                  <a:moveTo>
                    <a:pt x="2615" y="0"/>
                  </a:moveTo>
                  <a:cubicBezTo>
                    <a:pt x="2583" y="0"/>
                    <a:pt x="2552" y="4"/>
                    <a:pt x="2520" y="12"/>
                  </a:cubicBezTo>
                  <a:lnTo>
                    <a:pt x="95" y="737"/>
                  </a:lnTo>
                  <a:cubicBezTo>
                    <a:pt x="0" y="1209"/>
                    <a:pt x="63" y="1650"/>
                    <a:pt x="284" y="2029"/>
                  </a:cubicBezTo>
                  <a:cubicBezTo>
                    <a:pt x="599" y="2627"/>
                    <a:pt x="1229" y="2974"/>
                    <a:pt x="1890" y="2974"/>
                  </a:cubicBezTo>
                  <a:cubicBezTo>
                    <a:pt x="2174" y="2974"/>
                    <a:pt x="2457" y="2911"/>
                    <a:pt x="2678" y="2785"/>
                  </a:cubicBezTo>
                  <a:lnTo>
                    <a:pt x="3056" y="422"/>
                  </a:lnTo>
                  <a:cubicBezTo>
                    <a:pt x="3056" y="296"/>
                    <a:pt x="2993" y="170"/>
                    <a:pt x="2930" y="107"/>
                  </a:cubicBezTo>
                  <a:cubicBezTo>
                    <a:pt x="2812" y="36"/>
                    <a:pt x="2711" y="0"/>
                    <a:pt x="26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7360;p83"/>
            <p:cNvSpPr/>
            <p:nvPr/>
          </p:nvSpPr>
          <p:spPr>
            <a:xfrm>
              <a:off x="-51988450" y="366677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78" y="3718"/>
                  </a:moveTo>
                  <a:cubicBezTo>
                    <a:pt x="2868" y="3718"/>
                    <a:pt x="3025" y="3875"/>
                    <a:pt x="3025" y="4096"/>
                  </a:cubicBezTo>
                  <a:cubicBezTo>
                    <a:pt x="3025" y="4285"/>
                    <a:pt x="2868" y="4442"/>
                    <a:pt x="2678" y="4442"/>
                  </a:cubicBezTo>
                  <a:cubicBezTo>
                    <a:pt x="2489" y="4442"/>
                    <a:pt x="2332" y="4285"/>
                    <a:pt x="2332" y="4096"/>
                  </a:cubicBezTo>
                  <a:cubicBezTo>
                    <a:pt x="2332" y="3875"/>
                    <a:pt x="2489" y="3718"/>
                    <a:pt x="2678" y="3718"/>
                  </a:cubicBezTo>
                  <a:close/>
                  <a:moveTo>
                    <a:pt x="5671" y="3781"/>
                  </a:moveTo>
                  <a:cubicBezTo>
                    <a:pt x="5860" y="3781"/>
                    <a:pt x="6018" y="3938"/>
                    <a:pt x="6018" y="4127"/>
                  </a:cubicBezTo>
                  <a:cubicBezTo>
                    <a:pt x="6018" y="4316"/>
                    <a:pt x="5860" y="4474"/>
                    <a:pt x="5671" y="4474"/>
                  </a:cubicBezTo>
                  <a:cubicBezTo>
                    <a:pt x="5482" y="4474"/>
                    <a:pt x="5325" y="4316"/>
                    <a:pt x="5325" y="4127"/>
                  </a:cubicBezTo>
                  <a:cubicBezTo>
                    <a:pt x="5325" y="3938"/>
                    <a:pt x="5482" y="3781"/>
                    <a:pt x="5671" y="3781"/>
                  </a:cubicBezTo>
                  <a:close/>
                  <a:moveTo>
                    <a:pt x="4191" y="4474"/>
                  </a:moveTo>
                  <a:cubicBezTo>
                    <a:pt x="4821" y="4474"/>
                    <a:pt x="5293" y="4978"/>
                    <a:pt x="5293" y="5577"/>
                  </a:cubicBezTo>
                  <a:cubicBezTo>
                    <a:pt x="5293" y="6207"/>
                    <a:pt x="4758" y="6679"/>
                    <a:pt x="4191" y="6679"/>
                  </a:cubicBezTo>
                  <a:cubicBezTo>
                    <a:pt x="3561" y="6679"/>
                    <a:pt x="3088" y="6175"/>
                    <a:pt x="3088" y="5577"/>
                  </a:cubicBezTo>
                  <a:cubicBezTo>
                    <a:pt x="3088" y="4946"/>
                    <a:pt x="3561" y="4474"/>
                    <a:pt x="4191" y="4474"/>
                  </a:cubicBezTo>
                  <a:close/>
                  <a:moveTo>
                    <a:pt x="5195" y="7034"/>
                  </a:moveTo>
                  <a:cubicBezTo>
                    <a:pt x="5293" y="7034"/>
                    <a:pt x="5388" y="7073"/>
                    <a:pt x="5451" y="7152"/>
                  </a:cubicBezTo>
                  <a:cubicBezTo>
                    <a:pt x="5640" y="7278"/>
                    <a:pt x="5640" y="7498"/>
                    <a:pt x="5482" y="7656"/>
                  </a:cubicBezTo>
                  <a:cubicBezTo>
                    <a:pt x="5136" y="8002"/>
                    <a:pt x="4663" y="8223"/>
                    <a:pt x="4128" y="8223"/>
                  </a:cubicBezTo>
                  <a:cubicBezTo>
                    <a:pt x="3624" y="8223"/>
                    <a:pt x="3151" y="8002"/>
                    <a:pt x="2836" y="7656"/>
                  </a:cubicBezTo>
                  <a:cubicBezTo>
                    <a:pt x="2678" y="7498"/>
                    <a:pt x="2678" y="7278"/>
                    <a:pt x="2836" y="7152"/>
                  </a:cubicBezTo>
                  <a:cubicBezTo>
                    <a:pt x="2915" y="7073"/>
                    <a:pt x="3017" y="7034"/>
                    <a:pt x="3112" y="7034"/>
                  </a:cubicBezTo>
                  <a:cubicBezTo>
                    <a:pt x="3206" y="7034"/>
                    <a:pt x="3293" y="7073"/>
                    <a:pt x="3340" y="7152"/>
                  </a:cubicBezTo>
                  <a:cubicBezTo>
                    <a:pt x="3561" y="7372"/>
                    <a:pt x="3852" y="7483"/>
                    <a:pt x="4140" y="7483"/>
                  </a:cubicBezTo>
                  <a:cubicBezTo>
                    <a:pt x="4427" y="7483"/>
                    <a:pt x="4711" y="7372"/>
                    <a:pt x="4915" y="7152"/>
                  </a:cubicBezTo>
                  <a:cubicBezTo>
                    <a:pt x="4994" y="7073"/>
                    <a:pt x="5097" y="7034"/>
                    <a:pt x="5195" y="7034"/>
                  </a:cubicBezTo>
                  <a:close/>
                  <a:moveTo>
                    <a:pt x="3403" y="0"/>
                  </a:moveTo>
                  <a:cubicBezTo>
                    <a:pt x="3120" y="347"/>
                    <a:pt x="2710" y="567"/>
                    <a:pt x="2237" y="693"/>
                  </a:cubicBezTo>
                  <a:cubicBezTo>
                    <a:pt x="2080" y="1575"/>
                    <a:pt x="1355" y="2237"/>
                    <a:pt x="410" y="2237"/>
                  </a:cubicBezTo>
                  <a:cubicBezTo>
                    <a:pt x="284" y="2237"/>
                    <a:pt x="158" y="2237"/>
                    <a:pt x="32" y="2174"/>
                  </a:cubicBezTo>
                  <a:cubicBezTo>
                    <a:pt x="32" y="2300"/>
                    <a:pt x="1" y="2458"/>
                    <a:pt x="1" y="2584"/>
                  </a:cubicBezTo>
                  <a:lnTo>
                    <a:pt x="1" y="5577"/>
                  </a:lnTo>
                  <a:cubicBezTo>
                    <a:pt x="1" y="7813"/>
                    <a:pt x="1859" y="9672"/>
                    <a:pt x="4096" y="9672"/>
                  </a:cubicBezTo>
                  <a:cubicBezTo>
                    <a:pt x="6333" y="9672"/>
                    <a:pt x="8192" y="7813"/>
                    <a:pt x="8192" y="5577"/>
                  </a:cubicBezTo>
                  <a:lnTo>
                    <a:pt x="8192" y="2930"/>
                  </a:lnTo>
                  <a:lnTo>
                    <a:pt x="7845" y="2930"/>
                  </a:lnTo>
                  <a:cubicBezTo>
                    <a:pt x="5924" y="2930"/>
                    <a:pt x="4191" y="1764"/>
                    <a:pt x="34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7361;p83"/>
            <p:cNvSpPr/>
            <p:nvPr/>
          </p:nvSpPr>
          <p:spPr>
            <a:xfrm>
              <a:off x="-51893150" y="3797500"/>
              <a:ext cx="18150" cy="17375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90" y="1"/>
                    <a:pt x="1" y="159"/>
                    <a:pt x="1" y="348"/>
                  </a:cubicBezTo>
                  <a:cubicBezTo>
                    <a:pt x="1" y="537"/>
                    <a:pt x="190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9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7362;p83"/>
            <p:cNvSpPr/>
            <p:nvPr/>
          </p:nvSpPr>
          <p:spPr>
            <a:xfrm>
              <a:off x="-51763200" y="37455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269"/>
                    <a:pt x="757" y="1796"/>
                    <a:pt x="757" y="1229"/>
                  </a:cubicBezTo>
                  <a:cubicBezTo>
                    <a:pt x="757" y="725"/>
                    <a:pt x="442" y="25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7363;p83"/>
            <p:cNvSpPr/>
            <p:nvPr/>
          </p:nvSpPr>
          <p:spPr>
            <a:xfrm>
              <a:off x="-52023900" y="37463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4" name="Google Shape;7364;p83"/>
          <p:cNvGrpSpPr/>
          <p:nvPr/>
        </p:nvGrpSpPr>
        <p:grpSpPr>
          <a:xfrm>
            <a:off x="5746654" y="1532546"/>
            <a:ext cx="358971" cy="358971"/>
            <a:chOff x="-57173375" y="3198925"/>
            <a:chExt cx="319000" cy="319000"/>
          </a:xfrm>
        </p:grpSpPr>
        <p:sp>
          <p:nvSpPr>
            <p:cNvPr id="7365" name="Google Shape;7365;p83"/>
            <p:cNvSpPr/>
            <p:nvPr/>
          </p:nvSpPr>
          <p:spPr>
            <a:xfrm>
              <a:off x="-57120600" y="3237525"/>
              <a:ext cx="204800" cy="92825"/>
            </a:xfrm>
            <a:custGeom>
              <a:avLst/>
              <a:gdLst/>
              <a:ahLst/>
              <a:cxnLst/>
              <a:rect l="l" t="t" r="r" b="b"/>
              <a:pathLst>
                <a:path w="8192" h="3713" extrusionOk="0">
                  <a:moveTo>
                    <a:pt x="4096" y="0"/>
                  </a:moveTo>
                  <a:cubicBezTo>
                    <a:pt x="1954" y="0"/>
                    <a:pt x="189" y="1607"/>
                    <a:pt x="0" y="3686"/>
                  </a:cubicBezTo>
                  <a:cubicBezTo>
                    <a:pt x="81" y="3690"/>
                    <a:pt x="163" y="3692"/>
                    <a:pt x="245" y="3692"/>
                  </a:cubicBezTo>
                  <a:cubicBezTo>
                    <a:pt x="868" y="3692"/>
                    <a:pt x="1523" y="3579"/>
                    <a:pt x="2080" y="3245"/>
                  </a:cubicBezTo>
                  <a:cubicBezTo>
                    <a:pt x="2111" y="3182"/>
                    <a:pt x="2174" y="3056"/>
                    <a:pt x="2206" y="2993"/>
                  </a:cubicBezTo>
                  <a:cubicBezTo>
                    <a:pt x="2017" y="2615"/>
                    <a:pt x="1954" y="2237"/>
                    <a:pt x="2206" y="1890"/>
                  </a:cubicBezTo>
                  <a:cubicBezTo>
                    <a:pt x="2395" y="1512"/>
                    <a:pt x="2741" y="1323"/>
                    <a:pt x="3151" y="1323"/>
                  </a:cubicBezTo>
                  <a:cubicBezTo>
                    <a:pt x="3340" y="977"/>
                    <a:pt x="3686" y="725"/>
                    <a:pt x="4096" y="725"/>
                  </a:cubicBezTo>
                  <a:cubicBezTo>
                    <a:pt x="4474" y="725"/>
                    <a:pt x="4884" y="977"/>
                    <a:pt x="5041" y="1323"/>
                  </a:cubicBezTo>
                  <a:cubicBezTo>
                    <a:pt x="5419" y="1323"/>
                    <a:pt x="5829" y="1512"/>
                    <a:pt x="6018" y="1890"/>
                  </a:cubicBezTo>
                  <a:cubicBezTo>
                    <a:pt x="6207" y="2237"/>
                    <a:pt x="6207" y="2678"/>
                    <a:pt x="6018" y="2993"/>
                  </a:cubicBezTo>
                  <a:cubicBezTo>
                    <a:pt x="6049" y="3056"/>
                    <a:pt x="6112" y="3182"/>
                    <a:pt x="6144" y="3245"/>
                  </a:cubicBezTo>
                  <a:cubicBezTo>
                    <a:pt x="6654" y="3551"/>
                    <a:pt x="7206" y="3713"/>
                    <a:pt x="7783" y="3713"/>
                  </a:cubicBezTo>
                  <a:cubicBezTo>
                    <a:pt x="7918" y="3713"/>
                    <a:pt x="8054" y="3704"/>
                    <a:pt x="8192" y="3686"/>
                  </a:cubicBezTo>
                  <a:cubicBezTo>
                    <a:pt x="8003" y="1607"/>
                    <a:pt x="6207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7366;p83"/>
            <p:cNvSpPr/>
            <p:nvPr/>
          </p:nvSpPr>
          <p:spPr>
            <a:xfrm>
              <a:off x="-57053650" y="3273750"/>
              <a:ext cx="70100" cy="74850"/>
            </a:xfrm>
            <a:custGeom>
              <a:avLst/>
              <a:gdLst/>
              <a:ahLst/>
              <a:cxnLst/>
              <a:rect l="l" t="t" r="r" b="b"/>
              <a:pathLst>
                <a:path w="2804" h="2994" extrusionOk="0">
                  <a:moveTo>
                    <a:pt x="1418" y="1166"/>
                  </a:moveTo>
                  <a:cubicBezTo>
                    <a:pt x="1607" y="1166"/>
                    <a:pt x="1765" y="1323"/>
                    <a:pt x="1765" y="1544"/>
                  </a:cubicBezTo>
                  <a:cubicBezTo>
                    <a:pt x="1765" y="1733"/>
                    <a:pt x="1638" y="1891"/>
                    <a:pt x="1418" y="1891"/>
                  </a:cubicBezTo>
                  <a:cubicBezTo>
                    <a:pt x="1229" y="1891"/>
                    <a:pt x="1071" y="1733"/>
                    <a:pt x="1071" y="1544"/>
                  </a:cubicBezTo>
                  <a:cubicBezTo>
                    <a:pt x="1071" y="1323"/>
                    <a:pt x="1229" y="1166"/>
                    <a:pt x="1418" y="1166"/>
                  </a:cubicBezTo>
                  <a:close/>
                  <a:moveTo>
                    <a:pt x="1418" y="0"/>
                  </a:moveTo>
                  <a:cubicBezTo>
                    <a:pt x="1260" y="0"/>
                    <a:pt x="1103" y="126"/>
                    <a:pt x="1071" y="315"/>
                  </a:cubicBezTo>
                  <a:cubicBezTo>
                    <a:pt x="1019" y="497"/>
                    <a:pt x="860" y="615"/>
                    <a:pt x="664" y="615"/>
                  </a:cubicBezTo>
                  <a:cubicBezTo>
                    <a:pt x="623" y="615"/>
                    <a:pt x="580" y="610"/>
                    <a:pt x="536" y="599"/>
                  </a:cubicBezTo>
                  <a:cubicBezTo>
                    <a:pt x="492" y="573"/>
                    <a:pt x="447" y="561"/>
                    <a:pt x="402" y="561"/>
                  </a:cubicBezTo>
                  <a:cubicBezTo>
                    <a:pt x="284" y="561"/>
                    <a:pt x="172" y="642"/>
                    <a:pt x="126" y="756"/>
                  </a:cubicBezTo>
                  <a:cubicBezTo>
                    <a:pt x="32" y="914"/>
                    <a:pt x="63" y="1103"/>
                    <a:pt x="189" y="1197"/>
                  </a:cubicBezTo>
                  <a:cubicBezTo>
                    <a:pt x="347" y="1387"/>
                    <a:pt x="347" y="1639"/>
                    <a:pt x="189" y="1765"/>
                  </a:cubicBezTo>
                  <a:cubicBezTo>
                    <a:pt x="32" y="1891"/>
                    <a:pt x="0" y="2080"/>
                    <a:pt x="126" y="2237"/>
                  </a:cubicBezTo>
                  <a:cubicBezTo>
                    <a:pt x="175" y="2359"/>
                    <a:pt x="300" y="2406"/>
                    <a:pt x="427" y="2406"/>
                  </a:cubicBezTo>
                  <a:cubicBezTo>
                    <a:pt x="463" y="2406"/>
                    <a:pt x="500" y="2402"/>
                    <a:pt x="536" y="2395"/>
                  </a:cubicBezTo>
                  <a:cubicBezTo>
                    <a:pt x="580" y="2382"/>
                    <a:pt x="624" y="2376"/>
                    <a:pt x="667" y="2376"/>
                  </a:cubicBezTo>
                  <a:cubicBezTo>
                    <a:pt x="840" y="2376"/>
                    <a:pt x="996" y="2477"/>
                    <a:pt x="1071" y="2678"/>
                  </a:cubicBezTo>
                  <a:cubicBezTo>
                    <a:pt x="1103" y="2867"/>
                    <a:pt x="1260" y="2993"/>
                    <a:pt x="1418" y="2993"/>
                  </a:cubicBezTo>
                  <a:cubicBezTo>
                    <a:pt x="1575" y="2993"/>
                    <a:pt x="1733" y="2867"/>
                    <a:pt x="1765" y="2678"/>
                  </a:cubicBezTo>
                  <a:cubicBezTo>
                    <a:pt x="1789" y="2483"/>
                    <a:pt x="1946" y="2363"/>
                    <a:pt x="2118" y="2363"/>
                  </a:cubicBezTo>
                  <a:cubicBezTo>
                    <a:pt x="2168" y="2363"/>
                    <a:pt x="2219" y="2373"/>
                    <a:pt x="2269" y="2395"/>
                  </a:cubicBezTo>
                  <a:cubicBezTo>
                    <a:pt x="2309" y="2411"/>
                    <a:pt x="2354" y="2419"/>
                    <a:pt x="2399" y="2419"/>
                  </a:cubicBezTo>
                  <a:cubicBezTo>
                    <a:pt x="2530" y="2419"/>
                    <a:pt x="2663" y="2354"/>
                    <a:pt x="2710" y="2237"/>
                  </a:cubicBezTo>
                  <a:cubicBezTo>
                    <a:pt x="2804" y="2080"/>
                    <a:pt x="2741" y="1891"/>
                    <a:pt x="2647" y="1765"/>
                  </a:cubicBezTo>
                  <a:cubicBezTo>
                    <a:pt x="2489" y="1607"/>
                    <a:pt x="2489" y="1323"/>
                    <a:pt x="2647" y="1197"/>
                  </a:cubicBezTo>
                  <a:cubicBezTo>
                    <a:pt x="2804" y="1103"/>
                    <a:pt x="2804" y="914"/>
                    <a:pt x="2710" y="756"/>
                  </a:cubicBezTo>
                  <a:cubicBezTo>
                    <a:pt x="2663" y="640"/>
                    <a:pt x="2530" y="575"/>
                    <a:pt x="2399" y="575"/>
                  </a:cubicBezTo>
                  <a:cubicBezTo>
                    <a:pt x="2354" y="575"/>
                    <a:pt x="2309" y="583"/>
                    <a:pt x="2269" y="599"/>
                  </a:cubicBezTo>
                  <a:cubicBezTo>
                    <a:pt x="2235" y="609"/>
                    <a:pt x="2202" y="613"/>
                    <a:pt x="2170" y="613"/>
                  </a:cubicBezTo>
                  <a:cubicBezTo>
                    <a:pt x="1992" y="613"/>
                    <a:pt x="1845" y="475"/>
                    <a:pt x="1765" y="315"/>
                  </a:cubicBezTo>
                  <a:cubicBezTo>
                    <a:pt x="1733" y="126"/>
                    <a:pt x="1575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7367;p83"/>
            <p:cNvSpPr/>
            <p:nvPr/>
          </p:nvSpPr>
          <p:spPr>
            <a:xfrm>
              <a:off x="-57058375" y="3198925"/>
              <a:ext cx="82700" cy="26800"/>
            </a:xfrm>
            <a:custGeom>
              <a:avLst/>
              <a:gdLst/>
              <a:ahLst/>
              <a:cxnLst/>
              <a:rect l="l" t="t" r="r" b="b"/>
              <a:pathLst>
                <a:path w="3308" h="1072" extrusionOk="0">
                  <a:moveTo>
                    <a:pt x="1638" y="0"/>
                  </a:moveTo>
                  <a:cubicBezTo>
                    <a:pt x="882" y="0"/>
                    <a:pt x="252" y="441"/>
                    <a:pt x="0" y="1071"/>
                  </a:cubicBezTo>
                  <a:cubicBezTo>
                    <a:pt x="504" y="851"/>
                    <a:pt x="1040" y="756"/>
                    <a:pt x="1638" y="756"/>
                  </a:cubicBezTo>
                  <a:cubicBezTo>
                    <a:pt x="2206" y="756"/>
                    <a:pt x="2773" y="851"/>
                    <a:pt x="3308" y="1071"/>
                  </a:cubicBezTo>
                  <a:cubicBezTo>
                    <a:pt x="2993" y="441"/>
                    <a:pt x="2363" y="0"/>
                    <a:pt x="16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7368;p83"/>
            <p:cNvSpPr/>
            <p:nvPr/>
          </p:nvSpPr>
          <p:spPr>
            <a:xfrm>
              <a:off x="-57173375" y="3338325"/>
              <a:ext cx="319000" cy="179600"/>
            </a:xfrm>
            <a:custGeom>
              <a:avLst/>
              <a:gdLst/>
              <a:ahLst/>
              <a:cxnLst/>
              <a:rect l="l" t="t" r="r" b="b"/>
              <a:pathLst>
                <a:path w="12760" h="7184" extrusionOk="0">
                  <a:moveTo>
                    <a:pt x="4695" y="1198"/>
                  </a:moveTo>
                  <a:cubicBezTo>
                    <a:pt x="4915" y="1198"/>
                    <a:pt x="5073" y="1355"/>
                    <a:pt x="5073" y="1544"/>
                  </a:cubicBezTo>
                  <a:cubicBezTo>
                    <a:pt x="5073" y="1733"/>
                    <a:pt x="4915" y="1891"/>
                    <a:pt x="4695" y="1891"/>
                  </a:cubicBezTo>
                  <a:cubicBezTo>
                    <a:pt x="4506" y="1891"/>
                    <a:pt x="4348" y="1733"/>
                    <a:pt x="4348" y="1544"/>
                  </a:cubicBezTo>
                  <a:cubicBezTo>
                    <a:pt x="4348" y="1355"/>
                    <a:pt x="4506" y="1198"/>
                    <a:pt x="4695" y="1198"/>
                  </a:cubicBezTo>
                  <a:close/>
                  <a:moveTo>
                    <a:pt x="7688" y="1198"/>
                  </a:moveTo>
                  <a:cubicBezTo>
                    <a:pt x="7908" y="1198"/>
                    <a:pt x="8066" y="1355"/>
                    <a:pt x="8066" y="1544"/>
                  </a:cubicBezTo>
                  <a:cubicBezTo>
                    <a:pt x="8066" y="1733"/>
                    <a:pt x="7940" y="1891"/>
                    <a:pt x="7688" y="1891"/>
                  </a:cubicBezTo>
                  <a:cubicBezTo>
                    <a:pt x="7499" y="1891"/>
                    <a:pt x="7341" y="1733"/>
                    <a:pt x="7341" y="1544"/>
                  </a:cubicBezTo>
                  <a:cubicBezTo>
                    <a:pt x="7341" y="1355"/>
                    <a:pt x="7499" y="1198"/>
                    <a:pt x="7688" y="1198"/>
                  </a:cubicBezTo>
                  <a:close/>
                  <a:moveTo>
                    <a:pt x="946" y="2805"/>
                  </a:moveTo>
                  <a:cubicBezTo>
                    <a:pt x="1198" y="3151"/>
                    <a:pt x="1639" y="3403"/>
                    <a:pt x="2111" y="3403"/>
                  </a:cubicBezTo>
                  <a:cubicBezTo>
                    <a:pt x="2111" y="3844"/>
                    <a:pt x="1765" y="4128"/>
                    <a:pt x="1355" y="4128"/>
                  </a:cubicBezTo>
                  <a:cubicBezTo>
                    <a:pt x="977" y="4128"/>
                    <a:pt x="631" y="3781"/>
                    <a:pt x="631" y="3403"/>
                  </a:cubicBezTo>
                  <a:cubicBezTo>
                    <a:pt x="631" y="3151"/>
                    <a:pt x="725" y="2931"/>
                    <a:pt x="946" y="2805"/>
                  </a:cubicBezTo>
                  <a:close/>
                  <a:moveTo>
                    <a:pt x="11531" y="2805"/>
                  </a:moveTo>
                  <a:cubicBezTo>
                    <a:pt x="11720" y="2931"/>
                    <a:pt x="11846" y="3151"/>
                    <a:pt x="11846" y="3403"/>
                  </a:cubicBezTo>
                  <a:cubicBezTo>
                    <a:pt x="11846" y="3844"/>
                    <a:pt x="11531" y="4128"/>
                    <a:pt x="11090" y="4128"/>
                  </a:cubicBezTo>
                  <a:cubicBezTo>
                    <a:pt x="10681" y="4128"/>
                    <a:pt x="10334" y="3781"/>
                    <a:pt x="10334" y="3403"/>
                  </a:cubicBezTo>
                  <a:cubicBezTo>
                    <a:pt x="10807" y="3403"/>
                    <a:pt x="11248" y="3151"/>
                    <a:pt x="11531" y="2805"/>
                  </a:cubicBezTo>
                  <a:close/>
                  <a:moveTo>
                    <a:pt x="7302" y="3718"/>
                  </a:moveTo>
                  <a:cubicBezTo>
                    <a:pt x="7396" y="3718"/>
                    <a:pt x="7483" y="3750"/>
                    <a:pt x="7530" y="3813"/>
                  </a:cubicBezTo>
                  <a:cubicBezTo>
                    <a:pt x="7688" y="3939"/>
                    <a:pt x="7688" y="4191"/>
                    <a:pt x="7530" y="4348"/>
                  </a:cubicBezTo>
                  <a:cubicBezTo>
                    <a:pt x="7184" y="4695"/>
                    <a:pt x="6711" y="4884"/>
                    <a:pt x="6238" y="4884"/>
                  </a:cubicBezTo>
                  <a:cubicBezTo>
                    <a:pt x="5766" y="4884"/>
                    <a:pt x="5262" y="4695"/>
                    <a:pt x="4947" y="4348"/>
                  </a:cubicBezTo>
                  <a:cubicBezTo>
                    <a:pt x="4789" y="4191"/>
                    <a:pt x="4789" y="3939"/>
                    <a:pt x="4947" y="3813"/>
                  </a:cubicBezTo>
                  <a:cubicBezTo>
                    <a:pt x="5026" y="3750"/>
                    <a:pt x="5120" y="3718"/>
                    <a:pt x="5211" y="3718"/>
                  </a:cubicBezTo>
                  <a:cubicBezTo>
                    <a:pt x="5301" y="3718"/>
                    <a:pt x="5388" y="3750"/>
                    <a:pt x="5451" y="3813"/>
                  </a:cubicBezTo>
                  <a:cubicBezTo>
                    <a:pt x="5671" y="4033"/>
                    <a:pt x="5955" y="4144"/>
                    <a:pt x="6238" y="4144"/>
                  </a:cubicBezTo>
                  <a:cubicBezTo>
                    <a:pt x="6522" y="4144"/>
                    <a:pt x="6806" y="4033"/>
                    <a:pt x="7026" y="3813"/>
                  </a:cubicBezTo>
                  <a:cubicBezTo>
                    <a:pt x="7105" y="3750"/>
                    <a:pt x="7207" y="3718"/>
                    <a:pt x="7302" y="3718"/>
                  </a:cubicBezTo>
                  <a:close/>
                  <a:moveTo>
                    <a:pt x="4317" y="1"/>
                  </a:moveTo>
                  <a:cubicBezTo>
                    <a:pt x="3781" y="284"/>
                    <a:pt x="3119" y="410"/>
                    <a:pt x="2552" y="410"/>
                  </a:cubicBezTo>
                  <a:cubicBezTo>
                    <a:pt x="2426" y="410"/>
                    <a:pt x="2300" y="410"/>
                    <a:pt x="2206" y="379"/>
                  </a:cubicBezTo>
                  <a:lnTo>
                    <a:pt x="2206" y="410"/>
                  </a:lnTo>
                  <a:cubicBezTo>
                    <a:pt x="1355" y="410"/>
                    <a:pt x="694" y="1072"/>
                    <a:pt x="694" y="1891"/>
                  </a:cubicBezTo>
                  <a:cubicBezTo>
                    <a:pt x="694" y="1985"/>
                    <a:pt x="694" y="2017"/>
                    <a:pt x="725" y="2112"/>
                  </a:cubicBezTo>
                  <a:cubicBezTo>
                    <a:pt x="253" y="2364"/>
                    <a:pt x="0" y="2836"/>
                    <a:pt x="0" y="3403"/>
                  </a:cubicBezTo>
                  <a:cubicBezTo>
                    <a:pt x="0" y="4222"/>
                    <a:pt x="662" y="4884"/>
                    <a:pt x="1481" y="4884"/>
                  </a:cubicBezTo>
                  <a:cubicBezTo>
                    <a:pt x="1891" y="4884"/>
                    <a:pt x="2237" y="4726"/>
                    <a:pt x="2521" y="4506"/>
                  </a:cubicBezTo>
                  <a:cubicBezTo>
                    <a:pt x="3088" y="6050"/>
                    <a:pt x="4632" y="7184"/>
                    <a:pt x="6364" y="7184"/>
                  </a:cubicBezTo>
                  <a:cubicBezTo>
                    <a:pt x="8097" y="7184"/>
                    <a:pt x="9641" y="6050"/>
                    <a:pt x="10240" y="4506"/>
                  </a:cubicBezTo>
                  <a:cubicBezTo>
                    <a:pt x="10492" y="4726"/>
                    <a:pt x="10870" y="4884"/>
                    <a:pt x="11248" y="4884"/>
                  </a:cubicBezTo>
                  <a:cubicBezTo>
                    <a:pt x="12067" y="4884"/>
                    <a:pt x="12760" y="4222"/>
                    <a:pt x="12760" y="3403"/>
                  </a:cubicBezTo>
                  <a:cubicBezTo>
                    <a:pt x="12571" y="2836"/>
                    <a:pt x="12256" y="2364"/>
                    <a:pt x="11846" y="2112"/>
                  </a:cubicBezTo>
                  <a:lnTo>
                    <a:pt x="11846" y="1891"/>
                  </a:lnTo>
                  <a:cubicBezTo>
                    <a:pt x="11846" y="1072"/>
                    <a:pt x="11153" y="410"/>
                    <a:pt x="10334" y="410"/>
                  </a:cubicBezTo>
                  <a:lnTo>
                    <a:pt x="10334" y="379"/>
                  </a:lnTo>
                  <a:cubicBezTo>
                    <a:pt x="10208" y="379"/>
                    <a:pt x="10114" y="410"/>
                    <a:pt x="9988" y="410"/>
                  </a:cubicBezTo>
                  <a:cubicBezTo>
                    <a:pt x="9357" y="410"/>
                    <a:pt x="8727" y="253"/>
                    <a:pt x="8160" y="1"/>
                  </a:cubicBezTo>
                  <a:lnTo>
                    <a:pt x="8160" y="32"/>
                  </a:lnTo>
                  <a:cubicBezTo>
                    <a:pt x="7971" y="410"/>
                    <a:pt x="7593" y="599"/>
                    <a:pt x="7184" y="599"/>
                  </a:cubicBezTo>
                  <a:cubicBezTo>
                    <a:pt x="6995" y="946"/>
                    <a:pt x="6648" y="1198"/>
                    <a:pt x="6238" y="1198"/>
                  </a:cubicBezTo>
                  <a:cubicBezTo>
                    <a:pt x="5860" y="1198"/>
                    <a:pt x="5451" y="946"/>
                    <a:pt x="5293" y="599"/>
                  </a:cubicBezTo>
                  <a:cubicBezTo>
                    <a:pt x="4852" y="599"/>
                    <a:pt x="4506" y="410"/>
                    <a:pt x="4317" y="32"/>
                  </a:cubicBezTo>
                  <a:lnTo>
                    <a:pt x="431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9" name="Google Shape;7369;p83"/>
          <p:cNvGrpSpPr/>
          <p:nvPr/>
        </p:nvGrpSpPr>
        <p:grpSpPr>
          <a:xfrm>
            <a:off x="5747541" y="2009987"/>
            <a:ext cx="357198" cy="314690"/>
            <a:chOff x="-57176525" y="3610050"/>
            <a:chExt cx="317425" cy="279650"/>
          </a:xfrm>
        </p:grpSpPr>
        <p:sp>
          <p:nvSpPr>
            <p:cNvPr id="7370" name="Google Shape;7370;p83"/>
            <p:cNvSpPr/>
            <p:nvPr/>
          </p:nvSpPr>
          <p:spPr>
            <a:xfrm>
              <a:off x="-57109575" y="3610050"/>
              <a:ext cx="181950" cy="56750"/>
            </a:xfrm>
            <a:custGeom>
              <a:avLst/>
              <a:gdLst/>
              <a:ahLst/>
              <a:cxnLst/>
              <a:rect l="l" t="t" r="r" b="b"/>
              <a:pathLst>
                <a:path w="7278" h="2270" extrusionOk="0">
                  <a:moveTo>
                    <a:pt x="3655" y="1"/>
                  </a:moveTo>
                  <a:cubicBezTo>
                    <a:pt x="2080" y="1"/>
                    <a:pt x="693" y="914"/>
                    <a:pt x="0" y="2269"/>
                  </a:cubicBezTo>
                  <a:lnTo>
                    <a:pt x="7278" y="2269"/>
                  </a:lnTo>
                  <a:cubicBezTo>
                    <a:pt x="6648" y="914"/>
                    <a:pt x="5262" y="1"/>
                    <a:pt x="36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7371;p83"/>
            <p:cNvSpPr/>
            <p:nvPr/>
          </p:nvSpPr>
          <p:spPr>
            <a:xfrm>
              <a:off x="-57120600" y="3684100"/>
              <a:ext cx="88225" cy="36375"/>
            </a:xfrm>
            <a:custGeom>
              <a:avLst/>
              <a:gdLst/>
              <a:ahLst/>
              <a:cxnLst/>
              <a:rect l="l" t="t" r="r" b="b"/>
              <a:pathLst>
                <a:path w="3529" h="1455" extrusionOk="0">
                  <a:moveTo>
                    <a:pt x="158" y="0"/>
                  </a:moveTo>
                  <a:cubicBezTo>
                    <a:pt x="32" y="347"/>
                    <a:pt x="0" y="756"/>
                    <a:pt x="0" y="1103"/>
                  </a:cubicBezTo>
                  <a:lnTo>
                    <a:pt x="0" y="1450"/>
                  </a:lnTo>
                  <a:lnTo>
                    <a:pt x="977" y="1450"/>
                  </a:lnTo>
                  <a:cubicBezTo>
                    <a:pt x="1030" y="1453"/>
                    <a:pt x="1083" y="1454"/>
                    <a:pt x="1135" y="1454"/>
                  </a:cubicBezTo>
                  <a:cubicBezTo>
                    <a:pt x="2170" y="1454"/>
                    <a:pt x="3049" y="870"/>
                    <a:pt x="35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7372;p83"/>
            <p:cNvSpPr/>
            <p:nvPr/>
          </p:nvSpPr>
          <p:spPr>
            <a:xfrm>
              <a:off x="-57176525" y="3747100"/>
              <a:ext cx="28375" cy="67775"/>
            </a:xfrm>
            <a:custGeom>
              <a:avLst/>
              <a:gdLst/>
              <a:ahLst/>
              <a:cxnLst/>
              <a:rect l="l" t="t" r="r" b="b"/>
              <a:pathLst>
                <a:path w="1135" h="2711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473" y="379"/>
                    <a:pt x="0" y="1135"/>
                    <a:pt x="0" y="1954"/>
                  </a:cubicBezTo>
                  <a:lnTo>
                    <a:pt x="0" y="2521"/>
                  </a:lnTo>
                  <a:cubicBezTo>
                    <a:pt x="0" y="2647"/>
                    <a:pt x="63" y="2710"/>
                    <a:pt x="189" y="2710"/>
                  </a:cubicBezTo>
                  <a:cubicBezTo>
                    <a:pt x="410" y="2679"/>
                    <a:pt x="662" y="2647"/>
                    <a:pt x="883" y="2521"/>
                  </a:cubicBezTo>
                  <a:cubicBezTo>
                    <a:pt x="788" y="2206"/>
                    <a:pt x="757" y="1891"/>
                    <a:pt x="757" y="1576"/>
                  </a:cubicBezTo>
                  <a:cubicBezTo>
                    <a:pt x="757" y="946"/>
                    <a:pt x="946" y="442"/>
                    <a:pt x="11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7373;p83"/>
            <p:cNvSpPr/>
            <p:nvPr/>
          </p:nvSpPr>
          <p:spPr>
            <a:xfrm>
              <a:off x="-57139500" y="3743175"/>
              <a:ext cx="37825" cy="89025"/>
            </a:xfrm>
            <a:custGeom>
              <a:avLst/>
              <a:gdLst/>
              <a:ahLst/>
              <a:cxnLst/>
              <a:rect l="l" t="t" r="r" b="b"/>
              <a:pathLst>
                <a:path w="1513" h="3561" extrusionOk="0">
                  <a:moveTo>
                    <a:pt x="744" y="0"/>
                  </a:moveTo>
                  <a:cubicBezTo>
                    <a:pt x="685" y="0"/>
                    <a:pt x="630" y="32"/>
                    <a:pt x="599" y="95"/>
                  </a:cubicBezTo>
                  <a:cubicBezTo>
                    <a:pt x="347" y="410"/>
                    <a:pt x="0" y="1008"/>
                    <a:pt x="0" y="1764"/>
                  </a:cubicBezTo>
                  <a:cubicBezTo>
                    <a:pt x="0" y="2363"/>
                    <a:pt x="284" y="2993"/>
                    <a:pt x="599" y="3466"/>
                  </a:cubicBezTo>
                  <a:cubicBezTo>
                    <a:pt x="630" y="3529"/>
                    <a:pt x="685" y="3560"/>
                    <a:pt x="744" y="3560"/>
                  </a:cubicBezTo>
                  <a:cubicBezTo>
                    <a:pt x="804" y="3560"/>
                    <a:pt x="867" y="3529"/>
                    <a:pt x="914" y="3466"/>
                  </a:cubicBezTo>
                  <a:cubicBezTo>
                    <a:pt x="1260" y="2962"/>
                    <a:pt x="1512" y="2395"/>
                    <a:pt x="1512" y="1764"/>
                  </a:cubicBezTo>
                  <a:cubicBezTo>
                    <a:pt x="1512" y="1040"/>
                    <a:pt x="1134" y="410"/>
                    <a:pt x="914" y="95"/>
                  </a:cubicBezTo>
                  <a:cubicBezTo>
                    <a:pt x="867" y="32"/>
                    <a:pt x="804" y="0"/>
                    <a:pt x="7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7374;p83"/>
            <p:cNvSpPr/>
            <p:nvPr/>
          </p:nvSpPr>
          <p:spPr>
            <a:xfrm>
              <a:off x="-57104075" y="3684875"/>
              <a:ext cx="244975" cy="204825"/>
            </a:xfrm>
            <a:custGeom>
              <a:avLst/>
              <a:gdLst/>
              <a:ahLst/>
              <a:cxnLst/>
              <a:rect l="l" t="t" r="r" b="b"/>
              <a:pathLst>
                <a:path w="9799" h="8193" extrusionOk="0">
                  <a:moveTo>
                    <a:pt x="1923" y="2269"/>
                  </a:moveTo>
                  <a:cubicBezTo>
                    <a:pt x="2143" y="2269"/>
                    <a:pt x="2301" y="2427"/>
                    <a:pt x="2301" y="2616"/>
                  </a:cubicBezTo>
                  <a:cubicBezTo>
                    <a:pt x="2301" y="2805"/>
                    <a:pt x="2143" y="2962"/>
                    <a:pt x="1923" y="2962"/>
                  </a:cubicBezTo>
                  <a:cubicBezTo>
                    <a:pt x="1734" y="2962"/>
                    <a:pt x="1576" y="2805"/>
                    <a:pt x="1576" y="2616"/>
                  </a:cubicBezTo>
                  <a:cubicBezTo>
                    <a:pt x="1576" y="2427"/>
                    <a:pt x="1734" y="2269"/>
                    <a:pt x="1923" y="2269"/>
                  </a:cubicBezTo>
                  <a:close/>
                  <a:moveTo>
                    <a:pt x="4916" y="2269"/>
                  </a:moveTo>
                  <a:cubicBezTo>
                    <a:pt x="5136" y="2269"/>
                    <a:pt x="5294" y="2427"/>
                    <a:pt x="5294" y="2616"/>
                  </a:cubicBezTo>
                  <a:cubicBezTo>
                    <a:pt x="5325" y="2805"/>
                    <a:pt x="5168" y="2962"/>
                    <a:pt x="4916" y="2962"/>
                  </a:cubicBezTo>
                  <a:cubicBezTo>
                    <a:pt x="4727" y="2962"/>
                    <a:pt x="4569" y="2805"/>
                    <a:pt x="4569" y="2616"/>
                  </a:cubicBezTo>
                  <a:cubicBezTo>
                    <a:pt x="4569" y="2427"/>
                    <a:pt x="4727" y="2269"/>
                    <a:pt x="4916" y="2269"/>
                  </a:cubicBezTo>
                  <a:close/>
                  <a:moveTo>
                    <a:pt x="8759" y="3876"/>
                  </a:moveTo>
                  <a:cubicBezTo>
                    <a:pt x="8948" y="4002"/>
                    <a:pt x="9074" y="4222"/>
                    <a:pt x="9074" y="4474"/>
                  </a:cubicBezTo>
                  <a:cubicBezTo>
                    <a:pt x="9074" y="4853"/>
                    <a:pt x="8759" y="5199"/>
                    <a:pt x="8318" y="5199"/>
                  </a:cubicBezTo>
                  <a:cubicBezTo>
                    <a:pt x="7909" y="5199"/>
                    <a:pt x="7531" y="4853"/>
                    <a:pt x="7531" y="4474"/>
                  </a:cubicBezTo>
                  <a:cubicBezTo>
                    <a:pt x="8003" y="4474"/>
                    <a:pt x="8476" y="4222"/>
                    <a:pt x="8759" y="3876"/>
                  </a:cubicBezTo>
                  <a:close/>
                  <a:moveTo>
                    <a:pt x="4530" y="4766"/>
                  </a:moveTo>
                  <a:cubicBezTo>
                    <a:pt x="4624" y="4766"/>
                    <a:pt x="4711" y="4805"/>
                    <a:pt x="4758" y="4884"/>
                  </a:cubicBezTo>
                  <a:cubicBezTo>
                    <a:pt x="4916" y="5010"/>
                    <a:pt x="4916" y="5231"/>
                    <a:pt x="4758" y="5420"/>
                  </a:cubicBezTo>
                  <a:cubicBezTo>
                    <a:pt x="4412" y="5766"/>
                    <a:pt x="3939" y="5955"/>
                    <a:pt x="3466" y="5955"/>
                  </a:cubicBezTo>
                  <a:cubicBezTo>
                    <a:pt x="2994" y="5955"/>
                    <a:pt x="2490" y="5766"/>
                    <a:pt x="2175" y="5420"/>
                  </a:cubicBezTo>
                  <a:cubicBezTo>
                    <a:pt x="2017" y="5262"/>
                    <a:pt x="2017" y="5010"/>
                    <a:pt x="2175" y="4884"/>
                  </a:cubicBezTo>
                  <a:cubicBezTo>
                    <a:pt x="2254" y="4805"/>
                    <a:pt x="2348" y="4766"/>
                    <a:pt x="2439" y="4766"/>
                  </a:cubicBezTo>
                  <a:cubicBezTo>
                    <a:pt x="2529" y="4766"/>
                    <a:pt x="2616" y="4805"/>
                    <a:pt x="2679" y="4884"/>
                  </a:cubicBezTo>
                  <a:cubicBezTo>
                    <a:pt x="2899" y="5105"/>
                    <a:pt x="3183" y="5215"/>
                    <a:pt x="3466" y="5215"/>
                  </a:cubicBezTo>
                  <a:cubicBezTo>
                    <a:pt x="3750" y="5215"/>
                    <a:pt x="4034" y="5105"/>
                    <a:pt x="4254" y="4884"/>
                  </a:cubicBezTo>
                  <a:cubicBezTo>
                    <a:pt x="4333" y="4805"/>
                    <a:pt x="4435" y="4766"/>
                    <a:pt x="4530" y="4766"/>
                  </a:cubicBezTo>
                  <a:close/>
                  <a:moveTo>
                    <a:pt x="3687" y="1"/>
                  </a:moveTo>
                  <a:cubicBezTo>
                    <a:pt x="3120" y="1356"/>
                    <a:pt x="1797" y="2269"/>
                    <a:pt x="316" y="2269"/>
                  </a:cubicBezTo>
                  <a:lnTo>
                    <a:pt x="253" y="2269"/>
                  </a:lnTo>
                  <a:cubicBezTo>
                    <a:pt x="536" y="2679"/>
                    <a:pt x="852" y="3372"/>
                    <a:pt x="852" y="4096"/>
                  </a:cubicBezTo>
                  <a:cubicBezTo>
                    <a:pt x="852" y="5168"/>
                    <a:pt x="253" y="5987"/>
                    <a:pt x="1" y="6302"/>
                  </a:cubicBezTo>
                  <a:cubicBezTo>
                    <a:pt x="757" y="7467"/>
                    <a:pt x="2017" y="8192"/>
                    <a:pt x="3435" y="8192"/>
                  </a:cubicBezTo>
                  <a:cubicBezTo>
                    <a:pt x="5168" y="8192"/>
                    <a:pt x="6648" y="7089"/>
                    <a:pt x="7247" y="5577"/>
                  </a:cubicBezTo>
                  <a:cubicBezTo>
                    <a:pt x="7531" y="5798"/>
                    <a:pt x="7877" y="5955"/>
                    <a:pt x="8287" y="5955"/>
                  </a:cubicBezTo>
                  <a:cubicBezTo>
                    <a:pt x="9106" y="5955"/>
                    <a:pt x="9767" y="5294"/>
                    <a:pt x="9767" y="4474"/>
                  </a:cubicBezTo>
                  <a:cubicBezTo>
                    <a:pt x="9799" y="3907"/>
                    <a:pt x="9484" y="3435"/>
                    <a:pt x="9074" y="3151"/>
                  </a:cubicBezTo>
                  <a:lnTo>
                    <a:pt x="9074" y="2962"/>
                  </a:lnTo>
                  <a:cubicBezTo>
                    <a:pt x="9074" y="2143"/>
                    <a:pt x="8350" y="1482"/>
                    <a:pt x="7531" y="1482"/>
                  </a:cubicBezTo>
                  <a:lnTo>
                    <a:pt x="7531" y="1103"/>
                  </a:lnTo>
                  <a:cubicBezTo>
                    <a:pt x="7531" y="725"/>
                    <a:pt x="7499" y="379"/>
                    <a:pt x="73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5" name="Google Shape;7375;p83"/>
          <p:cNvGrpSpPr/>
          <p:nvPr/>
        </p:nvGrpSpPr>
        <p:grpSpPr>
          <a:xfrm>
            <a:off x="5779179" y="2428542"/>
            <a:ext cx="323524" cy="358774"/>
            <a:chOff x="-57162350" y="3982000"/>
            <a:chExt cx="287500" cy="318825"/>
          </a:xfrm>
        </p:grpSpPr>
        <p:sp>
          <p:nvSpPr>
            <p:cNvPr id="7376" name="Google Shape;7376;p83"/>
            <p:cNvSpPr/>
            <p:nvPr/>
          </p:nvSpPr>
          <p:spPr>
            <a:xfrm>
              <a:off x="-56989850" y="4151150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1"/>
                  </a:moveTo>
                  <a:cubicBezTo>
                    <a:pt x="504" y="1"/>
                    <a:pt x="0" y="473"/>
                    <a:pt x="0" y="1103"/>
                  </a:cubicBezTo>
                  <a:cubicBezTo>
                    <a:pt x="0" y="1702"/>
                    <a:pt x="504" y="2206"/>
                    <a:pt x="1103" y="2206"/>
                  </a:cubicBezTo>
                  <a:cubicBezTo>
                    <a:pt x="1733" y="2206"/>
                    <a:pt x="2205" y="1702"/>
                    <a:pt x="2205" y="1103"/>
                  </a:cubicBezTo>
                  <a:cubicBezTo>
                    <a:pt x="2205" y="473"/>
                    <a:pt x="1733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7377;p83"/>
            <p:cNvSpPr/>
            <p:nvPr/>
          </p:nvSpPr>
          <p:spPr>
            <a:xfrm>
              <a:off x="-57162350" y="3982000"/>
              <a:ext cx="287500" cy="161300"/>
            </a:xfrm>
            <a:custGeom>
              <a:avLst/>
              <a:gdLst/>
              <a:ahLst/>
              <a:cxnLst/>
              <a:rect l="l" t="t" r="r" b="b"/>
              <a:pathLst>
                <a:path w="11500" h="6452" extrusionOk="0">
                  <a:moveTo>
                    <a:pt x="5778" y="1"/>
                  </a:moveTo>
                  <a:cubicBezTo>
                    <a:pt x="5286" y="1"/>
                    <a:pt x="4789" y="166"/>
                    <a:pt x="4380" y="497"/>
                  </a:cubicBezTo>
                  <a:cubicBezTo>
                    <a:pt x="4263" y="479"/>
                    <a:pt x="4146" y="470"/>
                    <a:pt x="4031" y="470"/>
                  </a:cubicBezTo>
                  <a:cubicBezTo>
                    <a:pt x="3147" y="470"/>
                    <a:pt x="2323" y="992"/>
                    <a:pt x="2017" y="1883"/>
                  </a:cubicBezTo>
                  <a:cubicBezTo>
                    <a:pt x="1072" y="2230"/>
                    <a:pt x="473" y="3238"/>
                    <a:pt x="631" y="4246"/>
                  </a:cubicBezTo>
                  <a:cubicBezTo>
                    <a:pt x="127" y="4876"/>
                    <a:pt x="1" y="5695"/>
                    <a:pt x="316" y="6452"/>
                  </a:cubicBezTo>
                  <a:cubicBezTo>
                    <a:pt x="536" y="6294"/>
                    <a:pt x="757" y="6168"/>
                    <a:pt x="1040" y="6074"/>
                  </a:cubicBezTo>
                  <a:cubicBezTo>
                    <a:pt x="1355" y="4498"/>
                    <a:pt x="2458" y="3175"/>
                    <a:pt x="4002" y="2577"/>
                  </a:cubicBezTo>
                  <a:cubicBezTo>
                    <a:pt x="4096" y="2545"/>
                    <a:pt x="4096" y="2545"/>
                    <a:pt x="4191" y="2513"/>
                  </a:cubicBezTo>
                  <a:cubicBezTo>
                    <a:pt x="4224" y="2504"/>
                    <a:pt x="4257" y="2499"/>
                    <a:pt x="4290" y="2499"/>
                  </a:cubicBezTo>
                  <a:cubicBezTo>
                    <a:pt x="4474" y="2499"/>
                    <a:pt x="4637" y="2641"/>
                    <a:pt x="4663" y="2829"/>
                  </a:cubicBezTo>
                  <a:cubicBezTo>
                    <a:pt x="4789" y="4593"/>
                    <a:pt x="6239" y="5979"/>
                    <a:pt x="8003" y="5979"/>
                  </a:cubicBezTo>
                  <a:lnTo>
                    <a:pt x="9862" y="5979"/>
                  </a:lnTo>
                  <a:cubicBezTo>
                    <a:pt x="10366" y="5979"/>
                    <a:pt x="10807" y="6137"/>
                    <a:pt x="11185" y="6389"/>
                  </a:cubicBezTo>
                  <a:cubicBezTo>
                    <a:pt x="11500" y="5695"/>
                    <a:pt x="11405" y="4876"/>
                    <a:pt x="10870" y="4246"/>
                  </a:cubicBezTo>
                  <a:cubicBezTo>
                    <a:pt x="11027" y="3207"/>
                    <a:pt x="10492" y="2230"/>
                    <a:pt x="9515" y="1883"/>
                  </a:cubicBezTo>
                  <a:cubicBezTo>
                    <a:pt x="9178" y="1040"/>
                    <a:pt x="8363" y="472"/>
                    <a:pt x="7475" y="472"/>
                  </a:cubicBezTo>
                  <a:cubicBezTo>
                    <a:pt x="7368" y="472"/>
                    <a:pt x="7260" y="480"/>
                    <a:pt x="7152" y="497"/>
                  </a:cubicBezTo>
                  <a:cubicBezTo>
                    <a:pt x="6758" y="166"/>
                    <a:pt x="6270" y="1"/>
                    <a:pt x="57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7378;p83"/>
            <p:cNvSpPr/>
            <p:nvPr/>
          </p:nvSpPr>
          <p:spPr>
            <a:xfrm>
              <a:off x="-57119850" y="4066875"/>
              <a:ext cx="126075" cy="111875"/>
            </a:xfrm>
            <a:custGeom>
              <a:avLst/>
              <a:gdLst/>
              <a:ahLst/>
              <a:cxnLst/>
              <a:rect l="l" t="t" r="r" b="b"/>
              <a:pathLst>
                <a:path w="5043" h="4475" extrusionOk="0">
                  <a:moveTo>
                    <a:pt x="2333" y="1"/>
                  </a:moveTo>
                  <a:cubicBezTo>
                    <a:pt x="915" y="694"/>
                    <a:pt x="2" y="2111"/>
                    <a:pt x="2" y="3718"/>
                  </a:cubicBezTo>
                  <a:lnTo>
                    <a:pt x="2" y="4191"/>
                  </a:lnTo>
                  <a:lnTo>
                    <a:pt x="2" y="4359"/>
                  </a:lnTo>
                  <a:lnTo>
                    <a:pt x="2" y="4359"/>
                  </a:lnTo>
                  <a:cubicBezTo>
                    <a:pt x="32" y="3375"/>
                    <a:pt x="829" y="2616"/>
                    <a:pt x="1861" y="2616"/>
                  </a:cubicBezTo>
                  <a:cubicBezTo>
                    <a:pt x="2774" y="2616"/>
                    <a:pt x="3499" y="3246"/>
                    <a:pt x="3656" y="4096"/>
                  </a:cubicBezTo>
                  <a:lnTo>
                    <a:pt x="4507" y="4096"/>
                  </a:lnTo>
                  <a:cubicBezTo>
                    <a:pt x="4570" y="3718"/>
                    <a:pt x="4791" y="3403"/>
                    <a:pt x="5043" y="3120"/>
                  </a:cubicBezTo>
                  <a:cubicBezTo>
                    <a:pt x="3656" y="2647"/>
                    <a:pt x="2617" y="1481"/>
                    <a:pt x="2333" y="1"/>
                  </a:cubicBezTo>
                  <a:close/>
                  <a:moveTo>
                    <a:pt x="2" y="4359"/>
                  </a:moveTo>
                  <a:cubicBezTo>
                    <a:pt x="1" y="4397"/>
                    <a:pt x="1" y="4435"/>
                    <a:pt x="2" y="4474"/>
                  </a:cubicBezTo>
                  <a:lnTo>
                    <a:pt x="2" y="4359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7379;p83"/>
            <p:cNvSpPr/>
            <p:nvPr/>
          </p:nvSpPr>
          <p:spPr>
            <a:xfrm>
              <a:off x="-57100925" y="4151150"/>
              <a:ext cx="55175" cy="55150"/>
            </a:xfrm>
            <a:custGeom>
              <a:avLst/>
              <a:gdLst/>
              <a:ahLst/>
              <a:cxnLst/>
              <a:rect l="l" t="t" r="r" b="b"/>
              <a:pathLst>
                <a:path w="2207" h="2206" extrusionOk="0">
                  <a:moveTo>
                    <a:pt x="1104" y="1"/>
                  </a:moveTo>
                  <a:cubicBezTo>
                    <a:pt x="505" y="1"/>
                    <a:pt x="1" y="473"/>
                    <a:pt x="1" y="1103"/>
                  </a:cubicBezTo>
                  <a:cubicBezTo>
                    <a:pt x="1" y="1702"/>
                    <a:pt x="505" y="2206"/>
                    <a:pt x="1104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473"/>
                    <a:pt x="1702" y="1"/>
                    <a:pt x="11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7380;p83"/>
            <p:cNvSpPr/>
            <p:nvPr/>
          </p:nvSpPr>
          <p:spPr>
            <a:xfrm>
              <a:off x="-57119825" y="4179500"/>
              <a:ext cx="204800" cy="121325"/>
            </a:xfrm>
            <a:custGeom>
              <a:avLst/>
              <a:gdLst/>
              <a:ahLst/>
              <a:cxnLst/>
              <a:rect l="l" t="t" r="r" b="b"/>
              <a:pathLst>
                <a:path w="8192" h="4853" extrusionOk="0">
                  <a:moveTo>
                    <a:pt x="5160" y="2151"/>
                  </a:moveTo>
                  <a:cubicBezTo>
                    <a:pt x="5254" y="2151"/>
                    <a:pt x="5341" y="2190"/>
                    <a:pt x="5388" y="2269"/>
                  </a:cubicBezTo>
                  <a:cubicBezTo>
                    <a:pt x="5546" y="2427"/>
                    <a:pt x="5546" y="2679"/>
                    <a:pt x="5388" y="2805"/>
                  </a:cubicBezTo>
                  <a:cubicBezTo>
                    <a:pt x="5042" y="3151"/>
                    <a:pt x="4569" y="3340"/>
                    <a:pt x="4096" y="3340"/>
                  </a:cubicBezTo>
                  <a:cubicBezTo>
                    <a:pt x="3624" y="3340"/>
                    <a:pt x="3120" y="3151"/>
                    <a:pt x="2805" y="2805"/>
                  </a:cubicBezTo>
                  <a:cubicBezTo>
                    <a:pt x="2647" y="2647"/>
                    <a:pt x="2647" y="2395"/>
                    <a:pt x="2805" y="2269"/>
                  </a:cubicBezTo>
                  <a:cubicBezTo>
                    <a:pt x="2884" y="2190"/>
                    <a:pt x="2978" y="2151"/>
                    <a:pt x="3069" y="2151"/>
                  </a:cubicBezTo>
                  <a:cubicBezTo>
                    <a:pt x="3159" y="2151"/>
                    <a:pt x="3246" y="2190"/>
                    <a:pt x="3309" y="2269"/>
                  </a:cubicBezTo>
                  <a:cubicBezTo>
                    <a:pt x="3529" y="2490"/>
                    <a:pt x="3813" y="2600"/>
                    <a:pt x="4096" y="2600"/>
                  </a:cubicBezTo>
                  <a:cubicBezTo>
                    <a:pt x="4380" y="2600"/>
                    <a:pt x="4664" y="2490"/>
                    <a:pt x="4884" y="2269"/>
                  </a:cubicBezTo>
                  <a:cubicBezTo>
                    <a:pt x="4963" y="2190"/>
                    <a:pt x="5065" y="2151"/>
                    <a:pt x="5160" y="2151"/>
                  </a:cubicBezTo>
                  <a:close/>
                  <a:moveTo>
                    <a:pt x="1" y="1"/>
                  </a:moveTo>
                  <a:lnTo>
                    <a:pt x="1" y="2238"/>
                  </a:lnTo>
                  <a:cubicBezTo>
                    <a:pt x="1" y="3687"/>
                    <a:pt x="1198" y="4853"/>
                    <a:pt x="2616" y="4853"/>
                  </a:cubicBezTo>
                  <a:lnTo>
                    <a:pt x="5609" y="4853"/>
                  </a:lnTo>
                  <a:cubicBezTo>
                    <a:pt x="7058" y="4853"/>
                    <a:pt x="8192" y="3655"/>
                    <a:pt x="8192" y="2238"/>
                  </a:cubicBezTo>
                  <a:lnTo>
                    <a:pt x="8192" y="1"/>
                  </a:lnTo>
                  <a:cubicBezTo>
                    <a:pt x="8192" y="977"/>
                    <a:pt x="7341" y="1860"/>
                    <a:pt x="6302" y="1860"/>
                  </a:cubicBezTo>
                  <a:cubicBezTo>
                    <a:pt x="5388" y="1860"/>
                    <a:pt x="4664" y="1230"/>
                    <a:pt x="4506" y="347"/>
                  </a:cubicBezTo>
                  <a:lnTo>
                    <a:pt x="3655" y="347"/>
                  </a:lnTo>
                  <a:cubicBezTo>
                    <a:pt x="3498" y="1230"/>
                    <a:pt x="2710" y="1860"/>
                    <a:pt x="1860" y="1860"/>
                  </a:cubicBezTo>
                  <a:cubicBezTo>
                    <a:pt x="820" y="1860"/>
                    <a:pt x="1" y="1009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7381;p83"/>
            <p:cNvSpPr/>
            <p:nvPr/>
          </p:nvSpPr>
          <p:spPr>
            <a:xfrm>
              <a:off x="-57158400" y="41566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7382;p83"/>
            <p:cNvSpPr/>
            <p:nvPr/>
          </p:nvSpPr>
          <p:spPr>
            <a:xfrm>
              <a:off x="-56896125" y="41558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1"/>
                  </a:moveTo>
                  <a:lnTo>
                    <a:pt x="0" y="2553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756" y="757"/>
                    <a:pt x="441" y="284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7383;p83"/>
            <p:cNvSpPr/>
            <p:nvPr/>
          </p:nvSpPr>
          <p:spPr>
            <a:xfrm>
              <a:off x="-56924475" y="4149575"/>
              <a:ext cx="9450" cy="29175"/>
            </a:xfrm>
            <a:custGeom>
              <a:avLst/>
              <a:gdLst/>
              <a:ahLst/>
              <a:cxnLst/>
              <a:rect l="l" t="t" r="r" b="b"/>
              <a:pathLst>
                <a:path w="378" h="1167" extrusionOk="0">
                  <a:moveTo>
                    <a:pt x="0" y="1"/>
                  </a:moveTo>
                  <a:cubicBezTo>
                    <a:pt x="221" y="379"/>
                    <a:pt x="378" y="757"/>
                    <a:pt x="378" y="1166"/>
                  </a:cubicBezTo>
                  <a:lnTo>
                    <a:pt x="378" y="883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4" name="Google Shape;7384;p83"/>
          <p:cNvGrpSpPr/>
          <p:nvPr/>
        </p:nvGrpSpPr>
        <p:grpSpPr>
          <a:xfrm>
            <a:off x="7957995" y="1532546"/>
            <a:ext cx="358099" cy="356326"/>
            <a:chOff x="-55202750" y="3198925"/>
            <a:chExt cx="318225" cy="316650"/>
          </a:xfrm>
        </p:grpSpPr>
        <p:sp>
          <p:nvSpPr>
            <p:cNvPr id="7385" name="Google Shape;7385;p83"/>
            <p:cNvSpPr/>
            <p:nvPr/>
          </p:nvSpPr>
          <p:spPr>
            <a:xfrm>
              <a:off x="-55130275" y="3293425"/>
              <a:ext cx="167775" cy="168575"/>
            </a:xfrm>
            <a:custGeom>
              <a:avLst/>
              <a:gdLst/>
              <a:ahLst/>
              <a:cxnLst/>
              <a:rect l="l" t="t" r="r" b="b"/>
              <a:pathLst>
                <a:path w="6711" h="6743" extrusionOk="0">
                  <a:moveTo>
                    <a:pt x="1891" y="2238"/>
                  </a:moveTo>
                  <a:cubicBezTo>
                    <a:pt x="2111" y="2238"/>
                    <a:pt x="2269" y="2395"/>
                    <a:pt x="2269" y="2584"/>
                  </a:cubicBezTo>
                  <a:cubicBezTo>
                    <a:pt x="2269" y="2805"/>
                    <a:pt x="2111" y="2962"/>
                    <a:pt x="1891" y="2962"/>
                  </a:cubicBezTo>
                  <a:cubicBezTo>
                    <a:pt x="1702" y="2962"/>
                    <a:pt x="1544" y="2836"/>
                    <a:pt x="1544" y="2584"/>
                  </a:cubicBezTo>
                  <a:cubicBezTo>
                    <a:pt x="1544" y="2395"/>
                    <a:pt x="1702" y="2238"/>
                    <a:pt x="1891" y="2238"/>
                  </a:cubicBezTo>
                  <a:close/>
                  <a:moveTo>
                    <a:pt x="4884" y="2269"/>
                  </a:moveTo>
                  <a:cubicBezTo>
                    <a:pt x="5104" y="2269"/>
                    <a:pt x="5262" y="2427"/>
                    <a:pt x="5262" y="2647"/>
                  </a:cubicBezTo>
                  <a:cubicBezTo>
                    <a:pt x="5262" y="2836"/>
                    <a:pt x="5104" y="2994"/>
                    <a:pt x="4884" y="2994"/>
                  </a:cubicBezTo>
                  <a:cubicBezTo>
                    <a:pt x="4695" y="2994"/>
                    <a:pt x="4537" y="2836"/>
                    <a:pt x="4537" y="2647"/>
                  </a:cubicBezTo>
                  <a:cubicBezTo>
                    <a:pt x="4537" y="2427"/>
                    <a:pt x="4695" y="2269"/>
                    <a:pt x="4884" y="2269"/>
                  </a:cubicBezTo>
                  <a:close/>
                  <a:moveTo>
                    <a:pt x="4454" y="4798"/>
                  </a:moveTo>
                  <a:cubicBezTo>
                    <a:pt x="4545" y="4798"/>
                    <a:pt x="4632" y="4837"/>
                    <a:pt x="4695" y="4916"/>
                  </a:cubicBezTo>
                  <a:cubicBezTo>
                    <a:pt x="4852" y="5042"/>
                    <a:pt x="4852" y="5262"/>
                    <a:pt x="4726" y="5420"/>
                  </a:cubicBezTo>
                  <a:cubicBezTo>
                    <a:pt x="4380" y="5798"/>
                    <a:pt x="3907" y="5987"/>
                    <a:pt x="3403" y="5987"/>
                  </a:cubicBezTo>
                  <a:cubicBezTo>
                    <a:pt x="2899" y="5987"/>
                    <a:pt x="2426" y="5798"/>
                    <a:pt x="2111" y="5420"/>
                  </a:cubicBezTo>
                  <a:cubicBezTo>
                    <a:pt x="1954" y="5262"/>
                    <a:pt x="1954" y="5042"/>
                    <a:pt x="2111" y="4916"/>
                  </a:cubicBezTo>
                  <a:cubicBezTo>
                    <a:pt x="2190" y="4837"/>
                    <a:pt x="2284" y="4798"/>
                    <a:pt x="2375" y="4798"/>
                  </a:cubicBezTo>
                  <a:cubicBezTo>
                    <a:pt x="2466" y="4798"/>
                    <a:pt x="2552" y="4837"/>
                    <a:pt x="2615" y="4916"/>
                  </a:cubicBezTo>
                  <a:cubicBezTo>
                    <a:pt x="2836" y="5136"/>
                    <a:pt x="3119" y="5246"/>
                    <a:pt x="3403" y="5246"/>
                  </a:cubicBezTo>
                  <a:cubicBezTo>
                    <a:pt x="3686" y="5246"/>
                    <a:pt x="3970" y="5136"/>
                    <a:pt x="4191" y="4916"/>
                  </a:cubicBezTo>
                  <a:cubicBezTo>
                    <a:pt x="4269" y="4837"/>
                    <a:pt x="4364" y="4798"/>
                    <a:pt x="4454" y="4798"/>
                  </a:cubicBezTo>
                  <a:close/>
                  <a:moveTo>
                    <a:pt x="3403" y="1"/>
                  </a:moveTo>
                  <a:cubicBezTo>
                    <a:pt x="2773" y="1261"/>
                    <a:pt x="1513" y="2112"/>
                    <a:pt x="63" y="2238"/>
                  </a:cubicBezTo>
                  <a:cubicBezTo>
                    <a:pt x="63" y="2364"/>
                    <a:pt x="0" y="2521"/>
                    <a:pt x="0" y="2647"/>
                  </a:cubicBezTo>
                  <a:lnTo>
                    <a:pt x="0" y="4128"/>
                  </a:lnTo>
                  <a:cubicBezTo>
                    <a:pt x="0" y="5577"/>
                    <a:pt x="1198" y="6743"/>
                    <a:pt x="2615" y="6743"/>
                  </a:cubicBezTo>
                  <a:lnTo>
                    <a:pt x="4096" y="6743"/>
                  </a:lnTo>
                  <a:cubicBezTo>
                    <a:pt x="5577" y="6743"/>
                    <a:pt x="6711" y="5546"/>
                    <a:pt x="6711" y="4128"/>
                  </a:cubicBezTo>
                  <a:lnTo>
                    <a:pt x="6711" y="2647"/>
                  </a:lnTo>
                  <a:cubicBezTo>
                    <a:pt x="6711" y="2521"/>
                    <a:pt x="6711" y="2364"/>
                    <a:pt x="6679" y="2238"/>
                  </a:cubicBezTo>
                  <a:cubicBezTo>
                    <a:pt x="5293" y="2112"/>
                    <a:pt x="4033" y="1261"/>
                    <a:pt x="34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7386;p83"/>
            <p:cNvSpPr/>
            <p:nvPr/>
          </p:nvSpPr>
          <p:spPr>
            <a:xfrm>
              <a:off x="-55202750" y="3198925"/>
              <a:ext cx="318225" cy="316650"/>
            </a:xfrm>
            <a:custGeom>
              <a:avLst/>
              <a:gdLst/>
              <a:ahLst/>
              <a:cxnLst/>
              <a:rect l="l" t="t" r="r" b="b"/>
              <a:pathLst>
                <a:path w="12729" h="12666" extrusionOk="0">
                  <a:moveTo>
                    <a:pt x="6302" y="2221"/>
                  </a:moveTo>
                  <a:cubicBezTo>
                    <a:pt x="6459" y="2221"/>
                    <a:pt x="6617" y="2300"/>
                    <a:pt x="6648" y="2458"/>
                  </a:cubicBezTo>
                  <a:lnTo>
                    <a:pt x="6680" y="2615"/>
                  </a:lnTo>
                  <a:cubicBezTo>
                    <a:pt x="7058" y="4127"/>
                    <a:pt x="8381" y="5230"/>
                    <a:pt x="9956" y="5230"/>
                  </a:cubicBezTo>
                  <a:cubicBezTo>
                    <a:pt x="10145" y="5230"/>
                    <a:pt x="10272" y="5356"/>
                    <a:pt x="10303" y="5545"/>
                  </a:cubicBezTo>
                  <a:cubicBezTo>
                    <a:pt x="10366" y="5829"/>
                    <a:pt x="10398" y="6112"/>
                    <a:pt x="10398" y="6364"/>
                  </a:cubicBezTo>
                  <a:lnTo>
                    <a:pt x="10398" y="7877"/>
                  </a:lnTo>
                  <a:cubicBezTo>
                    <a:pt x="10398" y="9704"/>
                    <a:pt x="8885" y="11216"/>
                    <a:pt x="7058" y="11216"/>
                  </a:cubicBezTo>
                  <a:lnTo>
                    <a:pt x="5546" y="11216"/>
                  </a:lnTo>
                  <a:cubicBezTo>
                    <a:pt x="3687" y="11216"/>
                    <a:pt x="2206" y="9704"/>
                    <a:pt x="2206" y="7877"/>
                  </a:cubicBezTo>
                  <a:lnTo>
                    <a:pt x="2206" y="6364"/>
                  </a:lnTo>
                  <a:cubicBezTo>
                    <a:pt x="2206" y="6112"/>
                    <a:pt x="2238" y="5829"/>
                    <a:pt x="2269" y="5545"/>
                  </a:cubicBezTo>
                  <a:cubicBezTo>
                    <a:pt x="2332" y="5388"/>
                    <a:pt x="2490" y="5230"/>
                    <a:pt x="2647" y="5230"/>
                  </a:cubicBezTo>
                  <a:cubicBezTo>
                    <a:pt x="4160" y="5230"/>
                    <a:pt x="5514" y="4127"/>
                    <a:pt x="5892" y="2615"/>
                  </a:cubicBezTo>
                  <a:lnTo>
                    <a:pt x="5955" y="2458"/>
                  </a:lnTo>
                  <a:cubicBezTo>
                    <a:pt x="5987" y="2300"/>
                    <a:pt x="6144" y="2221"/>
                    <a:pt x="6302" y="2221"/>
                  </a:cubicBezTo>
                  <a:close/>
                  <a:moveTo>
                    <a:pt x="6333" y="0"/>
                  </a:moveTo>
                  <a:cubicBezTo>
                    <a:pt x="3529" y="0"/>
                    <a:pt x="1135" y="2111"/>
                    <a:pt x="789" y="4884"/>
                  </a:cubicBezTo>
                  <a:cubicBezTo>
                    <a:pt x="284" y="5230"/>
                    <a:pt x="1" y="5797"/>
                    <a:pt x="1" y="6427"/>
                  </a:cubicBezTo>
                  <a:cubicBezTo>
                    <a:pt x="1" y="6805"/>
                    <a:pt x="127" y="7215"/>
                    <a:pt x="379" y="7530"/>
                  </a:cubicBezTo>
                  <a:cubicBezTo>
                    <a:pt x="158" y="7845"/>
                    <a:pt x="1" y="8223"/>
                    <a:pt x="1" y="8633"/>
                  </a:cubicBezTo>
                  <a:cubicBezTo>
                    <a:pt x="1" y="9011"/>
                    <a:pt x="127" y="9420"/>
                    <a:pt x="379" y="9735"/>
                  </a:cubicBezTo>
                  <a:cubicBezTo>
                    <a:pt x="158" y="10050"/>
                    <a:pt x="1" y="10428"/>
                    <a:pt x="1" y="10838"/>
                  </a:cubicBezTo>
                  <a:cubicBezTo>
                    <a:pt x="1" y="11846"/>
                    <a:pt x="852" y="12665"/>
                    <a:pt x="1891" y="12665"/>
                  </a:cubicBezTo>
                  <a:lnTo>
                    <a:pt x="10839" y="12665"/>
                  </a:lnTo>
                  <a:cubicBezTo>
                    <a:pt x="11847" y="12665"/>
                    <a:pt x="12729" y="11846"/>
                    <a:pt x="12729" y="10838"/>
                  </a:cubicBezTo>
                  <a:cubicBezTo>
                    <a:pt x="12729" y="10428"/>
                    <a:pt x="12603" y="10050"/>
                    <a:pt x="12319" y="9735"/>
                  </a:cubicBezTo>
                  <a:cubicBezTo>
                    <a:pt x="12571" y="9420"/>
                    <a:pt x="12729" y="9011"/>
                    <a:pt x="12729" y="8633"/>
                  </a:cubicBezTo>
                  <a:cubicBezTo>
                    <a:pt x="12666" y="8223"/>
                    <a:pt x="12508" y="7845"/>
                    <a:pt x="12288" y="7530"/>
                  </a:cubicBezTo>
                  <a:cubicBezTo>
                    <a:pt x="12508" y="7215"/>
                    <a:pt x="12666" y="6805"/>
                    <a:pt x="12666" y="6427"/>
                  </a:cubicBezTo>
                  <a:cubicBezTo>
                    <a:pt x="12666" y="5829"/>
                    <a:pt x="12351" y="5230"/>
                    <a:pt x="11878" y="4884"/>
                  </a:cubicBezTo>
                  <a:cubicBezTo>
                    <a:pt x="11500" y="2111"/>
                    <a:pt x="9137" y="0"/>
                    <a:pt x="6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7" name="Google Shape;7387;p83"/>
          <p:cNvGrpSpPr/>
          <p:nvPr/>
        </p:nvGrpSpPr>
        <p:grpSpPr>
          <a:xfrm>
            <a:off x="7968629" y="1987846"/>
            <a:ext cx="336830" cy="358099"/>
            <a:chOff x="-55194875" y="3590375"/>
            <a:chExt cx="299325" cy="318225"/>
          </a:xfrm>
        </p:grpSpPr>
        <p:sp>
          <p:nvSpPr>
            <p:cNvPr id="7388" name="Google Shape;7388;p83"/>
            <p:cNvSpPr/>
            <p:nvPr/>
          </p:nvSpPr>
          <p:spPr>
            <a:xfrm>
              <a:off x="-55194875" y="3667550"/>
              <a:ext cx="37050" cy="241050"/>
            </a:xfrm>
            <a:custGeom>
              <a:avLst/>
              <a:gdLst/>
              <a:ahLst/>
              <a:cxnLst/>
              <a:rect l="l" t="t" r="r" b="b"/>
              <a:pathLst>
                <a:path w="1482" h="9642" extrusionOk="0">
                  <a:moveTo>
                    <a:pt x="1482" y="1"/>
                  </a:moveTo>
                  <a:cubicBezTo>
                    <a:pt x="537" y="977"/>
                    <a:pt x="1" y="2301"/>
                    <a:pt x="1" y="3687"/>
                  </a:cubicBezTo>
                  <a:lnTo>
                    <a:pt x="1" y="9295"/>
                  </a:lnTo>
                  <a:lnTo>
                    <a:pt x="32" y="9295"/>
                  </a:lnTo>
                  <a:cubicBezTo>
                    <a:pt x="32" y="9484"/>
                    <a:pt x="190" y="9641"/>
                    <a:pt x="379" y="9641"/>
                  </a:cubicBezTo>
                  <a:lnTo>
                    <a:pt x="1482" y="9641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7389;p83"/>
            <p:cNvSpPr/>
            <p:nvPr/>
          </p:nvSpPr>
          <p:spPr>
            <a:xfrm>
              <a:off x="-55065700" y="3643925"/>
              <a:ext cx="132350" cy="40200"/>
            </a:xfrm>
            <a:custGeom>
              <a:avLst/>
              <a:gdLst/>
              <a:ahLst/>
              <a:cxnLst/>
              <a:rect l="l" t="t" r="r" b="b"/>
              <a:pathLst>
                <a:path w="5294" h="1608" extrusionOk="0">
                  <a:moveTo>
                    <a:pt x="5294" y="1"/>
                  </a:moveTo>
                  <a:lnTo>
                    <a:pt x="1" y="1607"/>
                  </a:lnTo>
                  <a:lnTo>
                    <a:pt x="5294" y="1607"/>
                  </a:lnTo>
                  <a:lnTo>
                    <a:pt x="52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7390;p83"/>
            <p:cNvSpPr/>
            <p:nvPr/>
          </p:nvSpPr>
          <p:spPr>
            <a:xfrm>
              <a:off x="-55138950" y="3703000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7"/>
                  </a:moveTo>
                  <a:cubicBezTo>
                    <a:pt x="2836" y="757"/>
                    <a:pt x="2994" y="914"/>
                    <a:pt x="2994" y="1103"/>
                  </a:cubicBezTo>
                  <a:cubicBezTo>
                    <a:pt x="2994" y="1292"/>
                    <a:pt x="2836" y="1450"/>
                    <a:pt x="2647" y="1450"/>
                  </a:cubicBezTo>
                  <a:cubicBezTo>
                    <a:pt x="2458" y="1450"/>
                    <a:pt x="2301" y="1292"/>
                    <a:pt x="2301" y="1103"/>
                  </a:cubicBezTo>
                  <a:cubicBezTo>
                    <a:pt x="2301" y="914"/>
                    <a:pt x="2395" y="757"/>
                    <a:pt x="2647" y="757"/>
                  </a:cubicBezTo>
                  <a:close/>
                  <a:moveTo>
                    <a:pt x="5609" y="757"/>
                  </a:moveTo>
                  <a:cubicBezTo>
                    <a:pt x="5798" y="757"/>
                    <a:pt x="5955" y="914"/>
                    <a:pt x="5955" y="1103"/>
                  </a:cubicBezTo>
                  <a:cubicBezTo>
                    <a:pt x="5955" y="1292"/>
                    <a:pt x="5798" y="1450"/>
                    <a:pt x="5609" y="1450"/>
                  </a:cubicBezTo>
                  <a:cubicBezTo>
                    <a:pt x="5388" y="1450"/>
                    <a:pt x="5231" y="1292"/>
                    <a:pt x="5231" y="1103"/>
                  </a:cubicBezTo>
                  <a:cubicBezTo>
                    <a:pt x="5231" y="914"/>
                    <a:pt x="5388" y="757"/>
                    <a:pt x="5609" y="757"/>
                  </a:cubicBezTo>
                  <a:close/>
                  <a:moveTo>
                    <a:pt x="5195" y="3316"/>
                  </a:moveTo>
                  <a:cubicBezTo>
                    <a:pt x="5294" y="3316"/>
                    <a:pt x="5388" y="3356"/>
                    <a:pt x="5451" y="3434"/>
                  </a:cubicBezTo>
                  <a:cubicBezTo>
                    <a:pt x="5609" y="3592"/>
                    <a:pt x="5609" y="3812"/>
                    <a:pt x="5451" y="3939"/>
                  </a:cubicBezTo>
                  <a:cubicBezTo>
                    <a:pt x="5105" y="4285"/>
                    <a:pt x="4601" y="4474"/>
                    <a:pt x="4096" y="4474"/>
                  </a:cubicBezTo>
                  <a:cubicBezTo>
                    <a:pt x="3592" y="4474"/>
                    <a:pt x="3120" y="4285"/>
                    <a:pt x="2805" y="3939"/>
                  </a:cubicBezTo>
                  <a:cubicBezTo>
                    <a:pt x="2647" y="3781"/>
                    <a:pt x="2647" y="3529"/>
                    <a:pt x="2805" y="3434"/>
                  </a:cubicBezTo>
                  <a:cubicBezTo>
                    <a:pt x="2883" y="3356"/>
                    <a:pt x="2978" y="3316"/>
                    <a:pt x="3073" y="3316"/>
                  </a:cubicBezTo>
                  <a:cubicBezTo>
                    <a:pt x="3167" y="3316"/>
                    <a:pt x="3262" y="3356"/>
                    <a:pt x="3340" y="3434"/>
                  </a:cubicBezTo>
                  <a:cubicBezTo>
                    <a:pt x="3561" y="3639"/>
                    <a:pt x="3852" y="3742"/>
                    <a:pt x="4140" y="3742"/>
                  </a:cubicBezTo>
                  <a:cubicBezTo>
                    <a:pt x="4427" y="3742"/>
                    <a:pt x="4711" y="3639"/>
                    <a:pt x="4916" y="3434"/>
                  </a:cubicBezTo>
                  <a:cubicBezTo>
                    <a:pt x="4994" y="3356"/>
                    <a:pt x="5097" y="3316"/>
                    <a:pt x="5195" y="3316"/>
                  </a:cubicBezTo>
                  <a:close/>
                  <a:moveTo>
                    <a:pt x="1" y="0"/>
                  </a:moveTo>
                  <a:lnTo>
                    <a:pt x="1" y="2584"/>
                  </a:lnTo>
                  <a:cubicBezTo>
                    <a:pt x="1" y="4852"/>
                    <a:pt x="1860" y="6742"/>
                    <a:pt x="4096" y="6742"/>
                  </a:cubicBezTo>
                  <a:cubicBezTo>
                    <a:pt x="6333" y="6742"/>
                    <a:pt x="8192" y="4884"/>
                    <a:pt x="8192" y="2584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7391;p83"/>
            <p:cNvSpPr/>
            <p:nvPr/>
          </p:nvSpPr>
          <p:spPr>
            <a:xfrm>
              <a:off x="-55138950" y="3590375"/>
              <a:ext cx="204025" cy="92950"/>
            </a:xfrm>
            <a:custGeom>
              <a:avLst/>
              <a:gdLst/>
              <a:ahLst/>
              <a:cxnLst/>
              <a:rect l="l" t="t" r="r" b="b"/>
              <a:pathLst>
                <a:path w="8161" h="3718" extrusionOk="0">
                  <a:moveTo>
                    <a:pt x="1860" y="0"/>
                  </a:moveTo>
                  <a:cubicBezTo>
                    <a:pt x="820" y="0"/>
                    <a:pt x="1" y="851"/>
                    <a:pt x="1" y="1859"/>
                  </a:cubicBezTo>
                  <a:lnTo>
                    <a:pt x="1" y="3718"/>
                  </a:lnTo>
                  <a:lnTo>
                    <a:pt x="316" y="3718"/>
                  </a:lnTo>
                  <a:lnTo>
                    <a:pt x="8161" y="1386"/>
                  </a:lnTo>
                  <a:cubicBezTo>
                    <a:pt x="7972" y="599"/>
                    <a:pt x="7215" y="0"/>
                    <a:pt x="6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7392;p83"/>
            <p:cNvSpPr/>
            <p:nvPr/>
          </p:nvSpPr>
          <p:spPr>
            <a:xfrm>
              <a:off x="-54914475" y="36888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1" y="0"/>
                  </a:moveTo>
                  <a:lnTo>
                    <a:pt x="1" y="2584"/>
                  </a:lnTo>
                  <a:cubicBezTo>
                    <a:pt x="442" y="2300"/>
                    <a:pt x="757" y="1828"/>
                    <a:pt x="757" y="1261"/>
                  </a:cubicBezTo>
                  <a:cubicBezTo>
                    <a:pt x="757" y="756"/>
                    <a:pt x="442" y="284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93" name="Google Shape;7393;p83"/>
          <p:cNvGrpSpPr/>
          <p:nvPr/>
        </p:nvGrpSpPr>
        <p:grpSpPr>
          <a:xfrm>
            <a:off x="7973247" y="2430117"/>
            <a:ext cx="357198" cy="357198"/>
            <a:chOff x="-55203525" y="3983400"/>
            <a:chExt cx="317425" cy="317425"/>
          </a:xfrm>
        </p:grpSpPr>
        <p:sp>
          <p:nvSpPr>
            <p:cNvPr id="7394" name="Google Shape;7394;p83"/>
            <p:cNvSpPr/>
            <p:nvPr/>
          </p:nvSpPr>
          <p:spPr>
            <a:xfrm>
              <a:off x="-55147600" y="4094450"/>
              <a:ext cx="204800" cy="206375"/>
            </a:xfrm>
            <a:custGeom>
              <a:avLst/>
              <a:gdLst/>
              <a:ahLst/>
              <a:cxnLst/>
              <a:rect l="l" t="t" r="r" b="b"/>
              <a:pathLst>
                <a:path w="8192" h="8255" extrusionOk="0">
                  <a:moveTo>
                    <a:pt x="2584" y="2269"/>
                  </a:moveTo>
                  <a:cubicBezTo>
                    <a:pt x="2804" y="2269"/>
                    <a:pt x="2962" y="2426"/>
                    <a:pt x="2962" y="2615"/>
                  </a:cubicBezTo>
                  <a:cubicBezTo>
                    <a:pt x="2962" y="2804"/>
                    <a:pt x="2804" y="2962"/>
                    <a:pt x="2584" y="2962"/>
                  </a:cubicBezTo>
                  <a:cubicBezTo>
                    <a:pt x="2395" y="2962"/>
                    <a:pt x="2237" y="2836"/>
                    <a:pt x="2237" y="2615"/>
                  </a:cubicBezTo>
                  <a:cubicBezTo>
                    <a:pt x="2237" y="2426"/>
                    <a:pt x="2395" y="2269"/>
                    <a:pt x="2584" y="2269"/>
                  </a:cubicBezTo>
                  <a:close/>
                  <a:moveTo>
                    <a:pt x="5577" y="2300"/>
                  </a:moveTo>
                  <a:cubicBezTo>
                    <a:pt x="5797" y="2300"/>
                    <a:pt x="5955" y="2458"/>
                    <a:pt x="5955" y="2647"/>
                  </a:cubicBezTo>
                  <a:cubicBezTo>
                    <a:pt x="5955" y="2836"/>
                    <a:pt x="5797" y="2993"/>
                    <a:pt x="5577" y="2993"/>
                  </a:cubicBezTo>
                  <a:cubicBezTo>
                    <a:pt x="5388" y="2993"/>
                    <a:pt x="5230" y="2836"/>
                    <a:pt x="5230" y="2647"/>
                  </a:cubicBezTo>
                  <a:cubicBezTo>
                    <a:pt x="5230" y="2458"/>
                    <a:pt x="5388" y="2300"/>
                    <a:pt x="5577" y="2300"/>
                  </a:cubicBezTo>
                  <a:close/>
                  <a:moveTo>
                    <a:pt x="5147" y="4828"/>
                  </a:moveTo>
                  <a:cubicBezTo>
                    <a:pt x="5238" y="4828"/>
                    <a:pt x="5325" y="4868"/>
                    <a:pt x="5388" y="4947"/>
                  </a:cubicBezTo>
                  <a:cubicBezTo>
                    <a:pt x="5545" y="5041"/>
                    <a:pt x="5545" y="5293"/>
                    <a:pt x="5419" y="5451"/>
                  </a:cubicBezTo>
                  <a:cubicBezTo>
                    <a:pt x="5073" y="5797"/>
                    <a:pt x="4600" y="5986"/>
                    <a:pt x="4096" y="5986"/>
                  </a:cubicBezTo>
                  <a:cubicBezTo>
                    <a:pt x="3592" y="5986"/>
                    <a:pt x="3119" y="5797"/>
                    <a:pt x="2804" y="5451"/>
                  </a:cubicBezTo>
                  <a:cubicBezTo>
                    <a:pt x="2647" y="5293"/>
                    <a:pt x="2647" y="5041"/>
                    <a:pt x="2804" y="4947"/>
                  </a:cubicBezTo>
                  <a:cubicBezTo>
                    <a:pt x="2883" y="4868"/>
                    <a:pt x="2977" y="4828"/>
                    <a:pt x="3068" y="4828"/>
                  </a:cubicBezTo>
                  <a:cubicBezTo>
                    <a:pt x="3159" y="4828"/>
                    <a:pt x="3245" y="4868"/>
                    <a:pt x="3308" y="4947"/>
                  </a:cubicBezTo>
                  <a:cubicBezTo>
                    <a:pt x="3529" y="5151"/>
                    <a:pt x="3812" y="5254"/>
                    <a:pt x="4096" y="5254"/>
                  </a:cubicBezTo>
                  <a:cubicBezTo>
                    <a:pt x="4379" y="5254"/>
                    <a:pt x="4663" y="5151"/>
                    <a:pt x="4884" y="4947"/>
                  </a:cubicBezTo>
                  <a:cubicBezTo>
                    <a:pt x="4962" y="4868"/>
                    <a:pt x="5057" y="4828"/>
                    <a:pt x="5147" y="4828"/>
                  </a:cubicBezTo>
                  <a:close/>
                  <a:moveTo>
                    <a:pt x="2584" y="0"/>
                  </a:moveTo>
                  <a:cubicBezTo>
                    <a:pt x="1134" y="0"/>
                    <a:pt x="0" y="1197"/>
                    <a:pt x="0" y="2615"/>
                  </a:cubicBezTo>
                  <a:lnTo>
                    <a:pt x="0" y="4096"/>
                  </a:lnTo>
                  <a:cubicBezTo>
                    <a:pt x="0" y="4379"/>
                    <a:pt x="32" y="4695"/>
                    <a:pt x="63" y="4947"/>
                  </a:cubicBezTo>
                  <a:cubicBezTo>
                    <a:pt x="473" y="6837"/>
                    <a:pt x="2174" y="8255"/>
                    <a:pt x="4096" y="8255"/>
                  </a:cubicBezTo>
                  <a:cubicBezTo>
                    <a:pt x="6018" y="8255"/>
                    <a:pt x="7719" y="6837"/>
                    <a:pt x="8097" y="4947"/>
                  </a:cubicBezTo>
                  <a:cubicBezTo>
                    <a:pt x="8160" y="4695"/>
                    <a:pt x="8192" y="4411"/>
                    <a:pt x="8192" y="4096"/>
                  </a:cubicBezTo>
                  <a:lnTo>
                    <a:pt x="8192" y="2615"/>
                  </a:lnTo>
                  <a:cubicBezTo>
                    <a:pt x="8192" y="1197"/>
                    <a:pt x="7057" y="0"/>
                    <a:pt x="55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7395;p83"/>
            <p:cNvSpPr/>
            <p:nvPr/>
          </p:nvSpPr>
          <p:spPr>
            <a:xfrm>
              <a:off x="-55203525" y="4027500"/>
              <a:ext cx="317425" cy="196925"/>
            </a:xfrm>
            <a:custGeom>
              <a:avLst/>
              <a:gdLst/>
              <a:ahLst/>
              <a:cxnLst/>
              <a:rect l="l" t="t" r="r" b="b"/>
              <a:pathLst>
                <a:path w="12697" h="7877" extrusionOk="0">
                  <a:moveTo>
                    <a:pt x="4443" y="0"/>
                  </a:moveTo>
                  <a:cubicBezTo>
                    <a:pt x="1828" y="851"/>
                    <a:pt x="0" y="3277"/>
                    <a:pt x="0" y="6049"/>
                  </a:cubicBezTo>
                  <a:cubicBezTo>
                    <a:pt x="0" y="6994"/>
                    <a:pt x="725" y="7782"/>
                    <a:pt x="1639" y="7877"/>
                  </a:cubicBezTo>
                  <a:cubicBezTo>
                    <a:pt x="1639" y="7845"/>
                    <a:pt x="1607" y="7814"/>
                    <a:pt x="1607" y="7782"/>
                  </a:cubicBezTo>
                  <a:cubicBezTo>
                    <a:pt x="1513" y="7499"/>
                    <a:pt x="1513" y="7120"/>
                    <a:pt x="1513" y="6774"/>
                  </a:cubicBezTo>
                  <a:lnTo>
                    <a:pt x="1513" y="5293"/>
                  </a:lnTo>
                  <a:cubicBezTo>
                    <a:pt x="1513" y="3434"/>
                    <a:pt x="3025" y="1922"/>
                    <a:pt x="4884" y="1922"/>
                  </a:cubicBezTo>
                  <a:lnTo>
                    <a:pt x="7877" y="1922"/>
                  </a:lnTo>
                  <a:cubicBezTo>
                    <a:pt x="9704" y="1922"/>
                    <a:pt x="11216" y="3434"/>
                    <a:pt x="11216" y="5293"/>
                  </a:cubicBezTo>
                  <a:lnTo>
                    <a:pt x="11216" y="6774"/>
                  </a:lnTo>
                  <a:cubicBezTo>
                    <a:pt x="11216" y="7120"/>
                    <a:pt x="11185" y="7436"/>
                    <a:pt x="11090" y="7782"/>
                  </a:cubicBezTo>
                  <a:cubicBezTo>
                    <a:pt x="11090" y="7814"/>
                    <a:pt x="11059" y="7845"/>
                    <a:pt x="11059" y="7877"/>
                  </a:cubicBezTo>
                  <a:cubicBezTo>
                    <a:pt x="11972" y="7782"/>
                    <a:pt x="12697" y="6994"/>
                    <a:pt x="12697" y="6049"/>
                  </a:cubicBezTo>
                  <a:cubicBezTo>
                    <a:pt x="12697" y="3277"/>
                    <a:pt x="10870" y="851"/>
                    <a:pt x="8255" y="0"/>
                  </a:cubicBezTo>
                  <a:cubicBezTo>
                    <a:pt x="8223" y="189"/>
                    <a:pt x="8129" y="441"/>
                    <a:pt x="8034" y="599"/>
                  </a:cubicBezTo>
                  <a:cubicBezTo>
                    <a:pt x="7751" y="977"/>
                    <a:pt x="7310" y="1229"/>
                    <a:pt x="6805" y="1229"/>
                  </a:cubicBezTo>
                  <a:lnTo>
                    <a:pt x="5892" y="1229"/>
                  </a:lnTo>
                  <a:cubicBezTo>
                    <a:pt x="5419" y="1229"/>
                    <a:pt x="4947" y="977"/>
                    <a:pt x="4663" y="599"/>
                  </a:cubicBezTo>
                  <a:cubicBezTo>
                    <a:pt x="4569" y="410"/>
                    <a:pt x="4474" y="189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7396;p83"/>
            <p:cNvSpPr/>
            <p:nvPr/>
          </p:nvSpPr>
          <p:spPr>
            <a:xfrm>
              <a:off x="-55128700" y="3983400"/>
              <a:ext cx="166200" cy="54350"/>
            </a:xfrm>
            <a:custGeom>
              <a:avLst/>
              <a:gdLst/>
              <a:ahLst/>
              <a:cxnLst/>
              <a:rect l="l" t="t" r="r" b="b"/>
              <a:pathLst>
                <a:path w="6648" h="2174" extrusionOk="0">
                  <a:moveTo>
                    <a:pt x="3088" y="0"/>
                  </a:moveTo>
                  <a:cubicBezTo>
                    <a:pt x="2836" y="0"/>
                    <a:pt x="2584" y="158"/>
                    <a:pt x="2458" y="347"/>
                  </a:cubicBezTo>
                  <a:lnTo>
                    <a:pt x="347" y="347"/>
                  </a:lnTo>
                  <a:cubicBezTo>
                    <a:pt x="158" y="347"/>
                    <a:pt x="0" y="504"/>
                    <a:pt x="0" y="725"/>
                  </a:cubicBezTo>
                  <a:cubicBezTo>
                    <a:pt x="0" y="914"/>
                    <a:pt x="158" y="1071"/>
                    <a:pt x="347" y="1071"/>
                  </a:cubicBezTo>
                  <a:lnTo>
                    <a:pt x="2206" y="1071"/>
                  </a:lnTo>
                  <a:lnTo>
                    <a:pt x="2143" y="1197"/>
                  </a:lnTo>
                  <a:cubicBezTo>
                    <a:pt x="1985" y="1670"/>
                    <a:pt x="2363" y="2174"/>
                    <a:pt x="2867" y="2174"/>
                  </a:cubicBezTo>
                  <a:lnTo>
                    <a:pt x="3781" y="2174"/>
                  </a:lnTo>
                  <a:cubicBezTo>
                    <a:pt x="4285" y="2174"/>
                    <a:pt x="4632" y="1670"/>
                    <a:pt x="4474" y="1197"/>
                  </a:cubicBezTo>
                  <a:lnTo>
                    <a:pt x="4443" y="1071"/>
                  </a:lnTo>
                  <a:lnTo>
                    <a:pt x="6301" y="1071"/>
                  </a:lnTo>
                  <a:cubicBezTo>
                    <a:pt x="6490" y="1071"/>
                    <a:pt x="6648" y="914"/>
                    <a:pt x="6648" y="725"/>
                  </a:cubicBezTo>
                  <a:cubicBezTo>
                    <a:pt x="6648" y="504"/>
                    <a:pt x="6490" y="347"/>
                    <a:pt x="6301" y="347"/>
                  </a:cubicBezTo>
                  <a:lnTo>
                    <a:pt x="4159" y="347"/>
                  </a:lnTo>
                  <a:cubicBezTo>
                    <a:pt x="4033" y="126"/>
                    <a:pt x="3812" y="0"/>
                    <a:pt x="35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97" name="Google Shape;7397;p83"/>
          <p:cNvGrpSpPr/>
          <p:nvPr/>
        </p:nvGrpSpPr>
        <p:grpSpPr>
          <a:xfrm>
            <a:off x="6639727" y="2887174"/>
            <a:ext cx="335930" cy="358971"/>
            <a:chOff x="-53232900" y="3192625"/>
            <a:chExt cx="298525" cy="319000"/>
          </a:xfrm>
        </p:grpSpPr>
        <p:sp>
          <p:nvSpPr>
            <p:cNvPr id="7398" name="Google Shape;7398;p83"/>
            <p:cNvSpPr/>
            <p:nvPr/>
          </p:nvSpPr>
          <p:spPr>
            <a:xfrm>
              <a:off x="-52972975" y="3315500"/>
              <a:ext cx="37825" cy="55925"/>
            </a:xfrm>
            <a:custGeom>
              <a:avLst/>
              <a:gdLst/>
              <a:ahLst/>
              <a:cxnLst/>
              <a:rect l="l" t="t" r="r" b="b"/>
              <a:pathLst>
                <a:path w="1513" h="2237" extrusionOk="0">
                  <a:moveTo>
                    <a:pt x="0" y="0"/>
                  </a:moveTo>
                  <a:lnTo>
                    <a:pt x="0" y="2048"/>
                  </a:lnTo>
                  <a:cubicBezTo>
                    <a:pt x="252" y="2142"/>
                    <a:pt x="505" y="2237"/>
                    <a:pt x="788" y="2237"/>
                  </a:cubicBezTo>
                  <a:lnTo>
                    <a:pt x="1135" y="2237"/>
                  </a:lnTo>
                  <a:cubicBezTo>
                    <a:pt x="1355" y="2237"/>
                    <a:pt x="1513" y="2079"/>
                    <a:pt x="1513" y="1859"/>
                  </a:cubicBezTo>
                  <a:lnTo>
                    <a:pt x="1513" y="1512"/>
                  </a:lnTo>
                  <a:cubicBezTo>
                    <a:pt x="1513" y="693"/>
                    <a:pt x="820" y="0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7399;p83"/>
            <p:cNvSpPr/>
            <p:nvPr/>
          </p:nvSpPr>
          <p:spPr>
            <a:xfrm>
              <a:off x="-52978500" y="3259575"/>
              <a:ext cx="44125" cy="55950"/>
            </a:xfrm>
            <a:custGeom>
              <a:avLst/>
              <a:gdLst/>
              <a:ahLst/>
              <a:cxnLst/>
              <a:rect l="l" t="t" r="r" b="b"/>
              <a:pathLst>
                <a:path w="1765" h="2238" extrusionOk="0">
                  <a:moveTo>
                    <a:pt x="1041" y="0"/>
                  </a:moveTo>
                  <a:cubicBezTo>
                    <a:pt x="663" y="0"/>
                    <a:pt x="253" y="158"/>
                    <a:pt x="1" y="441"/>
                  </a:cubicBezTo>
                  <a:cubicBezTo>
                    <a:pt x="190" y="977"/>
                    <a:pt x="316" y="1607"/>
                    <a:pt x="316" y="2237"/>
                  </a:cubicBezTo>
                  <a:cubicBezTo>
                    <a:pt x="1104" y="2206"/>
                    <a:pt x="1765" y="1544"/>
                    <a:pt x="1765" y="725"/>
                  </a:cubicBezTo>
                  <a:lnTo>
                    <a:pt x="1765" y="378"/>
                  </a:lnTo>
                  <a:cubicBezTo>
                    <a:pt x="1765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7400;p83"/>
            <p:cNvSpPr/>
            <p:nvPr/>
          </p:nvSpPr>
          <p:spPr>
            <a:xfrm>
              <a:off x="-53232900" y="3324950"/>
              <a:ext cx="242625" cy="55925"/>
            </a:xfrm>
            <a:custGeom>
              <a:avLst/>
              <a:gdLst/>
              <a:ahLst/>
              <a:cxnLst/>
              <a:rect l="l" t="t" r="r" b="b"/>
              <a:pathLst>
                <a:path w="9705" h="2237" extrusionOk="0">
                  <a:moveTo>
                    <a:pt x="3340" y="756"/>
                  </a:moveTo>
                  <a:cubicBezTo>
                    <a:pt x="3561" y="756"/>
                    <a:pt x="3718" y="914"/>
                    <a:pt x="3718" y="1103"/>
                  </a:cubicBezTo>
                  <a:cubicBezTo>
                    <a:pt x="3718" y="1292"/>
                    <a:pt x="3561" y="1449"/>
                    <a:pt x="3340" y="1449"/>
                  </a:cubicBezTo>
                  <a:cubicBezTo>
                    <a:pt x="3151" y="1449"/>
                    <a:pt x="2994" y="1292"/>
                    <a:pt x="2994" y="1103"/>
                  </a:cubicBezTo>
                  <a:cubicBezTo>
                    <a:pt x="2962" y="914"/>
                    <a:pt x="3151" y="756"/>
                    <a:pt x="3340" y="756"/>
                  </a:cubicBezTo>
                  <a:close/>
                  <a:moveTo>
                    <a:pt x="6333" y="756"/>
                  </a:moveTo>
                  <a:cubicBezTo>
                    <a:pt x="6554" y="756"/>
                    <a:pt x="6711" y="914"/>
                    <a:pt x="6711" y="1103"/>
                  </a:cubicBezTo>
                  <a:cubicBezTo>
                    <a:pt x="6711" y="1292"/>
                    <a:pt x="6554" y="1449"/>
                    <a:pt x="6333" y="1449"/>
                  </a:cubicBezTo>
                  <a:cubicBezTo>
                    <a:pt x="6144" y="1449"/>
                    <a:pt x="5987" y="1292"/>
                    <a:pt x="5987" y="1103"/>
                  </a:cubicBezTo>
                  <a:cubicBezTo>
                    <a:pt x="5955" y="914"/>
                    <a:pt x="6113" y="756"/>
                    <a:pt x="6333" y="756"/>
                  </a:cubicBezTo>
                  <a:close/>
                  <a:moveTo>
                    <a:pt x="1" y="0"/>
                  </a:moveTo>
                  <a:lnTo>
                    <a:pt x="1" y="2237"/>
                  </a:lnTo>
                  <a:lnTo>
                    <a:pt x="9704" y="2237"/>
                  </a:lnTo>
                  <a:lnTo>
                    <a:pt x="97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7401;p83"/>
            <p:cNvSpPr/>
            <p:nvPr/>
          </p:nvSpPr>
          <p:spPr>
            <a:xfrm>
              <a:off x="-53232100" y="3399775"/>
              <a:ext cx="241825" cy="111850"/>
            </a:xfrm>
            <a:custGeom>
              <a:avLst/>
              <a:gdLst/>
              <a:ahLst/>
              <a:cxnLst/>
              <a:rect l="l" t="t" r="r" b="b"/>
              <a:pathLst>
                <a:path w="9673" h="4474" extrusionOk="0">
                  <a:moveTo>
                    <a:pt x="0" y="0"/>
                  </a:moveTo>
                  <a:cubicBezTo>
                    <a:pt x="158" y="2457"/>
                    <a:pt x="2269" y="4474"/>
                    <a:pt x="4821" y="4474"/>
                  </a:cubicBezTo>
                  <a:cubicBezTo>
                    <a:pt x="7372" y="4474"/>
                    <a:pt x="9452" y="2457"/>
                    <a:pt x="96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7402;p83"/>
            <p:cNvSpPr/>
            <p:nvPr/>
          </p:nvSpPr>
          <p:spPr>
            <a:xfrm>
              <a:off x="-53134450" y="3287125"/>
              <a:ext cx="44125" cy="18925"/>
            </a:xfrm>
            <a:custGeom>
              <a:avLst/>
              <a:gdLst/>
              <a:ahLst/>
              <a:cxnLst/>
              <a:rect l="l" t="t" r="r" b="b"/>
              <a:pathLst>
                <a:path w="1765" h="757" extrusionOk="0">
                  <a:moveTo>
                    <a:pt x="1" y="1"/>
                  </a:moveTo>
                  <a:lnTo>
                    <a:pt x="410" y="757"/>
                  </a:lnTo>
                  <a:lnTo>
                    <a:pt x="1419" y="757"/>
                  </a:lnTo>
                  <a:lnTo>
                    <a:pt x="176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7403;p83"/>
            <p:cNvSpPr/>
            <p:nvPr/>
          </p:nvSpPr>
          <p:spPr>
            <a:xfrm>
              <a:off x="-53232900" y="3287125"/>
              <a:ext cx="86675" cy="18925"/>
            </a:xfrm>
            <a:custGeom>
              <a:avLst/>
              <a:gdLst/>
              <a:ahLst/>
              <a:cxnLst/>
              <a:rect l="l" t="t" r="r" b="b"/>
              <a:pathLst>
                <a:path w="3467" h="757" extrusionOk="0">
                  <a:moveTo>
                    <a:pt x="127" y="1"/>
                  </a:moveTo>
                  <a:cubicBezTo>
                    <a:pt x="95" y="253"/>
                    <a:pt x="32" y="473"/>
                    <a:pt x="1" y="757"/>
                  </a:cubicBezTo>
                  <a:lnTo>
                    <a:pt x="3466" y="757"/>
                  </a:lnTo>
                  <a:lnTo>
                    <a:pt x="312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7404;p83"/>
            <p:cNvSpPr/>
            <p:nvPr/>
          </p:nvSpPr>
          <p:spPr>
            <a:xfrm>
              <a:off x="-53078525" y="3287125"/>
              <a:ext cx="86675" cy="18925"/>
            </a:xfrm>
            <a:custGeom>
              <a:avLst/>
              <a:gdLst/>
              <a:ahLst/>
              <a:cxnLst/>
              <a:rect l="l" t="t" r="r" b="b"/>
              <a:pathLst>
                <a:path w="3467" h="757" extrusionOk="0">
                  <a:moveTo>
                    <a:pt x="379" y="1"/>
                  </a:moveTo>
                  <a:lnTo>
                    <a:pt x="1" y="757"/>
                  </a:lnTo>
                  <a:lnTo>
                    <a:pt x="3466" y="757"/>
                  </a:lnTo>
                  <a:cubicBezTo>
                    <a:pt x="3466" y="536"/>
                    <a:pt x="3435" y="253"/>
                    <a:pt x="33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7405;p83"/>
            <p:cNvSpPr/>
            <p:nvPr/>
          </p:nvSpPr>
          <p:spPr>
            <a:xfrm>
              <a:off x="-53224225" y="3192625"/>
              <a:ext cx="223700" cy="74850"/>
            </a:xfrm>
            <a:custGeom>
              <a:avLst/>
              <a:gdLst/>
              <a:ahLst/>
              <a:cxnLst/>
              <a:rect l="l" t="t" r="r" b="b"/>
              <a:pathLst>
                <a:path w="8948" h="2994" extrusionOk="0">
                  <a:moveTo>
                    <a:pt x="4506" y="0"/>
                  </a:moveTo>
                  <a:cubicBezTo>
                    <a:pt x="2489" y="0"/>
                    <a:pt x="756" y="1260"/>
                    <a:pt x="0" y="2993"/>
                  </a:cubicBezTo>
                  <a:lnTo>
                    <a:pt x="8948" y="2993"/>
                  </a:lnTo>
                  <a:cubicBezTo>
                    <a:pt x="8255" y="1260"/>
                    <a:pt x="6522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6" name="Google Shape;7406;p83"/>
          <p:cNvGrpSpPr/>
          <p:nvPr/>
        </p:nvGrpSpPr>
        <p:grpSpPr>
          <a:xfrm>
            <a:off x="6629093" y="3358148"/>
            <a:ext cx="357198" cy="356326"/>
            <a:chOff x="-53242350" y="3584850"/>
            <a:chExt cx="317425" cy="316650"/>
          </a:xfrm>
        </p:grpSpPr>
        <p:sp>
          <p:nvSpPr>
            <p:cNvPr id="7407" name="Google Shape;7407;p83"/>
            <p:cNvSpPr/>
            <p:nvPr/>
          </p:nvSpPr>
          <p:spPr>
            <a:xfrm>
              <a:off x="-53202975" y="3584850"/>
              <a:ext cx="237900" cy="98475"/>
            </a:xfrm>
            <a:custGeom>
              <a:avLst/>
              <a:gdLst/>
              <a:ahLst/>
              <a:cxnLst/>
              <a:rect l="l" t="t" r="r" b="b"/>
              <a:pathLst>
                <a:path w="9516" h="3939" extrusionOk="0">
                  <a:moveTo>
                    <a:pt x="4758" y="1"/>
                  </a:moveTo>
                  <a:cubicBezTo>
                    <a:pt x="2395" y="1"/>
                    <a:pt x="411" y="1702"/>
                    <a:pt x="1" y="3939"/>
                  </a:cubicBezTo>
                  <a:cubicBezTo>
                    <a:pt x="190" y="3781"/>
                    <a:pt x="474" y="3687"/>
                    <a:pt x="694" y="3655"/>
                  </a:cubicBezTo>
                  <a:cubicBezTo>
                    <a:pt x="2033" y="3435"/>
                    <a:pt x="3396" y="3324"/>
                    <a:pt x="4758" y="3324"/>
                  </a:cubicBezTo>
                  <a:cubicBezTo>
                    <a:pt x="6121" y="3324"/>
                    <a:pt x="7483" y="3435"/>
                    <a:pt x="8822" y="3655"/>
                  </a:cubicBezTo>
                  <a:cubicBezTo>
                    <a:pt x="9074" y="3687"/>
                    <a:pt x="9326" y="3813"/>
                    <a:pt x="9515" y="3939"/>
                  </a:cubicBezTo>
                  <a:cubicBezTo>
                    <a:pt x="9074" y="1702"/>
                    <a:pt x="7121" y="1"/>
                    <a:pt x="4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7408;p83"/>
            <p:cNvSpPr/>
            <p:nvPr/>
          </p:nvSpPr>
          <p:spPr>
            <a:xfrm>
              <a:off x="-53242350" y="3711650"/>
              <a:ext cx="80350" cy="155975"/>
            </a:xfrm>
            <a:custGeom>
              <a:avLst/>
              <a:gdLst/>
              <a:ahLst/>
              <a:cxnLst/>
              <a:rect l="l" t="t" r="r" b="b"/>
              <a:pathLst>
                <a:path w="3214" h="6239" extrusionOk="0">
                  <a:moveTo>
                    <a:pt x="820" y="1"/>
                  </a:moveTo>
                  <a:cubicBezTo>
                    <a:pt x="316" y="442"/>
                    <a:pt x="1" y="1041"/>
                    <a:pt x="1" y="1734"/>
                  </a:cubicBezTo>
                  <a:cubicBezTo>
                    <a:pt x="1" y="2395"/>
                    <a:pt x="316" y="2994"/>
                    <a:pt x="788" y="3403"/>
                  </a:cubicBezTo>
                  <a:lnTo>
                    <a:pt x="788" y="5136"/>
                  </a:lnTo>
                  <a:cubicBezTo>
                    <a:pt x="788" y="5766"/>
                    <a:pt x="1292" y="6239"/>
                    <a:pt x="1891" y="6239"/>
                  </a:cubicBezTo>
                  <a:lnTo>
                    <a:pt x="3214" y="6239"/>
                  </a:lnTo>
                  <a:cubicBezTo>
                    <a:pt x="3057" y="6081"/>
                    <a:pt x="2742" y="5609"/>
                    <a:pt x="2679" y="5451"/>
                  </a:cubicBezTo>
                  <a:lnTo>
                    <a:pt x="1828" y="5451"/>
                  </a:lnTo>
                  <a:cubicBezTo>
                    <a:pt x="1639" y="5451"/>
                    <a:pt x="1481" y="5294"/>
                    <a:pt x="1481" y="5073"/>
                  </a:cubicBezTo>
                  <a:lnTo>
                    <a:pt x="1481" y="2805"/>
                  </a:lnTo>
                  <a:cubicBezTo>
                    <a:pt x="1103" y="2490"/>
                    <a:pt x="820" y="2049"/>
                    <a:pt x="788" y="1545"/>
                  </a:cubicBezTo>
                  <a:cubicBezTo>
                    <a:pt x="788" y="1513"/>
                    <a:pt x="725" y="1419"/>
                    <a:pt x="725" y="1356"/>
                  </a:cubicBezTo>
                  <a:lnTo>
                    <a:pt x="725" y="411"/>
                  </a:lnTo>
                  <a:cubicBezTo>
                    <a:pt x="725" y="348"/>
                    <a:pt x="788" y="158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7409;p83"/>
            <p:cNvSpPr/>
            <p:nvPr/>
          </p:nvSpPr>
          <p:spPr>
            <a:xfrm>
              <a:off x="-53206125" y="3686850"/>
              <a:ext cx="243400" cy="84700"/>
            </a:xfrm>
            <a:custGeom>
              <a:avLst/>
              <a:gdLst/>
              <a:ahLst/>
              <a:cxnLst/>
              <a:rect l="l" t="t" r="r" b="b"/>
              <a:pathLst>
                <a:path w="9736" h="3388" extrusionOk="0">
                  <a:moveTo>
                    <a:pt x="4857" y="1"/>
                  </a:moveTo>
                  <a:cubicBezTo>
                    <a:pt x="3545" y="1"/>
                    <a:pt x="2238" y="111"/>
                    <a:pt x="946" y="331"/>
                  </a:cubicBezTo>
                  <a:cubicBezTo>
                    <a:pt x="442" y="394"/>
                    <a:pt x="1" y="867"/>
                    <a:pt x="1" y="1434"/>
                  </a:cubicBezTo>
                  <a:lnTo>
                    <a:pt x="1" y="2285"/>
                  </a:lnTo>
                  <a:cubicBezTo>
                    <a:pt x="1" y="2915"/>
                    <a:pt x="505" y="3387"/>
                    <a:pt x="1104" y="3387"/>
                  </a:cubicBezTo>
                  <a:lnTo>
                    <a:pt x="3782" y="3387"/>
                  </a:lnTo>
                  <a:cubicBezTo>
                    <a:pt x="3876" y="3387"/>
                    <a:pt x="3971" y="3356"/>
                    <a:pt x="4065" y="3261"/>
                  </a:cubicBezTo>
                  <a:lnTo>
                    <a:pt x="4569" y="2757"/>
                  </a:lnTo>
                  <a:cubicBezTo>
                    <a:pt x="4648" y="2678"/>
                    <a:pt x="4750" y="2639"/>
                    <a:pt x="4845" y="2639"/>
                  </a:cubicBezTo>
                  <a:cubicBezTo>
                    <a:pt x="4939" y="2639"/>
                    <a:pt x="5026" y="2678"/>
                    <a:pt x="5073" y="2757"/>
                  </a:cubicBezTo>
                  <a:lnTo>
                    <a:pt x="5609" y="3261"/>
                  </a:lnTo>
                  <a:cubicBezTo>
                    <a:pt x="5672" y="3356"/>
                    <a:pt x="5766" y="3387"/>
                    <a:pt x="5861" y="3387"/>
                  </a:cubicBezTo>
                  <a:lnTo>
                    <a:pt x="8539" y="3387"/>
                  </a:lnTo>
                  <a:cubicBezTo>
                    <a:pt x="9169" y="3387"/>
                    <a:pt x="9641" y="2883"/>
                    <a:pt x="9641" y="2285"/>
                  </a:cubicBezTo>
                  <a:lnTo>
                    <a:pt x="9641" y="1434"/>
                  </a:lnTo>
                  <a:lnTo>
                    <a:pt x="9736" y="1434"/>
                  </a:lnTo>
                  <a:cubicBezTo>
                    <a:pt x="9736" y="867"/>
                    <a:pt x="9295" y="394"/>
                    <a:pt x="8791" y="331"/>
                  </a:cubicBezTo>
                  <a:cubicBezTo>
                    <a:pt x="7483" y="111"/>
                    <a:pt x="6168" y="1"/>
                    <a:pt x="48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7410;p83"/>
            <p:cNvSpPr/>
            <p:nvPr/>
          </p:nvSpPr>
          <p:spPr>
            <a:xfrm>
              <a:off x="-53186425" y="3775450"/>
              <a:ext cx="205600" cy="126050"/>
            </a:xfrm>
            <a:custGeom>
              <a:avLst/>
              <a:gdLst/>
              <a:ahLst/>
              <a:cxnLst/>
              <a:rect l="l" t="t" r="r" b="b"/>
              <a:pathLst>
                <a:path w="8224" h="5042" extrusionOk="0">
                  <a:moveTo>
                    <a:pt x="5148" y="1710"/>
                  </a:moveTo>
                  <a:cubicBezTo>
                    <a:pt x="5238" y="1710"/>
                    <a:pt x="5325" y="1749"/>
                    <a:pt x="5388" y="1828"/>
                  </a:cubicBezTo>
                  <a:cubicBezTo>
                    <a:pt x="5545" y="1954"/>
                    <a:pt x="5545" y="2175"/>
                    <a:pt x="5419" y="2332"/>
                  </a:cubicBezTo>
                  <a:cubicBezTo>
                    <a:pt x="5073" y="2679"/>
                    <a:pt x="4600" y="2868"/>
                    <a:pt x="4128" y="2868"/>
                  </a:cubicBezTo>
                  <a:cubicBezTo>
                    <a:pt x="3624" y="2868"/>
                    <a:pt x="3151" y="2679"/>
                    <a:pt x="2805" y="2332"/>
                  </a:cubicBezTo>
                  <a:cubicBezTo>
                    <a:pt x="2647" y="2175"/>
                    <a:pt x="2647" y="1954"/>
                    <a:pt x="2805" y="1828"/>
                  </a:cubicBezTo>
                  <a:cubicBezTo>
                    <a:pt x="2883" y="1749"/>
                    <a:pt x="2978" y="1710"/>
                    <a:pt x="3068" y="1710"/>
                  </a:cubicBezTo>
                  <a:cubicBezTo>
                    <a:pt x="3159" y="1710"/>
                    <a:pt x="3246" y="1749"/>
                    <a:pt x="3309" y="1828"/>
                  </a:cubicBezTo>
                  <a:cubicBezTo>
                    <a:pt x="3529" y="2049"/>
                    <a:pt x="3813" y="2159"/>
                    <a:pt x="4096" y="2159"/>
                  </a:cubicBezTo>
                  <a:cubicBezTo>
                    <a:pt x="4380" y="2159"/>
                    <a:pt x="4663" y="2049"/>
                    <a:pt x="4884" y="1828"/>
                  </a:cubicBezTo>
                  <a:cubicBezTo>
                    <a:pt x="4963" y="1749"/>
                    <a:pt x="5057" y="1710"/>
                    <a:pt x="5148" y="1710"/>
                  </a:cubicBezTo>
                  <a:close/>
                  <a:moveTo>
                    <a:pt x="4096" y="1"/>
                  </a:moveTo>
                  <a:lnTo>
                    <a:pt x="3813" y="284"/>
                  </a:lnTo>
                  <a:cubicBezTo>
                    <a:pt x="3624" y="473"/>
                    <a:pt x="3309" y="599"/>
                    <a:pt x="3025" y="599"/>
                  </a:cubicBezTo>
                  <a:lnTo>
                    <a:pt x="1" y="599"/>
                  </a:lnTo>
                  <a:lnTo>
                    <a:pt x="1" y="1009"/>
                  </a:lnTo>
                  <a:cubicBezTo>
                    <a:pt x="1" y="1671"/>
                    <a:pt x="158" y="2301"/>
                    <a:pt x="473" y="2836"/>
                  </a:cubicBezTo>
                  <a:lnTo>
                    <a:pt x="2647" y="2836"/>
                  </a:lnTo>
                  <a:cubicBezTo>
                    <a:pt x="2836" y="2836"/>
                    <a:pt x="2994" y="2994"/>
                    <a:pt x="2994" y="3183"/>
                  </a:cubicBezTo>
                  <a:cubicBezTo>
                    <a:pt x="2994" y="3403"/>
                    <a:pt x="2836" y="3561"/>
                    <a:pt x="2647" y="3561"/>
                  </a:cubicBezTo>
                  <a:lnTo>
                    <a:pt x="977" y="3561"/>
                  </a:lnTo>
                  <a:cubicBezTo>
                    <a:pt x="1733" y="4506"/>
                    <a:pt x="2962" y="5042"/>
                    <a:pt x="4128" y="5042"/>
                  </a:cubicBezTo>
                  <a:cubicBezTo>
                    <a:pt x="6428" y="5042"/>
                    <a:pt x="8223" y="3151"/>
                    <a:pt x="8223" y="946"/>
                  </a:cubicBezTo>
                  <a:lnTo>
                    <a:pt x="8223" y="568"/>
                  </a:lnTo>
                  <a:lnTo>
                    <a:pt x="5199" y="568"/>
                  </a:lnTo>
                  <a:cubicBezTo>
                    <a:pt x="5163" y="571"/>
                    <a:pt x="5128" y="573"/>
                    <a:pt x="5094" y="573"/>
                  </a:cubicBezTo>
                  <a:cubicBezTo>
                    <a:pt x="4795" y="573"/>
                    <a:pt x="4549" y="454"/>
                    <a:pt x="4380" y="284"/>
                  </a:cubicBezTo>
                  <a:lnTo>
                    <a:pt x="40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7411;p83"/>
            <p:cNvSpPr/>
            <p:nvPr/>
          </p:nvSpPr>
          <p:spPr>
            <a:xfrm>
              <a:off x="-52962725" y="3710875"/>
              <a:ext cx="37800" cy="95325"/>
            </a:xfrm>
            <a:custGeom>
              <a:avLst/>
              <a:gdLst/>
              <a:ahLst/>
              <a:cxnLst/>
              <a:rect l="l" t="t" r="r" b="b"/>
              <a:pathLst>
                <a:path w="1512" h="3813" extrusionOk="0">
                  <a:moveTo>
                    <a:pt x="662" y="0"/>
                  </a:moveTo>
                  <a:lnTo>
                    <a:pt x="662" y="0"/>
                  </a:lnTo>
                  <a:cubicBezTo>
                    <a:pt x="693" y="158"/>
                    <a:pt x="725" y="347"/>
                    <a:pt x="725" y="379"/>
                  </a:cubicBezTo>
                  <a:lnTo>
                    <a:pt x="725" y="1387"/>
                  </a:lnTo>
                  <a:cubicBezTo>
                    <a:pt x="725" y="1481"/>
                    <a:pt x="725" y="1513"/>
                    <a:pt x="693" y="1576"/>
                  </a:cubicBezTo>
                  <a:cubicBezTo>
                    <a:pt x="662" y="2080"/>
                    <a:pt x="378" y="2552"/>
                    <a:pt x="0" y="2836"/>
                  </a:cubicBezTo>
                  <a:lnTo>
                    <a:pt x="0" y="3561"/>
                  </a:lnTo>
                  <a:lnTo>
                    <a:pt x="0" y="3813"/>
                  </a:lnTo>
                  <a:cubicBezTo>
                    <a:pt x="851" y="3497"/>
                    <a:pt x="1512" y="2678"/>
                    <a:pt x="1512" y="1733"/>
                  </a:cubicBezTo>
                  <a:cubicBezTo>
                    <a:pt x="1512" y="1009"/>
                    <a:pt x="1166" y="379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2" name="Google Shape;7412;p83"/>
          <p:cNvGrpSpPr/>
          <p:nvPr/>
        </p:nvGrpSpPr>
        <p:grpSpPr>
          <a:xfrm>
            <a:off x="6650362" y="3820849"/>
            <a:ext cx="314662" cy="358999"/>
            <a:chOff x="-53224225" y="3976300"/>
            <a:chExt cx="279625" cy="319025"/>
          </a:xfrm>
        </p:grpSpPr>
        <p:sp>
          <p:nvSpPr>
            <p:cNvPr id="7413" name="Google Shape;7413;p83"/>
            <p:cNvSpPr/>
            <p:nvPr/>
          </p:nvSpPr>
          <p:spPr>
            <a:xfrm>
              <a:off x="-532242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1"/>
                  </a:moveTo>
                  <a:cubicBezTo>
                    <a:pt x="315" y="284"/>
                    <a:pt x="0" y="757"/>
                    <a:pt x="0" y="1292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2395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7414;p83"/>
            <p:cNvSpPr/>
            <p:nvPr/>
          </p:nvSpPr>
          <p:spPr>
            <a:xfrm>
              <a:off x="-53185625" y="4014900"/>
              <a:ext cx="204800" cy="117375"/>
            </a:xfrm>
            <a:custGeom>
              <a:avLst/>
              <a:gdLst/>
              <a:ahLst/>
              <a:cxnLst/>
              <a:rect l="l" t="t" r="r" b="b"/>
              <a:pathLst>
                <a:path w="8192" h="4695" extrusionOk="0">
                  <a:moveTo>
                    <a:pt x="4096" y="0"/>
                  </a:moveTo>
                  <a:cubicBezTo>
                    <a:pt x="1859" y="0"/>
                    <a:pt x="0" y="1859"/>
                    <a:pt x="0" y="4096"/>
                  </a:cubicBezTo>
                  <a:lnTo>
                    <a:pt x="0" y="4695"/>
                  </a:lnTo>
                  <a:lnTo>
                    <a:pt x="1638" y="3088"/>
                  </a:lnTo>
                  <a:cubicBezTo>
                    <a:pt x="1675" y="3014"/>
                    <a:pt x="1755" y="2983"/>
                    <a:pt x="1847" y="2983"/>
                  </a:cubicBezTo>
                  <a:cubicBezTo>
                    <a:pt x="1912" y="2983"/>
                    <a:pt x="1983" y="2999"/>
                    <a:pt x="2048" y="3025"/>
                  </a:cubicBezTo>
                  <a:cubicBezTo>
                    <a:pt x="2662" y="3450"/>
                    <a:pt x="3371" y="3663"/>
                    <a:pt x="4080" y="3663"/>
                  </a:cubicBezTo>
                  <a:cubicBezTo>
                    <a:pt x="4789" y="3663"/>
                    <a:pt x="5498" y="3450"/>
                    <a:pt x="6112" y="3025"/>
                  </a:cubicBezTo>
                  <a:cubicBezTo>
                    <a:pt x="6174" y="2987"/>
                    <a:pt x="6241" y="2970"/>
                    <a:pt x="6307" y="2970"/>
                  </a:cubicBezTo>
                  <a:cubicBezTo>
                    <a:pt x="6409" y="2970"/>
                    <a:pt x="6508" y="3011"/>
                    <a:pt x="6585" y="3088"/>
                  </a:cubicBezTo>
                  <a:lnTo>
                    <a:pt x="8191" y="4695"/>
                  </a:lnTo>
                  <a:lnTo>
                    <a:pt x="8191" y="4096"/>
                  </a:lnTo>
                  <a:cubicBezTo>
                    <a:pt x="8191" y="1859"/>
                    <a:pt x="6333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7415;p83"/>
            <p:cNvSpPr/>
            <p:nvPr/>
          </p:nvSpPr>
          <p:spPr>
            <a:xfrm>
              <a:off x="-53187200" y="4110200"/>
              <a:ext cx="205575" cy="185125"/>
            </a:xfrm>
            <a:custGeom>
              <a:avLst/>
              <a:gdLst/>
              <a:ahLst/>
              <a:cxnLst/>
              <a:rect l="l" t="t" r="r" b="b"/>
              <a:pathLst>
                <a:path w="8223" h="7405" extrusionOk="0">
                  <a:moveTo>
                    <a:pt x="2615" y="1418"/>
                  </a:moveTo>
                  <a:cubicBezTo>
                    <a:pt x="2836" y="1418"/>
                    <a:pt x="2993" y="1576"/>
                    <a:pt x="2993" y="1796"/>
                  </a:cubicBezTo>
                  <a:cubicBezTo>
                    <a:pt x="2993" y="1985"/>
                    <a:pt x="2836" y="2143"/>
                    <a:pt x="2615" y="2143"/>
                  </a:cubicBezTo>
                  <a:cubicBezTo>
                    <a:pt x="2426" y="2143"/>
                    <a:pt x="2268" y="1985"/>
                    <a:pt x="2268" y="1796"/>
                  </a:cubicBezTo>
                  <a:cubicBezTo>
                    <a:pt x="2268" y="1576"/>
                    <a:pt x="2426" y="1418"/>
                    <a:pt x="2615" y="1418"/>
                  </a:cubicBezTo>
                  <a:close/>
                  <a:moveTo>
                    <a:pt x="5608" y="1418"/>
                  </a:moveTo>
                  <a:cubicBezTo>
                    <a:pt x="5829" y="1418"/>
                    <a:pt x="5986" y="1576"/>
                    <a:pt x="5986" y="1796"/>
                  </a:cubicBezTo>
                  <a:cubicBezTo>
                    <a:pt x="5986" y="1985"/>
                    <a:pt x="5829" y="2143"/>
                    <a:pt x="5608" y="2143"/>
                  </a:cubicBezTo>
                  <a:cubicBezTo>
                    <a:pt x="5419" y="2143"/>
                    <a:pt x="5261" y="1985"/>
                    <a:pt x="5261" y="1796"/>
                  </a:cubicBezTo>
                  <a:cubicBezTo>
                    <a:pt x="5261" y="1576"/>
                    <a:pt x="5419" y="1418"/>
                    <a:pt x="5608" y="1418"/>
                  </a:cubicBezTo>
                  <a:close/>
                  <a:moveTo>
                    <a:pt x="5179" y="3978"/>
                  </a:moveTo>
                  <a:cubicBezTo>
                    <a:pt x="5269" y="3978"/>
                    <a:pt x="5356" y="4017"/>
                    <a:pt x="5419" y="4096"/>
                  </a:cubicBezTo>
                  <a:cubicBezTo>
                    <a:pt x="5576" y="4222"/>
                    <a:pt x="5576" y="4474"/>
                    <a:pt x="5450" y="4632"/>
                  </a:cubicBezTo>
                  <a:cubicBezTo>
                    <a:pt x="5104" y="4978"/>
                    <a:pt x="4631" y="5167"/>
                    <a:pt x="4159" y="5167"/>
                  </a:cubicBezTo>
                  <a:cubicBezTo>
                    <a:pt x="3655" y="5167"/>
                    <a:pt x="3182" y="4978"/>
                    <a:pt x="2836" y="4632"/>
                  </a:cubicBezTo>
                  <a:cubicBezTo>
                    <a:pt x="2678" y="4474"/>
                    <a:pt x="2678" y="4222"/>
                    <a:pt x="2836" y="4096"/>
                  </a:cubicBezTo>
                  <a:cubicBezTo>
                    <a:pt x="2914" y="4017"/>
                    <a:pt x="3009" y="3978"/>
                    <a:pt x="3099" y="3978"/>
                  </a:cubicBezTo>
                  <a:cubicBezTo>
                    <a:pt x="3190" y="3978"/>
                    <a:pt x="3277" y="4017"/>
                    <a:pt x="3340" y="4096"/>
                  </a:cubicBezTo>
                  <a:cubicBezTo>
                    <a:pt x="3560" y="4317"/>
                    <a:pt x="3844" y="4427"/>
                    <a:pt x="4127" y="4427"/>
                  </a:cubicBezTo>
                  <a:cubicBezTo>
                    <a:pt x="4411" y="4427"/>
                    <a:pt x="4694" y="4317"/>
                    <a:pt x="4915" y="4096"/>
                  </a:cubicBezTo>
                  <a:cubicBezTo>
                    <a:pt x="4994" y="4017"/>
                    <a:pt x="5088" y="3978"/>
                    <a:pt x="5179" y="3978"/>
                  </a:cubicBezTo>
                  <a:close/>
                  <a:moveTo>
                    <a:pt x="1922" y="0"/>
                  </a:moveTo>
                  <a:lnTo>
                    <a:pt x="0" y="1954"/>
                  </a:lnTo>
                  <a:lnTo>
                    <a:pt x="0" y="3277"/>
                  </a:lnTo>
                  <a:cubicBezTo>
                    <a:pt x="0" y="5514"/>
                    <a:pt x="1827" y="7404"/>
                    <a:pt x="4096" y="7404"/>
                  </a:cubicBezTo>
                  <a:cubicBezTo>
                    <a:pt x="6396" y="7404"/>
                    <a:pt x="8223" y="5514"/>
                    <a:pt x="8223" y="3277"/>
                  </a:cubicBezTo>
                  <a:lnTo>
                    <a:pt x="8223" y="1954"/>
                  </a:lnTo>
                  <a:lnTo>
                    <a:pt x="6301" y="0"/>
                  </a:lnTo>
                  <a:cubicBezTo>
                    <a:pt x="5624" y="394"/>
                    <a:pt x="4875" y="591"/>
                    <a:pt x="4123" y="591"/>
                  </a:cubicBezTo>
                  <a:cubicBezTo>
                    <a:pt x="3371" y="591"/>
                    <a:pt x="2615" y="394"/>
                    <a:pt x="19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7416;p83"/>
            <p:cNvSpPr/>
            <p:nvPr/>
          </p:nvSpPr>
          <p:spPr>
            <a:xfrm>
              <a:off x="-53020225" y="4211800"/>
              <a:ext cx="74825" cy="83525"/>
            </a:xfrm>
            <a:custGeom>
              <a:avLst/>
              <a:gdLst/>
              <a:ahLst/>
              <a:cxnLst/>
              <a:rect l="l" t="t" r="r" b="b"/>
              <a:pathLst>
                <a:path w="2993" h="3341" extrusionOk="0">
                  <a:moveTo>
                    <a:pt x="2174" y="1"/>
                  </a:moveTo>
                  <a:cubicBezTo>
                    <a:pt x="2016" y="1387"/>
                    <a:pt x="1197" y="2615"/>
                    <a:pt x="0" y="3340"/>
                  </a:cubicBezTo>
                  <a:lnTo>
                    <a:pt x="2647" y="3340"/>
                  </a:lnTo>
                  <a:cubicBezTo>
                    <a:pt x="2836" y="3340"/>
                    <a:pt x="2993" y="3183"/>
                    <a:pt x="2993" y="2993"/>
                  </a:cubicBezTo>
                  <a:lnTo>
                    <a:pt x="2993" y="2867"/>
                  </a:lnTo>
                  <a:cubicBezTo>
                    <a:pt x="2993" y="1859"/>
                    <a:pt x="2710" y="883"/>
                    <a:pt x="21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7417;p83"/>
            <p:cNvSpPr/>
            <p:nvPr/>
          </p:nvSpPr>
          <p:spPr>
            <a:xfrm>
              <a:off x="-53224225" y="4211025"/>
              <a:ext cx="74850" cy="83500"/>
            </a:xfrm>
            <a:custGeom>
              <a:avLst/>
              <a:gdLst/>
              <a:ahLst/>
              <a:cxnLst/>
              <a:rect l="l" t="t" r="r" b="b"/>
              <a:pathLst>
                <a:path w="2994" h="3340" extrusionOk="0">
                  <a:moveTo>
                    <a:pt x="851" y="0"/>
                  </a:moveTo>
                  <a:cubicBezTo>
                    <a:pt x="315" y="851"/>
                    <a:pt x="0" y="1796"/>
                    <a:pt x="0" y="2867"/>
                  </a:cubicBezTo>
                  <a:lnTo>
                    <a:pt x="0" y="2993"/>
                  </a:lnTo>
                  <a:cubicBezTo>
                    <a:pt x="0" y="3182"/>
                    <a:pt x="158" y="3340"/>
                    <a:pt x="378" y="3340"/>
                  </a:cubicBezTo>
                  <a:lnTo>
                    <a:pt x="2993" y="3340"/>
                  </a:lnTo>
                  <a:cubicBezTo>
                    <a:pt x="1859" y="2646"/>
                    <a:pt x="1040" y="1418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7418;p83"/>
            <p:cNvSpPr/>
            <p:nvPr/>
          </p:nvSpPr>
          <p:spPr>
            <a:xfrm>
              <a:off x="-52962725" y="4131475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0" y="0"/>
                  </a:moveTo>
                  <a:lnTo>
                    <a:pt x="0" y="2394"/>
                  </a:lnTo>
                  <a:lnTo>
                    <a:pt x="0" y="2552"/>
                  </a:lnTo>
                  <a:cubicBezTo>
                    <a:pt x="410" y="2300"/>
                    <a:pt x="725" y="1827"/>
                    <a:pt x="725" y="1292"/>
                  </a:cubicBezTo>
                  <a:cubicBezTo>
                    <a:pt x="725" y="725"/>
                    <a:pt x="410" y="252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7419;p83"/>
            <p:cNvSpPr/>
            <p:nvPr/>
          </p:nvSpPr>
          <p:spPr>
            <a:xfrm>
              <a:off x="-53125775" y="3976300"/>
              <a:ext cx="82725" cy="26800"/>
            </a:xfrm>
            <a:custGeom>
              <a:avLst/>
              <a:gdLst/>
              <a:ahLst/>
              <a:cxnLst/>
              <a:rect l="l" t="t" r="r" b="b"/>
              <a:pathLst>
                <a:path w="3309" h="1072" extrusionOk="0">
                  <a:moveTo>
                    <a:pt x="1670" y="1"/>
                  </a:moveTo>
                  <a:cubicBezTo>
                    <a:pt x="914" y="1"/>
                    <a:pt x="284" y="442"/>
                    <a:pt x="0" y="1072"/>
                  </a:cubicBezTo>
                  <a:cubicBezTo>
                    <a:pt x="536" y="883"/>
                    <a:pt x="1072" y="757"/>
                    <a:pt x="1670" y="757"/>
                  </a:cubicBezTo>
                  <a:cubicBezTo>
                    <a:pt x="2269" y="757"/>
                    <a:pt x="2804" y="883"/>
                    <a:pt x="3308" y="1072"/>
                  </a:cubicBezTo>
                  <a:cubicBezTo>
                    <a:pt x="2993" y="442"/>
                    <a:pt x="2363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0" name="Google Shape;7420;p83"/>
          <p:cNvGrpSpPr/>
          <p:nvPr/>
        </p:nvGrpSpPr>
        <p:grpSpPr>
          <a:xfrm>
            <a:off x="7961258" y="3828529"/>
            <a:ext cx="358971" cy="358408"/>
            <a:chOff x="-52043575" y="3983125"/>
            <a:chExt cx="319000" cy="318500"/>
          </a:xfrm>
        </p:grpSpPr>
        <p:sp>
          <p:nvSpPr>
            <p:cNvPr id="7421" name="Google Shape;7421;p83"/>
            <p:cNvSpPr/>
            <p:nvPr/>
          </p:nvSpPr>
          <p:spPr>
            <a:xfrm>
              <a:off x="-52043575" y="3983200"/>
              <a:ext cx="55150" cy="105750"/>
            </a:xfrm>
            <a:custGeom>
              <a:avLst/>
              <a:gdLst/>
              <a:ahLst/>
              <a:cxnLst/>
              <a:rect l="l" t="t" r="r" b="b"/>
              <a:pathLst>
                <a:path w="2206" h="4230" extrusionOk="0">
                  <a:moveTo>
                    <a:pt x="367" y="0"/>
                  </a:moveTo>
                  <a:cubicBezTo>
                    <a:pt x="339" y="0"/>
                    <a:pt x="311" y="3"/>
                    <a:pt x="284" y="8"/>
                  </a:cubicBezTo>
                  <a:cubicBezTo>
                    <a:pt x="126" y="40"/>
                    <a:pt x="0" y="197"/>
                    <a:pt x="0" y="355"/>
                  </a:cubicBezTo>
                  <a:lnTo>
                    <a:pt x="0" y="1867"/>
                  </a:lnTo>
                  <a:cubicBezTo>
                    <a:pt x="0" y="2875"/>
                    <a:pt x="630" y="3789"/>
                    <a:pt x="1512" y="4230"/>
                  </a:cubicBezTo>
                  <a:cubicBezTo>
                    <a:pt x="1512" y="3285"/>
                    <a:pt x="1733" y="2371"/>
                    <a:pt x="2206" y="1583"/>
                  </a:cubicBezTo>
                  <a:cubicBezTo>
                    <a:pt x="1607" y="1237"/>
                    <a:pt x="1103" y="764"/>
                    <a:pt x="725" y="166"/>
                  </a:cubicBezTo>
                  <a:cubicBezTo>
                    <a:pt x="647" y="61"/>
                    <a:pt x="503" y="0"/>
                    <a:pt x="3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7422;p83"/>
            <p:cNvSpPr/>
            <p:nvPr/>
          </p:nvSpPr>
          <p:spPr>
            <a:xfrm>
              <a:off x="-51985300" y="3983400"/>
              <a:ext cx="204800" cy="129975"/>
            </a:xfrm>
            <a:custGeom>
              <a:avLst/>
              <a:gdLst/>
              <a:ahLst/>
              <a:cxnLst/>
              <a:rect l="l" t="t" r="r" b="b"/>
              <a:pathLst>
                <a:path w="8192" h="5199" extrusionOk="0">
                  <a:moveTo>
                    <a:pt x="3718" y="0"/>
                  </a:moveTo>
                  <a:lnTo>
                    <a:pt x="3718" y="4096"/>
                  </a:lnTo>
                  <a:cubicBezTo>
                    <a:pt x="3718" y="4285"/>
                    <a:pt x="3561" y="4442"/>
                    <a:pt x="3340" y="4442"/>
                  </a:cubicBezTo>
                  <a:lnTo>
                    <a:pt x="1" y="4442"/>
                  </a:lnTo>
                  <a:lnTo>
                    <a:pt x="1" y="5198"/>
                  </a:lnTo>
                  <a:lnTo>
                    <a:pt x="8192" y="5198"/>
                  </a:lnTo>
                  <a:lnTo>
                    <a:pt x="8192" y="4442"/>
                  </a:lnTo>
                  <a:lnTo>
                    <a:pt x="4852" y="4442"/>
                  </a:lnTo>
                  <a:cubicBezTo>
                    <a:pt x="4814" y="4452"/>
                    <a:pt x="4778" y="4456"/>
                    <a:pt x="4743" y="4456"/>
                  </a:cubicBezTo>
                  <a:cubicBezTo>
                    <a:pt x="4548" y="4456"/>
                    <a:pt x="4411" y="4314"/>
                    <a:pt x="4411" y="4127"/>
                  </a:cubicBezTo>
                  <a:lnTo>
                    <a:pt x="4411" y="32"/>
                  </a:lnTo>
                  <a:cubicBezTo>
                    <a:pt x="4285" y="32"/>
                    <a:pt x="4159" y="0"/>
                    <a:pt x="40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7423;p83"/>
            <p:cNvSpPr/>
            <p:nvPr/>
          </p:nvSpPr>
          <p:spPr>
            <a:xfrm>
              <a:off x="-51855350" y="3987325"/>
              <a:ext cx="74075" cy="89825"/>
            </a:xfrm>
            <a:custGeom>
              <a:avLst/>
              <a:gdLst/>
              <a:ahLst/>
              <a:cxnLst/>
              <a:rect l="l" t="t" r="r" b="b"/>
              <a:pathLst>
                <a:path w="2963" h="3593" extrusionOk="0">
                  <a:moveTo>
                    <a:pt x="1" y="1"/>
                  </a:moveTo>
                  <a:lnTo>
                    <a:pt x="1" y="3592"/>
                  </a:lnTo>
                  <a:lnTo>
                    <a:pt x="2962" y="3592"/>
                  </a:lnTo>
                  <a:cubicBezTo>
                    <a:pt x="2836" y="2647"/>
                    <a:pt x="2427" y="1733"/>
                    <a:pt x="1765" y="1009"/>
                  </a:cubicBezTo>
                  <a:cubicBezTo>
                    <a:pt x="1261" y="505"/>
                    <a:pt x="663" y="190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7424;p83"/>
            <p:cNvSpPr/>
            <p:nvPr/>
          </p:nvSpPr>
          <p:spPr>
            <a:xfrm>
              <a:off x="-51985300" y="3987325"/>
              <a:ext cx="74050" cy="89825"/>
            </a:xfrm>
            <a:custGeom>
              <a:avLst/>
              <a:gdLst/>
              <a:ahLst/>
              <a:cxnLst/>
              <a:rect l="l" t="t" r="r" b="b"/>
              <a:pathLst>
                <a:path w="2962" h="3593" extrusionOk="0">
                  <a:moveTo>
                    <a:pt x="2962" y="1"/>
                  </a:moveTo>
                  <a:cubicBezTo>
                    <a:pt x="1324" y="473"/>
                    <a:pt x="158" y="1891"/>
                    <a:pt x="1" y="3592"/>
                  </a:cubicBezTo>
                  <a:lnTo>
                    <a:pt x="2962" y="359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7425;p83"/>
            <p:cNvSpPr/>
            <p:nvPr/>
          </p:nvSpPr>
          <p:spPr>
            <a:xfrm>
              <a:off x="-51985300" y="4190350"/>
              <a:ext cx="204800" cy="111275"/>
            </a:xfrm>
            <a:custGeom>
              <a:avLst/>
              <a:gdLst/>
              <a:ahLst/>
              <a:cxnLst/>
              <a:rect l="l" t="t" r="r" b="b"/>
              <a:pathLst>
                <a:path w="8192" h="4451" extrusionOk="0">
                  <a:moveTo>
                    <a:pt x="5069" y="1024"/>
                  </a:moveTo>
                  <a:cubicBezTo>
                    <a:pt x="5167" y="1024"/>
                    <a:pt x="5262" y="1063"/>
                    <a:pt x="5325" y="1142"/>
                  </a:cubicBezTo>
                  <a:cubicBezTo>
                    <a:pt x="5514" y="1268"/>
                    <a:pt x="5514" y="1489"/>
                    <a:pt x="5356" y="1646"/>
                  </a:cubicBezTo>
                  <a:cubicBezTo>
                    <a:pt x="5010" y="1993"/>
                    <a:pt x="4537" y="2213"/>
                    <a:pt x="4002" y="2213"/>
                  </a:cubicBezTo>
                  <a:cubicBezTo>
                    <a:pt x="3498" y="2213"/>
                    <a:pt x="3025" y="1993"/>
                    <a:pt x="2710" y="1646"/>
                  </a:cubicBezTo>
                  <a:cubicBezTo>
                    <a:pt x="2552" y="1489"/>
                    <a:pt x="2552" y="1268"/>
                    <a:pt x="2710" y="1142"/>
                  </a:cubicBezTo>
                  <a:cubicBezTo>
                    <a:pt x="2789" y="1063"/>
                    <a:pt x="2891" y="1024"/>
                    <a:pt x="2986" y="1024"/>
                  </a:cubicBezTo>
                  <a:cubicBezTo>
                    <a:pt x="3080" y="1024"/>
                    <a:pt x="3167" y="1063"/>
                    <a:pt x="3214" y="1142"/>
                  </a:cubicBezTo>
                  <a:cubicBezTo>
                    <a:pt x="3435" y="1363"/>
                    <a:pt x="3726" y="1473"/>
                    <a:pt x="4014" y="1473"/>
                  </a:cubicBezTo>
                  <a:cubicBezTo>
                    <a:pt x="4301" y="1473"/>
                    <a:pt x="4585" y="1363"/>
                    <a:pt x="4789" y="1142"/>
                  </a:cubicBezTo>
                  <a:cubicBezTo>
                    <a:pt x="4868" y="1063"/>
                    <a:pt x="4971" y="1024"/>
                    <a:pt x="5069" y="1024"/>
                  </a:cubicBezTo>
                  <a:close/>
                  <a:moveTo>
                    <a:pt x="4080" y="0"/>
                  </a:moveTo>
                  <a:cubicBezTo>
                    <a:pt x="3372" y="0"/>
                    <a:pt x="2663" y="213"/>
                    <a:pt x="2048" y="638"/>
                  </a:cubicBezTo>
                  <a:cubicBezTo>
                    <a:pt x="1954" y="669"/>
                    <a:pt x="1922" y="701"/>
                    <a:pt x="1859" y="701"/>
                  </a:cubicBezTo>
                  <a:lnTo>
                    <a:pt x="1" y="701"/>
                  </a:lnTo>
                  <a:cubicBezTo>
                    <a:pt x="190" y="2780"/>
                    <a:pt x="1922" y="4450"/>
                    <a:pt x="4096" y="4450"/>
                  </a:cubicBezTo>
                  <a:cubicBezTo>
                    <a:pt x="6207" y="4450"/>
                    <a:pt x="8003" y="2780"/>
                    <a:pt x="8192" y="701"/>
                  </a:cubicBezTo>
                  <a:lnTo>
                    <a:pt x="6333" y="701"/>
                  </a:lnTo>
                  <a:cubicBezTo>
                    <a:pt x="6207" y="701"/>
                    <a:pt x="6144" y="701"/>
                    <a:pt x="6113" y="638"/>
                  </a:cubicBezTo>
                  <a:cubicBezTo>
                    <a:pt x="5498" y="213"/>
                    <a:pt x="4789" y="0"/>
                    <a:pt x="4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7426;p83"/>
            <p:cNvSpPr/>
            <p:nvPr/>
          </p:nvSpPr>
          <p:spPr>
            <a:xfrm>
              <a:off x="-51985300" y="4133050"/>
              <a:ext cx="204800" cy="55925"/>
            </a:xfrm>
            <a:custGeom>
              <a:avLst/>
              <a:gdLst/>
              <a:ahLst/>
              <a:cxnLst/>
              <a:rect l="l" t="t" r="r" b="b"/>
              <a:pathLst>
                <a:path w="8192" h="2237" extrusionOk="0">
                  <a:moveTo>
                    <a:pt x="2552" y="756"/>
                  </a:moveTo>
                  <a:cubicBezTo>
                    <a:pt x="2742" y="756"/>
                    <a:pt x="2899" y="914"/>
                    <a:pt x="2899" y="1103"/>
                  </a:cubicBezTo>
                  <a:cubicBezTo>
                    <a:pt x="2899" y="1292"/>
                    <a:pt x="2742" y="1449"/>
                    <a:pt x="2552" y="1449"/>
                  </a:cubicBezTo>
                  <a:cubicBezTo>
                    <a:pt x="2363" y="1449"/>
                    <a:pt x="2206" y="1292"/>
                    <a:pt x="2206" y="1103"/>
                  </a:cubicBezTo>
                  <a:cubicBezTo>
                    <a:pt x="2206" y="914"/>
                    <a:pt x="2363" y="756"/>
                    <a:pt x="2552" y="756"/>
                  </a:cubicBezTo>
                  <a:close/>
                  <a:moveTo>
                    <a:pt x="5545" y="756"/>
                  </a:moveTo>
                  <a:cubicBezTo>
                    <a:pt x="5734" y="756"/>
                    <a:pt x="5892" y="914"/>
                    <a:pt x="5892" y="1103"/>
                  </a:cubicBezTo>
                  <a:cubicBezTo>
                    <a:pt x="5892" y="1292"/>
                    <a:pt x="5734" y="1449"/>
                    <a:pt x="5545" y="1449"/>
                  </a:cubicBezTo>
                  <a:cubicBezTo>
                    <a:pt x="5356" y="1449"/>
                    <a:pt x="5199" y="1292"/>
                    <a:pt x="5199" y="1103"/>
                  </a:cubicBezTo>
                  <a:cubicBezTo>
                    <a:pt x="5167" y="914"/>
                    <a:pt x="5356" y="756"/>
                    <a:pt x="5545" y="756"/>
                  </a:cubicBezTo>
                  <a:close/>
                  <a:moveTo>
                    <a:pt x="1" y="0"/>
                  </a:moveTo>
                  <a:lnTo>
                    <a:pt x="1" y="2237"/>
                  </a:lnTo>
                  <a:lnTo>
                    <a:pt x="1733" y="2237"/>
                  </a:lnTo>
                  <a:cubicBezTo>
                    <a:pt x="2458" y="1796"/>
                    <a:pt x="3277" y="1575"/>
                    <a:pt x="4092" y="1575"/>
                  </a:cubicBezTo>
                  <a:cubicBezTo>
                    <a:pt x="4907" y="1575"/>
                    <a:pt x="5719" y="1796"/>
                    <a:pt x="6428" y="2237"/>
                  </a:cubicBezTo>
                  <a:lnTo>
                    <a:pt x="8192" y="2237"/>
                  </a:ln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7427;p83"/>
            <p:cNvSpPr/>
            <p:nvPr/>
          </p:nvSpPr>
          <p:spPr>
            <a:xfrm>
              <a:off x="-51780525" y="3983125"/>
              <a:ext cx="55950" cy="105825"/>
            </a:xfrm>
            <a:custGeom>
              <a:avLst/>
              <a:gdLst/>
              <a:ahLst/>
              <a:cxnLst/>
              <a:rect l="l" t="t" r="r" b="b"/>
              <a:pathLst>
                <a:path w="2238" h="4233" extrusionOk="0">
                  <a:moveTo>
                    <a:pt x="1849" y="0"/>
                  </a:moveTo>
                  <a:cubicBezTo>
                    <a:pt x="1729" y="0"/>
                    <a:pt x="1618" y="47"/>
                    <a:pt x="1545" y="169"/>
                  </a:cubicBezTo>
                  <a:cubicBezTo>
                    <a:pt x="1135" y="767"/>
                    <a:pt x="631" y="1240"/>
                    <a:pt x="1" y="1586"/>
                  </a:cubicBezTo>
                  <a:cubicBezTo>
                    <a:pt x="473" y="2374"/>
                    <a:pt x="694" y="3288"/>
                    <a:pt x="694" y="4233"/>
                  </a:cubicBezTo>
                  <a:cubicBezTo>
                    <a:pt x="1576" y="3792"/>
                    <a:pt x="2206" y="2910"/>
                    <a:pt x="2206" y="1870"/>
                  </a:cubicBezTo>
                  <a:lnTo>
                    <a:pt x="2206" y="358"/>
                  </a:lnTo>
                  <a:cubicBezTo>
                    <a:pt x="2238" y="200"/>
                    <a:pt x="2112" y="106"/>
                    <a:pt x="1954" y="11"/>
                  </a:cubicBezTo>
                  <a:cubicBezTo>
                    <a:pt x="1919" y="4"/>
                    <a:pt x="1883" y="0"/>
                    <a:pt x="184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7428;p83"/>
            <p:cNvSpPr/>
            <p:nvPr/>
          </p:nvSpPr>
          <p:spPr>
            <a:xfrm>
              <a:off x="-520239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8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7429;p83"/>
            <p:cNvSpPr/>
            <p:nvPr/>
          </p:nvSpPr>
          <p:spPr>
            <a:xfrm>
              <a:off x="-517632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8"/>
                    <a:pt x="757" y="1796"/>
                    <a:pt x="757" y="1260"/>
                  </a:cubicBezTo>
                  <a:cubicBezTo>
                    <a:pt x="757" y="693"/>
                    <a:pt x="442" y="221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0" name="Google Shape;7430;p83"/>
          <p:cNvGrpSpPr/>
          <p:nvPr/>
        </p:nvGrpSpPr>
        <p:grpSpPr>
          <a:xfrm>
            <a:off x="6215199" y="1532546"/>
            <a:ext cx="314662" cy="358971"/>
            <a:chOff x="-56766175" y="3198925"/>
            <a:chExt cx="279625" cy="319000"/>
          </a:xfrm>
        </p:grpSpPr>
        <p:sp>
          <p:nvSpPr>
            <p:cNvPr id="7431" name="Google Shape;7431;p83"/>
            <p:cNvSpPr/>
            <p:nvPr/>
          </p:nvSpPr>
          <p:spPr>
            <a:xfrm>
              <a:off x="-567661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7432;p83"/>
            <p:cNvSpPr/>
            <p:nvPr/>
          </p:nvSpPr>
          <p:spPr>
            <a:xfrm>
              <a:off x="-56747275" y="3198925"/>
              <a:ext cx="222925" cy="93750"/>
            </a:xfrm>
            <a:custGeom>
              <a:avLst/>
              <a:gdLst/>
              <a:ahLst/>
              <a:cxnLst/>
              <a:rect l="l" t="t" r="r" b="b"/>
              <a:pathLst>
                <a:path w="8917" h="3750" extrusionOk="0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7433;p83"/>
            <p:cNvSpPr/>
            <p:nvPr/>
          </p:nvSpPr>
          <p:spPr>
            <a:xfrm>
              <a:off x="-56710250" y="3348575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7434;p83"/>
            <p:cNvSpPr/>
            <p:nvPr/>
          </p:nvSpPr>
          <p:spPr>
            <a:xfrm>
              <a:off x="-56597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7435;p83"/>
            <p:cNvSpPr/>
            <p:nvPr/>
          </p:nvSpPr>
          <p:spPr>
            <a:xfrm>
              <a:off x="-56727575" y="3376925"/>
              <a:ext cx="204800" cy="141000"/>
            </a:xfrm>
            <a:custGeom>
              <a:avLst/>
              <a:gdLst/>
              <a:ahLst/>
              <a:cxnLst/>
              <a:rect l="l" t="t" r="r" b="b"/>
              <a:pathLst>
                <a:path w="8192" h="5640" extrusionOk="0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83"/>
            <p:cNvSpPr/>
            <p:nvPr/>
          </p:nvSpPr>
          <p:spPr>
            <a:xfrm>
              <a:off x="-56729150" y="3289500"/>
              <a:ext cx="204000" cy="87450"/>
            </a:xfrm>
            <a:custGeom>
              <a:avLst/>
              <a:gdLst/>
              <a:ahLst/>
              <a:cxnLst/>
              <a:rect l="l" t="t" r="r" b="b"/>
              <a:pathLst>
                <a:path w="8160" h="3498" extrusionOk="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83"/>
            <p:cNvSpPr/>
            <p:nvPr/>
          </p:nvSpPr>
          <p:spPr>
            <a:xfrm>
              <a:off x="-565054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8" name="Google Shape;7438;p83"/>
          <p:cNvGrpSpPr/>
          <p:nvPr/>
        </p:nvGrpSpPr>
        <p:grpSpPr>
          <a:xfrm>
            <a:off x="6214313" y="1987846"/>
            <a:ext cx="316434" cy="358099"/>
            <a:chOff x="-56766175" y="3590375"/>
            <a:chExt cx="281200" cy="318225"/>
          </a:xfrm>
        </p:grpSpPr>
        <p:sp>
          <p:nvSpPr>
            <p:cNvPr id="7439" name="Google Shape;7439;p83"/>
            <p:cNvSpPr/>
            <p:nvPr/>
          </p:nvSpPr>
          <p:spPr>
            <a:xfrm>
              <a:off x="-56766175" y="3632900"/>
              <a:ext cx="281200" cy="275700"/>
            </a:xfrm>
            <a:custGeom>
              <a:avLst/>
              <a:gdLst/>
              <a:ahLst/>
              <a:cxnLst/>
              <a:rect l="l" t="t" r="r" b="b"/>
              <a:pathLst>
                <a:path w="11248" h="11028" extrusionOk="0">
                  <a:moveTo>
                    <a:pt x="1576" y="0"/>
                  </a:moveTo>
                  <a:cubicBezTo>
                    <a:pt x="599" y="1009"/>
                    <a:pt x="1" y="2395"/>
                    <a:pt x="1" y="3907"/>
                  </a:cubicBezTo>
                  <a:lnTo>
                    <a:pt x="1" y="10681"/>
                  </a:lnTo>
                  <a:cubicBezTo>
                    <a:pt x="1" y="10870"/>
                    <a:pt x="158" y="11027"/>
                    <a:pt x="347" y="11027"/>
                  </a:cubicBezTo>
                  <a:lnTo>
                    <a:pt x="5577" y="11027"/>
                  </a:lnTo>
                  <a:cubicBezTo>
                    <a:pt x="3340" y="11027"/>
                    <a:pt x="1481" y="9200"/>
                    <a:pt x="1481" y="6932"/>
                  </a:cubicBezTo>
                  <a:lnTo>
                    <a:pt x="1481" y="5388"/>
                  </a:lnTo>
                  <a:cubicBezTo>
                    <a:pt x="1481" y="5262"/>
                    <a:pt x="1576" y="5167"/>
                    <a:pt x="1702" y="5073"/>
                  </a:cubicBezTo>
                  <a:lnTo>
                    <a:pt x="5419" y="2836"/>
                  </a:lnTo>
                  <a:cubicBezTo>
                    <a:pt x="5482" y="2789"/>
                    <a:pt x="5553" y="2765"/>
                    <a:pt x="5624" y="2765"/>
                  </a:cubicBezTo>
                  <a:cubicBezTo>
                    <a:pt x="5695" y="2765"/>
                    <a:pt x="5766" y="2789"/>
                    <a:pt x="5829" y="2836"/>
                  </a:cubicBezTo>
                  <a:lnTo>
                    <a:pt x="9578" y="5073"/>
                  </a:lnTo>
                  <a:cubicBezTo>
                    <a:pt x="9673" y="5167"/>
                    <a:pt x="9767" y="5262"/>
                    <a:pt x="9767" y="5388"/>
                  </a:cubicBezTo>
                  <a:lnTo>
                    <a:pt x="9767" y="6932"/>
                  </a:lnTo>
                  <a:cubicBezTo>
                    <a:pt x="9767" y="9200"/>
                    <a:pt x="7908" y="11027"/>
                    <a:pt x="5671" y="11027"/>
                  </a:cubicBezTo>
                  <a:lnTo>
                    <a:pt x="10901" y="11027"/>
                  </a:lnTo>
                  <a:cubicBezTo>
                    <a:pt x="11090" y="11027"/>
                    <a:pt x="11248" y="10870"/>
                    <a:pt x="11248" y="10681"/>
                  </a:cubicBezTo>
                  <a:lnTo>
                    <a:pt x="11248" y="3907"/>
                  </a:lnTo>
                  <a:cubicBezTo>
                    <a:pt x="11185" y="2363"/>
                    <a:pt x="10586" y="977"/>
                    <a:pt x="9610" y="0"/>
                  </a:cubicBezTo>
                  <a:cubicBezTo>
                    <a:pt x="9578" y="158"/>
                    <a:pt x="9484" y="316"/>
                    <a:pt x="9358" y="473"/>
                  </a:cubicBezTo>
                  <a:cubicBezTo>
                    <a:pt x="8727" y="1418"/>
                    <a:pt x="7247" y="2048"/>
                    <a:pt x="5577" y="2048"/>
                  </a:cubicBezTo>
                  <a:cubicBezTo>
                    <a:pt x="3907" y="2048"/>
                    <a:pt x="2395" y="1418"/>
                    <a:pt x="1765" y="442"/>
                  </a:cubicBezTo>
                  <a:cubicBezTo>
                    <a:pt x="1702" y="316"/>
                    <a:pt x="1607" y="158"/>
                    <a:pt x="157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83"/>
            <p:cNvSpPr/>
            <p:nvPr/>
          </p:nvSpPr>
          <p:spPr>
            <a:xfrm>
              <a:off x="-56709475" y="3722700"/>
              <a:ext cx="167800" cy="153600"/>
            </a:xfrm>
            <a:custGeom>
              <a:avLst/>
              <a:gdLst/>
              <a:ahLst/>
              <a:cxnLst/>
              <a:rect l="l" t="t" r="r" b="b"/>
              <a:pathLst>
                <a:path w="6712" h="6144" extrusionOk="0">
                  <a:moveTo>
                    <a:pt x="1828" y="1449"/>
                  </a:moveTo>
                  <a:cubicBezTo>
                    <a:pt x="2017" y="1449"/>
                    <a:pt x="2175" y="1607"/>
                    <a:pt x="2175" y="1796"/>
                  </a:cubicBezTo>
                  <a:cubicBezTo>
                    <a:pt x="2206" y="2016"/>
                    <a:pt x="2049" y="2142"/>
                    <a:pt x="1828" y="2142"/>
                  </a:cubicBezTo>
                  <a:cubicBezTo>
                    <a:pt x="1639" y="2142"/>
                    <a:pt x="1482" y="2016"/>
                    <a:pt x="1482" y="1796"/>
                  </a:cubicBezTo>
                  <a:cubicBezTo>
                    <a:pt x="1482" y="1607"/>
                    <a:pt x="1639" y="1449"/>
                    <a:pt x="1828" y="1449"/>
                  </a:cubicBezTo>
                  <a:close/>
                  <a:moveTo>
                    <a:pt x="4821" y="1449"/>
                  </a:moveTo>
                  <a:cubicBezTo>
                    <a:pt x="5010" y="1449"/>
                    <a:pt x="5168" y="1607"/>
                    <a:pt x="5168" y="1796"/>
                  </a:cubicBezTo>
                  <a:cubicBezTo>
                    <a:pt x="5199" y="2016"/>
                    <a:pt x="5010" y="2142"/>
                    <a:pt x="4821" y="2142"/>
                  </a:cubicBezTo>
                  <a:cubicBezTo>
                    <a:pt x="4632" y="2142"/>
                    <a:pt x="4475" y="2016"/>
                    <a:pt x="4475" y="1796"/>
                  </a:cubicBezTo>
                  <a:cubicBezTo>
                    <a:pt x="4475" y="1607"/>
                    <a:pt x="4632" y="1449"/>
                    <a:pt x="4821" y="1449"/>
                  </a:cubicBezTo>
                  <a:close/>
                  <a:moveTo>
                    <a:pt x="3372" y="0"/>
                  </a:moveTo>
                  <a:lnTo>
                    <a:pt x="1" y="2016"/>
                  </a:lnTo>
                  <a:lnTo>
                    <a:pt x="1" y="3340"/>
                  </a:lnTo>
                  <a:cubicBezTo>
                    <a:pt x="1" y="4474"/>
                    <a:pt x="599" y="5545"/>
                    <a:pt x="1513" y="6143"/>
                  </a:cubicBezTo>
                  <a:lnTo>
                    <a:pt x="1513" y="4411"/>
                  </a:lnTo>
                  <a:cubicBezTo>
                    <a:pt x="1513" y="4253"/>
                    <a:pt x="1576" y="4127"/>
                    <a:pt x="1702" y="4096"/>
                  </a:cubicBezTo>
                  <a:cubicBezTo>
                    <a:pt x="2222" y="3844"/>
                    <a:pt x="2797" y="3718"/>
                    <a:pt x="3368" y="3718"/>
                  </a:cubicBezTo>
                  <a:cubicBezTo>
                    <a:pt x="3939" y="3718"/>
                    <a:pt x="4506" y="3844"/>
                    <a:pt x="5010" y="4096"/>
                  </a:cubicBezTo>
                  <a:cubicBezTo>
                    <a:pt x="5136" y="4159"/>
                    <a:pt x="5199" y="4285"/>
                    <a:pt x="5199" y="4411"/>
                  </a:cubicBezTo>
                  <a:lnTo>
                    <a:pt x="5199" y="6143"/>
                  </a:lnTo>
                  <a:cubicBezTo>
                    <a:pt x="6113" y="5545"/>
                    <a:pt x="6711" y="4505"/>
                    <a:pt x="6711" y="3340"/>
                  </a:cubicBezTo>
                  <a:lnTo>
                    <a:pt x="6711" y="2016"/>
                  </a:lnTo>
                  <a:lnTo>
                    <a:pt x="337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83"/>
            <p:cNvSpPr/>
            <p:nvPr/>
          </p:nvSpPr>
          <p:spPr>
            <a:xfrm>
              <a:off x="-56654325" y="3833750"/>
              <a:ext cx="55150" cy="55950"/>
            </a:xfrm>
            <a:custGeom>
              <a:avLst/>
              <a:gdLst/>
              <a:ahLst/>
              <a:cxnLst/>
              <a:rect l="l" t="t" r="r" b="b"/>
              <a:pathLst>
                <a:path w="2206" h="2238" extrusionOk="0">
                  <a:moveTo>
                    <a:pt x="1127" y="0"/>
                  </a:moveTo>
                  <a:cubicBezTo>
                    <a:pt x="748" y="0"/>
                    <a:pt x="363" y="63"/>
                    <a:pt x="0" y="189"/>
                  </a:cubicBezTo>
                  <a:lnTo>
                    <a:pt x="0" y="2048"/>
                  </a:lnTo>
                  <a:cubicBezTo>
                    <a:pt x="378" y="2174"/>
                    <a:pt x="725" y="2237"/>
                    <a:pt x="1103" y="2237"/>
                  </a:cubicBezTo>
                  <a:cubicBezTo>
                    <a:pt x="1512" y="2237"/>
                    <a:pt x="1859" y="2174"/>
                    <a:pt x="2206" y="2048"/>
                  </a:cubicBezTo>
                  <a:lnTo>
                    <a:pt x="2206" y="189"/>
                  </a:lnTo>
                  <a:cubicBezTo>
                    <a:pt x="1875" y="63"/>
                    <a:pt x="1505" y="0"/>
                    <a:pt x="11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83"/>
            <p:cNvSpPr/>
            <p:nvPr/>
          </p:nvSpPr>
          <p:spPr>
            <a:xfrm>
              <a:off x="-56710250" y="3590375"/>
              <a:ext cx="167775" cy="74850"/>
            </a:xfrm>
            <a:custGeom>
              <a:avLst/>
              <a:gdLst/>
              <a:ahLst/>
              <a:cxnLst/>
              <a:rect l="l" t="t" r="r" b="b"/>
              <a:pathLst>
                <a:path w="6711" h="2994" extrusionOk="0">
                  <a:moveTo>
                    <a:pt x="3340" y="0"/>
                  </a:moveTo>
                  <a:cubicBezTo>
                    <a:pt x="2080" y="0"/>
                    <a:pt x="946" y="441"/>
                    <a:pt x="0" y="1134"/>
                  </a:cubicBezTo>
                  <a:cubicBezTo>
                    <a:pt x="0" y="1355"/>
                    <a:pt x="32" y="1544"/>
                    <a:pt x="189" y="1733"/>
                  </a:cubicBezTo>
                  <a:cubicBezTo>
                    <a:pt x="662" y="2489"/>
                    <a:pt x="1922" y="2993"/>
                    <a:pt x="3340" y="2993"/>
                  </a:cubicBezTo>
                  <a:cubicBezTo>
                    <a:pt x="4726" y="2993"/>
                    <a:pt x="5986" y="2489"/>
                    <a:pt x="6490" y="1796"/>
                  </a:cubicBezTo>
                  <a:cubicBezTo>
                    <a:pt x="6648" y="1575"/>
                    <a:pt x="6711" y="1355"/>
                    <a:pt x="6711" y="1134"/>
                  </a:cubicBezTo>
                  <a:cubicBezTo>
                    <a:pt x="5766" y="441"/>
                    <a:pt x="4600" y="0"/>
                    <a:pt x="33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43" name="Google Shape;7443;p83"/>
          <p:cNvGrpSpPr/>
          <p:nvPr/>
        </p:nvGrpSpPr>
        <p:grpSpPr>
          <a:xfrm>
            <a:off x="6251269" y="2429217"/>
            <a:ext cx="272126" cy="358099"/>
            <a:chOff x="-56747275" y="3982600"/>
            <a:chExt cx="241825" cy="318225"/>
          </a:xfrm>
        </p:grpSpPr>
        <p:sp>
          <p:nvSpPr>
            <p:cNvPr id="7444" name="Google Shape;7444;p83"/>
            <p:cNvSpPr/>
            <p:nvPr/>
          </p:nvSpPr>
          <p:spPr>
            <a:xfrm>
              <a:off x="-56635425" y="4076325"/>
              <a:ext cx="18125" cy="37050"/>
            </a:xfrm>
            <a:custGeom>
              <a:avLst/>
              <a:gdLst/>
              <a:ahLst/>
              <a:cxnLst/>
              <a:rect l="l" t="t" r="r" b="b"/>
              <a:pathLst>
                <a:path w="725" h="1482" extrusionOk="0">
                  <a:moveTo>
                    <a:pt x="378" y="1"/>
                  </a:moveTo>
                  <a:cubicBezTo>
                    <a:pt x="158" y="1"/>
                    <a:pt x="0" y="316"/>
                    <a:pt x="0" y="725"/>
                  </a:cubicBezTo>
                  <a:cubicBezTo>
                    <a:pt x="0" y="1135"/>
                    <a:pt x="158" y="1481"/>
                    <a:pt x="378" y="1481"/>
                  </a:cubicBezTo>
                  <a:cubicBezTo>
                    <a:pt x="567" y="1481"/>
                    <a:pt x="725" y="1135"/>
                    <a:pt x="725" y="725"/>
                  </a:cubicBezTo>
                  <a:cubicBezTo>
                    <a:pt x="725" y="316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83"/>
            <p:cNvSpPr/>
            <p:nvPr/>
          </p:nvSpPr>
          <p:spPr>
            <a:xfrm>
              <a:off x="-56618900" y="3991275"/>
              <a:ext cx="113450" cy="136250"/>
            </a:xfrm>
            <a:custGeom>
              <a:avLst/>
              <a:gdLst/>
              <a:ahLst/>
              <a:cxnLst/>
              <a:rect l="l" t="t" r="r" b="b"/>
              <a:pathLst>
                <a:path w="4538" h="5450" extrusionOk="0">
                  <a:moveTo>
                    <a:pt x="3277" y="0"/>
                  </a:moveTo>
                  <a:lnTo>
                    <a:pt x="1" y="2647"/>
                  </a:lnTo>
                  <a:lnTo>
                    <a:pt x="3939" y="5387"/>
                  </a:lnTo>
                  <a:cubicBezTo>
                    <a:pt x="4007" y="5430"/>
                    <a:pt x="4081" y="5449"/>
                    <a:pt x="4154" y="5449"/>
                  </a:cubicBezTo>
                  <a:cubicBezTo>
                    <a:pt x="4352" y="5449"/>
                    <a:pt x="4538" y="5303"/>
                    <a:pt x="4538" y="5072"/>
                  </a:cubicBezTo>
                  <a:lnTo>
                    <a:pt x="4538" y="2300"/>
                  </a:lnTo>
                  <a:cubicBezTo>
                    <a:pt x="4538" y="1355"/>
                    <a:pt x="4034" y="473"/>
                    <a:pt x="32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83"/>
            <p:cNvSpPr/>
            <p:nvPr/>
          </p:nvSpPr>
          <p:spPr>
            <a:xfrm>
              <a:off x="-56601550" y="4094450"/>
              <a:ext cx="31525" cy="19700"/>
            </a:xfrm>
            <a:custGeom>
              <a:avLst/>
              <a:gdLst/>
              <a:ahLst/>
              <a:cxnLst/>
              <a:rect l="l" t="t" r="r" b="b"/>
              <a:pathLst>
                <a:path w="1261" h="788" extrusionOk="0">
                  <a:moveTo>
                    <a:pt x="158" y="0"/>
                  </a:moveTo>
                  <a:lnTo>
                    <a:pt x="158" y="63"/>
                  </a:lnTo>
                  <a:cubicBezTo>
                    <a:pt x="158" y="315"/>
                    <a:pt x="95" y="567"/>
                    <a:pt x="0" y="788"/>
                  </a:cubicBezTo>
                  <a:lnTo>
                    <a:pt x="1260" y="788"/>
                  </a:lnTo>
                  <a:lnTo>
                    <a:pt x="1260" y="756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83"/>
            <p:cNvSpPr/>
            <p:nvPr/>
          </p:nvSpPr>
          <p:spPr>
            <a:xfrm>
              <a:off x="-56688200" y="4085775"/>
              <a:ext cx="37050" cy="27600"/>
            </a:xfrm>
            <a:custGeom>
              <a:avLst/>
              <a:gdLst/>
              <a:ahLst/>
              <a:cxnLst/>
              <a:rect l="l" t="t" r="r" b="b"/>
              <a:pathLst>
                <a:path w="1482" h="1104" extrusionOk="0">
                  <a:moveTo>
                    <a:pt x="1355" y="1"/>
                  </a:moveTo>
                  <a:lnTo>
                    <a:pt x="1" y="1103"/>
                  </a:lnTo>
                  <a:lnTo>
                    <a:pt x="1481" y="1103"/>
                  </a:lnTo>
                  <a:cubicBezTo>
                    <a:pt x="1418" y="883"/>
                    <a:pt x="1324" y="631"/>
                    <a:pt x="1324" y="347"/>
                  </a:cubicBezTo>
                  <a:cubicBezTo>
                    <a:pt x="1324" y="253"/>
                    <a:pt x="1324" y="127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83"/>
            <p:cNvSpPr/>
            <p:nvPr/>
          </p:nvSpPr>
          <p:spPr>
            <a:xfrm>
              <a:off x="-56747275" y="3982600"/>
              <a:ext cx="189850" cy="143850"/>
            </a:xfrm>
            <a:custGeom>
              <a:avLst/>
              <a:gdLst/>
              <a:ahLst/>
              <a:cxnLst/>
              <a:rect l="l" t="t" r="r" b="b"/>
              <a:pathLst>
                <a:path w="7594" h="5754" extrusionOk="0">
                  <a:moveTo>
                    <a:pt x="2584" y="1"/>
                  </a:moveTo>
                  <a:cubicBezTo>
                    <a:pt x="1135" y="1"/>
                    <a:pt x="1" y="1166"/>
                    <a:pt x="1" y="2647"/>
                  </a:cubicBezTo>
                  <a:lnTo>
                    <a:pt x="1" y="5388"/>
                  </a:lnTo>
                  <a:cubicBezTo>
                    <a:pt x="1" y="5610"/>
                    <a:pt x="172" y="5753"/>
                    <a:pt x="350" y="5753"/>
                  </a:cubicBezTo>
                  <a:cubicBezTo>
                    <a:pt x="426" y="5753"/>
                    <a:pt x="502" y="5728"/>
                    <a:pt x="568" y="5671"/>
                  </a:cubicBezTo>
                  <a:lnTo>
                    <a:pt x="7593" y="32"/>
                  </a:lnTo>
                  <a:cubicBezTo>
                    <a:pt x="7436" y="1"/>
                    <a:pt x="7278" y="1"/>
                    <a:pt x="70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83"/>
            <p:cNvSpPr/>
            <p:nvPr/>
          </p:nvSpPr>
          <p:spPr>
            <a:xfrm>
              <a:off x="-56654325" y="4217500"/>
              <a:ext cx="55150" cy="83325"/>
            </a:xfrm>
            <a:custGeom>
              <a:avLst/>
              <a:gdLst/>
              <a:ahLst/>
              <a:cxnLst/>
              <a:rect l="l" t="t" r="r" b="b"/>
              <a:pathLst>
                <a:path w="2206" h="3333" extrusionOk="0">
                  <a:moveTo>
                    <a:pt x="1127" y="1"/>
                  </a:moveTo>
                  <a:cubicBezTo>
                    <a:pt x="748" y="1"/>
                    <a:pt x="363" y="72"/>
                    <a:pt x="0" y="214"/>
                  </a:cubicBezTo>
                  <a:lnTo>
                    <a:pt x="0" y="3175"/>
                  </a:lnTo>
                  <a:cubicBezTo>
                    <a:pt x="378" y="3270"/>
                    <a:pt x="756" y="3333"/>
                    <a:pt x="1103" y="3333"/>
                  </a:cubicBezTo>
                  <a:cubicBezTo>
                    <a:pt x="1512" y="3333"/>
                    <a:pt x="1859" y="3270"/>
                    <a:pt x="2206" y="3175"/>
                  </a:cubicBezTo>
                  <a:lnTo>
                    <a:pt x="2206" y="214"/>
                  </a:lnTo>
                  <a:cubicBezTo>
                    <a:pt x="1875" y="72"/>
                    <a:pt x="1505" y="1"/>
                    <a:pt x="11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83"/>
            <p:cNvSpPr/>
            <p:nvPr/>
          </p:nvSpPr>
          <p:spPr>
            <a:xfrm>
              <a:off x="-56729150" y="4132250"/>
              <a:ext cx="204800" cy="157550"/>
            </a:xfrm>
            <a:custGeom>
              <a:avLst/>
              <a:gdLst/>
              <a:ahLst/>
              <a:cxnLst/>
              <a:rect l="l" t="t" r="r" b="b"/>
              <a:pathLst>
                <a:path w="8192" h="6302" extrusionOk="0">
                  <a:moveTo>
                    <a:pt x="2615" y="788"/>
                  </a:moveTo>
                  <a:cubicBezTo>
                    <a:pt x="2804" y="788"/>
                    <a:pt x="2962" y="946"/>
                    <a:pt x="2962" y="1135"/>
                  </a:cubicBezTo>
                  <a:cubicBezTo>
                    <a:pt x="2993" y="1324"/>
                    <a:pt x="2836" y="1481"/>
                    <a:pt x="2615" y="1481"/>
                  </a:cubicBezTo>
                  <a:cubicBezTo>
                    <a:pt x="2426" y="1481"/>
                    <a:pt x="2269" y="1324"/>
                    <a:pt x="2269" y="1135"/>
                  </a:cubicBezTo>
                  <a:cubicBezTo>
                    <a:pt x="2269" y="946"/>
                    <a:pt x="2426" y="788"/>
                    <a:pt x="2615" y="788"/>
                  </a:cubicBezTo>
                  <a:close/>
                  <a:moveTo>
                    <a:pt x="5608" y="788"/>
                  </a:moveTo>
                  <a:cubicBezTo>
                    <a:pt x="5797" y="788"/>
                    <a:pt x="5955" y="946"/>
                    <a:pt x="5955" y="1135"/>
                  </a:cubicBezTo>
                  <a:cubicBezTo>
                    <a:pt x="5986" y="1324"/>
                    <a:pt x="5797" y="1481"/>
                    <a:pt x="5608" y="1481"/>
                  </a:cubicBezTo>
                  <a:cubicBezTo>
                    <a:pt x="5419" y="1481"/>
                    <a:pt x="5262" y="1324"/>
                    <a:pt x="5262" y="1135"/>
                  </a:cubicBezTo>
                  <a:cubicBezTo>
                    <a:pt x="5262" y="946"/>
                    <a:pt x="5419" y="788"/>
                    <a:pt x="5608" y="788"/>
                  </a:cubicBezTo>
                  <a:close/>
                  <a:moveTo>
                    <a:pt x="725" y="1"/>
                  </a:moveTo>
                  <a:lnTo>
                    <a:pt x="0" y="536"/>
                  </a:lnTo>
                  <a:lnTo>
                    <a:pt x="0" y="2647"/>
                  </a:lnTo>
                  <a:cubicBezTo>
                    <a:pt x="0" y="4222"/>
                    <a:pt x="914" y="5577"/>
                    <a:pt x="2269" y="6301"/>
                  </a:cubicBezTo>
                  <a:lnTo>
                    <a:pt x="2269" y="3372"/>
                  </a:lnTo>
                  <a:cubicBezTo>
                    <a:pt x="2269" y="3214"/>
                    <a:pt x="2332" y="3120"/>
                    <a:pt x="2458" y="3056"/>
                  </a:cubicBezTo>
                  <a:cubicBezTo>
                    <a:pt x="2962" y="2804"/>
                    <a:pt x="3529" y="2678"/>
                    <a:pt x="4100" y="2678"/>
                  </a:cubicBezTo>
                  <a:cubicBezTo>
                    <a:pt x="4671" y="2678"/>
                    <a:pt x="5246" y="2804"/>
                    <a:pt x="5766" y="3056"/>
                  </a:cubicBezTo>
                  <a:cubicBezTo>
                    <a:pt x="5892" y="3151"/>
                    <a:pt x="5955" y="3277"/>
                    <a:pt x="5955" y="3372"/>
                  </a:cubicBezTo>
                  <a:lnTo>
                    <a:pt x="5955" y="6301"/>
                  </a:lnTo>
                  <a:cubicBezTo>
                    <a:pt x="7309" y="5640"/>
                    <a:pt x="8192" y="4254"/>
                    <a:pt x="8192" y="2647"/>
                  </a:cubicBezTo>
                  <a:lnTo>
                    <a:pt x="8192" y="536"/>
                  </a:lnTo>
                  <a:lnTo>
                    <a:pt x="73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1" name="Google Shape;7451;p83"/>
          <p:cNvGrpSpPr/>
          <p:nvPr/>
        </p:nvGrpSpPr>
        <p:grpSpPr>
          <a:xfrm>
            <a:off x="4881188" y="2894264"/>
            <a:ext cx="314662" cy="358971"/>
            <a:chOff x="-54793175" y="3198925"/>
            <a:chExt cx="279625" cy="319000"/>
          </a:xfrm>
        </p:grpSpPr>
        <p:sp>
          <p:nvSpPr>
            <p:cNvPr id="7452" name="Google Shape;7452;p83"/>
            <p:cNvSpPr/>
            <p:nvPr/>
          </p:nvSpPr>
          <p:spPr>
            <a:xfrm>
              <a:off x="-54532475" y="3354075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1" y="1"/>
                  </a:moveTo>
                  <a:lnTo>
                    <a:pt x="1" y="788"/>
                  </a:lnTo>
                  <a:cubicBezTo>
                    <a:pt x="158" y="1355"/>
                    <a:pt x="190" y="1891"/>
                    <a:pt x="190" y="2427"/>
                  </a:cubicBezTo>
                  <a:cubicBezTo>
                    <a:pt x="505" y="2143"/>
                    <a:pt x="757" y="1734"/>
                    <a:pt x="757" y="1261"/>
                  </a:cubicBezTo>
                  <a:cubicBezTo>
                    <a:pt x="757" y="725"/>
                    <a:pt x="473" y="25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83"/>
            <p:cNvSpPr/>
            <p:nvPr/>
          </p:nvSpPr>
          <p:spPr>
            <a:xfrm>
              <a:off x="-54793175" y="3198925"/>
              <a:ext cx="97675" cy="126050"/>
            </a:xfrm>
            <a:custGeom>
              <a:avLst/>
              <a:gdLst/>
              <a:ahLst/>
              <a:cxnLst/>
              <a:rect l="l" t="t" r="r" b="b"/>
              <a:pathLst>
                <a:path w="3907" h="5042" extrusionOk="0">
                  <a:moveTo>
                    <a:pt x="2993" y="0"/>
                  </a:moveTo>
                  <a:cubicBezTo>
                    <a:pt x="2426" y="0"/>
                    <a:pt x="1954" y="315"/>
                    <a:pt x="1702" y="756"/>
                  </a:cubicBezTo>
                  <a:cubicBezTo>
                    <a:pt x="1632" y="746"/>
                    <a:pt x="1562" y="742"/>
                    <a:pt x="1494" y="742"/>
                  </a:cubicBezTo>
                  <a:cubicBezTo>
                    <a:pt x="695" y="742"/>
                    <a:pt x="0" y="1396"/>
                    <a:pt x="0" y="2237"/>
                  </a:cubicBezTo>
                  <a:cubicBezTo>
                    <a:pt x="0" y="2521"/>
                    <a:pt x="63" y="2741"/>
                    <a:pt x="190" y="2993"/>
                  </a:cubicBezTo>
                  <a:cubicBezTo>
                    <a:pt x="63" y="3214"/>
                    <a:pt x="0" y="3466"/>
                    <a:pt x="0" y="3749"/>
                  </a:cubicBezTo>
                  <a:cubicBezTo>
                    <a:pt x="0" y="4285"/>
                    <a:pt x="316" y="4758"/>
                    <a:pt x="757" y="5041"/>
                  </a:cubicBezTo>
                  <a:lnTo>
                    <a:pt x="757" y="4852"/>
                  </a:lnTo>
                  <a:cubicBezTo>
                    <a:pt x="757" y="2804"/>
                    <a:pt x="2048" y="1008"/>
                    <a:pt x="3907" y="315"/>
                  </a:cubicBezTo>
                  <a:cubicBezTo>
                    <a:pt x="3655" y="126"/>
                    <a:pt x="3340" y="0"/>
                    <a:pt x="29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83"/>
            <p:cNvSpPr/>
            <p:nvPr/>
          </p:nvSpPr>
          <p:spPr>
            <a:xfrm>
              <a:off x="-54624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83"/>
            <p:cNvSpPr/>
            <p:nvPr/>
          </p:nvSpPr>
          <p:spPr>
            <a:xfrm>
              <a:off x="-54737250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4" y="1"/>
                    <a:pt x="0" y="505"/>
                    <a:pt x="0" y="1103"/>
                  </a:cubicBezTo>
                  <a:cubicBezTo>
                    <a:pt x="0" y="1702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5"/>
                    <a:pt x="1733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83"/>
            <p:cNvSpPr/>
            <p:nvPr/>
          </p:nvSpPr>
          <p:spPr>
            <a:xfrm>
              <a:off x="-54770325" y="3218600"/>
              <a:ext cx="233925" cy="299325"/>
            </a:xfrm>
            <a:custGeom>
              <a:avLst/>
              <a:gdLst/>
              <a:ahLst/>
              <a:cxnLst/>
              <a:rect l="l" t="t" r="r" b="b"/>
              <a:pathLst>
                <a:path w="9357" h="11973" extrusionOk="0">
                  <a:moveTo>
                    <a:pt x="6175" y="2962"/>
                  </a:moveTo>
                  <a:cubicBezTo>
                    <a:pt x="6364" y="2962"/>
                    <a:pt x="6522" y="3120"/>
                    <a:pt x="6522" y="3309"/>
                  </a:cubicBezTo>
                  <a:cubicBezTo>
                    <a:pt x="6522" y="3498"/>
                    <a:pt x="6364" y="3656"/>
                    <a:pt x="6175" y="3656"/>
                  </a:cubicBezTo>
                  <a:lnTo>
                    <a:pt x="3182" y="3656"/>
                  </a:lnTo>
                  <a:cubicBezTo>
                    <a:pt x="2993" y="3656"/>
                    <a:pt x="2836" y="3498"/>
                    <a:pt x="2836" y="3309"/>
                  </a:cubicBezTo>
                  <a:cubicBezTo>
                    <a:pt x="2836" y="3120"/>
                    <a:pt x="2993" y="2962"/>
                    <a:pt x="3182" y="2962"/>
                  </a:cubicBezTo>
                  <a:close/>
                  <a:moveTo>
                    <a:pt x="6931" y="4443"/>
                  </a:moveTo>
                  <a:cubicBezTo>
                    <a:pt x="9357" y="4443"/>
                    <a:pt x="9357" y="8192"/>
                    <a:pt x="6931" y="8192"/>
                  </a:cubicBezTo>
                  <a:cubicBezTo>
                    <a:pt x="6018" y="8192"/>
                    <a:pt x="5261" y="7562"/>
                    <a:pt x="5104" y="6680"/>
                  </a:cubicBezTo>
                  <a:lnTo>
                    <a:pt x="4285" y="6680"/>
                  </a:lnTo>
                  <a:cubicBezTo>
                    <a:pt x="4127" y="7562"/>
                    <a:pt x="3340" y="8192"/>
                    <a:pt x="2458" y="8192"/>
                  </a:cubicBezTo>
                  <a:cubicBezTo>
                    <a:pt x="0" y="8192"/>
                    <a:pt x="0" y="4443"/>
                    <a:pt x="2458" y="4443"/>
                  </a:cubicBezTo>
                  <a:cubicBezTo>
                    <a:pt x="3371" y="4443"/>
                    <a:pt x="4127" y="5073"/>
                    <a:pt x="4285" y="5955"/>
                  </a:cubicBezTo>
                  <a:lnTo>
                    <a:pt x="5104" y="5955"/>
                  </a:lnTo>
                  <a:cubicBezTo>
                    <a:pt x="5261" y="5073"/>
                    <a:pt x="6049" y="4443"/>
                    <a:pt x="6931" y="4443"/>
                  </a:cubicBezTo>
                  <a:close/>
                  <a:moveTo>
                    <a:pt x="5695" y="8547"/>
                  </a:moveTo>
                  <a:cubicBezTo>
                    <a:pt x="5789" y="8547"/>
                    <a:pt x="5876" y="8586"/>
                    <a:pt x="5923" y="8665"/>
                  </a:cubicBezTo>
                  <a:cubicBezTo>
                    <a:pt x="6144" y="8791"/>
                    <a:pt x="6144" y="9011"/>
                    <a:pt x="5986" y="9169"/>
                  </a:cubicBezTo>
                  <a:cubicBezTo>
                    <a:pt x="5608" y="9515"/>
                    <a:pt x="5135" y="9704"/>
                    <a:pt x="4631" y="9704"/>
                  </a:cubicBezTo>
                  <a:cubicBezTo>
                    <a:pt x="4127" y="9704"/>
                    <a:pt x="3655" y="9515"/>
                    <a:pt x="3340" y="9169"/>
                  </a:cubicBezTo>
                  <a:cubicBezTo>
                    <a:pt x="3182" y="9011"/>
                    <a:pt x="3182" y="8791"/>
                    <a:pt x="3340" y="8665"/>
                  </a:cubicBezTo>
                  <a:cubicBezTo>
                    <a:pt x="3418" y="8586"/>
                    <a:pt x="3513" y="8547"/>
                    <a:pt x="3603" y="8547"/>
                  </a:cubicBezTo>
                  <a:cubicBezTo>
                    <a:pt x="3694" y="8547"/>
                    <a:pt x="3781" y="8586"/>
                    <a:pt x="3844" y="8665"/>
                  </a:cubicBezTo>
                  <a:cubicBezTo>
                    <a:pt x="4064" y="8885"/>
                    <a:pt x="4348" y="8996"/>
                    <a:pt x="4631" y="8996"/>
                  </a:cubicBezTo>
                  <a:cubicBezTo>
                    <a:pt x="4915" y="8996"/>
                    <a:pt x="5198" y="8885"/>
                    <a:pt x="5419" y="8665"/>
                  </a:cubicBezTo>
                  <a:cubicBezTo>
                    <a:pt x="5498" y="8586"/>
                    <a:pt x="5600" y="8547"/>
                    <a:pt x="5695" y="8547"/>
                  </a:cubicBezTo>
                  <a:close/>
                  <a:moveTo>
                    <a:pt x="4663" y="1"/>
                  </a:moveTo>
                  <a:cubicBezTo>
                    <a:pt x="2426" y="1"/>
                    <a:pt x="599" y="1828"/>
                    <a:pt x="599" y="4097"/>
                  </a:cubicBezTo>
                  <a:lnTo>
                    <a:pt x="599" y="6270"/>
                  </a:lnTo>
                  <a:cubicBezTo>
                    <a:pt x="158" y="7751"/>
                    <a:pt x="441" y="9137"/>
                    <a:pt x="1260" y="10240"/>
                  </a:cubicBezTo>
                  <a:cubicBezTo>
                    <a:pt x="2079" y="11343"/>
                    <a:pt x="3340" y="11973"/>
                    <a:pt x="4663" y="11973"/>
                  </a:cubicBezTo>
                  <a:cubicBezTo>
                    <a:pt x="6018" y="11973"/>
                    <a:pt x="7309" y="11343"/>
                    <a:pt x="8097" y="10240"/>
                  </a:cubicBezTo>
                  <a:cubicBezTo>
                    <a:pt x="8916" y="9169"/>
                    <a:pt x="9200" y="7783"/>
                    <a:pt x="8758" y="6270"/>
                  </a:cubicBezTo>
                  <a:lnTo>
                    <a:pt x="8758" y="4097"/>
                  </a:lnTo>
                  <a:cubicBezTo>
                    <a:pt x="8758" y="2994"/>
                    <a:pt x="8349" y="1954"/>
                    <a:pt x="7593" y="1167"/>
                  </a:cubicBezTo>
                  <a:cubicBezTo>
                    <a:pt x="6805" y="379"/>
                    <a:pt x="5766" y="1"/>
                    <a:pt x="46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7457;p83"/>
            <p:cNvSpPr/>
            <p:nvPr/>
          </p:nvSpPr>
          <p:spPr>
            <a:xfrm>
              <a:off x="-54612025" y="3198925"/>
              <a:ext cx="96100" cy="123675"/>
            </a:xfrm>
            <a:custGeom>
              <a:avLst/>
              <a:gdLst/>
              <a:ahLst/>
              <a:cxnLst/>
              <a:rect l="l" t="t" r="r" b="b"/>
              <a:pathLst>
                <a:path w="3844" h="4947" extrusionOk="0">
                  <a:moveTo>
                    <a:pt x="851" y="0"/>
                  </a:moveTo>
                  <a:cubicBezTo>
                    <a:pt x="536" y="0"/>
                    <a:pt x="221" y="95"/>
                    <a:pt x="1" y="252"/>
                  </a:cubicBezTo>
                  <a:cubicBezTo>
                    <a:pt x="662" y="504"/>
                    <a:pt x="1261" y="882"/>
                    <a:pt x="1765" y="1418"/>
                  </a:cubicBezTo>
                  <a:cubicBezTo>
                    <a:pt x="2679" y="2363"/>
                    <a:pt x="3183" y="3560"/>
                    <a:pt x="3183" y="4821"/>
                  </a:cubicBezTo>
                  <a:lnTo>
                    <a:pt x="3183" y="4947"/>
                  </a:lnTo>
                  <a:cubicBezTo>
                    <a:pt x="3592" y="4695"/>
                    <a:pt x="3844" y="4253"/>
                    <a:pt x="3844" y="3749"/>
                  </a:cubicBezTo>
                  <a:cubicBezTo>
                    <a:pt x="3844" y="3466"/>
                    <a:pt x="3781" y="3214"/>
                    <a:pt x="3655" y="2993"/>
                  </a:cubicBezTo>
                  <a:cubicBezTo>
                    <a:pt x="3781" y="2741"/>
                    <a:pt x="3844" y="2521"/>
                    <a:pt x="3844" y="2237"/>
                  </a:cubicBezTo>
                  <a:cubicBezTo>
                    <a:pt x="3844" y="1380"/>
                    <a:pt x="3123" y="716"/>
                    <a:pt x="2330" y="716"/>
                  </a:cubicBezTo>
                  <a:cubicBezTo>
                    <a:pt x="2279" y="716"/>
                    <a:pt x="2227" y="719"/>
                    <a:pt x="2174" y="725"/>
                  </a:cubicBezTo>
                  <a:cubicBezTo>
                    <a:pt x="1891" y="252"/>
                    <a:pt x="1418" y="0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7458;p83"/>
            <p:cNvSpPr/>
            <p:nvPr/>
          </p:nvSpPr>
          <p:spPr>
            <a:xfrm>
              <a:off x="-54793175" y="3353300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757" y="0"/>
                  </a:moveTo>
                  <a:cubicBezTo>
                    <a:pt x="316" y="284"/>
                    <a:pt x="0" y="756"/>
                    <a:pt x="0" y="1292"/>
                  </a:cubicBezTo>
                  <a:cubicBezTo>
                    <a:pt x="0" y="1765"/>
                    <a:pt x="190" y="2174"/>
                    <a:pt x="536" y="2426"/>
                  </a:cubicBezTo>
                  <a:cubicBezTo>
                    <a:pt x="505" y="1859"/>
                    <a:pt x="599" y="1292"/>
                    <a:pt x="757" y="756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9" name="Google Shape;7459;p83"/>
          <p:cNvGrpSpPr/>
          <p:nvPr/>
        </p:nvGrpSpPr>
        <p:grpSpPr>
          <a:xfrm>
            <a:off x="4859020" y="3371455"/>
            <a:ext cx="358999" cy="342991"/>
            <a:chOff x="-54812875" y="3596675"/>
            <a:chExt cx="319025" cy="304800"/>
          </a:xfrm>
        </p:grpSpPr>
        <p:sp>
          <p:nvSpPr>
            <p:cNvPr id="7460" name="Google Shape;7460;p83"/>
            <p:cNvSpPr/>
            <p:nvPr/>
          </p:nvSpPr>
          <p:spPr>
            <a:xfrm>
              <a:off x="-54812875" y="3607700"/>
              <a:ext cx="74850" cy="293775"/>
            </a:xfrm>
            <a:custGeom>
              <a:avLst/>
              <a:gdLst/>
              <a:ahLst/>
              <a:cxnLst/>
              <a:rect l="l" t="t" r="r" b="b"/>
              <a:pathLst>
                <a:path w="2994" h="11751" extrusionOk="0">
                  <a:moveTo>
                    <a:pt x="1482" y="0"/>
                  </a:moveTo>
                  <a:lnTo>
                    <a:pt x="1482" y="2710"/>
                  </a:lnTo>
                  <a:cubicBezTo>
                    <a:pt x="1482" y="3749"/>
                    <a:pt x="1261" y="4789"/>
                    <a:pt x="788" y="5734"/>
                  </a:cubicBezTo>
                  <a:cubicBezTo>
                    <a:pt x="284" y="6805"/>
                    <a:pt x="1" y="7971"/>
                    <a:pt x="1" y="9168"/>
                  </a:cubicBezTo>
                  <a:cubicBezTo>
                    <a:pt x="1" y="10050"/>
                    <a:pt x="505" y="10901"/>
                    <a:pt x="1261" y="11405"/>
                  </a:cubicBezTo>
                  <a:lnTo>
                    <a:pt x="1639" y="11689"/>
                  </a:lnTo>
                  <a:cubicBezTo>
                    <a:pt x="1707" y="11731"/>
                    <a:pt x="1781" y="11750"/>
                    <a:pt x="1854" y="11750"/>
                  </a:cubicBezTo>
                  <a:cubicBezTo>
                    <a:pt x="2052" y="11750"/>
                    <a:pt x="2238" y="11604"/>
                    <a:pt x="2238" y="11374"/>
                  </a:cubicBezTo>
                  <a:lnTo>
                    <a:pt x="2238" y="9326"/>
                  </a:lnTo>
                  <a:cubicBezTo>
                    <a:pt x="2238" y="8570"/>
                    <a:pt x="2364" y="7751"/>
                    <a:pt x="2584" y="7026"/>
                  </a:cubicBezTo>
                  <a:cubicBezTo>
                    <a:pt x="2836" y="6270"/>
                    <a:pt x="2994" y="5545"/>
                    <a:pt x="2994" y="4758"/>
                  </a:cubicBezTo>
                  <a:lnTo>
                    <a:pt x="2994" y="3718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7461;p83"/>
            <p:cNvSpPr/>
            <p:nvPr/>
          </p:nvSpPr>
          <p:spPr>
            <a:xfrm>
              <a:off x="-54662425" y="3621875"/>
              <a:ext cx="18125" cy="61450"/>
            </a:xfrm>
            <a:custGeom>
              <a:avLst/>
              <a:gdLst/>
              <a:ahLst/>
              <a:cxnLst/>
              <a:rect l="l" t="t" r="r" b="b"/>
              <a:pathLst>
                <a:path w="725" h="2458" extrusionOk="0">
                  <a:moveTo>
                    <a:pt x="347" y="0"/>
                  </a:moveTo>
                  <a:cubicBezTo>
                    <a:pt x="158" y="315"/>
                    <a:pt x="0" y="757"/>
                    <a:pt x="0" y="1229"/>
                  </a:cubicBezTo>
                  <a:cubicBezTo>
                    <a:pt x="0" y="1702"/>
                    <a:pt x="189" y="2143"/>
                    <a:pt x="347" y="2458"/>
                  </a:cubicBezTo>
                  <a:cubicBezTo>
                    <a:pt x="504" y="2143"/>
                    <a:pt x="725" y="1702"/>
                    <a:pt x="725" y="1229"/>
                  </a:cubicBezTo>
                  <a:cubicBezTo>
                    <a:pt x="725" y="757"/>
                    <a:pt x="504" y="315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83"/>
            <p:cNvSpPr/>
            <p:nvPr/>
          </p:nvSpPr>
          <p:spPr>
            <a:xfrm>
              <a:off x="-54737250" y="3652600"/>
              <a:ext cx="66175" cy="37825"/>
            </a:xfrm>
            <a:custGeom>
              <a:avLst/>
              <a:gdLst/>
              <a:ahLst/>
              <a:cxnLst/>
              <a:rect l="l" t="t" r="r" b="b"/>
              <a:pathLst>
                <a:path w="2647" h="1513" extrusionOk="0">
                  <a:moveTo>
                    <a:pt x="0" y="0"/>
                  </a:moveTo>
                  <a:lnTo>
                    <a:pt x="599" y="1512"/>
                  </a:lnTo>
                  <a:lnTo>
                    <a:pt x="2647" y="1512"/>
                  </a:lnTo>
                  <a:cubicBezTo>
                    <a:pt x="2458" y="1103"/>
                    <a:pt x="2206" y="599"/>
                    <a:pt x="22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83"/>
            <p:cNvSpPr/>
            <p:nvPr/>
          </p:nvSpPr>
          <p:spPr>
            <a:xfrm>
              <a:off x="-54568700" y="3608475"/>
              <a:ext cx="74850" cy="293000"/>
            </a:xfrm>
            <a:custGeom>
              <a:avLst/>
              <a:gdLst/>
              <a:ahLst/>
              <a:cxnLst/>
              <a:rect l="l" t="t" r="r" b="b"/>
              <a:pathLst>
                <a:path w="2994" h="11720" extrusionOk="0">
                  <a:moveTo>
                    <a:pt x="1481" y="1"/>
                  </a:moveTo>
                  <a:lnTo>
                    <a:pt x="851" y="1576"/>
                  </a:lnTo>
                  <a:lnTo>
                    <a:pt x="0" y="3750"/>
                  </a:lnTo>
                  <a:lnTo>
                    <a:pt x="0" y="4727"/>
                  </a:lnTo>
                  <a:cubicBezTo>
                    <a:pt x="0" y="5514"/>
                    <a:pt x="158" y="6270"/>
                    <a:pt x="378" y="6995"/>
                  </a:cubicBezTo>
                  <a:cubicBezTo>
                    <a:pt x="630" y="7751"/>
                    <a:pt x="757" y="8539"/>
                    <a:pt x="757" y="9295"/>
                  </a:cubicBezTo>
                  <a:lnTo>
                    <a:pt x="757" y="11343"/>
                  </a:lnTo>
                  <a:cubicBezTo>
                    <a:pt x="757" y="11573"/>
                    <a:pt x="925" y="11719"/>
                    <a:pt x="1115" y="11719"/>
                  </a:cubicBezTo>
                  <a:cubicBezTo>
                    <a:pt x="1184" y="11719"/>
                    <a:pt x="1256" y="11700"/>
                    <a:pt x="1324" y="11658"/>
                  </a:cubicBezTo>
                  <a:lnTo>
                    <a:pt x="1733" y="11374"/>
                  </a:lnTo>
                  <a:cubicBezTo>
                    <a:pt x="2489" y="10870"/>
                    <a:pt x="2993" y="10051"/>
                    <a:pt x="2993" y="9137"/>
                  </a:cubicBezTo>
                  <a:cubicBezTo>
                    <a:pt x="2993" y="8003"/>
                    <a:pt x="2710" y="6774"/>
                    <a:pt x="2206" y="5735"/>
                  </a:cubicBezTo>
                  <a:cubicBezTo>
                    <a:pt x="1733" y="4790"/>
                    <a:pt x="1481" y="3781"/>
                    <a:pt x="1481" y="2710"/>
                  </a:cubicBezTo>
                  <a:lnTo>
                    <a:pt x="14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83"/>
            <p:cNvSpPr/>
            <p:nvPr/>
          </p:nvSpPr>
          <p:spPr>
            <a:xfrm>
              <a:off x="-54636450" y="3652600"/>
              <a:ext cx="66975" cy="37825"/>
            </a:xfrm>
            <a:custGeom>
              <a:avLst/>
              <a:gdLst/>
              <a:ahLst/>
              <a:cxnLst/>
              <a:rect l="l" t="t" r="r" b="b"/>
              <a:pathLst>
                <a:path w="2679" h="1513" extrusionOk="0">
                  <a:moveTo>
                    <a:pt x="411" y="0"/>
                  </a:moveTo>
                  <a:cubicBezTo>
                    <a:pt x="411" y="599"/>
                    <a:pt x="221" y="1103"/>
                    <a:pt x="1" y="1512"/>
                  </a:cubicBezTo>
                  <a:lnTo>
                    <a:pt x="2080" y="1512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83"/>
            <p:cNvSpPr/>
            <p:nvPr/>
          </p:nvSpPr>
          <p:spPr>
            <a:xfrm>
              <a:off x="-54760100" y="3596675"/>
              <a:ext cx="212675" cy="37025"/>
            </a:xfrm>
            <a:custGeom>
              <a:avLst/>
              <a:gdLst/>
              <a:ahLst/>
              <a:cxnLst/>
              <a:rect l="l" t="t" r="r" b="b"/>
              <a:pathLst>
                <a:path w="8507" h="1481" extrusionOk="0">
                  <a:moveTo>
                    <a:pt x="1" y="0"/>
                  </a:moveTo>
                  <a:lnTo>
                    <a:pt x="599" y="1481"/>
                  </a:lnTo>
                  <a:lnTo>
                    <a:pt x="3246" y="1481"/>
                  </a:lnTo>
                  <a:cubicBezTo>
                    <a:pt x="3466" y="693"/>
                    <a:pt x="3939" y="158"/>
                    <a:pt x="4002" y="95"/>
                  </a:cubicBezTo>
                  <a:cubicBezTo>
                    <a:pt x="4081" y="32"/>
                    <a:pt x="4183" y="0"/>
                    <a:pt x="4281" y="0"/>
                  </a:cubicBezTo>
                  <a:close/>
                  <a:moveTo>
                    <a:pt x="4281" y="0"/>
                  </a:moveTo>
                  <a:cubicBezTo>
                    <a:pt x="4380" y="0"/>
                    <a:pt x="4474" y="32"/>
                    <a:pt x="4537" y="95"/>
                  </a:cubicBezTo>
                  <a:cubicBezTo>
                    <a:pt x="4569" y="158"/>
                    <a:pt x="5041" y="693"/>
                    <a:pt x="5294" y="1481"/>
                  </a:cubicBezTo>
                  <a:lnTo>
                    <a:pt x="7940" y="1481"/>
                  </a:lnTo>
                  <a:lnTo>
                    <a:pt x="8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83"/>
            <p:cNvSpPr/>
            <p:nvPr/>
          </p:nvSpPr>
          <p:spPr>
            <a:xfrm>
              <a:off x="-54738050" y="3708500"/>
              <a:ext cx="169375" cy="186700"/>
            </a:xfrm>
            <a:custGeom>
              <a:avLst/>
              <a:gdLst/>
              <a:ahLst/>
              <a:cxnLst/>
              <a:rect l="l" t="t" r="r" b="b"/>
              <a:pathLst>
                <a:path w="6775" h="7468" extrusionOk="0">
                  <a:moveTo>
                    <a:pt x="1891" y="1513"/>
                  </a:moveTo>
                  <a:cubicBezTo>
                    <a:pt x="2080" y="1513"/>
                    <a:pt x="2238" y="1671"/>
                    <a:pt x="2238" y="1860"/>
                  </a:cubicBezTo>
                  <a:cubicBezTo>
                    <a:pt x="2238" y="2049"/>
                    <a:pt x="2080" y="2206"/>
                    <a:pt x="1891" y="2206"/>
                  </a:cubicBezTo>
                  <a:cubicBezTo>
                    <a:pt x="1702" y="2206"/>
                    <a:pt x="1545" y="2112"/>
                    <a:pt x="1545" y="1860"/>
                  </a:cubicBezTo>
                  <a:cubicBezTo>
                    <a:pt x="1545" y="1671"/>
                    <a:pt x="1702" y="1513"/>
                    <a:pt x="1891" y="1513"/>
                  </a:cubicBezTo>
                  <a:close/>
                  <a:moveTo>
                    <a:pt x="4884" y="1545"/>
                  </a:moveTo>
                  <a:cubicBezTo>
                    <a:pt x="5073" y="1545"/>
                    <a:pt x="5231" y="1702"/>
                    <a:pt x="5231" y="1891"/>
                  </a:cubicBezTo>
                  <a:cubicBezTo>
                    <a:pt x="5231" y="2112"/>
                    <a:pt x="5073" y="2269"/>
                    <a:pt x="4884" y="2269"/>
                  </a:cubicBezTo>
                  <a:cubicBezTo>
                    <a:pt x="4695" y="2269"/>
                    <a:pt x="4538" y="2112"/>
                    <a:pt x="4538" y="1891"/>
                  </a:cubicBezTo>
                  <a:cubicBezTo>
                    <a:pt x="4538" y="1702"/>
                    <a:pt x="4695" y="1545"/>
                    <a:pt x="4884" y="1545"/>
                  </a:cubicBezTo>
                  <a:close/>
                  <a:moveTo>
                    <a:pt x="4404" y="4073"/>
                  </a:moveTo>
                  <a:cubicBezTo>
                    <a:pt x="4498" y="4073"/>
                    <a:pt x="4585" y="4112"/>
                    <a:pt x="4632" y="4191"/>
                  </a:cubicBezTo>
                  <a:cubicBezTo>
                    <a:pt x="4853" y="4286"/>
                    <a:pt x="4853" y="4538"/>
                    <a:pt x="4695" y="4695"/>
                  </a:cubicBezTo>
                  <a:cubicBezTo>
                    <a:pt x="4317" y="5042"/>
                    <a:pt x="3844" y="5231"/>
                    <a:pt x="3340" y="5231"/>
                  </a:cubicBezTo>
                  <a:cubicBezTo>
                    <a:pt x="2836" y="5231"/>
                    <a:pt x="2364" y="5042"/>
                    <a:pt x="2049" y="4695"/>
                  </a:cubicBezTo>
                  <a:cubicBezTo>
                    <a:pt x="1891" y="4538"/>
                    <a:pt x="1891" y="4286"/>
                    <a:pt x="2049" y="4191"/>
                  </a:cubicBezTo>
                  <a:cubicBezTo>
                    <a:pt x="2127" y="4112"/>
                    <a:pt x="2222" y="4073"/>
                    <a:pt x="2312" y="4073"/>
                  </a:cubicBezTo>
                  <a:cubicBezTo>
                    <a:pt x="2403" y="4073"/>
                    <a:pt x="2490" y="4112"/>
                    <a:pt x="2553" y="4191"/>
                  </a:cubicBezTo>
                  <a:cubicBezTo>
                    <a:pt x="2773" y="4412"/>
                    <a:pt x="3057" y="4522"/>
                    <a:pt x="3340" y="4522"/>
                  </a:cubicBezTo>
                  <a:cubicBezTo>
                    <a:pt x="3624" y="4522"/>
                    <a:pt x="3907" y="4412"/>
                    <a:pt x="4128" y="4191"/>
                  </a:cubicBezTo>
                  <a:cubicBezTo>
                    <a:pt x="4207" y="4112"/>
                    <a:pt x="4309" y="4073"/>
                    <a:pt x="4404" y="4073"/>
                  </a:cubicBezTo>
                  <a:close/>
                  <a:moveTo>
                    <a:pt x="757" y="1"/>
                  </a:moveTo>
                  <a:lnTo>
                    <a:pt x="757" y="694"/>
                  </a:lnTo>
                  <a:cubicBezTo>
                    <a:pt x="757" y="1513"/>
                    <a:pt x="631" y="2332"/>
                    <a:pt x="347" y="3088"/>
                  </a:cubicBezTo>
                  <a:cubicBezTo>
                    <a:pt x="1" y="4160"/>
                    <a:pt x="1" y="4947"/>
                    <a:pt x="1" y="5672"/>
                  </a:cubicBezTo>
                  <a:cubicBezTo>
                    <a:pt x="757" y="6743"/>
                    <a:pt x="2017" y="7468"/>
                    <a:pt x="3403" y="7468"/>
                  </a:cubicBezTo>
                  <a:cubicBezTo>
                    <a:pt x="4758" y="7468"/>
                    <a:pt x="6018" y="6774"/>
                    <a:pt x="6774" y="5672"/>
                  </a:cubicBezTo>
                  <a:cubicBezTo>
                    <a:pt x="6774" y="4947"/>
                    <a:pt x="6774" y="4160"/>
                    <a:pt x="6428" y="3088"/>
                  </a:cubicBezTo>
                  <a:cubicBezTo>
                    <a:pt x="6144" y="2332"/>
                    <a:pt x="6018" y="1513"/>
                    <a:pt x="6018" y="694"/>
                  </a:cubicBezTo>
                  <a:lnTo>
                    <a:pt x="60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7" name="Google Shape;7467;p83"/>
          <p:cNvSpPr/>
          <p:nvPr/>
        </p:nvSpPr>
        <p:spPr>
          <a:xfrm>
            <a:off x="5033910" y="3745725"/>
            <a:ext cx="8018" cy="900"/>
          </a:xfrm>
          <a:custGeom>
            <a:avLst/>
            <a:gdLst/>
            <a:ahLst/>
            <a:cxnLst/>
            <a:rect l="l" t="t" r="r" b="b"/>
            <a:pathLst>
              <a:path w="285" h="32" extrusionOk="0">
                <a:moveTo>
                  <a:pt x="1" y="0"/>
                </a:moveTo>
                <a:cubicBezTo>
                  <a:pt x="95" y="32"/>
                  <a:pt x="158" y="32"/>
                  <a:pt x="284" y="32"/>
                </a:cubicBezTo>
                <a:cubicBezTo>
                  <a:pt x="221" y="32"/>
                  <a:pt x="127" y="0"/>
                  <a:pt x="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8" name="Google Shape;7468;p83"/>
          <p:cNvSpPr/>
          <p:nvPr/>
        </p:nvSpPr>
        <p:spPr>
          <a:xfrm>
            <a:off x="5034361" y="3746598"/>
            <a:ext cx="7118" cy="928"/>
          </a:xfrm>
          <a:custGeom>
            <a:avLst/>
            <a:gdLst/>
            <a:ahLst/>
            <a:cxnLst/>
            <a:rect l="l" t="t" r="r" b="b"/>
            <a:pathLst>
              <a:path w="253" h="33" extrusionOk="0">
                <a:moveTo>
                  <a:pt x="253" y="1"/>
                </a:moveTo>
                <a:lnTo>
                  <a:pt x="253" y="1"/>
                </a:lnTo>
                <a:cubicBezTo>
                  <a:pt x="189" y="1"/>
                  <a:pt x="64" y="1"/>
                  <a:pt x="1" y="32"/>
                </a:cubicBezTo>
                <a:cubicBezTo>
                  <a:pt x="95" y="1"/>
                  <a:pt x="190" y="1"/>
                  <a:pt x="25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69" name="Google Shape;7469;p83"/>
          <p:cNvGrpSpPr/>
          <p:nvPr/>
        </p:nvGrpSpPr>
        <p:grpSpPr>
          <a:xfrm>
            <a:off x="4881188" y="3827938"/>
            <a:ext cx="314662" cy="358099"/>
            <a:chOff x="-54793175" y="3982600"/>
            <a:chExt cx="279625" cy="318225"/>
          </a:xfrm>
        </p:grpSpPr>
        <p:sp>
          <p:nvSpPr>
            <p:cNvPr id="7470" name="Google Shape;7470;p83"/>
            <p:cNvSpPr/>
            <p:nvPr/>
          </p:nvSpPr>
          <p:spPr>
            <a:xfrm>
              <a:off x="-54646675" y="3982600"/>
              <a:ext cx="113425" cy="111075"/>
            </a:xfrm>
            <a:custGeom>
              <a:avLst/>
              <a:gdLst/>
              <a:ahLst/>
              <a:cxnLst/>
              <a:rect l="l" t="t" r="r" b="b"/>
              <a:pathLst>
                <a:path w="4537" h="4443" extrusionOk="0">
                  <a:moveTo>
                    <a:pt x="0" y="1"/>
                  </a:moveTo>
                  <a:cubicBezTo>
                    <a:pt x="1261" y="221"/>
                    <a:pt x="2237" y="2080"/>
                    <a:pt x="2332" y="4443"/>
                  </a:cubicBezTo>
                  <a:lnTo>
                    <a:pt x="4128" y="4443"/>
                  </a:lnTo>
                  <a:cubicBezTo>
                    <a:pt x="4380" y="4443"/>
                    <a:pt x="4537" y="4254"/>
                    <a:pt x="4506" y="4002"/>
                  </a:cubicBezTo>
                  <a:cubicBezTo>
                    <a:pt x="4128" y="1859"/>
                    <a:pt x="2300" y="158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83"/>
            <p:cNvSpPr/>
            <p:nvPr/>
          </p:nvSpPr>
          <p:spPr>
            <a:xfrm>
              <a:off x="-54644325" y="4003075"/>
              <a:ext cx="36250" cy="90600"/>
            </a:xfrm>
            <a:custGeom>
              <a:avLst/>
              <a:gdLst/>
              <a:ahLst/>
              <a:cxnLst/>
              <a:rect l="l" t="t" r="r" b="b"/>
              <a:pathLst>
                <a:path w="1450" h="3624" extrusionOk="0">
                  <a:moveTo>
                    <a:pt x="1" y="1"/>
                  </a:moveTo>
                  <a:lnTo>
                    <a:pt x="1" y="3624"/>
                  </a:lnTo>
                  <a:lnTo>
                    <a:pt x="1450" y="3624"/>
                  </a:lnTo>
                  <a:cubicBezTo>
                    <a:pt x="1419" y="1765"/>
                    <a:pt x="726" y="379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83"/>
            <p:cNvSpPr/>
            <p:nvPr/>
          </p:nvSpPr>
          <p:spPr>
            <a:xfrm>
              <a:off x="-54773475" y="3983400"/>
              <a:ext cx="113425" cy="111075"/>
            </a:xfrm>
            <a:custGeom>
              <a:avLst/>
              <a:gdLst/>
              <a:ahLst/>
              <a:cxnLst/>
              <a:rect l="l" t="t" r="r" b="b"/>
              <a:pathLst>
                <a:path w="4537" h="4443" extrusionOk="0">
                  <a:moveTo>
                    <a:pt x="4537" y="0"/>
                  </a:moveTo>
                  <a:lnTo>
                    <a:pt x="4537" y="0"/>
                  </a:lnTo>
                  <a:cubicBezTo>
                    <a:pt x="2237" y="126"/>
                    <a:pt x="378" y="1827"/>
                    <a:pt x="32" y="4033"/>
                  </a:cubicBezTo>
                  <a:cubicBezTo>
                    <a:pt x="0" y="4253"/>
                    <a:pt x="189" y="4442"/>
                    <a:pt x="378" y="4442"/>
                  </a:cubicBezTo>
                  <a:lnTo>
                    <a:pt x="2205" y="4442"/>
                  </a:lnTo>
                  <a:cubicBezTo>
                    <a:pt x="2268" y="2079"/>
                    <a:pt x="3277" y="252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83"/>
            <p:cNvSpPr/>
            <p:nvPr/>
          </p:nvSpPr>
          <p:spPr>
            <a:xfrm>
              <a:off x="-54699450" y="4003075"/>
              <a:ext cx="36250" cy="90600"/>
            </a:xfrm>
            <a:custGeom>
              <a:avLst/>
              <a:gdLst/>
              <a:ahLst/>
              <a:cxnLst/>
              <a:rect l="l" t="t" r="r" b="b"/>
              <a:pathLst>
                <a:path w="1450" h="3624" extrusionOk="0">
                  <a:moveTo>
                    <a:pt x="1450" y="1"/>
                  </a:moveTo>
                  <a:cubicBezTo>
                    <a:pt x="725" y="379"/>
                    <a:pt x="64" y="1765"/>
                    <a:pt x="1" y="3624"/>
                  </a:cubicBezTo>
                  <a:lnTo>
                    <a:pt x="1450" y="3624"/>
                  </a:lnTo>
                  <a:lnTo>
                    <a:pt x="145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83"/>
            <p:cNvSpPr/>
            <p:nvPr/>
          </p:nvSpPr>
          <p:spPr>
            <a:xfrm>
              <a:off x="-54756150" y="4112550"/>
              <a:ext cx="204800" cy="188275"/>
            </a:xfrm>
            <a:custGeom>
              <a:avLst/>
              <a:gdLst/>
              <a:ahLst/>
              <a:cxnLst/>
              <a:rect l="l" t="t" r="r" b="b"/>
              <a:pathLst>
                <a:path w="8192" h="7531" extrusionOk="0">
                  <a:moveTo>
                    <a:pt x="2615" y="1545"/>
                  </a:moveTo>
                  <a:cubicBezTo>
                    <a:pt x="2804" y="1545"/>
                    <a:pt x="2962" y="1671"/>
                    <a:pt x="2962" y="1891"/>
                  </a:cubicBezTo>
                  <a:cubicBezTo>
                    <a:pt x="2962" y="2080"/>
                    <a:pt x="2804" y="2238"/>
                    <a:pt x="2615" y="2238"/>
                  </a:cubicBezTo>
                  <a:cubicBezTo>
                    <a:pt x="2426" y="2238"/>
                    <a:pt x="2269" y="2080"/>
                    <a:pt x="2269" y="1891"/>
                  </a:cubicBezTo>
                  <a:cubicBezTo>
                    <a:pt x="2269" y="1702"/>
                    <a:pt x="2426" y="1545"/>
                    <a:pt x="2615" y="1545"/>
                  </a:cubicBezTo>
                  <a:close/>
                  <a:moveTo>
                    <a:pt x="5608" y="1545"/>
                  </a:moveTo>
                  <a:cubicBezTo>
                    <a:pt x="5797" y="1545"/>
                    <a:pt x="5955" y="1671"/>
                    <a:pt x="5955" y="1891"/>
                  </a:cubicBezTo>
                  <a:cubicBezTo>
                    <a:pt x="5955" y="2080"/>
                    <a:pt x="5797" y="2238"/>
                    <a:pt x="5608" y="2238"/>
                  </a:cubicBezTo>
                  <a:cubicBezTo>
                    <a:pt x="5419" y="2238"/>
                    <a:pt x="5262" y="2080"/>
                    <a:pt x="5262" y="1891"/>
                  </a:cubicBezTo>
                  <a:cubicBezTo>
                    <a:pt x="5199" y="1702"/>
                    <a:pt x="5419" y="1545"/>
                    <a:pt x="5608" y="1545"/>
                  </a:cubicBezTo>
                  <a:close/>
                  <a:moveTo>
                    <a:pt x="5163" y="4104"/>
                  </a:moveTo>
                  <a:cubicBezTo>
                    <a:pt x="5262" y="4104"/>
                    <a:pt x="5356" y="4144"/>
                    <a:pt x="5419" y="4223"/>
                  </a:cubicBezTo>
                  <a:cubicBezTo>
                    <a:pt x="5577" y="4380"/>
                    <a:pt x="5577" y="4601"/>
                    <a:pt x="5419" y="4727"/>
                  </a:cubicBezTo>
                  <a:cubicBezTo>
                    <a:pt x="5073" y="5073"/>
                    <a:pt x="4568" y="5262"/>
                    <a:pt x="4064" y="5262"/>
                  </a:cubicBezTo>
                  <a:cubicBezTo>
                    <a:pt x="3560" y="5262"/>
                    <a:pt x="3088" y="5073"/>
                    <a:pt x="2773" y="4727"/>
                  </a:cubicBezTo>
                  <a:cubicBezTo>
                    <a:pt x="2615" y="4569"/>
                    <a:pt x="2615" y="4317"/>
                    <a:pt x="2773" y="4223"/>
                  </a:cubicBezTo>
                  <a:cubicBezTo>
                    <a:pt x="2851" y="4144"/>
                    <a:pt x="2946" y="4104"/>
                    <a:pt x="3040" y="4104"/>
                  </a:cubicBezTo>
                  <a:cubicBezTo>
                    <a:pt x="3135" y="4104"/>
                    <a:pt x="3229" y="4144"/>
                    <a:pt x="3308" y="4223"/>
                  </a:cubicBezTo>
                  <a:cubicBezTo>
                    <a:pt x="3529" y="4427"/>
                    <a:pt x="3820" y="4530"/>
                    <a:pt x="4108" y="4530"/>
                  </a:cubicBezTo>
                  <a:cubicBezTo>
                    <a:pt x="4395" y="4530"/>
                    <a:pt x="4679" y="4427"/>
                    <a:pt x="4883" y="4223"/>
                  </a:cubicBezTo>
                  <a:cubicBezTo>
                    <a:pt x="4962" y="4144"/>
                    <a:pt x="5065" y="4104"/>
                    <a:pt x="5163" y="4104"/>
                  </a:cubicBezTo>
                  <a:close/>
                  <a:moveTo>
                    <a:pt x="0" y="1"/>
                  </a:moveTo>
                  <a:lnTo>
                    <a:pt x="0" y="3435"/>
                  </a:lnTo>
                  <a:cubicBezTo>
                    <a:pt x="0" y="5672"/>
                    <a:pt x="1859" y="7531"/>
                    <a:pt x="4096" y="7531"/>
                  </a:cubicBezTo>
                  <a:cubicBezTo>
                    <a:pt x="6364" y="7531"/>
                    <a:pt x="8191" y="5672"/>
                    <a:pt x="8191" y="3435"/>
                  </a:cubicBezTo>
                  <a:lnTo>
                    <a:pt x="81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83"/>
            <p:cNvSpPr/>
            <p:nvPr/>
          </p:nvSpPr>
          <p:spPr>
            <a:xfrm>
              <a:off x="-54532475" y="4136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300"/>
                    <a:pt x="757" y="1828"/>
                    <a:pt x="757" y="1261"/>
                  </a:cubicBezTo>
                  <a:cubicBezTo>
                    <a:pt x="757" y="757"/>
                    <a:pt x="442" y="284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83"/>
            <p:cNvSpPr/>
            <p:nvPr/>
          </p:nvSpPr>
          <p:spPr>
            <a:xfrm>
              <a:off x="-547931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316" y="284"/>
                    <a:pt x="0" y="757"/>
                    <a:pt x="0" y="1292"/>
                  </a:cubicBezTo>
                  <a:cubicBezTo>
                    <a:pt x="0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7" name="Google Shape;7477;p83"/>
          <p:cNvGrpSpPr/>
          <p:nvPr/>
        </p:nvGrpSpPr>
        <p:grpSpPr>
          <a:xfrm>
            <a:off x="7092647" y="2887174"/>
            <a:ext cx="314662" cy="358099"/>
            <a:chOff x="-52832000" y="3192625"/>
            <a:chExt cx="279625" cy="318225"/>
          </a:xfrm>
        </p:grpSpPr>
        <p:sp>
          <p:nvSpPr>
            <p:cNvPr id="7478" name="Google Shape;7478;p83"/>
            <p:cNvSpPr/>
            <p:nvPr/>
          </p:nvSpPr>
          <p:spPr>
            <a:xfrm>
              <a:off x="-52574450" y="3306025"/>
              <a:ext cx="22075" cy="110300"/>
            </a:xfrm>
            <a:custGeom>
              <a:avLst/>
              <a:gdLst/>
              <a:ahLst/>
              <a:cxnLst/>
              <a:rect l="l" t="t" r="r" b="b"/>
              <a:pathLst>
                <a:path w="883" h="4412" extrusionOk="0">
                  <a:moveTo>
                    <a:pt x="1" y="1"/>
                  </a:moveTo>
                  <a:lnTo>
                    <a:pt x="1" y="1"/>
                  </a:lnTo>
                  <a:cubicBezTo>
                    <a:pt x="95" y="348"/>
                    <a:pt x="127" y="726"/>
                    <a:pt x="127" y="1104"/>
                  </a:cubicBezTo>
                  <a:lnTo>
                    <a:pt x="127" y="3939"/>
                  </a:lnTo>
                  <a:cubicBezTo>
                    <a:pt x="127" y="4097"/>
                    <a:pt x="127" y="4254"/>
                    <a:pt x="95" y="4412"/>
                  </a:cubicBezTo>
                  <a:cubicBezTo>
                    <a:pt x="537" y="4254"/>
                    <a:pt x="883" y="3876"/>
                    <a:pt x="883" y="3341"/>
                  </a:cubicBezTo>
                  <a:lnTo>
                    <a:pt x="883" y="1104"/>
                  </a:lnTo>
                  <a:cubicBezTo>
                    <a:pt x="883" y="600"/>
                    <a:pt x="537" y="127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83"/>
            <p:cNvSpPr/>
            <p:nvPr/>
          </p:nvSpPr>
          <p:spPr>
            <a:xfrm>
              <a:off x="-52826475" y="3192625"/>
              <a:ext cx="267800" cy="100050"/>
            </a:xfrm>
            <a:custGeom>
              <a:avLst/>
              <a:gdLst/>
              <a:ahLst/>
              <a:cxnLst/>
              <a:rect l="l" t="t" r="r" b="b"/>
              <a:pathLst>
                <a:path w="10712" h="4002" extrusionOk="0">
                  <a:moveTo>
                    <a:pt x="5356" y="0"/>
                  </a:moveTo>
                  <a:cubicBezTo>
                    <a:pt x="2836" y="0"/>
                    <a:pt x="725" y="1670"/>
                    <a:pt x="0" y="4001"/>
                  </a:cubicBezTo>
                  <a:cubicBezTo>
                    <a:pt x="284" y="3844"/>
                    <a:pt x="567" y="3749"/>
                    <a:pt x="882" y="3749"/>
                  </a:cubicBezTo>
                  <a:cubicBezTo>
                    <a:pt x="1639" y="2017"/>
                    <a:pt x="3371" y="756"/>
                    <a:pt x="5356" y="756"/>
                  </a:cubicBezTo>
                  <a:cubicBezTo>
                    <a:pt x="7373" y="756"/>
                    <a:pt x="9105" y="1985"/>
                    <a:pt x="9861" y="3749"/>
                  </a:cubicBezTo>
                  <a:cubicBezTo>
                    <a:pt x="10176" y="3749"/>
                    <a:pt x="10492" y="3844"/>
                    <a:pt x="10712" y="4001"/>
                  </a:cubicBezTo>
                  <a:cubicBezTo>
                    <a:pt x="10019" y="1702"/>
                    <a:pt x="7877" y="0"/>
                    <a:pt x="53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7480;p83"/>
            <p:cNvSpPr/>
            <p:nvPr/>
          </p:nvSpPr>
          <p:spPr>
            <a:xfrm>
              <a:off x="-52794975" y="3361175"/>
              <a:ext cx="204800" cy="149675"/>
            </a:xfrm>
            <a:custGeom>
              <a:avLst/>
              <a:gdLst/>
              <a:ahLst/>
              <a:cxnLst/>
              <a:rect l="l" t="t" r="r" b="b"/>
              <a:pathLst>
                <a:path w="8192" h="5987" extrusionOk="0">
                  <a:moveTo>
                    <a:pt x="5132" y="2560"/>
                  </a:moveTo>
                  <a:cubicBezTo>
                    <a:pt x="5230" y="2560"/>
                    <a:pt x="5325" y="2599"/>
                    <a:pt x="5388" y="2678"/>
                  </a:cubicBezTo>
                  <a:cubicBezTo>
                    <a:pt x="5577" y="2836"/>
                    <a:pt x="5577" y="3088"/>
                    <a:pt x="5419" y="3182"/>
                  </a:cubicBezTo>
                  <a:cubicBezTo>
                    <a:pt x="5073" y="3560"/>
                    <a:pt x="4569" y="3749"/>
                    <a:pt x="4096" y="3749"/>
                  </a:cubicBezTo>
                  <a:cubicBezTo>
                    <a:pt x="3592" y="3749"/>
                    <a:pt x="3120" y="3560"/>
                    <a:pt x="2773" y="3182"/>
                  </a:cubicBezTo>
                  <a:cubicBezTo>
                    <a:pt x="2615" y="3025"/>
                    <a:pt x="2615" y="2804"/>
                    <a:pt x="2773" y="2678"/>
                  </a:cubicBezTo>
                  <a:cubicBezTo>
                    <a:pt x="2852" y="2599"/>
                    <a:pt x="2946" y="2560"/>
                    <a:pt x="3037" y="2560"/>
                  </a:cubicBezTo>
                  <a:cubicBezTo>
                    <a:pt x="3127" y="2560"/>
                    <a:pt x="3214" y="2599"/>
                    <a:pt x="3277" y="2678"/>
                  </a:cubicBezTo>
                  <a:cubicBezTo>
                    <a:pt x="3498" y="2899"/>
                    <a:pt x="3781" y="3009"/>
                    <a:pt x="4065" y="3009"/>
                  </a:cubicBezTo>
                  <a:cubicBezTo>
                    <a:pt x="4348" y="3009"/>
                    <a:pt x="4632" y="2899"/>
                    <a:pt x="4852" y="2678"/>
                  </a:cubicBezTo>
                  <a:cubicBezTo>
                    <a:pt x="4931" y="2599"/>
                    <a:pt x="5033" y="2560"/>
                    <a:pt x="5132" y="2560"/>
                  </a:cubicBezTo>
                  <a:close/>
                  <a:moveTo>
                    <a:pt x="1" y="0"/>
                  </a:moveTo>
                  <a:lnTo>
                    <a:pt x="1" y="1859"/>
                  </a:lnTo>
                  <a:cubicBezTo>
                    <a:pt x="1" y="2993"/>
                    <a:pt x="473" y="4127"/>
                    <a:pt x="1355" y="4915"/>
                  </a:cubicBezTo>
                  <a:cubicBezTo>
                    <a:pt x="2111" y="5640"/>
                    <a:pt x="3088" y="5986"/>
                    <a:pt x="4096" y="5986"/>
                  </a:cubicBezTo>
                  <a:lnTo>
                    <a:pt x="4506" y="5986"/>
                  </a:lnTo>
                  <a:cubicBezTo>
                    <a:pt x="6585" y="5797"/>
                    <a:pt x="8192" y="3907"/>
                    <a:pt x="8192" y="1733"/>
                  </a:cubicBezTo>
                  <a:lnTo>
                    <a:pt x="8192" y="32"/>
                  </a:lnTo>
                  <a:cubicBezTo>
                    <a:pt x="8192" y="1261"/>
                    <a:pt x="7215" y="2237"/>
                    <a:pt x="5955" y="2237"/>
                  </a:cubicBezTo>
                  <a:cubicBezTo>
                    <a:pt x="5167" y="2237"/>
                    <a:pt x="4506" y="1859"/>
                    <a:pt x="4096" y="1229"/>
                  </a:cubicBezTo>
                  <a:cubicBezTo>
                    <a:pt x="3718" y="1796"/>
                    <a:pt x="2994" y="2237"/>
                    <a:pt x="2269" y="2237"/>
                  </a:cubicBezTo>
                  <a:cubicBezTo>
                    <a:pt x="1040" y="2237"/>
                    <a:pt x="1" y="1261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7481;p83"/>
            <p:cNvSpPr/>
            <p:nvPr/>
          </p:nvSpPr>
          <p:spPr>
            <a:xfrm>
              <a:off x="-52791025" y="3231225"/>
              <a:ext cx="137850" cy="74825"/>
            </a:xfrm>
            <a:custGeom>
              <a:avLst/>
              <a:gdLst/>
              <a:ahLst/>
              <a:cxnLst/>
              <a:rect l="l" t="t" r="r" b="b"/>
              <a:pathLst>
                <a:path w="5514" h="2993" extrusionOk="0">
                  <a:moveTo>
                    <a:pt x="3938" y="0"/>
                  </a:moveTo>
                  <a:cubicBezTo>
                    <a:pt x="2048" y="0"/>
                    <a:pt x="473" y="1260"/>
                    <a:pt x="0" y="2993"/>
                  </a:cubicBezTo>
                  <a:lnTo>
                    <a:pt x="1701" y="2993"/>
                  </a:lnTo>
                  <a:cubicBezTo>
                    <a:pt x="3434" y="2993"/>
                    <a:pt x="4946" y="1890"/>
                    <a:pt x="5513" y="315"/>
                  </a:cubicBezTo>
                  <a:cubicBezTo>
                    <a:pt x="5041" y="126"/>
                    <a:pt x="4505" y="0"/>
                    <a:pt x="39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7482;p83"/>
            <p:cNvSpPr/>
            <p:nvPr/>
          </p:nvSpPr>
          <p:spPr>
            <a:xfrm>
              <a:off x="-52683125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00" y="1513"/>
                    <a:pt x="2993" y="820"/>
                    <a:pt x="29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7483;p83"/>
            <p:cNvSpPr/>
            <p:nvPr/>
          </p:nvSpPr>
          <p:spPr>
            <a:xfrm>
              <a:off x="-52794975" y="3247750"/>
              <a:ext cx="204800" cy="104000"/>
            </a:xfrm>
            <a:custGeom>
              <a:avLst/>
              <a:gdLst/>
              <a:ahLst/>
              <a:cxnLst/>
              <a:rect l="l" t="t" r="r" b="b"/>
              <a:pathLst>
                <a:path w="8192" h="4160" extrusionOk="0">
                  <a:moveTo>
                    <a:pt x="6365" y="1"/>
                  </a:moveTo>
                  <a:cubicBezTo>
                    <a:pt x="5640" y="1828"/>
                    <a:pt x="3876" y="3025"/>
                    <a:pt x="1859" y="3025"/>
                  </a:cubicBezTo>
                  <a:lnTo>
                    <a:pt x="1" y="3025"/>
                  </a:lnTo>
                  <a:lnTo>
                    <a:pt x="1" y="3403"/>
                  </a:lnTo>
                  <a:lnTo>
                    <a:pt x="1" y="4159"/>
                  </a:lnTo>
                  <a:cubicBezTo>
                    <a:pt x="1" y="3939"/>
                    <a:pt x="158" y="3781"/>
                    <a:pt x="379" y="3781"/>
                  </a:cubicBezTo>
                  <a:lnTo>
                    <a:pt x="7814" y="3781"/>
                  </a:lnTo>
                  <a:cubicBezTo>
                    <a:pt x="8003" y="3781"/>
                    <a:pt x="8160" y="3939"/>
                    <a:pt x="8160" y="4159"/>
                  </a:cubicBezTo>
                  <a:lnTo>
                    <a:pt x="8160" y="3403"/>
                  </a:lnTo>
                  <a:cubicBezTo>
                    <a:pt x="8192" y="2017"/>
                    <a:pt x="7467" y="757"/>
                    <a:pt x="63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7484;p83"/>
            <p:cNvSpPr/>
            <p:nvPr/>
          </p:nvSpPr>
          <p:spPr>
            <a:xfrm>
              <a:off x="-52776850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32" y="1513"/>
                    <a:pt x="2993" y="820"/>
                    <a:pt x="29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7485;p83"/>
            <p:cNvSpPr/>
            <p:nvPr/>
          </p:nvSpPr>
          <p:spPr>
            <a:xfrm>
              <a:off x="-52832000" y="3306025"/>
              <a:ext cx="21300" cy="110300"/>
            </a:xfrm>
            <a:custGeom>
              <a:avLst/>
              <a:gdLst/>
              <a:ahLst/>
              <a:cxnLst/>
              <a:rect l="l" t="t" r="r" b="b"/>
              <a:pathLst>
                <a:path w="852" h="4412" extrusionOk="0">
                  <a:moveTo>
                    <a:pt x="851" y="1"/>
                  </a:moveTo>
                  <a:cubicBezTo>
                    <a:pt x="347" y="127"/>
                    <a:pt x="1" y="568"/>
                    <a:pt x="1" y="1104"/>
                  </a:cubicBezTo>
                  <a:lnTo>
                    <a:pt x="1" y="3341"/>
                  </a:lnTo>
                  <a:cubicBezTo>
                    <a:pt x="1" y="3813"/>
                    <a:pt x="316" y="4254"/>
                    <a:pt x="757" y="4412"/>
                  </a:cubicBezTo>
                  <a:lnTo>
                    <a:pt x="757" y="4097"/>
                  </a:lnTo>
                  <a:lnTo>
                    <a:pt x="757" y="3341"/>
                  </a:lnTo>
                  <a:lnTo>
                    <a:pt x="757" y="1104"/>
                  </a:lnTo>
                  <a:cubicBezTo>
                    <a:pt x="757" y="726"/>
                    <a:pt x="788" y="348"/>
                    <a:pt x="8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6" name="Google Shape;7486;p83"/>
          <p:cNvGrpSpPr/>
          <p:nvPr/>
        </p:nvGrpSpPr>
        <p:grpSpPr>
          <a:xfrm>
            <a:off x="7070492" y="3359048"/>
            <a:ext cx="358971" cy="357198"/>
            <a:chOff x="-52851675" y="3585650"/>
            <a:chExt cx="319000" cy="317425"/>
          </a:xfrm>
        </p:grpSpPr>
        <p:sp>
          <p:nvSpPr>
            <p:cNvPr id="7487" name="Google Shape;7487;p83"/>
            <p:cNvSpPr/>
            <p:nvPr/>
          </p:nvSpPr>
          <p:spPr>
            <a:xfrm>
              <a:off x="-52851675" y="3641575"/>
              <a:ext cx="319000" cy="106350"/>
            </a:xfrm>
            <a:custGeom>
              <a:avLst/>
              <a:gdLst/>
              <a:ahLst/>
              <a:cxnLst/>
              <a:rect l="l" t="t" r="r" b="b"/>
              <a:pathLst>
                <a:path w="12760" h="4254" extrusionOk="0">
                  <a:moveTo>
                    <a:pt x="6364" y="0"/>
                  </a:moveTo>
                  <a:cubicBezTo>
                    <a:pt x="2836" y="0"/>
                    <a:pt x="0" y="1449"/>
                    <a:pt x="0" y="3371"/>
                  </a:cubicBezTo>
                  <a:cubicBezTo>
                    <a:pt x="0" y="3686"/>
                    <a:pt x="63" y="4001"/>
                    <a:pt x="252" y="4253"/>
                  </a:cubicBezTo>
                  <a:cubicBezTo>
                    <a:pt x="473" y="3749"/>
                    <a:pt x="945" y="3308"/>
                    <a:pt x="1481" y="3119"/>
                  </a:cubicBezTo>
                  <a:lnTo>
                    <a:pt x="1481" y="2898"/>
                  </a:lnTo>
                  <a:cubicBezTo>
                    <a:pt x="1481" y="2741"/>
                    <a:pt x="1575" y="2615"/>
                    <a:pt x="1733" y="2520"/>
                  </a:cubicBezTo>
                  <a:cubicBezTo>
                    <a:pt x="3403" y="1796"/>
                    <a:pt x="4915" y="1512"/>
                    <a:pt x="6396" y="1512"/>
                  </a:cubicBezTo>
                  <a:cubicBezTo>
                    <a:pt x="7845" y="1512"/>
                    <a:pt x="9389" y="1827"/>
                    <a:pt x="11027" y="2520"/>
                  </a:cubicBezTo>
                  <a:cubicBezTo>
                    <a:pt x="11153" y="2615"/>
                    <a:pt x="11279" y="2741"/>
                    <a:pt x="11279" y="2898"/>
                  </a:cubicBezTo>
                  <a:lnTo>
                    <a:pt x="11279" y="3119"/>
                  </a:lnTo>
                  <a:cubicBezTo>
                    <a:pt x="11815" y="3308"/>
                    <a:pt x="12287" y="3718"/>
                    <a:pt x="12539" y="4253"/>
                  </a:cubicBezTo>
                  <a:cubicBezTo>
                    <a:pt x="12697" y="4001"/>
                    <a:pt x="12760" y="3686"/>
                    <a:pt x="12760" y="3371"/>
                  </a:cubicBezTo>
                  <a:cubicBezTo>
                    <a:pt x="12760" y="1449"/>
                    <a:pt x="9924" y="0"/>
                    <a:pt x="6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83"/>
            <p:cNvSpPr/>
            <p:nvPr/>
          </p:nvSpPr>
          <p:spPr>
            <a:xfrm>
              <a:off x="-52787100" y="3585650"/>
              <a:ext cx="189050" cy="52000"/>
            </a:xfrm>
            <a:custGeom>
              <a:avLst/>
              <a:gdLst/>
              <a:ahLst/>
              <a:cxnLst/>
              <a:rect l="l" t="t" r="r" b="b"/>
              <a:pathLst>
                <a:path w="7562" h="2080" extrusionOk="0">
                  <a:moveTo>
                    <a:pt x="3781" y="0"/>
                  </a:moveTo>
                  <a:cubicBezTo>
                    <a:pt x="2048" y="0"/>
                    <a:pt x="599" y="882"/>
                    <a:pt x="1" y="2080"/>
                  </a:cubicBezTo>
                  <a:cubicBezTo>
                    <a:pt x="1103" y="1701"/>
                    <a:pt x="2363" y="1512"/>
                    <a:pt x="3781" y="1512"/>
                  </a:cubicBezTo>
                  <a:cubicBezTo>
                    <a:pt x="3928" y="1506"/>
                    <a:pt x="4073" y="1503"/>
                    <a:pt x="4217" y="1503"/>
                  </a:cubicBezTo>
                  <a:cubicBezTo>
                    <a:pt x="5469" y="1503"/>
                    <a:pt x="6629" y="1740"/>
                    <a:pt x="7562" y="2080"/>
                  </a:cubicBezTo>
                  <a:cubicBezTo>
                    <a:pt x="6995" y="882"/>
                    <a:pt x="5514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83"/>
            <p:cNvSpPr/>
            <p:nvPr/>
          </p:nvSpPr>
          <p:spPr>
            <a:xfrm>
              <a:off x="-52794975" y="3696700"/>
              <a:ext cx="127625" cy="74850"/>
            </a:xfrm>
            <a:custGeom>
              <a:avLst/>
              <a:gdLst/>
              <a:ahLst/>
              <a:cxnLst/>
              <a:rect l="l" t="t" r="r" b="b"/>
              <a:pathLst>
                <a:path w="5105" h="2994" extrusionOk="0">
                  <a:moveTo>
                    <a:pt x="4096" y="0"/>
                  </a:moveTo>
                  <a:cubicBezTo>
                    <a:pt x="2804" y="0"/>
                    <a:pt x="1324" y="284"/>
                    <a:pt x="1" y="883"/>
                  </a:cubicBezTo>
                  <a:lnTo>
                    <a:pt x="1" y="2993"/>
                  </a:lnTo>
                  <a:lnTo>
                    <a:pt x="1072" y="2993"/>
                  </a:lnTo>
                  <a:cubicBezTo>
                    <a:pt x="2741" y="2993"/>
                    <a:pt x="4317" y="2143"/>
                    <a:pt x="5104" y="95"/>
                  </a:cubicBezTo>
                  <a:cubicBezTo>
                    <a:pt x="4789" y="32"/>
                    <a:pt x="4411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83"/>
            <p:cNvSpPr/>
            <p:nvPr/>
          </p:nvSpPr>
          <p:spPr>
            <a:xfrm>
              <a:off x="-52795750" y="3700625"/>
              <a:ext cx="204800" cy="202450"/>
            </a:xfrm>
            <a:custGeom>
              <a:avLst/>
              <a:gdLst/>
              <a:ahLst/>
              <a:cxnLst/>
              <a:rect l="l" t="t" r="r" b="b"/>
              <a:pathLst>
                <a:path w="8192" h="8098" extrusionOk="0">
                  <a:moveTo>
                    <a:pt x="5639" y="2143"/>
                  </a:moveTo>
                  <a:cubicBezTo>
                    <a:pt x="5828" y="2143"/>
                    <a:pt x="5986" y="2301"/>
                    <a:pt x="5986" y="2490"/>
                  </a:cubicBezTo>
                  <a:cubicBezTo>
                    <a:pt x="5986" y="2679"/>
                    <a:pt x="5828" y="2836"/>
                    <a:pt x="5639" y="2836"/>
                  </a:cubicBezTo>
                  <a:cubicBezTo>
                    <a:pt x="5450" y="2836"/>
                    <a:pt x="5293" y="2679"/>
                    <a:pt x="5293" y="2490"/>
                  </a:cubicBezTo>
                  <a:cubicBezTo>
                    <a:pt x="5293" y="2301"/>
                    <a:pt x="5450" y="2143"/>
                    <a:pt x="5639" y="2143"/>
                  </a:cubicBezTo>
                  <a:close/>
                  <a:moveTo>
                    <a:pt x="5163" y="4671"/>
                  </a:moveTo>
                  <a:cubicBezTo>
                    <a:pt x="5261" y="4671"/>
                    <a:pt x="5356" y="4711"/>
                    <a:pt x="5419" y="4790"/>
                  </a:cubicBezTo>
                  <a:cubicBezTo>
                    <a:pt x="5608" y="4947"/>
                    <a:pt x="5608" y="5168"/>
                    <a:pt x="5450" y="5294"/>
                  </a:cubicBezTo>
                  <a:cubicBezTo>
                    <a:pt x="5104" y="5640"/>
                    <a:pt x="4600" y="5829"/>
                    <a:pt x="4127" y="5829"/>
                  </a:cubicBezTo>
                  <a:cubicBezTo>
                    <a:pt x="3623" y="5829"/>
                    <a:pt x="3151" y="5640"/>
                    <a:pt x="2804" y="5294"/>
                  </a:cubicBezTo>
                  <a:cubicBezTo>
                    <a:pt x="2646" y="5136"/>
                    <a:pt x="2646" y="4884"/>
                    <a:pt x="2804" y="4790"/>
                  </a:cubicBezTo>
                  <a:cubicBezTo>
                    <a:pt x="2883" y="4711"/>
                    <a:pt x="2977" y="4671"/>
                    <a:pt x="3068" y="4671"/>
                  </a:cubicBezTo>
                  <a:cubicBezTo>
                    <a:pt x="3158" y="4671"/>
                    <a:pt x="3245" y="4711"/>
                    <a:pt x="3308" y="4790"/>
                  </a:cubicBezTo>
                  <a:cubicBezTo>
                    <a:pt x="3529" y="4994"/>
                    <a:pt x="3812" y="5097"/>
                    <a:pt x="4096" y="5097"/>
                  </a:cubicBezTo>
                  <a:cubicBezTo>
                    <a:pt x="4379" y="5097"/>
                    <a:pt x="4663" y="4994"/>
                    <a:pt x="4883" y="4790"/>
                  </a:cubicBezTo>
                  <a:cubicBezTo>
                    <a:pt x="4962" y="4711"/>
                    <a:pt x="5064" y="4671"/>
                    <a:pt x="5163" y="4671"/>
                  </a:cubicBezTo>
                  <a:close/>
                  <a:moveTo>
                    <a:pt x="5860" y="1"/>
                  </a:moveTo>
                  <a:cubicBezTo>
                    <a:pt x="4883" y="2521"/>
                    <a:pt x="3119" y="3592"/>
                    <a:pt x="1071" y="3592"/>
                  </a:cubicBezTo>
                  <a:lnTo>
                    <a:pt x="0" y="3592"/>
                  </a:lnTo>
                  <a:lnTo>
                    <a:pt x="0" y="3939"/>
                  </a:lnTo>
                  <a:cubicBezTo>
                    <a:pt x="0" y="6176"/>
                    <a:pt x="1859" y="8098"/>
                    <a:pt x="4096" y="8098"/>
                  </a:cubicBezTo>
                  <a:cubicBezTo>
                    <a:pt x="6333" y="8098"/>
                    <a:pt x="8191" y="6239"/>
                    <a:pt x="8191" y="3939"/>
                  </a:cubicBezTo>
                  <a:lnTo>
                    <a:pt x="8191" y="2931"/>
                  </a:lnTo>
                  <a:lnTo>
                    <a:pt x="8191" y="2868"/>
                  </a:lnTo>
                  <a:lnTo>
                    <a:pt x="8191" y="726"/>
                  </a:lnTo>
                  <a:cubicBezTo>
                    <a:pt x="7435" y="347"/>
                    <a:pt x="6648" y="158"/>
                    <a:pt x="58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83"/>
            <p:cNvSpPr/>
            <p:nvPr/>
          </p:nvSpPr>
          <p:spPr>
            <a:xfrm>
              <a:off x="-52832775" y="374002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25" y="2584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83"/>
            <p:cNvSpPr/>
            <p:nvPr/>
          </p:nvSpPr>
          <p:spPr>
            <a:xfrm>
              <a:off x="-52570500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2584"/>
                  </a:lnTo>
                  <a:cubicBezTo>
                    <a:pt x="442" y="2300"/>
                    <a:pt x="757" y="1827"/>
                    <a:pt x="757" y="1260"/>
                  </a:cubicBezTo>
                  <a:cubicBezTo>
                    <a:pt x="757" y="725"/>
                    <a:pt x="442" y="252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3" name="Google Shape;7493;p83"/>
          <p:cNvGrpSpPr/>
          <p:nvPr/>
        </p:nvGrpSpPr>
        <p:grpSpPr>
          <a:xfrm>
            <a:off x="7092647" y="3820849"/>
            <a:ext cx="314662" cy="358999"/>
            <a:chOff x="-52832000" y="3976300"/>
            <a:chExt cx="279625" cy="319025"/>
          </a:xfrm>
        </p:grpSpPr>
        <p:sp>
          <p:nvSpPr>
            <p:cNvPr id="7494" name="Google Shape;7494;p83"/>
            <p:cNvSpPr/>
            <p:nvPr/>
          </p:nvSpPr>
          <p:spPr>
            <a:xfrm>
              <a:off x="-52794975" y="3976300"/>
              <a:ext cx="204800" cy="112650"/>
            </a:xfrm>
            <a:custGeom>
              <a:avLst/>
              <a:gdLst/>
              <a:ahLst/>
              <a:cxnLst/>
              <a:rect l="l" t="t" r="r" b="b"/>
              <a:pathLst>
                <a:path w="8192" h="4506" extrusionOk="0">
                  <a:moveTo>
                    <a:pt x="4096" y="1"/>
                  </a:moveTo>
                  <a:cubicBezTo>
                    <a:pt x="1859" y="1"/>
                    <a:pt x="1" y="1859"/>
                    <a:pt x="1" y="4096"/>
                  </a:cubicBezTo>
                  <a:lnTo>
                    <a:pt x="1" y="4506"/>
                  </a:lnTo>
                  <a:cubicBezTo>
                    <a:pt x="883" y="3120"/>
                    <a:pt x="2363" y="2206"/>
                    <a:pt x="4096" y="2206"/>
                  </a:cubicBezTo>
                  <a:cubicBezTo>
                    <a:pt x="5829" y="2206"/>
                    <a:pt x="7341" y="3120"/>
                    <a:pt x="8192" y="4506"/>
                  </a:cubicBezTo>
                  <a:lnTo>
                    <a:pt x="8192" y="4096"/>
                  </a:lnTo>
                  <a:cubicBezTo>
                    <a:pt x="8192" y="1859"/>
                    <a:pt x="6365" y="1"/>
                    <a:pt x="4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83"/>
            <p:cNvSpPr/>
            <p:nvPr/>
          </p:nvSpPr>
          <p:spPr>
            <a:xfrm>
              <a:off x="-52757175" y="4051125"/>
              <a:ext cx="167000" cy="94550"/>
            </a:xfrm>
            <a:custGeom>
              <a:avLst/>
              <a:gdLst/>
              <a:ahLst/>
              <a:cxnLst/>
              <a:rect l="l" t="t" r="r" b="b"/>
              <a:pathLst>
                <a:path w="6680" h="3782" extrusionOk="0">
                  <a:moveTo>
                    <a:pt x="2584" y="1"/>
                  </a:moveTo>
                  <a:cubicBezTo>
                    <a:pt x="1608" y="1"/>
                    <a:pt x="694" y="379"/>
                    <a:pt x="1" y="946"/>
                  </a:cubicBezTo>
                  <a:cubicBezTo>
                    <a:pt x="473" y="820"/>
                    <a:pt x="977" y="757"/>
                    <a:pt x="1482" y="757"/>
                  </a:cubicBezTo>
                  <a:cubicBezTo>
                    <a:pt x="3750" y="757"/>
                    <a:pt x="5672" y="1985"/>
                    <a:pt x="6680" y="3781"/>
                  </a:cubicBezTo>
                  <a:cubicBezTo>
                    <a:pt x="6522" y="1670"/>
                    <a:pt x="4758" y="1"/>
                    <a:pt x="25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83"/>
            <p:cNvSpPr/>
            <p:nvPr/>
          </p:nvSpPr>
          <p:spPr>
            <a:xfrm>
              <a:off x="-52794975" y="4088925"/>
              <a:ext cx="204025" cy="206400"/>
            </a:xfrm>
            <a:custGeom>
              <a:avLst/>
              <a:gdLst/>
              <a:ahLst/>
              <a:cxnLst/>
              <a:rect l="l" t="t" r="r" b="b"/>
              <a:pathLst>
                <a:path w="8161" h="8256" extrusionOk="0">
                  <a:moveTo>
                    <a:pt x="2615" y="2238"/>
                  </a:moveTo>
                  <a:cubicBezTo>
                    <a:pt x="2804" y="2238"/>
                    <a:pt x="2962" y="2395"/>
                    <a:pt x="2962" y="2584"/>
                  </a:cubicBezTo>
                  <a:cubicBezTo>
                    <a:pt x="2962" y="2805"/>
                    <a:pt x="2804" y="2962"/>
                    <a:pt x="2615" y="2962"/>
                  </a:cubicBezTo>
                  <a:cubicBezTo>
                    <a:pt x="2602" y="2965"/>
                    <a:pt x="2588" y="2966"/>
                    <a:pt x="2574" y="2966"/>
                  </a:cubicBezTo>
                  <a:cubicBezTo>
                    <a:pt x="2404" y="2966"/>
                    <a:pt x="2269" y="2788"/>
                    <a:pt x="2269" y="2584"/>
                  </a:cubicBezTo>
                  <a:cubicBezTo>
                    <a:pt x="2269" y="2395"/>
                    <a:pt x="2426" y="2238"/>
                    <a:pt x="2615" y="2238"/>
                  </a:cubicBezTo>
                  <a:close/>
                  <a:moveTo>
                    <a:pt x="5608" y="2269"/>
                  </a:moveTo>
                  <a:cubicBezTo>
                    <a:pt x="5797" y="2269"/>
                    <a:pt x="5955" y="2427"/>
                    <a:pt x="5955" y="2647"/>
                  </a:cubicBezTo>
                  <a:cubicBezTo>
                    <a:pt x="5955" y="2805"/>
                    <a:pt x="5797" y="2994"/>
                    <a:pt x="5608" y="2994"/>
                  </a:cubicBezTo>
                  <a:cubicBezTo>
                    <a:pt x="5419" y="2994"/>
                    <a:pt x="5262" y="2836"/>
                    <a:pt x="5262" y="2647"/>
                  </a:cubicBezTo>
                  <a:cubicBezTo>
                    <a:pt x="5262" y="2427"/>
                    <a:pt x="5419" y="2269"/>
                    <a:pt x="5608" y="2269"/>
                  </a:cubicBezTo>
                  <a:close/>
                  <a:moveTo>
                    <a:pt x="5132" y="4797"/>
                  </a:moveTo>
                  <a:cubicBezTo>
                    <a:pt x="5230" y="4797"/>
                    <a:pt x="5325" y="4837"/>
                    <a:pt x="5388" y="4916"/>
                  </a:cubicBezTo>
                  <a:cubicBezTo>
                    <a:pt x="5577" y="5042"/>
                    <a:pt x="5577" y="5262"/>
                    <a:pt x="5419" y="5420"/>
                  </a:cubicBezTo>
                  <a:cubicBezTo>
                    <a:pt x="5073" y="5766"/>
                    <a:pt x="4569" y="5987"/>
                    <a:pt x="4096" y="5987"/>
                  </a:cubicBezTo>
                  <a:cubicBezTo>
                    <a:pt x="3592" y="5987"/>
                    <a:pt x="3120" y="5766"/>
                    <a:pt x="2773" y="5420"/>
                  </a:cubicBezTo>
                  <a:cubicBezTo>
                    <a:pt x="2615" y="5262"/>
                    <a:pt x="2615" y="5042"/>
                    <a:pt x="2773" y="4916"/>
                  </a:cubicBezTo>
                  <a:cubicBezTo>
                    <a:pt x="2852" y="4837"/>
                    <a:pt x="2946" y="4797"/>
                    <a:pt x="3037" y="4797"/>
                  </a:cubicBezTo>
                  <a:cubicBezTo>
                    <a:pt x="3127" y="4797"/>
                    <a:pt x="3214" y="4837"/>
                    <a:pt x="3277" y="4916"/>
                  </a:cubicBezTo>
                  <a:cubicBezTo>
                    <a:pt x="3498" y="5136"/>
                    <a:pt x="3781" y="5246"/>
                    <a:pt x="4065" y="5246"/>
                  </a:cubicBezTo>
                  <a:cubicBezTo>
                    <a:pt x="4348" y="5246"/>
                    <a:pt x="4632" y="5136"/>
                    <a:pt x="4852" y="4916"/>
                  </a:cubicBezTo>
                  <a:cubicBezTo>
                    <a:pt x="4931" y="4837"/>
                    <a:pt x="5033" y="4797"/>
                    <a:pt x="5132" y="4797"/>
                  </a:cubicBezTo>
                  <a:close/>
                  <a:moveTo>
                    <a:pt x="2994" y="1"/>
                  </a:moveTo>
                  <a:cubicBezTo>
                    <a:pt x="2174" y="1"/>
                    <a:pt x="1387" y="190"/>
                    <a:pt x="631" y="536"/>
                  </a:cubicBezTo>
                  <a:cubicBezTo>
                    <a:pt x="599" y="536"/>
                    <a:pt x="599" y="536"/>
                    <a:pt x="568" y="599"/>
                  </a:cubicBezTo>
                  <a:cubicBezTo>
                    <a:pt x="221" y="1166"/>
                    <a:pt x="1" y="1891"/>
                    <a:pt x="1" y="2584"/>
                  </a:cubicBezTo>
                  <a:lnTo>
                    <a:pt x="1" y="4128"/>
                  </a:lnTo>
                  <a:cubicBezTo>
                    <a:pt x="1" y="6365"/>
                    <a:pt x="1859" y="8255"/>
                    <a:pt x="4096" y="8255"/>
                  </a:cubicBezTo>
                  <a:cubicBezTo>
                    <a:pt x="6207" y="8255"/>
                    <a:pt x="7940" y="6680"/>
                    <a:pt x="8160" y="4695"/>
                  </a:cubicBezTo>
                  <a:cubicBezTo>
                    <a:pt x="7877" y="2017"/>
                    <a:pt x="5671" y="1"/>
                    <a:pt x="29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7497;p83"/>
            <p:cNvSpPr/>
            <p:nvPr/>
          </p:nvSpPr>
          <p:spPr>
            <a:xfrm>
              <a:off x="-5283200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7498;p83"/>
            <p:cNvSpPr/>
            <p:nvPr/>
          </p:nvSpPr>
          <p:spPr>
            <a:xfrm>
              <a:off x="-5257130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694"/>
                    <a:pt x="442" y="221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9" name="Google Shape;7499;p83"/>
          <p:cNvGrpSpPr/>
          <p:nvPr/>
        </p:nvGrpSpPr>
        <p:grpSpPr>
          <a:xfrm>
            <a:off x="6209853" y="4275497"/>
            <a:ext cx="316434" cy="358099"/>
            <a:chOff x="-51633225" y="3198925"/>
            <a:chExt cx="281200" cy="318225"/>
          </a:xfrm>
        </p:grpSpPr>
        <p:sp>
          <p:nvSpPr>
            <p:cNvPr id="7500" name="Google Shape;7500;p83"/>
            <p:cNvSpPr/>
            <p:nvPr/>
          </p:nvSpPr>
          <p:spPr>
            <a:xfrm>
              <a:off x="-51633225" y="33533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0"/>
                  </a:moveTo>
                  <a:cubicBezTo>
                    <a:pt x="315" y="284"/>
                    <a:pt x="0" y="756"/>
                    <a:pt x="0" y="1292"/>
                  </a:cubicBezTo>
                  <a:cubicBezTo>
                    <a:pt x="0" y="1859"/>
                    <a:pt x="315" y="2332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7501;p83"/>
            <p:cNvSpPr/>
            <p:nvPr/>
          </p:nvSpPr>
          <p:spPr>
            <a:xfrm>
              <a:off x="-51595425" y="3348575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6"/>
                  </a:moveTo>
                  <a:cubicBezTo>
                    <a:pt x="2836" y="756"/>
                    <a:pt x="2994" y="914"/>
                    <a:pt x="2994" y="1103"/>
                  </a:cubicBezTo>
                  <a:cubicBezTo>
                    <a:pt x="2994" y="1292"/>
                    <a:pt x="2836" y="1449"/>
                    <a:pt x="2647" y="1449"/>
                  </a:cubicBezTo>
                  <a:cubicBezTo>
                    <a:pt x="2426" y="1449"/>
                    <a:pt x="2269" y="1292"/>
                    <a:pt x="2269" y="1103"/>
                  </a:cubicBezTo>
                  <a:cubicBezTo>
                    <a:pt x="2237" y="914"/>
                    <a:pt x="2395" y="756"/>
                    <a:pt x="2647" y="756"/>
                  </a:cubicBezTo>
                  <a:close/>
                  <a:moveTo>
                    <a:pt x="5577" y="756"/>
                  </a:moveTo>
                  <a:cubicBezTo>
                    <a:pt x="5797" y="756"/>
                    <a:pt x="5955" y="914"/>
                    <a:pt x="5955" y="1103"/>
                  </a:cubicBezTo>
                  <a:cubicBezTo>
                    <a:pt x="5955" y="1292"/>
                    <a:pt x="5797" y="1449"/>
                    <a:pt x="5577" y="1449"/>
                  </a:cubicBezTo>
                  <a:cubicBezTo>
                    <a:pt x="5388" y="1449"/>
                    <a:pt x="5230" y="1292"/>
                    <a:pt x="5230" y="1103"/>
                  </a:cubicBezTo>
                  <a:cubicBezTo>
                    <a:pt x="5230" y="914"/>
                    <a:pt x="5388" y="756"/>
                    <a:pt x="5577" y="756"/>
                  </a:cubicBezTo>
                  <a:close/>
                  <a:moveTo>
                    <a:pt x="5148" y="3316"/>
                  </a:moveTo>
                  <a:cubicBezTo>
                    <a:pt x="5238" y="3316"/>
                    <a:pt x="5325" y="3356"/>
                    <a:pt x="5388" y="3434"/>
                  </a:cubicBezTo>
                  <a:cubicBezTo>
                    <a:pt x="5545" y="3592"/>
                    <a:pt x="5545" y="3812"/>
                    <a:pt x="5388" y="3938"/>
                  </a:cubicBezTo>
                  <a:cubicBezTo>
                    <a:pt x="5041" y="4285"/>
                    <a:pt x="4569" y="4474"/>
                    <a:pt x="4096" y="4474"/>
                  </a:cubicBezTo>
                  <a:cubicBezTo>
                    <a:pt x="3624" y="4474"/>
                    <a:pt x="3120" y="4285"/>
                    <a:pt x="2804" y="3938"/>
                  </a:cubicBezTo>
                  <a:cubicBezTo>
                    <a:pt x="2647" y="3781"/>
                    <a:pt x="2647" y="3529"/>
                    <a:pt x="2804" y="3434"/>
                  </a:cubicBezTo>
                  <a:cubicBezTo>
                    <a:pt x="2883" y="3371"/>
                    <a:pt x="2978" y="3340"/>
                    <a:pt x="3068" y="3340"/>
                  </a:cubicBezTo>
                  <a:cubicBezTo>
                    <a:pt x="3159" y="3340"/>
                    <a:pt x="3246" y="3371"/>
                    <a:pt x="3309" y="3434"/>
                  </a:cubicBezTo>
                  <a:cubicBezTo>
                    <a:pt x="3529" y="3639"/>
                    <a:pt x="3813" y="3741"/>
                    <a:pt x="4096" y="3741"/>
                  </a:cubicBezTo>
                  <a:cubicBezTo>
                    <a:pt x="4380" y="3741"/>
                    <a:pt x="4663" y="3639"/>
                    <a:pt x="4884" y="3434"/>
                  </a:cubicBezTo>
                  <a:cubicBezTo>
                    <a:pt x="4963" y="3356"/>
                    <a:pt x="5057" y="3316"/>
                    <a:pt x="5148" y="3316"/>
                  </a:cubicBezTo>
                  <a:close/>
                  <a:moveTo>
                    <a:pt x="1" y="0"/>
                  </a:moveTo>
                  <a:lnTo>
                    <a:pt x="1" y="2647"/>
                  </a:lnTo>
                  <a:cubicBezTo>
                    <a:pt x="1" y="4883"/>
                    <a:pt x="1859" y="6742"/>
                    <a:pt x="4096" y="6742"/>
                  </a:cubicBezTo>
                  <a:cubicBezTo>
                    <a:pt x="6333" y="6742"/>
                    <a:pt x="8192" y="4883"/>
                    <a:pt x="8192" y="2647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7502;p83"/>
            <p:cNvSpPr/>
            <p:nvPr/>
          </p:nvSpPr>
          <p:spPr>
            <a:xfrm>
              <a:off x="-51633225" y="3292650"/>
              <a:ext cx="279625" cy="37050"/>
            </a:xfrm>
            <a:custGeom>
              <a:avLst/>
              <a:gdLst/>
              <a:ahLst/>
              <a:cxnLst/>
              <a:rect l="l" t="t" r="r" b="b"/>
              <a:pathLst>
                <a:path w="11185" h="1482" extrusionOk="0">
                  <a:moveTo>
                    <a:pt x="1513" y="0"/>
                  </a:moveTo>
                  <a:cubicBezTo>
                    <a:pt x="851" y="0"/>
                    <a:pt x="284" y="410"/>
                    <a:pt x="95" y="1009"/>
                  </a:cubicBezTo>
                  <a:cubicBezTo>
                    <a:pt x="0" y="1261"/>
                    <a:pt x="221" y="1481"/>
                    <a:pt x="441" y="1481"/>
                  </a:cubicBezTo>
                  <a:lnTo>
                    <a:pt x="10775" y="1481"/>
                  </a:lnTo>
                  <a:cubicBezTo>
                    <a:pt x="10996" y="1481"/>
                    <a:pt x="11185" y="1261"/>
                    <a:pt x="11122" y="1009"/>
                  </a:cubicBezTo>
                  <a:cubicBezTo>
                    <a:pt x="10933" y="410"/>
                    <a:pt x="10365" y="0"/>
                    <a:pt x="97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7503;p83"/>
            <p:cNvSpPr/>
            <p:nvPr/>
          </p:nvSpPr>
          <p:spPr>
            <a:xfrm>
              <a:off x="-51492250" y="319892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" y="0"/>
                  </a:moveTo>
                  <a:lnTo>
                    <a:pt x="1" y="0"/>
                  </a:lnTo>
                  <a:cubicBezTo>
                    <a:pt x="946" y="0"/>
                    <a:pt x="1576" y="1418"/>
                    <a:pt x="1765" y="2993"/>
                  </a:cubicBezTo>
                  <a:lnTo>
                    <a:pt x="3939" y="2993"/>
                  </a:lnTo>
                  <a:cubicBezTo>
                    <a:pt x="3466" y="1261"/>
                    <a:pt x="1859" y="0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7504;p83"/>
            <p:cNvSpPr/>
            <p:nvPr/>
          </p:nvSpPr>
          <p:spPr>
            <a:xfrm>
              <a:off x="-51590700" y="319892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3939" y="0"/>
                  </a:moveTo>
                  <a:lnTo>
                    <a:pt x="3939" y="0"/>
                  </a:lnTo>
                  <a:cubicBezTo>
                    <a:pt x="2048" y="0"/>
                    <a:pt x="473" y="1292"/>
                    <a:pt x="1" y="2993"/>
                  </a:cubicBezTo>
                  <a:lnTo>
                    <a:pt x="2174" y="2993"/>
                  </a:lnTo>
                  <a:cubicBezTo>
                    <a:pt x="2332" y="1418"/>
                    <a:pt x="2962" y="0"/>
                    <a:pt x="39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7505;p83"/>
            <p:cNvSpPr/>
            <p:nvPr/>
          </p:nvSpPr>
          <p:spPr>
            <a:xfrm>
              <a:off x="-51517450" y="3218600"/>
              <a:ext cx="52000" cy="55950"/>
            </a:xfrm>
            <a:custGeom>
              <a:avLst/>
              <a:gdLst/>
              <a:ahLst/>
              <a:cxnLst/>
              <a:rect l="l" t="t" r="r" b="b"/>
              <a:pathLst>
                <a:path w="2080" h="2238" extrusionOk="0">
                  <a:moveTo>
                    <a:pt x="1009" y="1"/>
                  </a:moveTo>
                  <a:cubicBezTo>
                    <a:pt x="662" y="1"/>
                    <a:pt x="158" y="852"/>
                    <a:pt x="1" y="2238"/>
                  </a:cubicBezTo>
                  <a:lnTo>
                    <a:pt x="2080" y="2238"/>
                  </a:lnTo>
                  <a:cubicBezTo>
                    <a:pt x="1828" y="820"/>
                    <a:pt x="1355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7506;p83"/>
            <p:cNvSpPr/>
            <p:nvPr/>
          </p:nvSpPr>
          <p:spPr>
            <a:xfrm>
              <a:off x="-51370950" y="3354075"/>
              <a:ext cx="18925" cy="64625"/>
            </a:xfrm>
            <a:custGeom>
              <a:avLst/>
              <a:gdLst/>
              <a:ahLst/>
              <a:cxnLst/>
              <a:rect l="l" t="t" r="r" b="b"/>
              <a:pathLst>
                <a:path w="757" h="2585" extrusionOk="0">
                  <a:moveTo>
                    <a:pt x="0" y="1"/>
                  </a:moveTo>
                  <a:lnTo>
                    <a:pt x="0" y="2584"/>
                  </a:lnTo>
                  <a:cubicBezTo>
                    <a:pt x="442" y="2301"/>
                    <a:pt x="757" y="1828"/>
                    <a:pt x="757" y="1324"/>
                  </a:cubicBezTo>
                  <a:cubicBezTo>
                    <a:pt x="757" y="725"/>
                    <a:pt x="442" y="253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7" name="Google Shape;7507;p83"/>
          <p:cNvGrpSpPr/>
          <p:nvPr/>
        </p:nvGrpSpPr>
        <p:grpSpPr>
          <a:xfrm>
            <a:off x="6628676" y="1533418"/>
            <a:ext cx="365188" cy="357226"/>
            <a:chOff x="-56396775" y="3199700"/>
            <a:chExt cx="324525" cy="317450"/>
          </a:xfrm>
        </p:grpSpPr>
        <p:sp>
          <p:nvSpPr>
            <p:cNvPr id="7508" name="Google Shape;7508;p83"/>
            <p:cNvSpPr/>
            <p:nvPr/>
          </p:nvSpPr>
          <p:spPr>
            <a:xfrm>
              <a:off x="-56374725" y="33533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84"/>
                    <a:pt x="1" y="756"/>
                    <a:pt x="1" y="1292"/>
                  </a:cubicBezTo>
                  <a:cubicBezTo>
                    <a:pt x="1" y="1859"/>
                    <a:pt x="316" y="2332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7509;p83"/>
            <p:cNvSpPr/>
            <p:nvPr/>
          </p:nvSpPr>
          <p:spPr>
            <a:xfrm>
              <a:off x="-56333775" y="3199700"/>
              <a:ext cx="198500" cy="73275"/>
            </a:xfrm>
            <a:custGeom>
              <a:avLst/>
              <a:gdLst/>
              <a:ahLst/>
              <a:cxnLst/>
              <a:rect l="l" t="t" r="r" b="b"/>
              <a:pathLst>
                <a:path w="7940" h="2931" extrusionOk="0">
                  <a:moveTo>
                    <a:pt x="2112" y="1"/>
                  </a:moveTo>
                  <a:cubicBezTo>
                    <a:pt x="1292" y="1"/>
                    <a:pt x="536" y="599"/>
                    <a:pt x="347" y="1387"/>
                  </a:cubicBezTo>
                  <a:lnTo>
                    <a:pt x="1" y="2773"/>
                  </a:lnTo>
                  <a:cubicBezTo>
                    <a:pt x="253" y="2868"/>
                    <a:pt x="568" y="2931"/>
                    <a:pt x="977" y="2931"/>
                  </a:cubicBezTo>
                  <a:lnTo>
                    <a:pt x="6963" y="2931"/>
                  </a:lnTo>
                  <a:cubicBezTo>
                    <a:pt x="7341" y="2931"/>
                    <a:pt x="7625" y="2868"/>
                    <a:pt x="7940" y="2773"/>
                  </a:cubicBezTo>
                  <a:lnTo>
                    <a:pt x="7593" y="1387"/>
                  </a:lnTo>
                  <a:cubicBezTo>
                    <a:pt x="7404" y="568"/>
                    <a:pt x="6648" y="1"/>
                    <a:pt x="5829" y="1"/>
                  </a:cubicBezTo>
                  <a:cubicBezTo>
                    <a:pt x="5546" y="1"/>
                    <a:pt x="5262" y="64"/>
                    <a:pt x="4979" y="190"/>
                  </a:cubicBezTo>
                  <a:lnTo>
                    <a:pt x="3970" y="725"/>
                  </a:lnTo>
                  <a:lnTo>
                    <a:pt x="2931" y="190"/>
                  </a:lnTo>
                  <a:cubicBezTo>
                    <a:pt x="2710" y="64"/>
                    <a:pt x="2395" y="1"/>
                    <a:pt x="21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7510;p83"/>
            <p:cNvSpPr/>
            <p:nvPr/>
          </p:nvSpPr>
          <p:spPr>
            <a:xfrm>
              <a:off x="-56396775" y="3273325"/>
              <a:ext cx="324525" cy="58725"/>
            </a:xfrm>
            <a:custGeom>
              <a:avLst/>
              <a:gdLst/>
              <a:ahLst/>
              <a:cxnLst/>
              <a:rect l="l" t="t" r="r" b="b"/>
              <a:pathLst>
                <a:path w="12981" h="2349" extrusionOk="0">
                  <a:moveTo>
                    <a:pt x="905" y="1"/>
                  </a:moveTo>
                  <a:cubicBezTo>
                    <a:pt x="606" y="1"/>
                    <a:pt x="325" y="165"/>
                    <a:pt x="189" y="458"/>
                  </a:cubicBezTo>
                  <a:cubicBezTo>
                    <a:pt x="0" y="836"/>
                    <a:pt x="158" y="1309"/>
                    <a:pt x="536" y="1498"/>
                  </a:cubicBezTo>
                  <a:cubicBezTo>
                    <a:pt x="1292" y="1876"/>
                    <a:pt x="2111" y="2349"/>
                    <a:pt x="3497" y="2349"/>
                  </a:cubicBezTo>
                  <a:lnTo>
                    <a:pt x="9483" y="2349"/>
                  </a:lnTo>
                  <a:cubicBezTo>
                    <a:pt x="10870" y="2349"/>
                    <a:pt x="11689" y="1908"/>
                    <a:pt x="12445" y="1498"/>
                  </a:cubicBezTo>
                  <a:cubicBezTo>
                    <a:pt x="12823" y="1277"/>
                    <a:pt x="12980" y="805"/>
                    <a:pt x="12791" y="458"/>
                  </a:cubicBezTo>
                  <a:cubicBezTo>
                    <a:pt x="12656" y="165"/>
                    <a:pt x="12375" y="1"/>
                    <a:pt x="12076" y="1"/>
                  </a:cubicBezTo>
                  <a:cubicBezTo>
                    <a:pt x="11958" y="1"/>
                    <a:pt x="11836" y="27"/>
                    <a:pt x="11720" y="80"/>
                  </a:cubicBezTo>
                  <a:cubicBezTo>
                    <a:pt x="10964" y="458"/>
                    <a:pt x="10460" y="773"/>
                    <a:pt x="9483" y="773"/>
                  </a:cubicBezTo>
                  <a:lnTo>
                    <a:pt x="3497" y="773"/>
                  </a:lnTo>
                  <a:cubicBezTo>
                    <a:pt x="2521" y="773"/>
                    <a:pt x="1985" y="490"/>
                    <a:pt x="1261" y="80"/>
                  </a:cubicBezTo>
                  <a:cubicBezTo>
                    <a:pt x="1144" y="27"/>
                    <a:pt x="1023" y="1"/>
                    <a:pt x="9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7511;p83"/>
            <p:cNvSpPr/>
            <p:nvPr/>
          </p:nvSpPr>
          <p:spPr>
            <a:xfrm>
              <a:off x="-56336925" y="3346200"/>
              <a:ext cx="204800" cy="78800"/>
            </a:xfrm>
            <a:custGeom>
              <a:avLst/>
              <a:gdLst/>
              <a:ahLst/>
              <a:cxnLst/>
              <a:rect l="l" t="t" r="r" b="b"/>
              <a:pathLst>
                <a:path w="8192" h="3152" extrusionOk="0">
                  <a:moveTo>
                    <a:pt x="2584" y="883"/>
                  </a:moveTo>
                  <a:cubicBezTo>
                    <a:pt x="2805" y="883"/>
                    <a:pt x="2962" y="1040"/>
                    <a:pt x="2962" y="1229"/>
                  </a:cubicBezTo>
                  <a:cubicBezTo>
                    <a:pt x="2962" y="1418"/>
                    <a:pt x="2836" y="1576"/>
                    <a:pt x="2584" y="1576"/>
                  </a:cubicBezTo>
                  <a:cubicBezTo>
                    <a:pt x="2395" y="1576"/>
                    <a:pt x="2238" y="1418"/>
                    <a:pt x="2238" y="1229"/>
                  </a:cubicBezTo>
                  <a:cubicBezTo>
                    <a:pt x="2238" y="1040"/>
                    <a:pt x="2395" y="883"/>
                    <a:pt x="2584" y="883"/>
                  </a:cubicBezTo>
                  <a:close/>
                  <a:moveTo>
                    <a:pt x="5577" y="883"/>
                  </a:moveTo>
                  <a:cubicBezTo>
                    <a:pt x="5798" y="883"/>
                    <a:pt x="5955" y="1040"/>
                    <a:pt x="5955" y="1229"/>
                  </a:cubicBezTo>
                  <a:cubicBezTo>
                    <a:pt x="5955" y="1418"/>
                    <a:pt x="5798" y="1576"/>
                    <a:pt x="5577" y="1576"/>
                  </a:cubicBezTo>
                  <a:cubicBezTo>
                    <a:pt x="5388" y="1576"/>
                    <a:pt x="5231" y="1418"/>
                    <a:pt x="5231" y="1229"/>
                  </a:cubicBezTo>
                  <a:cubicBezTo>
                    <a:pt x="5231" y="1040"/>
                    <a:pt x="5388" y="883"/>
                    <a:pt x="5577" y="883"/>
                  </a:cubicBezTo>
                  <a:close/>
                  <a:moveTo>
                    <a:pt x="1" y="1"/>
                  </a:moveTo>
                  <a:lnTo>
                    <a:pt x="1" y="2679"/>
                  </a:lnTo>
                  <a:cubicBezTo>
                    <a:pt x="1" y="2836"/>
                    <a:pt x="1" y="2994"/>
                    <a:pt x="32" y="3151"/>
                  </a:cubicBezTo>
                  <a:lnTo>
                    <a:pt x="3970" y="1576"/>
                  </a:lnTo>
                  <a:cubicBezTo>
                    <a:pt x="4018" y="1560"/>
                    <a:pt x="4065" y="1552"/>
                    <a:pt x="4112" y="1552"/>
                  </a:cubicBezTo>
                  <a:cubicBezTo>
                    <a:pt x="4159" y="1552"/>
                    <a:pt x="4207" y="1560"/>
                    <a:pt x="4254" y="1576"/>
                  </a:cubicBezTo>
                  <a:lnTo>
                    <a:pt x="8161" y="3151"/>
                  </a:lnTo>
                  <a:cubicBezTo>
                    <a:pt x="8192" y="2962"/>
                    <a:pt x="8192" y="2710"/>
                    <a:pt x="8192" y="2521"/>
                  </a:cubicBezTo>
                  <a:lnTo>
                    <a:pt x="8192" y="1"/>
                  </a:lnTo>
                  <a:cubicBezTo>
                    <a:pt x="7877" y="95"/>
                    <a:pt x="7467" y="127"/>
                    <a:pt x="7089" y="127"/>
                  </a:cubicBezTo>
                  <a:lnTo>
                    <a:pt x="1103" y="127"/>
                  </a:lnTo>
                  <a:cubicBezTo>
                    <a:pt x="694" y="127"/>
                    <a:pt x="316" y="95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7512;p83"/>
            <p:cNvSpPr/>
            <p:nvPr/>
          </p:nvSpPr>
          <p:spPr>
            <a:xfrm>
              <a:off x="-56332200" y="3406850"/>
              <a:ext cx="193775" cy="110300"/>
            </a:xfrm>
            <a:custGeom>
              <a:avLst/>
              <a:gdLst/>
              <a:ahLst/>
              <a:cxnLst/>
              <a:rect l="l" t="t" r="r" b="b"/>
              <a:pathLst>
                <a:path w="7751" h="4412" extrusionOk="0">
                  <a:moveTo>
                    <a:pt x="3907" y="1"/>
                  </a:moveTo>
                  <a:lnTo>
                    <a:pt x="1" y="1513"/>
                  </a:lnTo>
                  <a:cubicBezTo>
                    <a:pt x="190" y="2237"/>
                    <a:pt x="599" y="2868"/>
                    <a:pt x="1135" y="3340"/>
                  </a:cubicBezTo>
                  <a:cubicBezTo>
                    <a:pt x="1891" y="4033"/>
                    <a:pt x="2868" y="4411"/>
                    <a:pt x="3907" y="4411"/>
                  </a:cubicBezTo>
                  <a:lnTo>
                    <a:pt x="4285" y="4411"/>
                  </a:lnTo>
                  <a:cubicBezTo>
                    <a:pt x="5924" y="4254"/>
                    <a:pt x="7247" y="3057"/>
                    <a:pt x="7751" y="1513"/>
                  </a:cubicBezTo>
                  <a:lnTo>
                    <a:pt x="39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7513;p83"/>
            <p:cNvSpPr/>
            <p:nvPr/>
          </p:nvSpPr>
          <p:spPr>
            <a:xfrm>
              <a:off x="-56113225" y="3354075"/>
              <a:ext cx="18125" cy="64625"/>
            </a:xfrm>
            <a:custGeom>
              <a:avLst/>
              <a:gdLst/>
              <a:ahLst/>
              <a:cxnLst/>
              <a:rect l="l" t="t" r="r" b="b"/>
              <a:pathLst>
                <a:path w="725" h="2585" extrusionOk="0">
                  <a:moveTo>
                    <a:pt x="0" y="1"/>
                  </a:moveTo>
                  <a:lnTo>
                    <a:pt x="0" y="2584"/>
                  </a:lnTo>
                  <a:cubicBezTo>
                    <a:pt x="410" y="2332"/>
                    <a:pt x="725" y="1828"/>
                    <a:pt x="725" y="1261"/>
                  </a:cubicBezTo>
                  <a:cubicBezTo>
                    <a:pt x="725" y="725"/>
                    <a:pt x="473" y="253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4" name="Google Shape;7514;p83"/>
          <p:cNvGrpSpPr/>
          <p:nvPr/>
        </p:nvGrpSpPr>
        <p:grpSpPr>
          <a:xfrm>
            <a:off x="6631771" y="1999353"/>
            <a:ext cx="358999" cy="335958"/>
            <a:chOff x="-56394425" y="3600600"/>
            <a:chExt cx="319025" cy="298550"/>
          </a:xfrm>
        </p:grpSpPr>
        <p:sp>
          <p:nvSpPr>
            <p:cNvPr id="7515" name="Google Shape;7515;p83"/>
            <p:cNvSpPr/>
            <p:nvPr/>
          </p:nvSpPr>
          <p:spPr>
            <a:xfrm>
              <a:off x="-56272325" y="386130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1512" y="1"/>
                  </a:moveTo>
                  <a:cubicBezTo>
                    <a:pt x="851" y="1"/>
                    <a:pt x="284" y="442"/>
                    <a:pt x="95" y="1041"/>
                  </a:cubicBezTo>
                  <a:cubicBezTo>
                    <a:pt x="0" y="1261"/>
                    <a:pt x="221" y="1513"/>
                    <a:pt x="441" y="1513"/>
                  </a:cubicBezTo>
                  <a:lnTo>
                    <a:pt x="2584" y="1513"/>
                  </a:lnTo>
                  <a:cubicBezTo>
                    <a:pt x="2804" y="1513"/>
                    <a:pt x="2993" y="1261"/>
                    <a:pt x="2930" y="1041"/>
                  </a:cubicBezTo>
                  <a:cubicBezTo>
                    <a:pt x="2741" y="442"/>
                    <a:pt x="2174" y="1"/>
                    <a:pt x="15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7516;p83"/>
            <p:cNvSpPr/>
            <p:nvPr/>
          </p:nvSpPr>
          <p:spPr>
            <a:xfrm>
              <a:off x="-56297550" y="3600600"/>
              <a:ext cx="126050" cy="71700"/>
            </a:xfrm>
            <a:custGeom>
              <a:avLst/>
              <a:gdLst/>
              <a:ahLst/>
              <a:cxnLst/>
              <a:rect l="l" t="t" r="r" b="b"/>
              <a:pathLst>
                <a:path w="5042" h="2868" extrusionOk="0">
                  <a:moveTo>
                    <a:pt x="2521" y="1"/>
                  </a:moveTo>
                  <a:cubicBezTo>
                    <a:pt x="1576" y="1"/>
                    <a:pt x="694" y="316"/>
                    <a:pt x="1" y="851"/>
                  </a:cubicBezTo>
                  <a:lnTo>
                    <a:pt x="2521" y="2868"/>
                  </a:lnTo>
                  <a:lnTo>
                    <a:pt x="5042" y="851"/>
                  </a:lnTo>
                  <a:cubicBezTo>
                    <a:pt x="4317" y="316"/>
                    <a:pt x="3467" y="1"/>
                    <a:pt x="25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7517;p83"/>
            <p:cNvSpPr/>
            <p:nvPr/>
          </p:nvSpPr>
          <p:spPr>
            <a:xfrm>
              <a:off x="-56394425" y="3635275"/>
              <a:ext cx="319025" cy="233925"/>
            </a:xfrm>
            <a:custGeom>
              <a:avLst/>
              <a:gdLst/>
              <a:ahLst/>
              <a:cxnLst/>
              <a:rect l="l" t="t" r="r" b="b"/>
              <a:pathLst>
                <a:path w="12761" h="9357" extrusionOk="0">
                  <a:moveTo>
                    <a:pt x="4884" y="3844"/>
                  </a:moveTo>
                  <a:cubicBezTo>
                    <a:pt x="5105" y="3844"/>
                    <a:pt x="5262" y="4001"/>
                    <a:pt x="5262" y="4190"/>
                  </a:cubicBezTo>
                  <a:cubicBezTo>
                    <a:pt x="5262" y="4411"/>
                    <a:pt x="5105" y="4537"/>
                    <a:pt x="4884" y="4537"/>
                  </a:cubicBezTo>
                  <a:cubicBezTo>
                    <a:pt x="4859" y="4545"/>
                    <a:pt x="4835" y="4549"/>
                    <a:pt x="4811" y="4549"/>
                  </a:cubicBezTo>
                  <a:cubicBezTo>
                    <a:pt x="4656" y="4549"/>
                    <a:pt x="4538" y="4381"/>
                    <a:pt x="4538" y="4190"/>
                  </a:cubicBezTo>
                  <a:cubicBezTo>
                    <a:pt x="4538" y="4001"/>
                    <a:pt x="4695" y="3844"/>
                    <a:pt x="4884" y="3844"/>
                  </a:cubicBezTo>
                  <a:close/>
                  <a:moveTo>
                    <a:pt x="7877" y="3875"/>
                  </a:moveTo>
                  <a:cubicBezTo>
                    <a:pt x="8098" y="3875"/>
                    <a:pt x="8255" y="4033"/>
                    <a:pt x="8255" y="4253"/>
                  </a:cubicBezTo>
                  <a:cubicBezTo>
                    <a:pt x="8287" y="4411"/>
                    <a:pt x="8098" y="4600"/>
                    <a:pt x="7877" y="4600"/>
                  </a:cubicBezTo>
                  <a:cubicBezTo>
                    <a:pt x="7688" y="4600"/>
                    <a:pt x="7531" y="4442"/>
                    <a:pt x="7531" y="4253"/>
                  </a:cubicBezTo>
                  <a:cubicBezTo>
                    <a:pt x="7531" y="4033"/>
                    <a:pt x="7688" y="3875"/>
                    <a:pt x="7877" y="3875"/>
                  </a:cubicBezTo>
                  <a:close/>
                  <a:moveTo>
                    <a:pt x="1072" y="4757"/>
                  </a:moveTo>
                  <a:cubicBezTo>
                    <a:pt x="1356" y="5104"/>
                    <a:pt x="1797" y="5356"/>
                    <a:pt x="2301" y="5356"/>
                  </a:cubicBezTo>
                  <a:cubicBezTo>
                    <a:pt x="2301" y="5734"/>
                    <a:pt x="1954" y="6080"/>
                    <a:pt x="1513" y="6080"/>
                  </a:cubicBezTo>
                  <a:cubicBezTo>
                    <a:pt x="1104" y="6080"/>
                    <a:pt x="757" y="5734"/>
                    <a:pt x="757" y="5356"/>
                  </a:cubicBezTo>
                  <a:cubicBezTo>
                    <a:pt x="757" y="5104"/>
                    <a:pt x="883" y="4883"/>
                    <a:pt x="1072" y="4757"/>
                  </a:cubicBezTo>
                  <a:close/>
                  <a:moveTo>
                    <a:pt x="11721" y="4757"/>
                  </a:moveTo>
                  <a:cubicBezTo>
                    <a:pt x="11910" y="4883"/>
                    <a:pt x="12036" y="5104"/>
                    <a:pt x="12036" y="5356"/>
                  </a:cubicBezTo>
                  <a:cubicBezTo>
                    <a:pt x="12036" y="5734"/>
                    <a:pt x="11658" y="6080"/>
                    <a:pt x="11280" y="6080"/>
                  </a:cubicBezTo>
                  <a:cubicBezTo>
                    <a:pt x="10870" y="6080"/>
                    <a:pt x="10492" y="5734"/>
                    <a:pt x="10492" y="5356"/>
                  </a:cubicBezTo>
                  <a:cubicBezTo>
                    <a:pt x="10965" y="5356"/>
                    <a:pt x="11437" y="5104"/>
                    <a:pt x="11721" y="4757"/>
                  </a:cubicBezTo>
                  <a:close/>
                  <a:moveTo>
                    <a:pt x="7448" y="6403"/>
                  </a:moveTo>
                  <a:cubicBezTo>
                    <a:pt x="7538" y="6403"/>
                    <a:pt x="7625" y="6443"/>
                    <a:pt x="7688" y="6521"/>
                  </a:cubicBezTo>
                  <a:cubicBezTo>
                    <a:pt x="7846" y="6648"/>
                    <a:pt x="7846" y="6868"/>
                    <a:pt x="7720" y="7026"/>
                  </a:cubicBezTo>
                  <a:cubicBezTo>
                    <a:pt x="7373" y="7372"/>
                    <a:pt x="6900" y="7593"/>
                    <a:pt x="6428" y="7593"/>
                  </a:cubicBezTo>
                  <a:cubicBezTo>
                    <a:pt x="5924" y="7593"/>
                    <a:pt x="5451" y="7372"/>
                    <a:pt x="5105" y="7026"/>
                  </a:cubicBezTo>
                  <a:cubicBezTo>
                    <a:pt x="4947" y="6868"/>
                    <a:pt x="4947" y="6648"/>
                    <a:pt x="5105" y="6521"/>
                  </a:cubicBezTo>
                  <a:cubicBezTo>
                    <a:pt x="5183" y="6443"/>
                    <a:pt x="5278" y="6403"/>
                    <a:pt x="5369" y="6403"/>
                  </a:cubicBezTo>
                  <a:cubicBezTo>
                    <a:pt x="5459" y="6403"/>
                    <a:pt x="5546" y="6443"/>
                    <a:pt x="5609" y="6521"/>
                  </a:cubicBezTo>
                  <a:cubicBezTo>
                    <a:pt x="5829" y="6742"/>
                    <a:pt x="6113" y="6852"/>
                    <a:pt x="6396" y="6852"/>
                  </a:cubicBezTo>
                  <a:cubicBezTo>
                    <a:pt x="6680" y="6852"/>
                    <a:pt x="6963" y="6742"/>
                    <a:pt x="7184" y="6521"/>
                  </a:cubicBezTo>
                  <a:cubicBezTo>
                    <a:pt x="7263" y="6443"/>
                    <a:pt x="7357" y="6403"/>
                    <a:pt x="7448" y="6403"/>
                  </a:cubicBezTo>
                  <a:close/>
                  <a:moveTo>
                    <a:pt x="3277" y="0"/>
                  </a:moveTo>
                  <a:cubicBezTo>
                    <a:pt x="2742" y="630"/>
                    <a:pt x="2364" y="1449"/>
                    <a:pt x="2301" y="2363"/>
                  </a:cubicBezTo>
                  <a:lnTo>
                    <a:pt x="2269" y="2363"/>
                  </a:lnTo>
                  <a:cubicBezTo>
                    <a:pt x="1419" y="2363"/>
                    <a:pt x="725" y="3024"/>
                    <a:pt x="725" y="3844"/>
                  </a:cubicBezTo>
                  <a:cubicBezTo>
                    <a:pt x="725" y="3938"/>
                    <a:pt x="725" y="3970"/>
                    <a:pt x="757" y="4033"/>
                  </a:cubicBezTo>
                  <a:cubicBezTo>
                    <a:pt x="284" y="4316"/>
                    <a:pt x="1" y="4789"/>
                    <a:pt x="1" y="5356"/>
                  </a:cubicBezTo>
                  <a:cubicBezTo>
                    <a:pt x="1" y="6175"/>
                    <a:pt x="694" y="6837"/>
                    <a:pt x="1513" y="6837"/>
                  </a:cubicBezTo>
                  <a:cubicBezTo>
                    <a:pt x="1828" y="6837"/>
                    <a:pt x="2143" y="6774"/>
                    <a:pt x="2364" y="6553"/>
                  </a:cubicBezTo>
                  <a:cubicBezTo>
                    <a:pt x="2616" y="7750"/>
                    <a:pt x="3403" y="8821"/>
                    <a:pt x="4506" y="9357"/>
                  </a:cubicBezTo>
                  <a:cubicBezTo>
                    <a:pt x="4884" y="8727"/>
                    <a:pt x="5609" y="8349"/>
                    <a:pt x="6396" y="8349"/>
                  </a:cubicBezTo>
                  <a:cubicBezTo>
                    <a:pt x="7184" y="8349"/>
                    <a:pt x="7877" y="8727"/>
                    <a:pt x="8287" y="9357"/>
                  </a:cubicBezTo>
                  <a:cubicBezTo>
                    <a:pt x="9389" y="8821"/>
                    <a:pt x="10145" y="7782"/>
                    <a:pt x="10398" y="6553"/>
                  </a:cubicBezTo>
                  <a:cubicBezTo>
                    <a:pt x="10650" y="6711"/>
                    <a:pt x="10965" y="6837"/>
                    <a:pt x="11280" y="6837"/>
                  </a:cubicBezTo>
                  <a:cubicBezTo>
                    <a:pt x="12099" y="6837"/>
                    <a:pt x="12760" y="6175"/>
                    <a:pt x="12760" y="5356"/>
                  </a:cubicBezTo>
                  <a:cubicBezTo>
                    <a:pt x="12760" y="4789"/>
                    <a:pt x="12445" y="4285"/>
                    <a:pt x="11973" y="4033"/>
                  </a:cubicBezTo>
                  <a:lnTo>
                    <a:pt x="11973" y="3844"/>
                  </a:lnTo>
                  <a:cubicBezTo>
                    <a:pt x="11973" y="3024"/>
                    <a:pt x="11280" y="2363"/>
                    <a:pt x="10461" y="2363"/>
                  </a:cubicBezTo>
                  <a:lnTo>
                    <a:pt x="10398" y="2363"/>
                  </a:lnTo>
                  <a:cubicBezTo>
                    <a:pt x="10335" y="1449"/>
                    <a:pt x="9988" y="662"/>
                    <a:pt x="9421" y="0"/>
                  </a:cubicBezTo>
                  <a:lnTo>
                    <a:pt x="6585" y="2268"/>
                  </a:lnTo>
                  <a:cubicBezTo>
                    <a:pt x="6522" y="2300"/>
                    <a:pt x="6428" y="2363"/>
                    <a:pt x="6365" y="2363"/>
                  </a:cubicBezTo>
                  <a:cubicBezTo>
                    <a:pt x="6270" y="2363"/>
                    <a:pt x="6207" y="2300"/>
                    <a:pt x="6113" y="2268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8" name="Google Shape;7518;p83"/>
          <p:cNvGrpSpPr/>
          <p:nvPr/>
        </p:nvGrpSpPr>
        <p:grpSpPr>
          <a:xfrm>
            <a:off x="6662538" y="2430117"/>
            <a:ext cx="327068" cy="357198"/>
            <a:chOff x="-56379450" y="3983400"/>
            <a:chExt cx="290650" cy="317425"/>
          </a:xfrm>
        </p:grpSpPr>
        <p:sp>
          <p:nvSpPr>
            <p:cNvPr id="7519" name="Google Shape;7519;p83"/>
            <p:cNvSpPr/>
            <p:nvPr/>
          </p:nvSpPr>
          <p:spPr>
            <a:xfrm>
              <a:off x="-56330625" y="3983400"/>
              <a:ext cx="241825" cy="111075"/>
            </a:xfrm>
            <a:custGeom>
              <a:avLst/>
              <a:gdLst/>
              <a:ahLst/>
              <a:cxnLst/>
              <a:rect l="l" t="t" r="r" b="b"/>
              <a:pathLst>
                <a:path w="9673" h="4443" extrusionOk="0">
                  <a:moveTo>
                    <a:pt x="725" y="0"/>
                  </a:moveTo>
                  <a:cubicBezTo>
                    <a:pt x="536" y="0"/>
                    <a:pt x="410" y="126"/>
                    <a:pt x="379" y="315"/>
                  </a:cubicBezTo>
                  <a:lnTo>
                    <a:pt x="1" y="2300"/>
                  </a:lnTo>
                  <a:cubicBezTo>
                    <a:pt x="129" y="2274"/>
                    <a:pt x="257" y="2262"/>
                    <a:pt x="382" y="2262"/>
                  </a:cubicBezTo>
                  <a:cubicBezTo>
                    <a:pt x="869" y="2262"/>
                    <a:pt x="1320" y="2453"/>
                    <a:pt x="1671" y="2804"/>
                  </a:cubicBezTo>
                  <a:cubicBezTo>
                    <a:pt x="2017" y="2473"/>
                    <a:pt x="2498" y="2308"/>
                    <a:pt x="2978" y="2308"/>
                  </a:cubicBezTo>
                  <a:cubicBezTo>
                    <a:pt x="3458" y="2308"/>
                    <a:pt x="3939" y="2473"/>
                    <a:pt x="4285" y="2804"/>
                  </a:cubicBezTo>
                  <a:cubicBezTo>
                    <a:pt x="4636" y="2453"/>
                    <a:pt x="5107" y="2262"/>
                    <a:pt x="5602" y="2262"/>
                  </a:cubicBezTo>
                  <a:cubicBezTo>
                    <a:pt x="5729" y="2262"/>
                    <a:pt x="5858" y="2274"/>
                    <a:pt x="5987" y="2300"/>
                  </a:cubicBezTo>
                  <a:lnTo>
                    <a:pt x="5766" y="1292"/>
                  </a:lnTo>
                  <a:lnTo>
                    <a:pt x="7625" y="2741"/>
                  </a:lnTo>
                  <a:cubicBezTo>
                    <a:pt x="7499" y="2899"/>
                    <a:pt x="7467" y="3119"/>
                    <a:pt x="7467" y="3340"/>
                  </a:cubicBezTo>
                  <a:cubicBezTo>
                    <a:pt x="7467" y="3970"/>
                    <a:pt x="7972" y="4442"/>
                    <a:pt x="8570" y="4442"/>
                  </a:cubicBezTo>
                  <a:cubicBezTo>
                    <a:pt x="9200" y="4442"/>
                    <a:pt x="9673" y="3938"/>
                    <a:pt x="9673" y="3340"/>
                  </a:cubicBezTo>
                  <a:cubicBezTo>
                    <a:pt x="9673" y="2678"/>
                    <a:pt x="9169" y="2205"/>
                    <a:pt x="8570" y="2205"/>
                  </a:cubicBezTo>
                  <a:cubicBezTo>
                    <a:pt x="8444" y="2205"/>
                    <a:pt x="8318" y="2237"/>
                    <a:pt x="8224" y="2300"/>
                  </a:cubicBezTo>
                  <a:lnTo>
                    <a:pt x="5451" y="63"/>
                  </a:lnTo>
                  <a:lnTo>
                    <a:pt x="5420" y="63"/>
                  </a:lnTo>
                  <a:cubicBezTo>
                    <a:pt x="5325" y="32"/>
                    <a:pt x="5262" y="0"/>
                    <a:pt x="52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7520;p83"/>
            <p:cNvSpPr/>
            <p:nvPr/>
          </p:nvSpPr>
          <p:spPr>
            <a:xfrm>
              <a:off x="-56350300" y="4058225"/>
              <a:ext cx="186675" cy="55150"/>
            </a:xfrm>
            <a:custGeom>
              <a:avLst/>
              <a:gdLst/>
              <a:ahLst/>
              <a:cxnLst/>
              <a:rect l="l" t="t" r="r" b="b"/>
              <a:pathLst>
                <a:path w="7467" h="2206" extrusionOk="0">
                  <a:moveTo>
                    <a:pt x="1103" y="0"/>
                  </a:moveTo>
                  <a:cubicBezTo>
                    <a:pt x="441" y="0"/>
                    <a:pt x="0" y="504"/>
                    <a:pt x="0" y="1103"/>
                  </a:cubicBezTo>
                  <a:cubicBezTo>
                    <a:pt x="32" y="1701"/>
                    <a:pt x="504" y="2205"/>
                    <a:pt x="1134" y="2205"/>
                  </a:cubicBezTo>
                  <a:cubicBezTo>
                    <a:pt x="1512" y="2205"/>
                    <a:pt x="1922" y="1985"/>
                    <a:pt x="2111" y="1607"/>
                  </a:cubicBezTo>
                  <a:cubicBezTo>
                    <a:pt x="2174" y="1497"/>
                    <a:pt x="2300" y="1441"/>
                    <a:pt x="2430" y="1441"/>
                  </a:cubicBezTo>
                  <a:cubicBezTo>
                    <a:pt x="2560" y="1441"/>
                    <a:pt x="2694" y="1497"/>
                    <a:pt x="2773" y="1607"/>
                  </a:cubicBezTo>
                  <a:cubicBezTo>
                    <a:pt x="2962" y="1985"/>
                    <a:pt x="3371" y="2205"/>
                    <a:pt x="3749" y="2205"/>
                  </a:cubicBezTo>
                  <a:cubicBezTo>
                    <a:pt x="4159" y="2205"/>
                    <a:pt x="4537" y="1985"/>
                    <a:pt x="4757" y="1607"/>
                  </a:cubicBezTo>
                  <a:cubicBezTo>
                    <a:pt x="4820" y="1512"/>
                    <a:pt x="4946" y="1418"/>
                    <a:pt x="5072" y="1418"/>
                  </a:cubicBezTo>
                  <a:cubicBezTo>
                    <a:pt x="5167" y="1418"/>
                    <a:pt x="5325" y="1512"/>
                    <a:pt x="5388" y="1607"/>
                  </a:cubicBezTo>
                  <a:cubicBezTo>
                    <a:pt x="5577" y="1985"/>
                    <a:pt x="5955" y="2205"/>
                    <a:pt x="6364" y="2205"/>
                  </a:cubicBezTo>
                  <a:cubicBezTo>
                    <a:pt x="6994" y="2205"/>
                    <a:pt x="7467" y="1701"/>
                    <a:pt x="7467" y="1103"/>
                  </a:cubicBezTo>
                  <a:cubicBezTo>
                    <a:pt x="7467" y="473"/>
                    <a:pt x="6963" y="0"/>
                    <a:pt x="6364" y="0"/>
                  </a:cubicBezTo>
                  <a:cubicBezTo>
                    <a:pt x="5955" y="0"/>
                    <a:pt x="5577" y="252"/>
                    <a:pt x="5388" y="599"/>
                  </a:cubicBezTo>
                  <a:cubicBezTo>
                    <a:pt x="5325" y="709"/>
                    <a:pt x="5191" y="764"/>
                    <a:pt x="5057" y="764"/>
                  </a:cubicBezTo>
                  <a:cubicBezTo>
                    <a:pt x="4923" y="764"/>
                    <a:pt x="4789" y="709"/>
                    <a:pt x="4726" y="599"/>
                  </a:cubicBezTo>
                  <a:cubicBezTo>
                    <a:pt x="4505" y="252"/>
                    <a:pt x="4127" y="0"/>
                    <a:pt x="3718" y="0"/>
                  </a:cubicBezTo>
                  <a:cubicBezTo>
                    <a:pt x="3340" y="0"/>
                    <a:pt x="2930" y="252"/>
                    <a:pt x="2741" y="599"/>
                  </a:cubicBezTo>
                  <a:cubicBezTo>
                    <a:pt x="2678" y="709"/>
                    <a:pt x="2552" y="764"/>
                    <a:pt x="2422" y="764"/>
                  </a:cubicBezTo>
                  <a:cubicBezTo>
                    <a:pt x="2292" y="764"/>
                    <a:pt x="2158" y="709"/>
                    <a:pt x="2079" y="599"/>
                  </a:cubicBezTo>
                  <a:cubicBezTo>
                    <a:pt x="1890" y="252"/>
                    <a:pt x="1481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7521;p83"/>
            <p:cNvSpPr/>
            <p:nvPr/>
          </p:nvSpPr>
          <p:spPr>
            <a:xfrm>
              <a:off x="-56245550" y="4168275"/>
              <a:ext cx="78000" cy="26600"/>
            </a:xfrm>
            <a:custGeom>
              <a:avLst/>
              <a:gdLst/>
              <a:ahLst/>
              <a:cxnLst/>
              <a:rect l="l" t="t" r="r" b="b"/>
              <a:pathLst>
                <a:path w="3120" h="1064" extrusionOk="0">
                  <a:moveTo>
                    <a:pt x="594" y="1"/>
                  </a:moveTo>
                  <a:cubicBezTo>
                    <a:pt x="555" y="1"/>
                    <a:pt x="515" y="4"/>
                    <a:pt x="473" y="9"/>
                  </a:cubicBezTo>
                  <a:cubicBezTo>
                    <a:pt x="284" y="40"/>
                    <a:pt x="126" y="166"/>
                    <a:pt x="0" y="324"/>
                  </a:cubicBezTo>
                  <a:lnTo>
                    <a:pt x="158" y="481"/>
                  </a:lnTo>
                  <a:cubicBezTo>
                    <a:pt x="410" y="733"/>
                    <a:pt x="630" y="891"/>
                    <a:pt x="945" y="954"/>
                  </a:cubicBezTo>
                  <a:cubicBezTo>
                    <a:pt x="1153" y="1029"/>
                    <a:pt x="1367" y="1064"/>
                    <a:pt x="1579" y="1064"/>
                  </a:cubicBezTo>
                  <a:cubicBezTo>
                    <a:pt x="2172" y="1064"/>
                    <a:pt x="2748" y="788"/>
                    <a:pt x="3119" y="324"/>
                  </a:cubicBezTo>
                  <a:lnTo>
                    <a:pt x="3119" y="324"/>
                  </a:lnTo>
                  <a:lnTo>
                    <a:pt x="2521" y="513"/>
                  </a:lnTo>
                  <a:cubicBezTo>
                    <a:pt x="2355" y="596"/>
                    <a:pt x="2183" y="634"/>
                    <a:pt x="2013" y="634"/>
                  </a:cubicBezTo>
                  <a:cubicBezTo>
                    <a:pt x="1665" y="634"/>
                    <a:pt x="1325" y="473"/>
                    <a:pt x="1071" y="198"/>
                  </a:cubicBezTo>
                  <a:cubicBezTo>
                    <a:pt x="940" y="67"/>
                    <a:pt x="787" y="1"/>
                    <a:pt x="5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83"/>
            <p:cNvSpPr/>
            <p:nvPr/>
          </p:nvSpPr>
          <p:spPr>
            <a:xfrm>
              <a:off x="-56359750" y="4112550"/>
              <a:ext cx="204800" cy="53100"/>
            </a:xfrm>
            <a:custGeom>
              <a:avLst/>
              <a:gdLst/>
              <a:ahLst/>
              <a:cxnLst/>
              <a:rect l="l" t="t" r="r" b="b"/>
              <a:pathLst>
                <a:path w="8192" h="2124" extrusionOk="0">
                  <a:moveTo>
                    <a:pt x="0" y="1"/>
                  </a:moveTo>
                  <a:lnTo>
                    <a:pt x="0" y="1608"/>
                  </a:lnTo>
                  <a:lnTo>
                    <a:pt x="1386" y="2080"/>
                  </a:lnTo>
                  <a:cubicBezTo>
                    <a:pt x="1455" y="2109"/>
                    <a:pt x="1529" y="2124"/>
                    <a:pt x="1605" y="2124"/>
                  </a:cubicBezTo>
                  <a:cubicBezTo>
                    <a:pt x="1773" y="2124"/>
                    <a:pt x="1949" y="2053"/>
                    <a:pt x="2079" y="1923"/>
                  </a:cubicBezTo>
                  <a:cubicBezTo>
                    <a:pt x="2333" y="1669"/>
                    <a:pt x="2689" y="1517"/>
                    <a:pt x="3048" y="1517"/>
                  </a:cubicBezTo>
                  <a:cubicBezTo>
                    <a:pt x="3135" y="1517"/>
                    <a:pt x="3222" y="1526"/>
                    <a:pt x="3308" y="1545"/>
                  </a:cubicBezTo>
                  <a:cubicBezTo>
                    <a:pt x="3623" y="1576"/>
                    <a:pt x="3907" y="1734"/>
                    <a:pt x="4096" y="1954"/>
                  </a:cubicBezTo>
                  <a:cubicBezTo>
                    <a:pt x="4316" y="1734"/>
                    <a:pt x="4568" y="1576"/>
                    <a:pt x="4883" y="1545"/>
                  </a:cubicBezTo>
                  <a:cubicBezTo>
                    <a:pt x="4975" y="1526"/>
                    <a:pt x="5066" y="1517"/>
                    <a:pt x="5155" y="1517"/>
                  </a:cubicBezTo>
                  <a:cubicBezTo>
                    <a:pt x="5523" y="1517"/>
                    <a:pt x="5858" y="1669"/>
                    <a:pt x="6112" y="1923"/>
                  </a:cubicBezTo>
                  <a:cubicBezTo>
                    <a:pt x="6243" y="2053"/>
                    <a:pt x="6403" y="2124"/>
                    <a:pt x="6583" y="2124"/>
                  </a:cubicBezTo>
                  <a:cubicBezTo>
                    <a:pt x="6664" y="2124"/>
                    <a:pt x="6749" y="2109"/>
                    <a:pt x="6837" y="2080"/>
                  </a:cubicBezTo>
                  <a:lnTo>
                    <a:pt x="8191" y="1608"/>
                  </a:lnTo>
                  <a:lnTo>
                    <a:pt x="8191" y="1"/>
                  </a:lnTo>
                  <a:cubicBezTo>
                    <a:pt x="7845" y="473"/>
                    <a:pt x="7341" y="726"/>
                    <a:pt x="6711" y="726"/>
                  </a:cubicBezTo>
                  <a:cubicBezTo>
                    <a:pt x="6207" y="726"/>
                    <a:pt x="5766" y="536"/>
                    <a:pt x="5419" y="190"/>
                  </a:cubicBezTo>
                  <a:cubicBezTo>
                    <a:pt x="5072" y="521"/>
                    <a:pt x="4584" y="686"/>
                    <a:pt x="4100" y="686"/>
                  </a:cubicBezTo>
                  <a:cubicBezTo>
                    <a:pt x="3615" y="686"/>
                    <a:pt x="3135" y="521"/>
                    <a:pt x="2804" y="190"/>
                  </a:cubicBezTo>
                  <a:cubicBezTo>
                    <a:pt x="2457" y="536"/>
                    <a:pt x="1985" y="726"/>
                    <a:pt x="1512" y="726"/>
                  </a:cubicBezTo>
                  <a:cubicBezTo>
                    <a:pt x="882" y="726"/>
                    <a:pt x="378" y="410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83"/>
            <p:cNvSpPr/>
            <p:nvPr/>
          </p:nvSpPr>
          <p:spPr>
            <a:xfrm>
              <a:off x="-56345575" y="4169000"/>
              <a:ext cx="77200" cy="26325"/>
            </a:xfrm>
            <a:custGeom>
              <a:avLst/>
              <a:gdLst/>
              <a:ahLst/>
              <a:cxnLst/>
              <a:rect l="l" t="t" r="r" b="b"/>
              <a:pathLst>
                <a:path w="3088" h="1053" extrusionOk="0">
                  <a:moveTo>
                    <a:pt x="2471" y="0"/>
                  </a:moveTo>
                  <a:cubicBezTo>
                    <a:pt x="2311" y="0"/>
                    <a:pt x="2170" y="47"/>
                    <a:pt x="2048" y="169"/>
                  </a:cubicBezTo>
                  <a:cubicBezTo>
                    <a:pt x="1752" y="465"/>
                    <a:pt x="1391" y="612"/>
                    <a:pt x="1011" y="612"/>
                  </a:cubicBezTo>
                  <a:cubicBezTo>
                    <a:pt x="865" y="612"/>
                    <a:pt x="716" y="591"/>
                    <a:pt x="567" y="547"/>
                  </a:cubicBezTo>
                  <a:lnTo>
                    <a:pt x="0" y="326"/>
                  </a:lnTo>
                  <a:lnTo>
                    <a:pt x="0" y="326"/>
                  </a:lnTo>
                  <a:cubicBezTo>
                    <a:pt x="374" y="794"/>
                    <a:pt x="939" y="1053"/>
                    <a:pt x="1527" y="1053"/>
                  </a:cubicBezTo>
                  <a:cubicBezTo>
                    <a:pt x="1731" y="1053"/>
                    <a:pt x="1939" y="1022"/>
                    <a:pt x="2143" y="956"/>
                  </a:cubicBezTo>
                  <a:cubicBezTo>
                    <a:pt x="2426" y="893"/>
                    <a:pt x="2710" y="704"/>
                    <a:pt x="2930" y="484"/>
                  </a:cubicBezTo>
                  <a:lnTo>
                    <a:pt x="3088" y="326"/>
                  </a:lnTo>
                  <a:cubicBezTo>
                    <a:pt x="2993" y="169"/>
                    <a:pt x="2836" y="74"/>
                    <a:pt x="2615" y="11"/>
                  </a:cubicBezTo>
                  <a:cubicBezTo>
                    <a:pt x="2566" y="4"/>
                    <a:pt x="2518" y="0"/>
                    <a:pt x="24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83"/>
            <p:cNvSpPr/>
            <p:nvPr/>
          </p:nvSpPr>
          <p:spPr>
            <a:xfrm>
              <a:off x="-56379450" y="4180300"/>
              <a:ext cx="242600" cy="120525"/>
            </a:xfrm>
            <a:custGeom>
              <a:avLst/>
              <a:gdLst/>
              <a:ahLst/>
              <a:cxnLst/>
              <a:rect l="l" t="t" r="r" b="b"/>
              <a:pathLst>
                <a:path w="9704" h="4821" extrusionOk="0">
                  <a:moveTo>
                    <a:pt x="473" y="0"/>
                  </a:moveTo>
                  <a:cubicBezTo>
                    <a:pt x="221" y="284"/>
                    <a:pt x="0" y="662"/>
                    <a:pt x="0" y="1071"/>
                  </a:cubicBezTo>
                  <a:cubicBezTo>
                    <a:pt x="0" y="1576"/>
                    <a:pt x="284" y="2048"/>
                    <a:pt x="725" y="2332"/>
                  </a:cubicBezTo>
                  <a:cubicBezTo>
                    <a:pt x="946" y="2489"/>
                    <a:pt x="1229" y="2552"/>
                    <a:pt x="1513" y="2552"/>
                  </a:cubicBezTo>
                  <a:cubicBezTo>
                    <a:pt x="1513" y="3403"/>
                    <a:pt x="2174" y="4064"/>
                    <a:pt x="2993" y="4064"/>
                  </a:cubicBezTo>
                  <a:cubicBezTo>
                    <a:pt x="3214" y="4064"/>
                    <a:pt x="3372" y="4033"/>
                    <a:pt x="3529" y="3970"/>
                  </a:cubicBezTo>
                  <a:cubicBezTo>
                    <a:pt x="3750" y="4506"/>
                    <a:pt x="4254" y="4821"/>
                    <a:pt x="4852" y="4821"/>
                  </a:cubicBezTo>
                  <a:cubicBezTo>
                    <a:pt x="5451" y="4821"/>
                    <a:pt x="5955" y="4443"/>
                    <a:pt x="6207" y="3970"/>
                  </a:cubicBezTo>
                  <a:cubicBezTo>
                    <a:pt x="6333" y="4064"/>
                    <a:pt x="6554" y="4064"/>
                    <a:pt x="6711" y="4064"/>
                  </a:cubicBezTo>
                  <a:cubicBezTo>
                    <a:pt x="7530" y="4064"/>
                    <a:pt x="8192" y="3403"/>
                    <a:pt x="8192" y="2552"/>
                  </a:cubicBezTo>
                  <a:cubicBezTo>
                    <a:pt x="9042" y="2552"/>
                    <a:pt x="9704" y="1891"/>
                    <a:pt x="9704" y="1071"/>
                  </a:cubicBezTo>
                  <a:cubicBezTo>
                    <a:pt x="9704" y="662"/>
                    <a:pt x="9546" y="284"/>
                    <a:pt x="9231" y="0"/>
                  </a:cubicBezTo>
                  <a:lnTo>
                    <a:pt x="9168" y="158"/>
                  </a:lnTo>
                  <a:cubicBezTo>
                    <a:pt x="8664" y="945"/>
                    <a:pt x="7814" y="1387"/>
                    <a:pt x="6900" y="1387"/>
                  </a:cubicBezTo>
                  <a:cubicBezTo>
                    <a:pt x="6617" y="1387"/>
                    <a:pt x="6301" y="1355"/>
                    <a:pt x="6018" y="1229"/>
                  </a:cubicBezTo>
                  <a:cubicBezTo>
                    <a:pt x="5640" y="1103"/>
                    <a:pt x="5230" y="882"/>
                    <a:pt x="4978" y="567"/>
                  </a:cubicBezTo>
                  <a:lnTo>
                    <a:pt x="4884" y="473"/>
                  </a:lnTo>
                  <a:lnTo>
                    <a:pt x="4821" y="567"/>
                  </a:lnTo>
                  <a:cubicBezTo>
                    <a:pt x="4506" y="882"/>
                    <a:pt x="4159" y="1071"/>
                    <a:pt x="3750" y="1229"/>
                  </a:cubicBezTo>
                  <a:cubicBezTo>
                    <a:pt x="3466" y="1292"/>
                    <a:pt x="3151" y="1387"/>
                    <a:pt x="2899" y="1387"/>
                  </a:cubicBezTo>
                  <a:cubicBezTo>
                    <a:pt x="1985" y="1387"/>
                    <a:pt x="1103" y="945"/>
                    <a:pt x="599" y="158"/>
                  </a:cubicBezTo>
                  <a:lnTo>
                    <a:pt x="4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83"/>
            <p:cNvSpPr/>
            <p:nvPr/>
          </p:nvSpPr>
          <p:spPr>
            <a:xfrm>
              <a:off x="-56181750" y="403930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83"/>
            <p:cNvSpPr/>
            <p:nvPr/>
          </p:nvSpPr>
          <p:spPr>
            <a:xfrm>
              <a:off x="-56332200" y="4039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7" name="Google Shape;7527;p83"/>
          <p:cNvGrpSpPr/>
          <p:nvPr/>
        </p:nvGrpSpPr>
        <p:grpSpPr>
          <a:xfrm>
            <a:off x="5326242" y="2894264"/>
            <a:ext cx="316434" cy="358971"/>
            <a:chOff x="-54401725" y="3198925"/>
            <a:chExt cx="281200" cy="319000"/>
          </a:xfrm>
        </p:grpSpPr>
        <p:sp>
          <p:nvSpPr>
            <p:cNvPr id="7528" name="Google Shape;7528;p83"/>
            <p:cNvSpPr/>
            <p:nvPr/>
          </p:nvSpPr>
          <p:spPr>
            <a:xfrm>
              <a:off x="-54159150" y="3465925"/>
              <a:ext cx="38625" cy="52000"/>
            </a:xfrm>
            <a:custGeom>
              <a:avLst/>
              <a:gdLst/>
              <a:ahLst/>
              <a:cxnLst/>
              <a:rect l="l" t="t" r="r" b="b"/>
              <a:pathLst>
                <a:path w="1545" h="2080" extrusionOk="0">
                  <a:moveTo>
                    <a:pt x="789" y="0"/>
                  </a:moveTo>
                  <a:cubicBezTo>
                    <a:pt x="379" y="0"/>
                    <a:pt x="1" y="316"/>
                    <a:pt x="1" y="725"/>
                  </a:cubicBezTo>
                  <a:cubicBezTo>
                    <a:pt x="1" y="851"/>
                    <a:pt x="32" y="946"/>
                    <a:pt x="64" y="1040"/>
                  </a:cubicBezTo>
                  <a:lnTo>
                    <a:pt x="631" y="1985"/>
                  </a:lnTo>
                  <a:cubicBezTo>
                    <a:pt x="663" y="2048"/>
                    <a:pt x="694" y="2080"/>
                    <a:pt x="789" y="2080"/>
                  </a:cubicBezTo>
                  <a:cubicBezTo>
                    <a:pt x="852" y="2080"/>
                    <a:pt x="915" y="2017"/>
                    <a:pt x="946" y="1985"/>
                  </a:cubicBezTo>
                  <a:lnTo>
                    <a:pt x="1450" y="1072"/>
                  </a:lnTo>
                  <a:cubicBezTo>
                    <a:pt x="1482" y="977"/>
                    <a:pt x="1545" y="851"/>
                    <a:pt x="1545" y="725"/>
                  </a:cubicBezTo>
                  <a:cubicBezTo>
                    <a:pt x="1545" y="347"/>
                    <a:pt x="1167" y="0"/>
                    <a:pt x="7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83"/>
            <p:cNvSpPr/>
            <p:nvPr/>
          </p:nvSpPr>
          <p:spPr>
            <a:xfrm>
              <a:off x="-54401725" y="3465925"/>
              <a:ext cx="38600" cy="52000"/>
            </a:xfrm>
            <a:custGeom>
              <a:avLst/>
              <a:gdLst/>
              <a:ahLst/>
              <a:cxnLst/>
              <a:rect l="l" t="t" r="r" b="b"/>
              <a:pathLst>
                <a:path w="1544" h="2080" extrusionOk="0">
                  <a:moveTo>
                    <a:pt x="788" y="0"/>
                  </a:moveTo>
                  <a:cubicBezTo>
                    <a:pt x="410" y="0"/>
                    <a:pt x="0" y="316"/>
                    <a:pt x="0" y="725"/>
                  </a:cubicBezTo>
                  <a:cubicBezTo>
                    <a:pt x="0" y="851"/>
                    <a:pt x="63" y="946"/>
                    <a:pt x="95" y="1040"/>
                  </a:cubicBezTo>
                  <a:lnTo>
                    <a:pt x="631" y="1985"/>
                  </a:lnTo>
                  <a:cubicBezTo>
                    <a:pt x="694" y="2048"/>
                    <a:pt x="725" y="2080"/>
                    <a:pt x="788" y="2080"/>
                  </a:cubicBezTo>
                  <a:cubicBezTo>
                    <a:pt x="883" y="2080"/>
                    <a:pt x="914" y="2017"/>
                    <a:pt x="946" y="1985"/>
                  </a:cubicBezTo>
                  <a:lnTo>
                    <a:pt x="1481" y="1072"/>
                  </a:lnTo>
                  <a:cubicBezTo>
                    <a:pt x="1513" y="977"/>
                    <a:pt x="1544" y="851"/>
                    <a:pt x="1544" y="725"/>
                  </a:cubicBezTo>
                  <a:cubicBezTo>
                    <a:pt x="1544" y="347"/>
                    <a:pt x="1198" y="0"/>
                    <a:pt x="7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0" name="Google Shape;7530;p83"/>
            <p:cNvSpPr/>
            <p:nvPr/>
          </p:nvSpPr>
          <p:spPr>
            <a:xfrm>
              <a:off x="-54176475" y="3224125"/>
              <a:ext cx="17350" cy="61450"/>
            </a:xfrm>
            <a:custGeom>
              <a:avLst/>
              <a:gdLst/>
              <a:ahLst/>
              <a:cxnLst/>
              <a:rect l="l" t="t" r="r" b="b"/>
              <a:pathLst>
                <a:path w="694" h="2458" extrusionOk="0">
                  <a:moveTo>
                    <a:pt x="347" y="0"/>
                  </a:moveTo>
                  <a:cubicBezTo>
                    <a:pt x="190" y="316"/>
                    <a:pt x="1" y="757"/>
                    <a:pt x="1" y="1229"/>
                  </a:cubicBezTo>
                  <a:cubicBezTo>
                    <a:pt x="1" y="1702"/>
                    <a:pt x="190" y="2143"/>
                    <a:pt x="347" y="2458"/>
                  </a:cubicBezTo>
                  <a:cubicBezTo>
                    <a:pt x="505" y="2143"/>
                    <a:pt x="694" y="1702"/>
                    <a:pt x="694" y="1229"/>
                  </a:cubicBezTo>
                  <a:cubicBezTo>
                    <a:pt x="694" y="757"/>
                    <a:pt x="505" y="316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1" name="Google Shape;7531;p83"/>
            <p:cNvSpPr/>
            <p:nvPr/>
          </p:nvSpPr>
          <p:spPr>
            <a:xfrm>
              <a:off x="-54385975" y="3198925"/>
              <a:ext cx="198500" cy="74850"/>
            </a:xfrm>
            <a:custGeom>
              <a:avLst/>
              <a:gdLst/>
              <a:ahLst/>
              <a:cxnLst/>
              <a:rect l="l" t="t" r="r" b="b"/>
              <a:pathLst>
                <a:path w="7940" h="2994" extrusionOk="0">
                  <a:moveTo>
                    <a:pt x="4978" y="0"/>
                  </a:moveTo>
                  <a:cubicBezTo>
                    <a:pt x="2836" y="0"/>
                    <a:pt x="946" y="1229"/>
                    <a:pt x="1" y="2993"/>
                  </a:cubicBezTo>
                  <a:lnTo>
                    <a:pt x="7688" y="2993"/>
                  </a:lnTo>
                  <a:cubicBezTo>
                    <a:pt x="7625" y="2741"/>
                    <a:pt x="7562" y="2521"/>
                    <a:pt x="7562" y="2237"/>
                  </a:cubicBezTo>
                  <a:cubicBezTo>
                    <a:pt x="7562" y="1733"/>
                    <a:pt x="7719" y="1261"/>
                    <a:pt x="7940" y="851"/>
                  </a:cubicBezTo>
                  <a:cubicBezTo>
                    <a:pt x="7026" y="315"/>
                    <a:pt x="6049" y="0"/>
                    <a:pt x="49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2" name="Google Shape;7532;p83"/>
            <p:cNvSpPr/>
            <p:nvPr/>
          </p:nvSpPr>
          <p:spPr>
            <a:xfrm>
              <a:off x="-54400950" y="3385575"/>
              <a:ext cx="37050" cy="19725"/>
            </a:xfrm>
            <a:custGeom>
              <a:avLst/>
              <a:gdLst/>
              <a:ahLst/>
              <a:cxnLst/>
              <a:rect l="l" t="t" r="r" b="b"/>
              <a:pathLst>
                <a:path w="1482" h="789" extrusionOk="0">
                  <a:moveTo>
                    <a:pt x="1" y="1"/>
                  </a:moveTo>
                  <a:lnTo>
                    <a:pt x="1" y="789"/>
                  </a:lnTo>
                  <a:lnTo>
                    <a:pt x="1482" y="78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3" name="Google Shape;7533;p83"/>
            <p:cNvSpPr/>
            <p:nvPr/>
          </p:nvSpPr>
          <p:spPr>
            <a:xfrm>
              <a:off x="-54401725" y="3292650"/>
              <a:ext cx="128400" cy="74850"/>
            </a:xfrm>
            <a:custGeom>
              <a:avLst/>
              <a:gdLst/>
              <a:ahLst/>
              <a:cxnLst/>
              <a:rect l="l" t="t" r="r" b="b"/>
              <a:pathLst>
                <a:path w="5136" h="2994" extrusionOk="0">
                  <a:moveTo>
                    <a:pt x="315" y="0"/>
                  </a:moveTo>
                  <a:cubicBezTo>
                    <a:pt x="126" y="567"/>
                    <a:pt x="0" y="1198"/>
                    <a:pt x="0" y="1828"/>
                  </a:cubicBezTo>
                  <a:lnTo>
                    <a:pt x="0" y="2993"/>
                  </a:lnTo>
                  <a:lnTo>
                    <a:pt x="1513" y="2993"/>
                  </a:lnTo>
                  <a:lnTo>
                    <a:pt x="1513" y="1828"/>
                  </a:lnTo>
                  <a:cubicBezTo>
                    <a:pt x="1513" y="1639"/>
                    <a:pt x="1670" y="1481"/>
                    <a:pt x="1859" y="1481"/>
                  </a:cubicBezTo>
                  <a:lnTo>
                    <a:pt x="2615" y="1481"/>
                  </a:lnTo>
                  <a:cubicBezTo>
                    <a:pt x="3592" y="1481"/>
                    <a:pt x="4821" y="788"/>
                    <a:pt x="51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4" name="Google Shape;7534;p83"/>
            <p:cNvSpPr/>
            <p:nvPr/>
          </p:nvSpPr>
          <p:spPr>
            <a:xfrm>
              <a:off x="-54250500" y="3266650"/>
              <a:ext cx="128400" cy="99275"/>
            </a:xfrm>
            <a:custGeom>
              <a:avLst/>
              <a:gdLst/>
              <a:ahLst/>
              <a:cxnLst/>
              <a:rect l="l" t="t" r="r" b="b"/>
              <a:pathLst>
                <a:path w="5136" h="3971" extrusionOk="0">
                  <a:moveTo>
                    <a:pt x="4317" y="1"/>
                  </a:moveTo>
                  <a:cubicBezTo>
                    <a:pt x="4159" y="914"/>
                    <a:pt x="3560" y="1607"/>
                    <a:pt x="3529" y="1607"/>
                  </a:cubicBezTo>
                  <a:cubicBezTo>
                    <a:pt x="3466" y="1702"/>
                    <a:pt x="3371" y="1734"/>
                    <a:pt x="3245" y="1734"/>
                  </a:cubicBezTo>
                  <a:cubicBezTo>
                    <a:pt x="3151" y="1734"/>
                    <a:pt x="3056" y="1702"/>
                    <a:pt x="2993" y="1607"/>
                  </a:cubicBezTo>
                  <a:cubicBezTo>
                    <a:pt x="2993" y="1607"/>
                    <a:pt x="2741" y="1387"/>
                    <a:pt x="2552" y="977"/>
                  </a:cubicBezTo>
                  <a:lnTo>
                    <a:pt x="0" y="977"/>
                  </a:lnTo>
                  <a:cubicBezTo>
                    <a:pt x="315" y="1765"/>
                    <a:pt x="1576" y="2490"/>
                    <a:pt x="2521" y="2490"/>
                  </a:cubicBezTo>
                  <a:lnTo>
                    <a:pt x="3245" y="2490"/>
                  </a:lnTo>
                  <a:cubicBezTo>
                    <a:pt x="3466" y="2490"/>
                    <a:pt x="3623" y="2647"/>
                    <a:pt x="3623" y="2836"/>
                  </a:cubicBezTo>
                  <a:lnTo>
                    <a:pt x="3623" y="3970"/>
                  </a:lnTo>
                  <a:lnTo>
                    <a:pt x="5104" y="3970"/>
                  </a:lnTo>
                  <a:lnTo>
                    <a:pt x="5104" y="2521"/>
                  </a:lnTo>
                  <a:cubicBezTo>
                    <a:pt x="5136" y="2458"/>
                    <a:pt x="5136" y="2395"/>
                    <a:pt x="5104" y="2364"/>
                  </a:cubicBezTo>
                  <a:cubicBezTo>
                    <a:pt x="5041" y="1544"/>
                    <a:pt x="4758" y="725"/>
                    <a:pt x="43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5" name="Google Shape;7535;p83"/>
            <p:cNvSpPr/>
            <p:nvPr/>
          </p:nvSpPr>
          <p:spPr>
            <a:xfrm>
              <a:off x="-54159150" y="3385575"/>
              <a:ext cx="37050" cy="19725"/>
            </a:xfrm>
            <a:custGeom>
              <a:avLst/>
              <a:gdLst/>
              <a:ahLst/>
              <a:cxnLst/>
              <a:rect l="l" t="t" r="r" b="b"/>
              <a:pathLst>
                <a:path w="1482" h="789" extrusionOk="0">
                  <a:moveTo>
                    <a:pt x="1" y="1"/>
                  </a:moveTo>
                  <a:lnTo>
                    <a:pt x="1" y="789"/>
                  </a:lnTo>
                  <a:lnTo>
                    <a:pt x="1482" y="78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6" name="Google Shape;7536;p83"/>
            <p:cNvSpPr/>
            <p:nvPr/>
          </p:nvSpPr>
          <p:spPr>
            <a:xfrm>
              <a:off x="-54345025" y="3309975"/>
              <a:ext cx="167000" cy="207175"/>
            </a:xfrm>
            <a:custGeom>
              <a:avLst/>
              <a:gdLst/>
              <a:ahLst/>
              <a:cxnLst/>
              <a:rect l="l" t="t" r="r" b="b"/>
              <a:pathLst>
                <a:path w="6680" h="8287" extrusionOk="0">
                  <a:moveTo>
                    <a:pt x="1797" y="2332"/>
                  </a:moveTo>
                  <a:cubicBezTo>
                    <a:pt x="1986" y="2332"/>
                    <a:pt x="2143" y="2489"/>
                    <a:pt x="2143" y="2678"/>
                  </a:cubicBezTo>
                  <a:cubicBezTo>
                    <a:pt x="2143" y="2867"/>
                    <a:pt x="1986" y="3025"/>
                    <a:pt x="1797" y="3025"/>
                  </a:cubicBezTo>
                  <a:cubicBezTo>
                    <a:pt x="1639" y="3025"/>
                    <a:pt x="1450" y="2867"/>
                    <a:pt x="1450" y="2678"/>
                  </a:cubicBezTo>
                  <a:cubicBezTo>
                    <a:pt x="1450" y="2489"/>
                    <a:pt x="1608" y="2332"/>
                    <a:pt x="1797" y="2332"/>
                  </a:cubicBezTo>
                  <a:close/>
                  <a:moveTo>
                    <a:pt x="4821" y="2332"/>
                  </a:moveTo>
                  <a:cubicBezTo>
                    <a:pt x="5042" y="2332"/>
                    <a:pt x="5199" y="2489"/>
                    <a:pt x="5199" y="2678"/>
                  </a:cubicBezTo>
                  <a:cubicBezTo>
                    <a:pt x="5199" y="2867"/>
                    <a:pt x="5042" y="3025"/>
                    <a:pt x="4821" y="3025"/>
                  </a:cubicBezTo>
                  <a:cubicBezTo>
                    <a:pt x="4632" y="3025"/>
                    <a:pt x="4474" y="2867"/>
                    <a:pt x="4474" y="2678"/>
                  </a:cubicBezTo>
                  <a:cubicBezTo>
                    <a:pt x="4474" y="2489"/>
                    <a:pt x="4632" y="2332"/>
                    <a:pt x="4821" y="2332"/>
                  </a:cubicBezTo>
                  <a:close/>
                  <a:moveTo>
                    <a:pt x="4392" y="4892"/>
                  </a:moveTo>
                  <a:cubicBezTo>
                    <a:pt x="4482" y="4892"/>
                    <a:pt x="4569" y="4931"/>
                    <a:pt x="4632" y="5010"/>
                  </a:cubicBezTo>
                  <a:cubicBezTo>
                    <a:pt x="4790" y="5136"/>
                    <a:pt x="4790" y="5356"/>
                    <a:pt x="4632" y="5514"/>
                  </a:cubicBezTo>
                  <a:cubicBezTo>
                    <a:pt x="4285" y="5860"/>
                    <a:pt x="3813" y="6049"/>
                    <a:pt x="3340" y="6049"/>
                  </a:cubicBezTo>
                  <a:cubicBezTo>
                    <a:pt x="2868" y="6049"/>
                    <a:pt x="2364" y="5860"/>
                    <a:pt x="2049" y="5514"/>
                  </a:cubicBezTo>
                  <a:cubicBezTo>
                    <a:pt x="1891" y="5356"/>
                    <a:pt x="1891" y="5136"/>
                    <a:pt x="2049" y="5010"/>
                  </a:cubicBezTo>
                  <a:cubicBezTo>
                    <a:pt x="2127" y="4931"/>
                    <a:pt x="2222" y="4892"/>
                    <a:pt x="2312" y="4892"/>
                  </a:cubicBezTo>
                  <a:cubicBezTo>
                    <a:pt x="2403" y="4892"/>
                    <a:pt x="2490" y="4931"/>
                    <a:pt x="2553" y="5010"/>
                  </a:cubicBezTo>
                  <a:cubicBezTo>
                    <a:pt x="2773" y="5230"/>
                    <a:pt x="3057" y="5341"/>
                    <a:pt x="3340" y="5341"/>
                  </a:cubicBezTo>
                  <a:cubicBezTo>
                    <a:pt x="3624" y="5341"/>
                    <a:pt x="3907" y="5230"/>
                    <a:pt x="4128" y="5010"/>
                  </a:cubicBezTo>
                  <a:cubicBezTo>
                    <a:pt x="4207" y="4931"/>
                    <a:pt x="4301" y="4892"/>
                    <a:pt x="4392" y="4892"/>
                  </a:cubicBezTo>
                  <a:close/>
                  <a:moveTo>
                    <a:pt x="3340" y="1"/>
                  </a:moveTo>
                  <a:cubicBezTo>
                    <a:pt x="2710" y="914"/>
                    <a:pt x="1324" y="1513"/>
                    <a:pt x="347" y="1513"/>
                  </a:cubicBezTo>
                  <a:lnTo>
                    <a:pt x="1" y="1513"/>
                  </a:lnTo>
                  <a:lnTo>
                    <a:pt x="1" y="4915"/>
                  </a:lnTo>
                  <a:cubicBezTo>
                    <a:pt x="1" y="6774"/>
                    <a:pt x="1482" y="8286"/>
                    <a:pt x="3340" y="8286"/>
                  </a:cubicBezTo>
                  <a:cubicBezTo>
                    <a:pt x="5199" y="8286"/>
                    <a:pt x="6680" y="6774"/>
                    <a:pt x="6680" y="4915"/>
                  </a:cubicBezTo>
                  <a:lnTo>
                    <a:pt x="6680" y="1513"/>
                  </a:lnTo>
                  <a:lnTo>
                    <a:pt x="6333" y="1513"/>
                  </a:lnTo>
                  <a:cubicBezTo>
                    <a:pt x="6307" y="1514"/>
                    <a:pt x="6281" y="1514"/>
                    <a:pt x="6254" y="1514"/>
                  </a:cubicBezTo>
                  <a:cubicBezTo>
                    <a:pt x="5228" y="1514"/>
                    <a:pt x="3955" y="922"/>
                    <a:pt x="33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7" name="Google Shape;7537;p83"/>
            <p:cNvSpPr/>
            <p:nvPr/>
          </p:nvSpPr>
          <p:spPr>
            <a:xfrm>
              <a:off x="-54401725" y="3424175"/>
              <a:ext cx="37825" cy="40975"/>
            </a:xfrm>
            <a:custGeom>
              <a:avLst/>
              <a:gdLst/>
              <a:ahLst/>
              <a:cxnLst/>
              <a:rect l="l" t="t" r="r" b="b"/>
              <a:pathLst>
                <a:path w="1513" h="1639" extrusionOk="0">
                  <a:moveTo>
                    <a:pt x="0" y="1"/>
                  </a:moveTo>
                  <a:lnTo>
                    <a:pt x="0" y="914"/>
                  </a:lnTo>
                  <a:cubicBezTo>
                    <a:pt x="0" y="1292"/>
                    <a:pt x="315" y="1639"/>
                    <a:pt x="757" y="1639"/>
                  </a:cubicBezTo>
                  <a:cubicBezTo>
                    <a:pt x="1198" y="1639"/>
                    <a:pt x="1513" y="1324"/>
                    <a:pt x="1513" y="914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8" name="Google Shape;7538;p83"/>
            <p:cNvSpPr/>
            <p:nvPr/>
          </p:nvSpPr>
          <p:spPr>
            <a:xfrm>
              <a:off x="-54159150" y="3424175"/>
              <a:ext cx="37050" cy="40975"/>
            </a:xfrm>
            <a:custGeom>
              <a:avLst/>
              <a:gdLst/>
              <a:ahLst/>
              <a:cxnLst/>
              <a:rect l="l" t="t" r="r" b="b"/>
              <a:pathLst>
                <a:path w="1482" h="1639" extrusionOk="0">
                  <a:moveTo>
                    <a:pt x="1" y="1"/>
                  </a:moveTo>
                  <a:lnTo>
                    <a:pt x="1" y="914"/>
                  </a:lnTo>
                  <a:cubicBezTo>
                    <a:pt x="1" y="1292"/>
                    <a:pt x="316" y="1639"/>
                    <a:pt x="757" y="1639"/>
                  </a:cubicBezTo>
                  <a:cubicBezTo>
                    <a:pt x="1167" y="1639"/>
                    <a:pt x="1482" y="1324"/>
                    <a:pt x="1482" y="914"/>
                  </a:cubicBezTo>
                  <a:lnTo>
                    <a:pt x="1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9" name="Google Shape;7539;p83"/>
          <p:cNvGrpSpPr/>
          <p:nvPr/>
        </p:nvGrpSpPr>
        <p:grpSpPr>
          <a:xfrm>
            <a:off x="5327128" y="3364365"/>
            <a:ext cx="314662" cy="358099"/>
            <a:chOff x="-54401725" y="3590375"/>
            <a:chExt cx="279625" cy="318225"/>
          </a:xfrm>
        </p:grpSpPr>
        <p:sp>
          <p:nvSpPr>
            <p:cNvPr id="7540" name="Google Shape;7540;p83"/>
            <p:cNvSpPr/>
            <p:nvPr/>
          </p:nvSpPr>
          <p:spPr>
            <a:xfrm>
              <a:off x="-54194575" y="3721900"/>
              <a:ext cx="35450" cy="19725"/>
            </a:xfrm>
            <a:custGeom>
              <a:avLst/>
              <a:gdLst/>
              <a:ahLst/>
              <a:cxnLst/>
              <a:rect l="l" t="t" r="r" b="b"/>
              <a:pathLst>
                <a:path w="1418" h="789" extrusionOk="0">
                  <a:moveTo>
                    <a:pt x="0" y="1"/>
                  </a:moveTo>
                  <a:cubicBezTo>
                    <a:pt x="158" y="410"/>
                    <a:pt x="536" y="788"/>
                    <a:pt x="1071" y="788"/>
                  </a:cubicBezTo>
                  <a:lnTo>
                    <a:pt x="1418" y="788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1" name="Google Shape;7541;p83"/>
            <p:cNvSpPr/>
            <p:nvPr/>
          </p:nvSpPr>
          <p:spPr>
            <a:xfrm>
              <a:off x="-54380450" y="3590375"/>
              <a:ext cx="237075" cy="112650"/>
            </a:xfrm>
            <a:custGeom>
              <a:avLst/>
              <a:gdLst/>
              <a:ahLst/>
              <a:cxnLst/>
              <a:rect l="l" t="t" r="r" b="b"/>
              <a:pathLst>
                <a:path w="9483" h="4506" extrusionOk="0">
                  <a:moveTo>
                    <a:pt x="4789" y="1575"/>
                  </a:moveTo>
                  <a:cubicBezTo>
                    <a:pt x="5009" y="1575"/>
                    <a:pt x="5135" y="1733"/>
                    <a:pt x="5135" y="1954"/>
                  </a:cubicBezTo>
                  <a:lnTo>
                    <a:pt x="5135" y="2300"/>
                  </a:lnTo>
                  <a:lnTo>
                    <a:pt x="5513" y="2300"/>
                  </a:lnTo>
                  <a:cubicBezTo>
                    <a:pt x="5702" y="2300"/>
                    <a:pt x="5860" y="2458"/>
                    <a:pt x="5860" y="2647"/>
                  </a:cubicBezTo>
                  <a:cubicBezTo>
                    <a:pt x="5860" y="2836"/>
                    <a:pt x="5702" y="2993"/>
                    <a:pt x="5513" y="2993"/>
                  </a:cubicBezTo>
                  <a:lnTo>
                    <a:pt x="5135" y="2993"/>
                  </a:lnTo>
                  <a:lnTo>
                    <a:pt x="5135" y="3371"/>
                  </a:lnTo>
                  <a:cubicBezTo>
                    <a:pt x="5135" y="3560"/>
                    <a:pt x="5009" y="3718"/>
                    <a:pt x="4789" y="3718"/>
                  </a:cubicBezTo>
                  <a:cubicBezTo>
                    <a:pt x="4600" y="3718"/>
                    <a:pt x="4442" y="3560"/>
                    <a:pt x="4442" y="3371"/>
                  </a:cubicBezTo>
                  <a:lnTo>
                    <a:pt x="4442" y="2993"/>
                  </a:lnTo>
                  <a:lnTo>
                    <a:pt x="4096" y="2993"/>
                  </a:lnTo>
                  <a:cubicBezTo>
                    <a:pt x="3907" y="2993"/>
                    <a:pt x="3749" y="2836"/>
                    <a:pt x="3749" y="2647"/>
                  </a:cubicBezTo>
                  <a:cubicBezTo>
                    <a:pt x="3749" y="2458"/>
                    <a:pt x="3907" y="2300"/>
                    <a:pt x="4096" y="2300"/>
                  </a:cubicBezTo>
                  <a:lnTo>
                    <a:pt x="4442" y="2300"/>
                  </a:lnTo>
                  <a:lnTo>
                    <a:pt x="4442" y="1954"/>
                  </a:lnTo>
                  <a:cubicBezTo>
                    <a:pt x="4442" y="1733"/>
                    <a:pt x="4600" y="1575"/>
                    <a:pt x="4789" y="1575"/>
                  </a:cubicBezTo>
                  <a:close/>
                  <a:moveTo>
                    <a:pt x="2048" y="0"/>
                  </a:moveTo>
                  <a:cubicBezTo>
                    <a:pt x="882" y="0"/>
                    <a:pt x="0" y="1040"/>
                    <a:pt x="189" y="2174"/>
                  </a:cubicBezTo>
                  <a:lnTo>
                    <a:pt x="567" y="4505"/>
                  </a:lnTo>
                  <a:lnTo>
                    <a:pt x="8916" y="4505"/>
                  </a:lnTo>
                  <a:lnTo>
                    <a:pt x="9326" y="2174"/>
                  </a:lnTo>
                  <a:cubicBezTo>
                    <a:pt x="9483" y="1040"/>
                    <a:pt x="8601" y="0"/>
                    <a:pt x="74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2" name="Google Shape;7542;p83"/>
            <p:cNvSpPr/>
            <p:nvPr/>
          </p:nvSpPr>
          <p:spPr>
            <a:xfrm>
              <a:off x="-54363925" y="3721900"/>
              <a:ext cx="35475" cy="19725"/>
            </a:xfrm>
            <a:custGeom>
              <a:avLst/>
              <a:gdLst/>
              <a:ahLst/>
              <a:cxnLst/>
              <a:rect l="l" t="t" r="r" b="b"/>
              <a:pathLst>
                <a:path w="141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347" y="788"/>
                  </a:lnTo>
                  <a:cubicBezTo>
                    <a:pt x="820" y="788"/>
                    <a:pt x="1261" y="410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3" name="Google Shape;7543;p83"/>
            <p:cNvSpPr/>
            <p:nvPr/>
          </p:nvSpPr>
          <p:spPr>
            <a:xfrm>
              <a:off x="-54363925" y="3721900"/>
              <a:ext cx="204800" cy="186700"/>
            </a:xfrm>
            <a:custGeom>
              <a:avLst/>
              <a:gdLst/>
              <a:ahLst/>
              <a:cxnLst/>
              <a:rect l="l" t="t" r="r" b="b"/>
              <a:pathLst>
                <a:path w="8192" h="7468" extrusionOk="0">
                  <a:moveTo>
                    <a:pt x="2553" y="1513"/>
                  </a:moveTo>
                  <a:cubicBezTo>
                    <a:pt x="2742" y="1513"/>
                    <a:pt x="2899" y="1670"/>
                    <a:pt x="2899" y="1891"/>
                  </a:cubicBezTo>
                  <a:cubicBezTo>
                    <a:pt x="2899" y="2080"/>
                    <a:pt x="2742" y="2237"/>
                    <a:pt x="2553" y="2237"/>
                  </a:cubicBezTo>
                  <a:cubicBezTo>
                    <a:pt x="2541" y="2240"/>
                    <a:pt x="2529" y="2241"/>
                    <a:pt x="2517" y="2241"/>
                  </a:cubicBezTo>
                  <a:cubicBezTo>
                    <a:pt x="2368" y="2241"/>
                    <a:pt x="2206" y="2066"/>
                    <a:pt x="2206" y="1891"/>
                  </a:cubicBezTo>
                  <a:cubicBezTo>
                    <a:pt x="2206" y="1670"/>
                    <a:pt x="2364" y="1513"/>
                    <a:pt x="2553" y="1513"/>
                  </a:cubicBezTo>
                  <a:close/>
                  <a:moveTo>
                    <a:pt x="5577" y="1576"/>
                  </a:moveTo>
                  <a:cubicBezTo>
                    <a:pt x="5798" y="1576"/>
                    <a:pt x="5955" y="1733"/>
                    <a:pt x="5955" y="1922"/>
                  </a:cubicBezTo>
                  <a:cubicBezTo>
                    <a:pt x="5955" y="2111"/>
                    <a:pt x="5798" y="2269"/>
                    <a:pt x="5577" y="2269"/>
                  </a:cubicBezTo>
                  <a:cubicBezTo>
                    <a:pt x="5388" y="2269"/>
                    <a:pt x="5230" y="2111"/>
                    <a:pt x="5230" y="1922"/>
                  </a:cubicBezTo>
                  <a:cubicBezTo>
                    <a:pt x="5230" y="1733"/>
                    <a:pt x="5388" y="1576"/>
                    <a:pt x="5577" y="1576"/>
                  </a:cubicBezTo>
                  <a:close/>
                  <a:moveTo>
                    <a:pt x="5148" y="4073"/>
                  </a:moveTo>
                  <a:cubicBezTo>
                    <a:pt x="5238" y="4073"/>
                    <a:pt x="5325" y="4112"/>
                    <a:pt x="5388" y="4191"/>
                  </a:cubicBezTo>
                  <a:cubicBezTo>
                    <a:pt x="5546" y="4317"/>
                    <a:pt x="5546" y="4537"/>
                    <a:pt x="5388" y="4726"/>
                  </a:cubicBezTo>
                  <a:cubicBezTo>
                    <a:pt x="5041" y="5073"/>
                    <a:pt x="4569" y="5262"/>
                    <a:pt x="4096" y="5262"/>
                  </a:cubicBezTo>
                  <a:cubicBezTo>
                    <a:pt x="3624" y="5262"/>
                    <a:pt x="3120" y="5073"/>
                    <a:pt x="2805" y="4726"/>
                  </a:cubicBezTo>
                  <a:cubicBezTo>
                    <a:pt x="2647" y="4569"/>
                    <a:pt x="2647" y="4317"/>
                    <a:pt x="2805" y="4191"/>
                  </a:cubicBezTo>
                  <a:cubicBezTo>
                    <a:pt x="2883" y="4112"/>
                    <a:pt x="2978" y="4073"/>
                    <a:pt x="3068" y="4073"/>
                  </a:cubicBezTo>
                  <a:cubicBezTo>
                    <a:pt x="3159" y="4073"/>
                    <a:pt x="3246" y="4112"/>
                    <a:pt x="3309" y="4191"/>
                  </a:cubicBezTo>
                  <a:cubicBezTo>
                    <a:pt x="3529" y="4411"/>
                    <a:pt x="3813" y="4521"/>
                    <a:pt x="4096" y="4521"/>
                  </a:cubicBezTo>
                  <a:cubicBezTo>
                    <a:pt x="4380" y="4521"/>
                    <a:pt x="4663" y="4411"/>
                    <a:pt x="4884" y="4191"/>
                  </a:cubicBezTo>
                  <a:cubicBezTo>
                    <a:pt x="4963" y="4112"/>
                    <a:pt x="5057" y="4073"/>
                    <a:pt x="5148" y="4073"/>
                  </a:cubicBezTo>
                  <a:close/>
                  <a:moveTo>
                    <a:pt x="2175" y="1"/>
                  </a:moveTo>
                  <a:cubicBezTo>
                    <a:pt x="2017" y="851"/>
                    <a:pt x="1229" y="1513"/>
                    <a:pt x="347" y="1513"/>
                  </a:cubicBezTo>
                  <a:lnTo>
                    <a:pt x="1" y="1513"/>
                  </a:lnTo>
                  <a:lnTo>
                    <a:pt x="1" y="3372"/>
                  </a:lnTo>
                  <a:cubicBezTo>
                    <a:pt x="1" y="5608"/>
                    <a:pt x="1859" y="7467"/>
                    <a:pt x="4096" y="7467"/>
                  </a:cubicBezTo>
                  <a:cubicBezTo>
                    <a:pt x="6333" y="7467"/>
                    <a:pt x="8192" y="5608"/>
                    <a:pt x="8192" y="3372"/>
                  </a:cubicBezTo>
                  <a:lnTo>
                    <a:pt x="8192" y="1513"/>
                  </a:lnTo>
                  <a:lnTo>
                    <a:pt x="7845" y="1513"/>
                  </a:lnTo>
                  <a:cubicBezTo>
                    <a:pt x="6932" y="1513"/>
                    <a:pt x="6176" y="820"/>
                    <a:pt x="5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4" name="Google Shape;7544;p83"/>
            <p:cNvSpPr/>
            <p:nvPr/>
          </p:nvSpPr>
          <p:spPr>
            <a:xfrm>
              <a:off x="-54401725" y="37471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253"/>
                    <a:pt x="0" y="725"/>
                    <a:pt x="0" y="1261"/>
                  </a:cubicBezTo>
                  <a:cubicBezTo>
                    <a:pt x="0" y="1828"/>
                    <a:pt x="315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5" name="Google Shape;7545;p83"/>
            <p:cNvSpPr/>
            <p:nvPr/>
          </p:nvSpPr>
          <p:spPr>
            <a:xfrm>
              <a:off x="-54140225" y="374632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84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46" name="Google Shape;7546;p83"/>
          <p:cNvGrpSpPr/>
          <p:nvPr/>
        </p:nvGrpSpPr>
        <p:grpSpPr>
          <a:xfrm>
            <a:off x="5324920" y="3827938"/>
            <a:ext cx="319079" cy="358099"/>
            <a:chOff x="-54403300" y="3982600"/>
            <a:chExt cx="283550" cy="318225"/>
          </a:xfrm>
        </p:grpSpPr>
        <p:sp>
          <p:nvSpPr>
            <p:cNvPr id="7547" name="Google Shape;7547;p83"/>
            <p:cNvSpPr/>
            <p:nvPr/>
          </p:nvSpPr>
          <p:spPr>
            <a:xfrm>
              <a:off x="-54273350" y="4036950"/>
              <a:ext cx="27600" cy="27600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536" y="0"/>
                  </a:moveTo>
                  <a:lnTo>
                    <a:pt x="473" y="189"/>
                  </a:lnTo>
                  <a:cubicBezTo>
                    <a:pt x="442" y="315"/>
                    <a:pt x="316" y="379"/>
                    <a:pt x="190" y="379"/>
                  </a:cubicBezTo>
                  <a:lnTo>
                    <a:pt x="1" y="410"/>
                  </a:lnTo>
                  <a:lnTo>
                    <a:pt x="158" y="568"/>
                  </a:lnTo>
                  <a:cubicBezTo>
                    <a:pt x="127" y="662"/>
                    <a:pt x="158" y="788"/>
                    <a:pt x="158" y="883"/>
                  </a:cubicBezTo>
                  <a:lnTo>
                    <a:pt x="127" y="1103"/>
                  </a:lnTo>
                  <a:lnTo>
                    <a:pt x="316" y="1009"/>
                  </a:lnTo>
                  <a:cubicBezTo>
                    <a:pt x="379" y="993"/>
                    <a:pt x="434" y="985"/>
                    <a:pt x="489" y="985"/>
                  </a:cubicBezTo>
                  <a:cubicBezTo>
                    <a:pt x="544" y="985"/>
                    <a:pt x="599" y="993"/>
                    <a:pt x="662" y="1009"/>
                  </a:cubicBezTo>
                  <a:lnTo>
                    <a:pt x="851" y="1103"/>
                  </a:lnTo>
                  <a:lnTo>
                    <a:pt x="820" y="883"/>
                  </a:lnTo>
                  <a:cubicBezTo>
                    <a:pt x="788" y="788"/>
                    <a:pt x="820" y="662"/>
                    <a:pt x="946" y="568"/>
                  </a:cubicBezTo>
                  <a:lnTo>
                    <a:pt x="1103" y="410"/>
                  </a:lnTo>
                  <a:lnTo>
                    <a:pt x="914" y="379"/>
                  </a:lnTo>
                  <a:cubicBezTo>
                    <a:pt x="788" y="379"/>
                    <a:pt x="662" y="315"/>
                    <a:pt x="631" y="189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8" name="Google Shape;7548;p83"/>
            <p:cNvSpPr/>
            <p:nvPr/>
          </p:nvSpPr>
          <p:spPr>
            <a:xfrm>
              <a:off x="-54383600" y="3982600"/>
              <a:ext cx="241800" cy="130775"/>
            </a:xfrm>
            <a:custGeom>
              <a:avLst/>
              <a:gdLst/>
              <a:ahLst/>
              <a:cxnLst/>
              <a:rect l="l" t="t" r="r" b="b"/>
              <a:pathLst>
                <a:path w="9672" h="5231" extrusionOk="0">
                  <a:moveTo>
                    <a:pt x="4856" y="946"/>
                  </a:moveTo>
                  <a:cubicBezTo>
                    <a:pt x="4994" y="946"/>
                    <a:pt x="5135" y="1009"/>
                    <a:pt x="5198" y="1135"/>
                  </a:cubicBezTo>
                  <a:lnTo>
                    <a:pt x="5545" y="1859"/>
                  </a:lnTo>
                  <a:lnTo>
                    <a:pt x="6301" y="1954"/>
                  </a:lnTo>
                  <a:cubicBezTo>
                    <a:pt x="6616" y="2017"/>
                    <a:pt x="6742" y="2395"/>
                    <a:pt x="6490" y="2584"/>
                  </a:cubicBezTo>
                  <a:lnTo>
                    <a:pt x="5954" y="3151"/>
                  </a:lnTo>
                  <a:lnTo>
                    <a:pt x="6049" y="3907"/>
                  </a:lnTo>
                  <a:cubicBezTo>
                    <a:pt x="6098" y="4150"/>
                    <a:pt x="5921" y="4337"/>
                    <a:pt x="5707" y="4337"/>
                  </a:cubicBezTo>
                  <a:cubicBezTo>
                    <a:pt x="5644" y="4337"/>
                    <a:pt x="5578" y="4321"/>
                    <a:pt x="5513" y="4285"/>
                  </a:cubicBezTo>
                  <a:lnTo>
                    <a:pt x="4852" y="3939"/>
                  </a:lnTo>
                  <a:lnTo>
                    <a:pt x="4159" y="4285"/>
                  </a:lnTo>
                  <a:cubicBezTo>
                    <a:pt x="4101" y="4321"/>
                    <a:pt x="4041" y="4337"/>
                    <a:pt x="3982" y="4337"/>
                  </a:cubicBezTo>
                  <a:cubicBezTo>
                    <a:pt x="3781" y="4337"/>
                    <a:pt x="3599" y="4150"/>
                    <a:pt x="3623" y="3907"/>
                  </a:cubicBezTo>
                  <a:lnTo>
                    <a:pt x="3749" y="3151"/>
                  </a:lnTo>
                  <a:lnTo>
                    <a:pt x="3182" y="2584"/>
                  </a:lnTo>
                  <a:cubicBezTo>
                    <a:pt x="3025" y="2363"/>
                    <a:pt x="3151" y="1985"/>
                    <a:pt x="3434" y="1954"/>
                  </a:cubicBezTo>
                  <a:lnTo>
                    <a:pt x="4159" y="1859"/>
                  </a:lnTo>
                  <a:lnTo>
                    <a:pt x="4537" y="1135"/>
                  </a:lnTo>
                  <a:cubicBezTo>
                    <a:pt x="4584" y="1009"/>
                    <a:pt x="4718" y="946"/>
                    <a:pt x="4856" y="946"/>
                  </a:cubicBezTo>
                  <a:close/>
                  <a:moveTo>
                    <a:pt x="1859" y="1"/>
                  </a:moveTo>
                  <a:cubicBezTo>
                    <a:pt x="819" y="1"/>
                    <a:pt x="0" y="820"/>
                    <a:pt x="0" y="1859"/>
                  </a:cubicBezTo>
                  <a:lnTo>
                    <a:pt x="0" y="4096"/>
                  </a:lnTo>
                  <a:cubicBezTo>
                    <a:pt x="32" y="4726"/>
                    <a:pt x="504" y="5230"/>
                    <a:pt x="1134" y="5230"/>
                  </a:cubicBezTo>
                  <a:lnTo>
                    <a:pt x="8569" y="5230"/>
                  </a:lnTo>
                  <a:cubicBezTo>
                    <a:pt x="9199" y="5230"/>
                    <a:pt x="9672" y="4726"/>
                    <a:pt x="9672" y="4128"/>
                  </a:cubicBezTo>
                  <a:lnTo>
                    <a:pt x="9672" y="1859"/>
                  </a:lnTo>
                  <a:cubicBezTo>
                    <a:pt x="9672" y="820"/>
                    <a:pt x="8853" y="1"/>
                    <a:pt x="78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9" name="Google Shape;7549;p83"/>
            <p:cNvSpPr/>
            <p:nvPr/>
          </p:nvSpPr>
          <p:spPr>
            <a:xfrm>
              <a:off x="-54403300" y="4122000"/>
              <a:ext cx="58300" cy="140225"/>
            </a:xfrm>
            <a:custGeom>
              <a:avLst/>
              <a:gdLst/>
              <a:ahLst/>
              <a:cxnLst/>
              <a:rect l="l" t="t" r="r" b="b"/>
              <a:pathLst>
                <a:path w="2332" h="5609" extrusionOk="0">
                  <a:moveTo>
                    <a:pt x="820" y="1"/>
                  </a:moveTo>
                  <a:lnTo>
                    <a:pt x="820" y="3088"/>
                  </a:lnTo>
                  <a:cubicBezTo>
                    <a:pt x="820" y="3561"/>
                    <a:pt x="631" y="4034"/>
                    <a:pt x="315" y="4349"/>
                  </a:cubicBezTo>
                  <a:cubicBezTo>
                    <a:pt x="0" y="4664"/>
                    <a:pt x="32" y="5136"/>
                    <a:pt x="315" y="5420"/>
                  </a:cubicBezTo>
                  <a:cubicBezTo>
                    <a:pt x="473" y="5546"/>
                    <a:pt x="662" y="5609"/>
                    <a:pt x="851" y="5609"/>
                  </a:cubicBezTo>
                  <a:cubicBezTo>
                    <a:pt x="1040" y="5609"/>
                    <a:pt x="1229" y="5546"/>
                    <a:pt x="1387" y="5420"/>
                  </a:cubicBezTo>
                  <a:cubicBezTo>
                    <a:pt x="2017" y="4790"/>
                    <a:pt x="2332" y="3939"/>
                    <a:pt x="2332" y="3088"/>
                  </a:cubicBezTo>
                  <a:lnTo>
                    <a:pt x="2332" y="379"/>
                  </a:lnTo>
                  <a:lnTo>
                    <a:pt x="1954" y="379"/>
                  </a:lnTo>
                  <a:cubicBezTo>
                    <a:pt x="1913" y="382"/>
                    <a:pt x="1874" y="383"/>
                    <a:pt x="1836" y="383"/>
                  </a:cubicBezTo>
                  <a:cubicBezTo>
                    <a:pt x="1422" y="383"/>
                    <a:pt x="1108" y="232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0" name="Google Shape;7550;p83"/>
            <p:cNvSpPr/>
            <p:nvPr/>
          </p:nvSpPr>
          <p:spPr>
            <a:xfrm>
              <a:off x="-54346600" y="4132250"/>
              <a:ext cx="167800" cy="168575"/>
            </a:xfrm>
            <a:custGeom>
              <a:avLst/>
              <a:gdLst/>
              <a:ahLst/>
              <a:cxnLst/>
              <a:rect l="l" t="t" r="r" b="b"/>
              <a:pathLst>
                <a:path w="6712" h="6743" extrusionOk="0">
                  <a:moveTo>
                    <a:pt x="1860" y="757"/>
                  </a:moveTo>
                  <a:cubicBezTo>
                    <a:pt x="2049" y="757"/>
                    <a:pt x="2206" y="914"/>
                    <a:pt x="2206" y="1103"/>
                  </a:cubicBezTo>
                  <a:cubicBezTo>
                    <a:pt x="2206" y="1292"/>
                    <a:pt x="2049" y="1450"/>
                    <a:pt x="1860" y="1450"/>
                  </a:cubicBezTo>
                  <a:cubicBezTo>
                    <a:pt x="1846" y="1452"/>
                    <a:pt x="1832" y="1454"/>
                    <a:pt x="1818" y="1454"/>
                  </a:cubicBezTo>
                  <a:cubicBezTo>
                    <a:pt x="1671" y="1454"/>
                    <a:pt x="1513" y="1305"/>
                    <a:pt x="1513" y="1103"/>
                  </a:cubicBezTo>
                  <a:cubicBezTo>
                    <a:pt x="1513" y="914"/>
                    <a:pt x="1671" y="757"/>
                    <a:pt x="1860" y="757"/>
                  </a:cubicBezTo>
                  <a:close/>
                  <a:moveTo>
                    <a:pt x="4884" y="788"/>
                  </a:moveTo>
                  <a:cubicBezTo>
                    <a:pt x="5105" y="788"/>
                    <a:pt x="5262" y="946"/>
                    <a:pt x="5262" y="1135"/>
                  </a:cubicBezTo>
                  <a:cubicBezTo>
                    <a:pt x="5262" y="1324"/>
                    <a:pt x="5105" y="1481"/>
                    <a:pt x="4884" y="1481"/>
                  </a:cubicBezTo>
                  <a:cubicBezTo>
                    <a:pt x="4695" y="1481"/>
                    <a:pt x="4537" y="1324"/>
                    <a:pt x="4537" y="1135"/>
                  </a:cubicBezTo>
                  <a:cubicBezTo>
                    <a:pt x="4537" y="946"/>
                    <a:pt x="4695" y="788"/>
                    <a:pt x="4884" y="788"/>
                  </a:cubicBezTo>
                  <a:close/>
                  <a:moveTo>
                    <a:pt x="4455" y="3316"/>
                  </a:moveTo>
                  <a:cubicBezTo>
                    <a:pt x="4545" y="3316"/>
                    <a:pt x="4632" y="3356"/>
                    <a:pt x="4695" y="3435"/>
                  </a:cubicBezTo>
                  <a:cubicBezTo>
                    <a:pt x="4853" y="3592"/>
                    <a:pt x="4853" y="3813"/>
                    <a:pt x="4695" y="3939"/>
                  </a:cubicBezTo>
                  <a:cubicBezTo>
                    <a:pt x="4348" y="4285"/>
                    <a:pt x="3876" y="4474"/>
                    <a:pt x="3403" y="4474"/>
                  </a:cubicBezTo>
                  <a:cubicBezTo>
                    <a:pt x="2931" y="4474"/>
                    <a:pt x="2427" y="4285"/>
                    <a:pt x="2112" y="3939"/>
                  </a:cubicBezTo>
                  <a:cubicBezTo>
                    <a:pt x="1954" y="3781"/>
                    <a:pt x="1954" y="3529"/>
                    <a:pt x="2112" y="3435"/>
                  </a:cubicBezTo>
                  <a:cubicBezTo>
                    <a:pt x="2190" y="3356"/>
                    <a:pt x="2285" y="3316"/>
                    <a:pt x="2375" y="3316"/>
                  </a:cubicBezTo>
                  <a:cubicBezTo>
                    <a:pt x="2466" y="3316"/>
                    <a:pt x="2553" y="3356"/>
                    <a:pt x="2616" y="3435"/>
                  </a:cubicBezTo>
                  <a:cubicBezTo>
                    <a:pt x="2836" y="3639"/>
                    <a:pt x="3120" y="3742"/>
                    <a:pt x="3403" y="3742"/>
                  </a:cubicBezTo>
                  <a:cubicBezTo>
                    <a:pt x="3687" y="3742"/>
                    <a:pt x="3970" y="3639"/>
                    <a:pt x="4191" y="3435"/>
                  </a:cubicBezTo>
                  <a:cubicBezTo>
                    <a:pt x="4270" y="3356"/>
                    <a:pt x="4364" y="3316"/>
                    <a:pt x="4455" y="3316"/>
                  </a:cubicBezTo>
                  <a:close/>
                  <a:moveTo>
                    <a:pt x="757" y="1"/>
                  </a:moveTo>
                  <a:lnTo>
                    <a:pt x="757" y="2710"/>
                  </a:lnTo>
                  <a:cubicBezTo>
                    <a:pt x="757" y="3529"/>
                    <a:pt x="536" y="4285"/>
                    <a:pt x="1" y="5010"/>
                  </a:cubicBezTo>
                  <a:cubicBezTo>
                    <a:pt x="757" y="6049"/>
                    <a:pt x="1986" y="6743"/>
                    <a:pt x="3372" y="6743"/>
                  </a:cubicBezTo>
                  <a:cubicBezTo>
                    <a:pt x="4727" y="6743"/>
                    <a:pt x="5955" y="6049"/>
                    <a:pt x="6711" y="5010"/>
                  </a:cubicBezTo>
                  <a:cubicBezTo>
                    <a:pt x="6207" y="4285"/>
                    <a:pt x="5955" y="3498"/>
                    <a:pt x="5955" y="2710"/>
                  </a:cubicBezTo>
                  <a:lnTo>
                    <a:pt x="595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1" name="Google Shape;7551;p83"/>
            <p:cNvSpPr/>
            <p:nvPr/>
          </p:nvSpPr>
          <p:spPr>
            <a:xfrm>
              <a:off x="-54177250" y="4122000"/>
              <a:ext cx="57500" cy="141025"/>
            </a:xfrm>
            <a:custGeom>
              <a:avLst/>
              <a:gdLst/>
              <a:ahLst/>
              <a:cxnLst/>
              <a:rect l="l" t="t" r="r" b="b"/>
              <a:pathLst>
                <a:path w="2300" h="5641" extrusionOk="0">
                  <a:moveTo>
                    <a:pt x="1481" y="1"/>
                  </a:moveTo>
                  <a:cubicBezTo>
                    <a:pt x="1166" y="253"/>
                    <a:pt x="756" y="411"/>
                    <a:pt x="378" y="411"/>
                  </a:cubicBezTo>
                  <a:lnTo>
                    <a:pt x="0" y="411"/>
                  </a:lnTo>
                  <a:lnTo>
                    <a:pt x="0" y="3120"/>
                  </a:lnTo>
                  <a:cubicBezTo>
                    <a:pt x="0" y="4034"/>
                    <a:pt x="378" y="4821"/>
                    <a:pt x="945" y="5451"/>
                  </a:cubicBezTo>
                  <a:cubicBezTo>
                    <a:pt x="1103" y="5577"/>
                    <a:pt x="1292" y="5640"/>
                    <a:pt x="1481" y="5640"/>
                  </a:cubicBezTo>
                  <a:cubicBezTo>
                    <a:pt x="1670" y="5640"/>
                    <a:pt x="1859" y="5577"/>
                    <a:pt x="2017" y="5451"/>
                  </a:cubicBezTo>
                  <a:cubicBezTo>
                    <a:pt x="2300" y="5136"/>
                    <a:pt x="2300" y="4664"/>
                    <a:pt x="1985" y="4380"/>
                  </a:cubicBezTo>
                  <a:cubicBezTo>
                    <a:pt x="1639" y="4034"/>
                    <a:pt x="1481" y="3466"/>
                    <a:pt x="1481" y="1576"/>
                  </a:cubicBezTo>
                  <a:lnTo>
                    <a:pt x="14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2" name="Google Shape;7552;p83"/>
          <p:cNvGrpSpPr/>
          <p:nvPr/>
        </p:nvGrpSpPr>
        <p:grpSpPr>
          <a:xfrm>
            <a:off x="7512313" y="2889172"/>
            <a:ext cx="356298" cy="356973"/>
            <a:chOff x="-52458650" y="3194400"/>
            <a:chExt cx="316625" cy="317225"/>
          </a:xfrm>
        </p:grpSpPr>
        <p:sp>
          <p:nvSpPr>
            <p:cNvPr id="7553" name="Google Shape;7553;p83"/>
            <p:cNvSpPr/>
            <p:nvPr/>
          </p:nvSpPr>
          <p:spPr>
            <a:xfrm>
              <a:off x="-52458650" y="3194400"/>
              <a:ext cx="316625" cy="166000"/>
            </a:xfrm>
            <a:custGeom>
              <a:avLst/>
              <a:gdLst/>
              <a:ahLst/>
              <a:cxnLst/>
              <a:rect l="l" t="t" r="r" b="b"/>
              <a:pathLst>
                <a:path w="12665" h="6640" extrusionOk="0">
                  <a:moveTo>
                    <a:pt x="6309" y="0"/>
                  </a:moveTo>
                  <a:cubicBezTo>
                    <a:pt x="6254" y="0"/>
                    <a:pt x="6207" y="8"/>
                    <a:pt x="6175" y="24"/>
                  </a:cubicBezTo>
                  <a:lnTo>
                    <a:pt x="189" y="3017"/>
                  </a:lnTo>
                  <a:cubicBezTo>
                    <a:pt x="63" y="3080"/>
                    <a:pt x="0" y="3206"/>
                    <a:pt x="0" y="3332"/>
                  </a:cubicBezTo>
                  <a:cubicBezTo>
                    <a:pt x="0" y="3489"/>
                    <a:pt x="63" y="3615"/>
                    <a:pt x="189" y="3647"/>
                  </a:cubicBezTo>
                  <a:lnTo>
                    <a:pt x="2394" y="4434"/>
                  </a:lnTo>
                  <a:lnTo>
                    <a:pt x="3025" y="3143"/>
                  </a:lnTo>
                  <a:cubicBezTo>
                    <a:pt x="3088" y="3017"/>
                    <a:pt x="3214" y="2922"/>
                    <a:pt x="3340" y="2922"/>
                  </a:cubicBezTo>
                  <a:lnTo>
                    <a:pt x="9326" y="2922"/>
                  </a:lnTo>
                  <a:cubicBezTo>
                    <a:pt x="9483" y="2922"/>
                    <a:pt x="9609" y="3017"/>
                    <a:pt x="9641" y="3143"/>
                  </a:cubicBezTo>
                  <a:lnTo>
                    <a:pt x="10271" y="4434"/>
                  </a:lnTo>
                  <a:lnTo>
                    <a:pt x="11940" y="3836"/>
                  </a:lnTo>
                  <a:lnTo>
                    <a:pt x="11940" y="6293"/>
                  </a:lnTo>
                  <a:cubicBezTo>
                    <a:pt x="11940" y="6482"/>
                    <a:pt x="12098" y="6640"/>
                    <a:pt x="12287" y="6640"/>
                  </a:cubicBezTo>
                  <a:cubicBezTo>
                    <a:pt x="12476" y="6640"/>
                    <a:pt x="12634" y="6482"/>
                    <a:pt x="12634" y="6293"/>
                  </a:cubicBezTo>
                  <a:lnTo>
                    <a:pt x="12634" y="3300"/>
                  </a:lnTo>
                  <a:cubicBezTo>
                    <a:pt x="12665" y="3206"/>
                    <a:pt x="12634" y="3048"/>
                    <a:pt x="12508" y="3017"/>
                  </a:cubicBezTo>
                  <a:lnTo>
                    <a:pt x="6490" y="24"/>
                  </a:lnTo>
                  <a:cubicBezTo>
                    <a:pt x="6427" y="8"/>
                    <a:pt x="6364" y="0"/>
                    <a:pt x="63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4" name="Google Shape;7554;p83"/>
            <p:cNvSpPr/>
            <p:nvPr/>
          </p:nvSpPr>
          <p:spPr>
            <a:xfrm>
              <a:off x="-52379100" y="3287125"/>
              <a:ext cx="156750" cy="18925"/>
            </a:xfrm>
            <a:custGeom>
              <a:avLst/>
              <a:gdLst/>
              <a:ahLst/>
              <a:cxnLst/>
              <a:rect l="l" t="t" r="r" b="b"/>
              <a:pathLst>
                <a:path w="6270" h="757" extrusionOk="0">
                  <a:moveTo>
                    <a:pt x="378" y="1"/>
                  </a:moveTo>
                  <a:lnTo>
                    <a:pt x="0" y="757"/>
                  </a:lnTo>
                  <a:lnTo>
                    <a:pt x="6270" y="757"/>
                  </a:lnTo>
                  <a:lnTo>
                    <a:pt x="58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5" name="Google Shape;7555;p83"/>
            <p:cNvSpPr/>
            <p:nvPr/>
          </p:nvSpPr>
          <p:spPr>
            <a:xfrm>
              <a:off x="-52383825" y="3361950"/>
              <a:ext cx="55150" cy="37050"/>
            </a:xfrm>
            <a:custGeom>
              <a:avLst/>
              <a:gdLst/>
              <a:ahLst/>
              <a:cxnLst/>
              <a:rect l="l" t="t" r="r" b="b"/>
              <a:pathLst>
                <a:path w="2206" h="1482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104"/>
                  </a:lnTo>
                  <a:cubicBezTo>
                    <a:pt x="0" y="1293"/>
                    <a:pt x="158" y="1450"/>
                    <a:pt x="347" y="1450"/>
                  </a:cubicBezTo>
                  <a:lnTo>
                    <a:pt x="1103" y="1450"/>
                  </a:lnTo>
                  <a:lnTo>
                    <a:pt x="1103" y="1482"/>
                  </a:lnTo>
                  <a:cubicBezTo>
                    <a:pt x="1733" y="1482"/>
                    <a:pt x="2205" y="946"/>
                    <a:pt x="2205" y="379"/>
                  </a:cubicBezTo>
                  <a:cubicBezTo>
                    <a:pt x="2205" y="158"/>
                    <a:pt x="2048" y="1"/>
                    <a:pt x="18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6" name="Google Shape;7556;p83"/>
            <p:cNvSpPr/>
            <p:nvPr/>
          </p:nvSpPr>
          <p:spPr>
            <a:xfrm>
              <a:off x="-52401950" y="3380075"/>
              <a:ext cx="204800" cy="131550"/>
            </a:xfrm>
            <a:custGeom>
              <a:avLst/>
              <a:gdLst/>
              <a:ahLst/>
              <a:cxnLst/>
              <a:rect l="l" t="t" r="r" b="b"/>
              <a:pathLst>
                <a:path w="8192" h="5262" extrusionOk="0">
                  <a:moveTo>
                    <a:pt x="5085" y="1804"/>
                  </a:moveTo>
                  <a:cubicBezTo>
                    <a:pt x="5175" y="1804"/>
                    <a:pt x="5262" y="1843"/>
                    <a:pt x="5325" y="1922"/>
                  </a:cubicBezTo>
                  <a:cubicBezTo>
                    <a:pt x="5514" y="2080"/>
                    <a:pt x="5514" y="2332"/>
                    <a:pt x="5356" y="2426"/>
                  </a:cubicBezTo>
                  <a:cubicBezTo>
                    <a:pt x="5010" y="2804"/>
                    <a:pt x="4537" y="2993"/>
                    <a:pt x="4065" y="2993"/>
                  </a:cubicBezTo>
                  <a:cubicBezTo>
                    <a:pt x="3561" y="2993"/>
                    <a:pt x="3088" y="2804"/>
                    <a:pt x="2710" y="2426"/>
                  </a:cubicBezTo>
                  <a:cubicBezTo>
                    <a:pt x="2552" y="2269"/>
                    <a:pt x="2552" y="2048"/>
                    <a:pt x="2710" y="1922"/>
                  </a:cubicBezTo>
                  <a:cubicBezTo>
                    <a:pt x="2789" y="1843"/>
                    <a:pt x="2891" y="1804"/>
                    <a:pt x="2990" y="1804"/>
                  </a:cubicBezTo>
                  <a:cubicBezTo>
                    <a:pt x="3088" y="1804"/>
                    <a:pt x="3182" y="1843"/>
                    <a:pt x="3245" y="1922"/>
                  </a:cubicBezTo>
                  <a:cubicBezTo>
                    <a:pt x="3450" y="2143"/>
                    <a:pt x="3734" y="2253"/>
                    <a:pt x="4021" y="2253"/>
                  </a:cubicBezTo>
                  <a:cubicBezTo>
                    <a:pt x="4309" y="2253"/>
                    <a:pt x="4600" y="2143"/>
                    <a:pt x="4821" y="1922"/>
                  </a:cubicBezTo>
                  <a:cubicBezTo>
                    <a:pt x="4899" y="1843"/>
                    <a:pt x="4994" y="1804"/>
                    <a:pt x="5085" y="1804"/>
                  </a:cubicBezTo>
                  <a:close/>
                  <a:moveTo>
                    <a:pt x="3655" y="0"/>
                  </a:moveTo>
                  <a:cubicBezTo>
                    <a:pt x="3498" y="851"/>
                    <a:pt x="2710" y="1481"/>
                    <a:pt x="1859" y="1481"/>
                  </a:cubicBezTo>
                  <a:lnTo>
                    <a:pt x="1103" y="1481"/>
                  </a:lnTo>
                  <a:cubicBezTo>
                    <a:pt x="473" y="1481"/>
                    <a:pt x="0" y="977"/>
                    <a:pt x="0" y="379"/>
                  </a:cubicBezTo>
                  <a:lnTo>
                    <a:pt x="0" y="1135"/>
                  </a:lnTo>
                  <a:cubicBezTo>
                    <a:pt x="0" y="3371"/>
                    <a:pt x="1859" y="5262"/>
                    <a:pt x="4096" y="5262"/>
                  </a:cubicBezTo>
                  <a:cubicBezTo>
                    <a:pt x="6333" y="5262"/>
                    <a:pt x="8192" y="3403"/>
                    <a:pt x="8192" y="1135"/>
                  </a:cubicBezTo>
                  <a:lnTo>
                    <a:pt x="8192" y="379"/>
                  </a:lnTo>
                  <a:cubicBezTo>
                    <a:pt x="8160" y="1009"/>
                    <a:pt x="7656" y="1481"/>
                    <a:pt x="7058" y="1481"/>
                  </a:cubicBezTo>
                  <a:lnTo>
                    <a:pt x="6301" y="1481"/>
                  </a:lnTo>
                  <a:cubicBezTo>
                    <a:pt x="5388" y="1481"/>
                    <a:pt x="4663" y="851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7" name="Google Shape;7557;p83"/>
            <p:cNvSpPr/>
            <p:nvPr/>
          </p:nvSpPr>
          <p:spPr>
            <a:xfrm>
              <a:off x="-52272000" y="3361950"/>
              <a:ext cx="55175" cy="37050"/>
            </a:xfrm>
            <a:custGeom>
              <a:avLst/>
              <a:gdLst/>
              <a:ahLst/>
              <a:cxnLst/>
              <a:rect l="l" t="t" r="r" b="b"/>
              <a:pathLst>
                <a:path w="2207" h="1482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1009"/>
                    <a:pt x="505" y="1482"/>
                    <a:pt x="1103" y="1482"/>
                  </a:cubicBezTo>
                  <a:lnTo>
                    <a:pt x="1860" y="1482"/>
                  </a:lnTo>
                  <a:cubicBezTo>
                    <a:pt x="2049" y="1482"/>
                    <a:pt x="2206" y="1324"/>
                    <a:pt x="2206" y="1104"/>
                  </a:cubicBezTo>
                  <a:lnTo>
                    <a:pt x="2206" y="379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8" name="Google Shape;7558;p83"/>
            <p:cNvSpPr/>
            <p:nvPr/>
          </p:nvSpPr>
          <p:spPr>
            <a:xfrm>
              <a:off x="-52402750" y="3324950"/>
              <a:ext cx="204825" cy="46475"/>
            </a:xfrm>
            <a:custGeom>
              <a:avLst/>
              <a:gdLst/>
              <a:ahLst/>
              <a:cxnLst/>
              <a:rect l="l" t="t" r="r" b="b"/>
              <a:pathLst>
                <a:path w="8193" h="1859" extrusionOk="0">
                  <a:moveTo>
                    <a:pt x="1" y="0"/>
                  </a:moveTo>
                  <a:lnTo>
                    <a:pt x="1" y="1859"/>
                  </a:lnTo>
                  <a:cubicBezTo>
                    <a:pt x="1" y="1229"/>
                    <a:pt x="505" y="725"/>
                    <a:pt x="1104" y="725"/>
                  </a:cubicBezTo>
                  <a:lnTo>
                    <a:pt x="2584" y="725"/>
                  </a:lnTo>
                  <a:cubicBezTo>
                    <a:pt x="3057" y="725"/>
                    <a:pt x="3498" y="1071"/>
                    <a:pt x="3656" y="1481"/>
                  </a:cubicBezTo>
                  <a:lnTo>
                    <a:pt x="4538" y="1481"/>
                  </a:lnTo>
                  <a:cubicBezTo>
                    <a:pt x="4695" y="1071"/>
                    <a:pt x="5073" y="725"/>
                    <a:pt x="5577" y="725"/>
                  </a:cubicBezTo>
                  <a:lnTo>
                    <a:pt x="7090" y="725"/>
                  </a:lnTo>
                  <a:cubicBezTo>
                    <a:pt x="7720" y="725"/>
                    <a:pt x="8192" y="1260"/>
                    <a:pt x="8192" y="1859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9" name="Google Shape;7559;p83"/>
            <p:cNvSpPr/>
            <p:nvPr/>
          </p:nvSpPr>
          <p:spPr>
            <a:xfrm>
              <a:off x="-52440550" y="33493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190"/>
                    <a:pt x="1" y="725"/>
                    <a:pt x="1" y="1261"/>
                  </a:cubicBezTo>
                  <a:cubicBezTo>
                    <a:pt x="1" y="1797"/>
                    <a:pt x="316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0" name="Google Shape;7560;p83"/>
            <p:cNvSpPr/>
            <p:nvPr/>
          </p:nvSpPr>
          <p:spPr>
            <a:xfrm>
              <a:off x="-52179050" y="33485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2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1" name="Google Shape;7561;p83"/>
          <p:cNvGrpSpPr/>
          <p:nvPr/>
        </p:nvGrpSpPr>
        <p:grpSpPr>
          <a:xfrm>
            <a:off x="7521611" y="3358148"/>
            <a:ext cx="337703" cy="357845"/>
            <a:chOff x="-52450000" y="3584850"/>
            <a:chExt cx="300100" cy="318000"/>
          </a:xfrm>
        </p:grpSpPr>
        <p:sp>
          <p:nvSpPr>
            <p:cNvPr id="7562" name="Google Shape;7562;p83"/>
            <p:cNvSpPr/>
            <p:nvPr/>
          </p:nvSpPr>
          <p:spPr>
            <a:xfrm>
              <a:off x="-52206625" y="3601400"/>
              <a:ext cx="55150" cy="55950"/>
            </a:xfrm>
            <a:custGeom>
              <a:avLst/>
              <a:gdLst/>
              <a:ahLst/>
              <a:cxnLst/>
              <a:rect l="l" t="t" r="r" b="b"/>
              <a:pathLst>
                <a:path w="2206" h="2238" extrusionOk="0">
                  <a:moveTo>
                    <a:pt x="1986" y="0"/>
                  </a:moveTo>
                  <a:cubicBezTo>
                    <a:pt x="1513" y="32"/>
                    <a:pt x="1103" y="252"/>
                    <a:pt x="694" y="599"/>
                  </a:cubicBezTo>
                  <a:cubicBezTo>
                    <a:pt x="347" y="914"/>
                    <a:pt x="64" y="1387"/>
                    <a:pt x="1" y="1859"/>
                  </a:cubicBezTo>
                  <a:cubicBezTo>
                    <a:pt x="64" y="1985"/>
                    <a:pt x="158" y="2143"/>
                    <a:pt x="221" y="2237"/>
                  </a:cubicBezTo>
                  <a:cubicBezTo>
                    <a:pt x="725" y="2174"/>
                    <a:pt x="1166" y="1985"/>
                    <a:pt x="1513" y="1607"/>
                  </a:cubicBezTo>
                  <a:cubicBezTo>
                    <a:pt x="1923" y="1197"/>
                    <a:pt x="2143" y="693"/>
                    <a:pt x="2206" y="189"/>
                  </a:cubicBezTo>
                  <a:cubicBezTo>
                    <a:pt x="2206" y="158"/>
                    <a:pt x="2206" y="95"/>
                    <a:pt x="2143" y="32"/>
                  </a:cubicBezTo>
                  <a:cubicBezTo>
                    <a:pt x="2112" y="0"/>
                    <a:pt x="2080" y="0"/>
                    <a:pt x="19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3" name="Google Shape;7563;p83"/>
            <p:cNvSpPr/>
            <p:nvPr/>
          </p:nvSpPr>
          <p:spPr>
            <a:xfrm>
              <a:off x="-52271200" y="3601700"/>
              <a:ext cx="29950" cy="11525"/>
            </a:xfrm>
            <a:custGeom>
              <a:avLst/>
              <a:gdLst/>
              <a:ahLst/>
              <a:cxnLst/>
              <a:rect l="l" t="t" r="r" b="b"/>
              <a:pathLst>
                <a:path w="1198" h="461" extrusionOk="0">
                  <a:moveTo>
                    <a:pt x="757" y="1"/>
                  </a:moveTo>
                  <a:cubicBezTo>
                    <a:pt x="507" y="1"/>
                    <a:pt x="260" y="23"/>
                    <a:pt x="0" y="83"/>
                  </a:cubicBezTo>
                  <a:cubicBezTo>
                    <a:pt x="410" y="146"/>
                    <a:pt x="756" y="272"/>
                    <a:pt x="1103" y="461"/>
                  </a:cubicBezTo>
                  <a:cubicBezTo>
                    <a:pt x="1103" y="303"/>
                    <a:pt x="1166" y="146"/>
                    <a:pt x="1197" y="20"/>
                  </a:cubicBezTo>
                  <a:cubicBezTo>
                    <a:pt x="1048" y="8"/>
                    <a:pt x="902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83"/>
            <p:cNvSpPr/>
            <p:nvPr/>
          </p:nvSpPr>
          <p:spPr>
            <a:xfrm>
              <a:off x="-52225525" y="3584850"/>
              <a:ext cx="30750" cy="44925"/>
            </a:xfrm>
            <a:custGeom>
              <a:avLst/>
              <a:gdLst/>
              <a:ahLst/>
              <a:cxnLst/>
              <a:rect l="l" t="t" r="r" b="b"/>
              <a:pathLst>
                <a:path w="1230" h="1797" extrusionOk="0">
                  <a:moveTo>
                    <a:pt x="757" y="1"/>
                  </a:moveTo>
                  <a:cubicBezTo>
                    <a:pt x="694" y="1"/>
                    <a:pt x="662" y="32"/>
                    <a:pt x="631" y="64"/>
                  </a:cubicBezTo>
                  <a:cubicBezTo>
                    <a:pt x="442" y="316"/>
                    <a:pt x="1" y="820"/>
                    <a:pt x="1" y="1418"/>
                  </a:cubicBezTo>
                  <a:lnTo>
                    <a:pt x="1" y="1607"/>
                  </a:lnTo>
                  <a:cubicBezTo>
                    <a:pt x="64" y="1702"/>
                    <a:pt x="158" y="1733"/>
                    <a:pt x="190" y="1796"/>
                  </a:cubicBezTo>
                  <a:cubicBezTo>
                    <a:pt x="347" y="1355"/>
                    <a:pt x="631" y="977"/>
                    <a:pt x="977" y="662"/>
                  </a:cubicBezTo>
                  <a:cubicBezTo>
                    <a:pt x="1072" y="599"/>
                    <a:pt x="1135" y="536"/>
                    <a:pt x="1229" y="505"/>
                  </a:cubicBezTo>
                  <a:cubicBezTo>
                    <a:pt x="1103" y="316"/>
                    <a:pt x="977" y="190"/>
                    <a:pt x="851" y="64"/>
                  </a:cubicBezTo>
                  <a:cubicBezTo>
                    <a:pt x="820" y="32"/>
                    <a:pt x="788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83"/>
            <p:cNvSpPr/>
            <p:nvPr/>
          </p:nvSpPr>
          <p:spPr>
            <a:xfrm>
              <a:off x="-52412200" y="3694325"/>
              <a:ext cx="205600" cy="208525"/>
            </a:xfrm>
            <a:custGeom>
              <a:avLst/>
              <a:gdLst/>
              <a:ahLst/>
              <a:cxnLst/>
              <a:rect l="l" t="t" r="r" b="b"/>
              <a:pathLst>
                <a:path w="8224" h="8341" extrusionOk="0">
                  <a:moveTo>
                    <a:pt x="2584" y="2269"/>
                  </a:moveTo>
                  <a:cubicBezTo>
                    <a:pt x="2773" y="2269"/>
                    <a:pt x="2931" y="2427"/>
                    <a:pt x="2931" y="2616"/>
                  </a:cubicBezTo>
                  <a:cubicBezTo>
                    <a:pt x="2931" y="2836"/>
                    <a:pt x="2773" y="2962"/>
                    <a:pt x="2584" y="2962"/>
                  </a:cubicBezTo>
                  <a:cubicBezTo>
                    <a:pt x="2568" y="2965"/>
                    <a:pt x="2552" y="2966"/>
                    <a:pt x="2536" y="2966"/>
                  </a:cubicBezTo>
                  <a:cubicBezTo>
                    <a:pt x="2369" y="2966"/>
                    <a:pt x="2238" y="2817"/>
                    <a:pt x="2238" y="2616"/>
                  </a:cubicBezTo>
                  <a:cubicBezTo>
                    <a:pt x="2238" y="2427"/>
                    <a:pt x="2395" y="2269"/>
                    <a:pt x="2584" y="2269"/>
                  </a:cubicBezTo>
                  <a:close/>
                  <a:moveTo>
                    <a:pt x="5577" y="2269"/>
                  </a:moveTo>
                  <a:cubicBezTo>
                    <a:pt x="5766" y="2269"/>
                    <a:pt x="5924" y="2427"/>
                    <a:pt x="5924" y="2616"/>
                  </a:cubicBezTo>
                  <a:cubicBezTo>
                    <a:pt x="5955" y="2836"/>
                    <a:pt x="5766" y="2994"/>
                    <a:pt x="5577" y="2994"/>
                  </a:cubicBezTo>
                  <a:cubicBezTo>
                    <a:pt x="5388" y="2994"/>
                    <a:pt x="5231" y="2836"/>
                    <a:pt x="5231" y="2616"/>
                  </a:cubicBezTo>
                  <a:cubicBezTo>
                    <a:pt x="5231" y="2427"/>
                    <a:pt x="5388" y="2269"/>
                    <a:pt x="5577" y="2269"/>
                  </a:cubicBezTo>
                  <a:close/>
                  <a:moveTo>
                    <a:pt x="5132" y="4923"/>
                  </a:moveTo>
                  <a:cubicBezTo>
                    <a:pt x="5231" y="4923"/>
                    <a:pt x="5325" y="4963"/>
                    <a:pt x="5388" y="5042"/>
                  </a:cubicBezTo>
                  <a:cubicBezTo>
                    <a:pt x="5577" y="5199"/>
                    <a:pt x="5577" y="5420"/>
                    <a:pt x="5420" y="5546"/>
                  </a:cubicBezTo>
                  <a:cubicBezTo>
                    <a:pt x="5073" y="5892"/>
                    <a:pt x="4601" y="6081"/>
                    <a:pt x="4128" y="6081"/>
                  </a:cubicBezTo>
                  <a:cubicBezTo>
                    <a:pt x="3592" y="6081"/>
                    <a:pt x="3120" y="5892"/>
                    <a:pt x="2773" y="5546"/>
                  </a:cubicBezTo>
                  <a:cubicBezTo>
                    <a:pt x="2616" y="5388"/>
                    <a:pt x="2616" y="5136"/>
                    <a:pt x="2773" y="5042"/>
                  </a:cubicBezTo>
                  <a:cubicBezTo>
                    <a:pt x="2852" y="4963"/>
                    <a:pt x="2954" y="4923"/>
                    <a:pt x="3049" y="4923"/>
                  </a:cubicBezTo>
                  <a:cubicBezTo>
                    <a:pt x="3144" y="4923"/>
                    <a:pt x="3230" y="4963"/>
                    <a:pt x="3277" y="5042"/>
                  </a:cubicBezTo>
                  <a:cubicBezTo>
                    <a:pt x="3498" y="5246"/>
                    <a:pt x="3789" y="5349"/>
                    <a:pt x="4077" y="5349"/>
                  </a:cubicBezTo>
                  <a:cubicBezTo>
                    <a:pt x="4364" y="5349"/>
                    <a:pt x="4648" y="5246"/>
                    <a:pt x="4853" y="5042"/>
                  </a:cubicBezTo>
                  <a:cubicBezTo>
                    <a:pt x="4931" y="4963"/>
                    <a:pt x="5034" y="4923"/>
                    <a:pt x="5132" y="4923"/>
                  </a:cubicBezTo>
                  <a:close/>
                  <a:moveTo>
                    <a:pt x="7468" y="1"/>
                  </a:moveTo>
                  <a:cubicBezTo>
                    <a:pt x="7027" y="1"/>
                    <a:pt x="6711" y="347"/>
                    <a:pt x="6711" y="725"/>
                  </a:cubicBezTo>
                  <a:cubicBezTo>
                    <a:pt x="6711" y="1135"/>
                    <a:pt x="6365" y="1482"/>
                    <a:pt x="5955" y="1482"/>
                  </a:cubicBezTo>
                  <a:lnTo>
                    <a:pt x="726" y="1482"/>
                  </a:lnTo>
                  <a:cubicBezTo>
                    <a:pt x="442" y="1482"/>
                    <a:pt x="221" y="1450"/>
                    <a:pt x="1" y="1356"/>
                  </a:cubicBezTo>
                  <a:lnTo>
                    <a:pt x="1" y="4033"/>
                  </a:lnTo>
                  <a:cubicBezTo>
                    <a:pt x="1" y="6176"/>
                    <a:pt x="1576" y="8129"/>
                    <a:pt x="3687" y="8318"/>
                  </a:cubicBezTo>
                  <a:cubicBezTo>
                    <a:pt x="3831" y="8333"/>
                    <a:pt x="3974" y="8340"/>
                    <a:pt x="4115" y="8340"/>
                  </a:cubicBezTo>
                  <a:cubicBezTo>
                    <a:pt x="6356" y="8340"/>
                    <a:pt x="8224" y="6504"/>
                    <a:pt x="8224" y="4223"/>
                  </a:cubicBezTo>
                  <a:lnTo>
                    <a:pt x="8224" y="757"/>
                  </a:lnTo>
                  <a:cubicBezTo>
                    <a:pt x="8224" y="347"/>
                    <a:pt x="7846" y="1"/>
                    <a:pt x="74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83"/>
            <p:cNvSpPr/>
            <p:nvPr/>
          </p:nvSpPr>
          <p:spPr>
            <a:xfrm>
              <a:off x="-52430300" y="3619500"/>
              <a:ext cx="219775" cy="92975"/>
            </a:xfrm>
            <a:custGeom>
              <a:avLst/>
              <a:gdLst/>
              <a:ahLst/>
              <a:cxnLst/>
              <a:rect l="l" t="t" r="r" b="b"/>
              <a:pathLst>
                <a:path w="8791" h="3719" extrusionOk="0">
                  <a:moveTo>
                    <a:pt x="2237" y="1"/>
                  </a:moveTo>
                  <a:cubicBezTo>
                    <a:pt x="1008" y="1"/>
                    <a:pt x="0" y="978"/>
                    <a:pt x="0" y="2238"/>
                  </a:cubicBezTo>
                  <a:cubicBezTo>
                    <a:pt x="0" y="2364"/>
                    <a:pt x="0" y="2427"/>
                    <a:pt x="32" y="2553"/>
                  </a:cubicBezTo>
                  <a:cubicBezTo>
                    <a:pt x="189" y="3214"/>
                    <a:pt x="788" y="3718"/>
                    <a:pt x="1481" y="3718"/>
                  </a:cubicBezTo>
                  <a:lnTo>
                    <a:pt x="6490" y="3718"/>
                  </a:lnTo>
                  <a:cubicBezTo>
                    <a:pt x="6585" y="3718"/>
                    <a:pt x="6648" y="3655"/>
                    <a:pt x="6679" y="3561"/>
                  </a:cubicBezTo>
                  <a:cubicBezTo>
                    <a:pt x="6774" y="2836"/>
                    <a:pt x="7404" y="2238"/>
                    <a:pt x="8192" y="2238"/>
                  </a:cubicBezTo>
                  <a:cubicBezTo>
                    <a:pt x="8381" y="2238"/>
                    <a:pt x="8570" y="2269"/>
                    <a:pt x="8790" y="2364"/>
                  </a:cubicBezTo>
                  <a:cubicBezTo>
                    <a:pt x="8349" y="978"/>
                    <a:pt x="7089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83"/>
            <p:cNvSpPr/>
            <p:nvPr/>
          </p:nvSpPr>
          <p:spPr>
            <a:xfrm>
              <a:off x="-52192450" y="3666775"/>
              <a:ext cx="42550" cy="120525"/>
            </a:xfrm>
            <a:custGeom>
              <a:avLst/>
              <a:gdLst/>
              <a:ahLst/>
              <a:cxnLst/>
              <a:rect l="l" t="t" r="r" b="b"/>
              <a:pathLst>
                <a:path w="1702" h="4821" extrusionOk="0">
                  <a:moveTo>
                    <a:pt x="851" y="0"/>
                  </a:moveTo>
                  <a:cubicBezTo>
                    <a:pt x="568" y="126"/>
                    <a:pt x="284" y="221"/>
                    <a:pt x="1" y="315"/>
                  </a:cubicBezTo>
                  <a:cubicBezTo>
                    <a:pt x="127" y="662"/>
                    <a:pt x="221" y="1040"/>
                    <a:pt x="221" y="1481"/>
                  </a:cubicBezTo>
                  <a:lnTo>
                    <a:pt x="221" y="4820"/>
                  </a:lnTo>
                  <a:cubicBezTo>
                    <a:pt x="1040" y="4820"/>
                    <a:pt x="1702" y="4159"/>
                    <a:pt x="1702" y="3340"/>
                  </a:cubicBezTo>
                  <a:cubicBezTo>
                    <a:pt x="1639" y="2710"/>
                    <a:pt x="1229" y="2143"/>
                    <a:pt x="694" y="1953"/>
                  </a:cubicBezTo>
                  <a:cubicBezTo>
                    <a:pt x="851" y="1575"/>
                    <a:pt x="914" y="1166"/>
                    <a:pt x="914" y="725"/>
                  </a:cubicBezTo>
                  <a:cubicBezTo>
                    <a:pt x="914" y="504"/>
                    <a:pt x="883" y="221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83"/>
            <p:cNvSpPr/>
            <p:nvPr/>
          </p:nvSpPr>
          <p:spPr>
            <a:xfrm>
              <a:off x="-52450000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757" y="0"/>
                  </a:moveTo>
                  <a:cubicBezTo>
                    <a:pt x="316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57" y="2584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9" name="Google Shape;7569;p83"/>
          <p:cNvGrpSpPr/>
          <p:nvPr/>
        </p:nvGrpSpPr>
        <p:grpSpPr>
          <a:xfrm>
            <a:off x="7533131" y="3822621"/>
            <a:ext cx="314662" cy="357226"/>
            <a:chOff x="-52440550" y="3977875"/>
            <a:chExt cx="279625" cy="317450"/>
          </a:xfrm>
        </p:grpSpPr>
        <p:sp>
          <p:nvSpPr>
            <p:cNvPr id="7570" name="Google Shape;7570;p83"/>
            <p:cNvSpPr/>
            <p:nvPr/>
          </p:nvSpPr>
          <p:spPr>
            <a:xfrm>
              <a:off x="-52403525" y="4052700"/>
              <a:ext cx="76425" cy="18150"/>
            </a:xfrm>
            <a:custGeom>
              <a:avLst/>
              <a:gdLst/>
              <a:ahLst/>
              <a:cxnLst/>
              <a:rect l="l" t="t" r="r" b="b"/>
              <a:pathLst>
                <a:path w="3057" h="726" extrusionOk="0">
                  <a:moveTo>
                    <a:pt x="0" y="1"/>
                  </a:moveTo>
                  <a:lnTo>
                    <a:pt x="0" y="725"/>
                  </a:lnTo>
                  <a:lnTo>
                    <a:pt x="3056" y="725"/>
                  </a:lnTo>
                  <a:cubicBezTo>
                    <a:pt x="3025" y="631"/>
                    <a:pt x="2993" y="473"/>
                    <a:pt x="2993" y="347"/>
                  </a:cubicBezTo>
                  <a:cubicBezTo>
                    <a:pt x="2993" y="221"/>
                    <a:pt x="3025" y="95"/>
                    <a:pt x="3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83"/>
            <p:cNvSpPr/>
            <p:nvPr/>
          </p:nvSpPr>
          <p:spPr>
            <a:xfrm>
              <a:off x="-52357850" y="4088925"/>
              <a:ext cx="168575" cy="33075"/>
            </a:xfrm>
            <a:custGeom>
              <a:avLst/>
              <a:gdLst/>
              <a:ahLst/>
              <a:cxnLst/>
              <a:rect l="l" t="t" r="r" b="b"/>
              <a:pathLst>
                <a:path w="6743" h="1323" extrusionOk="0">
                  <a:moveTo>
                    <a:pt x="1" y="1"/>
                  </a:moveTo>
                  <a:cubicBezTo>
                    <a:pt x="1387" y="631"/>
                    <a:pt x="2836" y="1072"/>
                    <a:pt x="4348" y="1292"/>
                  </a:cubicBezTo>
                  <a:cubicBezTo>
                    <a:pt x="4474" y="1313"/>
                    <a:pt x="4599" y="1322"/>
                    <a:pt x="4723" y="1322"/>
                  </a:cubicBezTo>
                  <a:cubicBezTo>
                    <a:pt x="5372" y="1322"/>
                    <a:pt x="5978" y="1054"/>
                    <a:pt x="6428" y="631"/>
                  </a:cubicBezTo>
                  <a:cubicBezTo>
                    <a:pt x="6554" y="505"/>
                    <a:pt x="6617" y="379"/>
                    <a:pt x="6711" y="284"/>
                  </a:cubicBezTo>
                  <a:cubicBezTo>
                    <a:pt x="6743" y="221"/>
                    <a:pt x="6743" y="158"/>
                    <a:pt x="6711" y="64"/>
                  </a:cubicBezTo>
                  <a:cubicBezTo>
                    <a:pt x="6680" y="32"/>
                    <a:pt x="6585" y="1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2" name="Google Shape;7572;p83"/>
            <p:cNvSpPr/>
            <p:nvPr/>
          </p:nvSpPr>
          <p:spPr>
            <a:xfrm>
              <a:off x="-52309000" y="40519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3" name="Google Shape;7573;p83"/>
            <p:cNvSpPr/>
            <p:nvPr/>
          </p:nvSpPr>
          <p:spPr>
            <a:xfrm>
              <a:off x="-52402750" y="3977875"/>
              <a:ext cx="204825" cy="55950"/>
            </a:xfrm>
            <a:custGeom>
              <a:avLst/>
              <a:gdLst/>
              <a:ahLst/>
              <a:cxnLst/>
              <a:rect l="l" t="t" r="r" b="b"/>
              <a:pathLst>
                <a:path w="8193" h="2238" extrusionOk="0">
                  <a:moveTo>
                    <a:pt x="1104" y="1"/>
                  </a:moveTo>
                  <a:cubicBezTo>
                    <a:pt x="474" y="1"/>
                    <a:pt x="1" y="505"/>
                    <a:pt x="1" y="1103"/>
                  </a:cubicBezTo>
                  <a:lnTo>
                    <a:pt x="1" y="2237"/>
                  </a:lnTo>
                  <a:lnTo>
                    <a:pt x="8192" y="2237"/>
                  </a:lnTo>
                  <a:lnTo>
                    <a:pt x="8192" y="1103"/>
                  </a:lnTo>
                  <a:cubicBezTo>
                    <a:pt x="8192" y="473"/>
                    <a:pt x="7688" y="1"/>
                    <a:pt x="7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4" name="Google Shape;7574;p83"/>
            <p:cNvSpPr/>
            <p:nvPr/>
          </p:nvSpPr>
          <p:spPr>
            <a:xfrm>
              <a:off x="-52275150" y="4052700"/>
              <a:ext cx="77225" cy="17350"/>
            </a:xfrm>
            <a:custGeom>
              <a:avLst/>
              <a:gdLst/>
              <a:ahLst/>
              <a:cxnLst/>
              <a:rect l="l" t="t" r="r" b="b"/>
              <a:pathLst>
                <a:path w="3089" h="694" extrusionOk="0">
                  <a:moveTo>
                    <a:pt x="1" y="1"/>
                  </a:moveTo>
                  <a:cubicBezTo>
                    <a:pt x="64" y="95"/>
                    <a:pt x="95" y="221"/>
                    <a:pt x="95" y="347"/>
                  </a:cubicBezTo>
                  <a:cubicBezTo>
                    <a:pt x="95" y="442"/>
                    <a:pt x="64" y="568"/>
                    <a:pt x="1" y="694"/>
                  </a:cubicBezTo>
                  <a:lnTo>
                    <a:pt x="3088" y="694"/>
                  </a:lnTo>
                  <a:lnTo>
                    <a:pt x="30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5" name="Google Shape;7575;p83"/>
            <p:cNvSpPr/>
            <p:nvPr/>
          </p:nvSpPr>
          <p:spPr>
            <a:xfrm>
              <a:off x="-52403525" y="4089725"/>
              <a:ext cx="204800" cy="205600"/>
            </a:xfrm>
            <a:custGeom>
              <a:avLst/>
              <a:gdLst/>
              <a:ahLst/>
              <a:cxnLst/>
              <a:rect l="l" t="t" r="r" b="b"/>
              <a:pathLst>
                <a:path w="8192" h="8224" extrusionOk="0">
                  <a:moveTo>
                    <a:pt x="2584" y="2993"/>
                  </a:moveTo>
                  <a:cubicBezTo>
                    <a:pt x="2773" y="2993"/>
                    <a:pt x="2930" y="3151"/>
                    <a:pt x="2930" y="3340"/>
                  </a:cubicBezTo>
                  <a:cubicBezTo>
                    <a:pt x="2930" y="3560"/>
                    <a:pt x="2773" y="3718"/>
                    <a:pt x="2584" y="3718"/>
                  </a:cubicBezTo>
                  <a:cubicBezTo>
                    <a:pt x="2426" y="3718"/>
                    <a:pt x="2237" y="3560"/>
                    <a:pt x="2237" y="3340"/>
                  </a:cubicBezTo>
                  <a:cubicBezTo>
                    <a:pt x="2237" y="3151"/>
                    <a:pt x="2395" y="2993"/>
                    <a:pt x="2584" y="2993"/>
                  </a:cubicBezTo>
                  <a:close/>
                  <a:moveTo>
                    <a:pt x="5608" y="2993"/>
                  </a:moveTo>
                  <a:cubicBezTo>
                    <a:pt x="5829" y="2993"/>
                    <a:pt x="5986" y="3151"/>
                    <a:pt x="5986" y="3340"/>
                  </a:cubicBezTo>
                  <a:cubicBezTo>
                    <a:pt x="5986" y="3560"/>
                    <a:pt x="5829" y="3718"/>
                    <a:pt x="5608" y="3718"/>
                  </a:cubicBezTo>
                  <a:cubicBezTo>
                    <a:pt x="5419" y="3718"/>
                    <a:pt x="5262" y="3560"/>
                    <a:pt x="5262" y="3340"/>
                  </a:cubicBezTo>
                  <a:cubicBezTo>
                    <a:pt x="5262" y="3151"/>
                    <a:pt x="5419" y="2993"/>
                    <a:pt x="5608" y="2993"/>
                  </a:cubicBezTo>
                  <a:close/>
                  <a:moveTo>
                    <a:pt x="5148" y="5553"/>
                  </a:moveTo>
                  <a:cubicBezTo>
                    <a:pt x="5238" y="5553"/>
                    <a:pt x="5325" y="5592"/>
                    <a:pt x="5388" y="5671"/>
                  </a:cubicBezTo>
                  <a:cubicBezTo>
                    <a:pt x="5577" y="5797"/>
                    <a:pt x="5577" y="6018"/>
                    <a:pt x="5419" y="6175"/>
                  </a:cubicBezTo>
                  <a:cubicBezTo>
                    <a:pt x="5073" y="6522"/>
                    <a:pt x="4600" y="6742"/>
                    <a:pt x="4128" y="6742"/>
                  </a:cubicBezTo>
                  <a:cubicBezTo>
                    <a:pt x="3624" y="6742"/>
                    <a:pt x="3151" y="6522"/>
                    <a:pt x="2773" y="6175"/>
                  </a:cubicBezTo>
                  <a:cubicBezTo>
                    <a:pt x="2615" y="6018"/>
                    <a:pt x="2615" y="5797"/>
                    <a:pt x="2773" y="5671"/>
                  </a:cubicBezTo>
                  <a:cubicBezTo>
                    <a:pt x="2852" y="5592"/>
                    <a:pt x="2954" y="5553"/>
                    <a:pt x="3053" y="5553"/>
                  </a:cubicBezTo>
                  <a:cubicBezTo>
                    <a:pt x="3151" y="5553"/>
                    <a:pt x="3245" y="5592"/>
                    <a:pt x="3308" y="5671"/>
                  </a:cubicBezTo>
                  <a:cubicBezTo>
                    <a:pt x="3513" y="5892"/>
                    <a:pt x="3797" y="6002"/>
                    <a:pt x="4084" y="6002"/>
                  </a:cubicBezTo>
                  <a:cubicBezTo>
                    <a:pt x="4372" y="6002"/>
                    <a:pt x="4663" y="5892"/>
                    <a:pt x="4884" y="5671"/>
                  </a:cubicBezTo>
                  <a:cubicBezTo>
                    <a:pt x="4962" y="5592"/>
                    <a:pt x="5057" y="5553"/>
                    <a:pt x="5148" y="5553"/>
                  </a:cubicBezTo>
                  <a:close/>
                  <a:moveTo>
                    <a:pt x="0" y="0"/>
                  </a:moveTo>
                  <a:lnTo>
                    <a:pt x="0" y="4096"/>
                  </a:lnTo>
                  <a:cubicBezTo>
                    <a:pt x="0" y="6333"/>
                    <a:pt x="1828" y="8223"/>
                    <a:pt x="4096" y="8223"/>
                  </a:cubicBezTo>
                  <a:cubicBezTo>
                    <a:pt x="6333" y="8223"/>
                    <a:pt x="8192" y="6396"/>
                    <a:pt x="8192" y="4096"/>
                  </a:cubicBezTo>
                  <a:lnTo>
                    <a:pt x="8192" y="1576"/>
                  </a:lnTo>
                  <a:cubicBezTo>
                    <a:pt x="7656" y="1891"/>
                    <a:pt x="7089" y="2080"/>
                    <a:pt x="6490" y="2080"/>
                  </a:cubicBezTo>
                  <a:cubicBezTo>
                    <a:pt x="6364" y="2048"/>
                    <a:pt x="6207" y="2048"/>
                    <a:pt x="6049" y="2017"/>
                  </a:cubicBezTo>
                  <a:cubicBezTo>
                    <a:pt x="4317" y="1733"/>
                    <a:pt x="2615" y="1229"/>
                    <a:pt x="1009" y="441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6" name="Google Shape;7576;p83"/>
            <p:cNvSpPr/>
            <p:nvPr/>
          </p:nvSpPr>
          <p:spPr>
            <a:xfrm>
              <a:off x="-52179050" y="4132250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1"/>
                  </a:cubicBezTo>
                  <a:cubicBezTo>
                    <a:pt x="725" y="694"/>
                    <a:pt x="410" y="221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7" name="Google Shape;7577;p83"/>
            <p:cNvSpPr/>
            <p:nvPr/>
          </p:nvSpPr>
          <p:spPr>
            <a:xfrm>
              <a:off x="-5244055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78" name="Google Shape;7578;p83"/>
          <p:cNvGrpSpPr/>
          <p:nvPr/>
        </p:nvGrpSpPr>
        <p:grpSpPr>
          <a:xfrm>
            <a:off x="6645066" y="4278827"/>
            <a:ext cx="314662" cy="358999"/>
            <a:chOff x="-51623775" y="3584850"/>
            <a:chExt cx="279625" cy="319025"/>
          </a:xfrm>
        </p:grpSpPr>
        <p:sp>
          <p:nvSpPr>
            <p:cNvPr id="7579" name="Google Shape;7579;p83"/>
            <p:cNvSpPr/>
            <p:nvPr/>
          </p:nvSpPr>
          <p:spPr>
            <a:xfrm>
              <a:off x="-51497750" y="3832175"/>
              <a:ext cx="26000" cy="13200"/>
            </a:xfrm>
            <a:custGeom>
              <a:avLst/>
              <a:gdLst/>
              <a:ahLst/>
              <a:cxnLst/>
              <a:rect l="l" t="t" r="r" b="b"/>
              <a:pathLst>
                <a:path w="1040" h="528" extrusionOk="0">
                  <a:moveTo>
                    <a:pt x="504" y="0"/>
                  </a:moveTo>
                  <a:cubicBezTo>
                    <a:pt x="378" y="189"/>
                    <a:pt x="252" y="252"/>
                    <a:pt x="0" y="410"/>
                  </a:cubicBezTo>
                  <a:cubicBezTo>
                    <a:pt x="158" y="489"/>
                    <a:pt x="339" y="528"/>
                    <a:pt x="520" y="528"/>
                  </a:cubicBezTo>
                  <a:cubicBezTo>
                    <a:pt x="701" y="528"/>
                    <a:pt x="882" y="489"/>
                    <a:pt x="1040" y="410"/>
                  </a:cubicBezTo>
                  <a:cubicBezTo>
                    <a:pt x="788" y="252"/>
                    <a:pt x="693" y="158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0" name="Google Shape;7580;p83"/>
            <p:cNvSpPr/>
            <p:nvPr/>
          </p:nvSpPr>
          <p:spPr>
            <a:xfrm>
              <a:off x="-51574150" y="3809300"/>
              <a:ext cx="78000" cy="26550"/>
            </a:xfrm>
            <a:custGeom>
              <a:avLst/>
              <a:gdLst/>
              <a:ahLst/>
              <a:cxnLst/>
              <a:rect l="l" t="t" r="r" b="b"/>
              <a:pathLst>
                <a:path w="3120" h="1062" extrusionOk="0">
                  <a:moveTo>
                    <a:pt x="2547" y="1"/>
                  </a:moveTo>
                  <a:cubicBezTo>
                    <a:pt x="2380" y="1"/>
                    <a:pt x="2203" y="61"/>
                    <a:pt x="2048" y="191"/>
                  </a:cubicBezTo>
                  <a:cubicBezTo>
                    <a:pt x="1784" y="477"/>
                    <a:pt x="1443" y="609"/>
                    <a:pt x="1078" y="609"/>
                  </a:cubicBezTo>
                  <a:cubicBezTo>
                    <a:pt x="921" y="609"/>
                    <a:pt x="760" y="585"/>
                    <a:pt x="599" y="537"/>
                  </a:cubicBezTo>
                  <a:lnTo>
                    <a:pt x="0" y="348"/>
                  </a:lnTo>
                  <a:lnTo>
                    <a:pt x="0" y="348"/>
                  </a:lnTo>
                  <a:cubicBezTo>
                    <a:pt x="401" y="819"/>
                    <a:pt x="977" y="1061"/>
                    <a:pt x="1572" y="1061"/>
                  </a:cubicBezTo>
                  <a:cubicBezTo>
                    <a:pt x="1773" y="1061"/>
                    <a:pt x="1975" y="1034"/>
                    <a:pt x="2174" y="978"/>
                  </a:cubicBezTo>
                  <a:cubicBezTo>
                    <a:pt x="2615" y="821"/>
                    <a:pt x="2804" y="632"/>
                    <a:pt x="3119" y="348"/>
                  </a:cubicBezTo>
                  <a:cubicBezTo>
                    <a:pt x="3008" y="125"/>
                    <a:pt x="2787" y="1"/>
                    <a:pt x="25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1" name="Google Shape;7581;p83"/>
            <p:cNvSpPr/>
            <p:nvPr/>
          </p:nvSpPr>
          <p:spPr>
            <a:xfrm>
              <a:off x="-51579675" y="3837675"/>
              <a:ext cx="190625" cy="66200"/>
            </a:xfrm>
            <a:custGeom>
              <a:avLst/>
              <a:gdLst/>
              <a:ahLst/>
              <a:cxnLst/>
              <a:rect l="l" t="t" r="r" b="b"/>
              <a:pathLst>
                <a:path w="7625" h="2648" extrusionOk="0">
                  <a:moveTo>
                    <a:pt x="7625" y="1"/>
                  </a:moveTo>
                  <a:lnTo>
                    <a:pt x="7625" y="1"/>
                  </a:lnTo>
                  <a:cubicBezTo>
                    <a:pt x="7121" y="442"/>
                    <a:pt x="6491" y="662"/>
                    <a:pt x="5829" y="662"/>
                  </a:cubicBezTo>
                  <a:cubicBezTo>
                    <a:pt x="5577" y="662"/>
                    <a:pt x="5356" y="631"/>
                    <a:pt x="5104" y="568"/>
                  </a:cubicBezTo>
                  <a:cubicBezTo>
                    <a:pt x="4758" y="914"/>
                    <a:pt x="4285" y="1103"/>
                    <a:pt x="3813" y="1103"/>
                  </a:cubicBezTo>
                  <a:cubicBezTo>
                    <a:pt x="3340" y="1103"/>
                    <a:pt x="2868" y="914"/>
                    <a:pt x="2521" y="568"/>
                  </a:cubicBezTo>
                  <a:cubicBezTo>
                    <a:pt x="2269" y="631"/>
                    <a:pt x="2048" y="662"/>
                    <a:pt x="1796" y="662"/>
                  </a:cubicBezTo>
                  <a:cubicBezTo>
                    <a:pt x="1135" y="662"/>
                    <a:pt x="505" y="442"/>
                    <a:pt x="1" y="1"/>
                  </a:cubicBezTo>
                  <a:lnTo>
                    <a:pt x="1" y="1"/>
                  </a:lnTo>
                  <a:cubicBezTo>
                    <a:pt x="599" y="1576"/>
                    <a:pt x="2111" y="2647"/>
                    <a:pt x="3813" y="2647"/>
                  </a:cubicBezTo>
                  <a:cubicBezTo>
                    <a:pt x="5514" y="2647"/>
                    <a:pt x="7058" y="1576"/>
                    <a:pt x="76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2" name="Google Shape;7582;p83"/>
            <p:cNvSpPr/>
            <p:nvPr/>
          </p:nvSpPr>
          <p:spPr>
            <a:xfrm>
              <a:off x="-51473350" y="3809250"/>
              <a:ext cx="78000" cy="26500"/>
            </a:xfrm>
            <a:custGeom>
              <a:avLst/>
              <a:gdLst/>
              <a:ahLst/>
              <a:cxnLst/>
              <a:rect l="l" t="t" r="r" b="b"/>
              <a:pathLst>
                <a:path w="3120" h="1060" extrusionOk="0">
                  <a:moveTo>
                    <a:pt x="600" y="1"/>
                  </a:moveTo>
                  <a:cubicBezTo>
                    <a:pt x="364" y="1"/>
                    <a:pt x="129" y="117"/>
                    <a:pt x="1" y="319"/>
                  </a:cubicBezTo>
                  <a:cubicBezTo>
                    <a:pt x="284" y="602"/>
                    <a:pt x="505" y="823"/>
                    <a:pt x="946" y="949"/>
                  </a:cubicBezTo>
                  <a:cubicBezTo>
                    <a:pt x="1155" y="1024"/>
                    <a:pt x="1369" y="1059"/>
                    <a:pt x="1580" y="1059"/>
                  </a:cubicBezTo>
                  <a:cubicBezTo>
                    <a:pt x="2163" y="1059"/>
                    <a:pt x="2727" y="790"/>
                    <a:pt x="3120" y="350"/>
                  </a:cubicBezTo>
                  <a:lnTo>
                    <a:pt x="3120" y="350"/>
                  </a:lnTo>
                  <a:lnTo>
                    <a:pt x="2521" y="539"/>
                  </a:lnTo>
                  <a:cubicBezTo>
                    <a:pt x="2369" y="587"/>
                    <a:pt x="2212" y="611"/>
                    <a:pt x="2056" y="611"/>
                  </a:cubicBezTo>
                  <a:cubicBezTo>
                    <a:pt x="1693" y="611"/>
                    <a:pt x="1336" y="479"/>
                    <a:pt x="1072" y="193"/>
                  </a:cubicBezTo>
                  <a:cubicBezTo>
                    <a:pt x="940" y="61"/>
                    <a:pt x="770" y="1"/>
                    <a:pt x="60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3" name="Google Shape;7583;p83"/>
            <p:cNvSpPr/>
            <p:nvPr/>
          </p:nvSpPr>
          <p:spPr>
            <a:xfrm>
              <a:off x="-51598575" y="3584850"/>
              <a:ext cx="226850" cy="111875"/>
            </a:xfrm>
            <a:custGeom>
              <a:avLst/>
              <a:gdLst/>
              <a:ahLst/>
              <a:cxnLst/>
              <a:rect l="l" t="t" r="r" b="b"/>
              <a:pathLst>
                <a:path w="9074" h="4475" extrusionOk="0">
                  <a:moveTo>
                    <a:pt x="757" y="1"/>
                  </a:moveTo>
                  <a:cubicBezTo>
                    <a:pt x="379" y="1"/>
                    <a:pt x="1" y="347"/>
                    <a:pt x="1" y="725"/>
                  </a:cubicBezTo>
                  <a:cubicBezTo>
                    <a:pt x="1" y="1009"/>
                    <a:pt x="158" y="1261"/>
                    <a:pt x="379" y="1355"/>
                  </a:cubicBezTo>
                  <a:lnTo>
                    <a:pt x="379" y="4474"/>
                  </a:lnTo>
                  <a:lnTo>
                    <a:pt x="3561" y="4474"/>
                  </a:lnTo>
                  <a:lnTo>
                    <a:pt x="3120" y="4033"/>
                  </a:lnTo>
                  <a:cubicBezTo>
                    <a:pt x="2962" y="3876"/>
                    <a:pt x="2962" y="3655"/>
                    <a:pt x="3120" y="3529"/>
                  </a:cubicBezTo>
                  <a:lnTo>
                    <a:pt x="4191" y="2458"/>
                  </a:lnTo>
                  <a:cubicBezTo>
                    <a:pt x="4269" y="2379"/>
                    <a:pt x="4364" y="2340"/>
                    <a:pt x="4455" y="2340"/>
                  </a:cubicBezTo>
                  <a:cubicBezTo>
                    <a:pt x="4545" y="2340"/>
                    <a:pt x="4632" y="2379"/>
                    <a:pt x="4695" y="2458"/>
                  </a:cubicBezTo>
                  <a:lnTo>
                    <a:pt x="5766" y="3529"/>
                  </a:lnTo>
                  <a:cubicBezTo>
                    <a:pt x="5923" y="3687"/>
                    <a:pt x="5923" y="3939"/>
                    <a:pt x="5766" y="4033"/>
                  </a:cubicBezTo>
                  <a:lnTo>
                    <a:pt x="5325" y="4474"/>
                  </a:lnTo>
                  <a:lnTo>
                    <a:pt x="8507" y="4474"/>
                  </a:lnTo>
                  <a:lnTo>
                    <a:pt x="8507" y="1355"/>
                  </a:lnTo>
                  <a:cubicBezTo>
                    <a:pt x="8759" y="1261"/>
                    <a:pt x="8885" y="1009"/>
                    <a:pt x="8885" y="725"/>
                  </a:cubicBezTo>
                  <a:cubicBezTo>
                    <a:pt x="9074" y="347"/>
                    <a:pt x="8696" y="1"/>
                    <a:pt x="8318" y="1"/>
                  </a:cubicBezTo>
                  <a:cubicBezTo>
                    <a:pt x="7908" y="1"/>
                    <a:pt x="7562" y="347"/>
                    <a:pt x="7562" y="725"/>
                  </a:cubicBezTo>
                  <a:cubicBezTo>
                    <a:pt x="7562" y="883"/>
                    <a:pt x="7625" y="1009"/>
                    <a:pt x="7688" y="1135"/>
                  </a:cubicBezTo>
                  <a:lnTo>
                    <a:pt x="6428" y="2143"/>
                  </a:lnTo>
                  <a:lnTo>
                    <a:pt x="5167" y="1135"/>
                  </a:lnTo>
                  <a:cubicBezTo>
                    <a:pt x="5262" y="1009"/>
                    <a:pt x="5293" y="883"/>
                    <a:pt x="5293" y="725"/>
                  </a:cubicBezTo>
                  <a:cubicBezTo>
                    <a:pt x="5293" y="347"/>
                    <a:pt x="4947" y="1"/>
                    <a:pt x="4537" y="1"/>
                  </a:cubicBezTo>
                  <a:cubicBezTo>
                    <a:pt x="4159" y="1"/>
                    <a:pt x="3781" y="347"/>
                    <a:pt x="3781" y="725"/>
                  </a:cubicBezTo>
                  <a:cubicBezTo>
                    <a:pt x="3781" y="883"/>
                    <a:pt x="3844" y="1009"/>
                    <a:pt x="3907" y="1135"/>
                  </a:cubicBezTo>
                  <a:lnTo>
                    <a:pt x="2647" y="2143"/>
                  </a:lnTo>
                  <a:lnTo>
                    <a:pt x="1387" y="1135"/>
                  </a:lnTo>
                  <a:cubicBezTo>
                    <a:pt x="1481" y="1009"/>
                    <a:pt x="1513" y="883"/>
                    <a:pt x="1513" y="725"/>
                  </a:cubicBezTo>
                  <a:cubicBezTo>
                    <a:pt x="1513" y="347"/>
                    <a:pt x="1166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4" name="Google Shape;7584;p83"/>
            <p:cNvSpPr/>
            <p:nvPr/>
          </p:nvSpPr>
          <p:spPr>
            <a:xfrm>
              <a:off x="-51623775" y="37037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725" y="1"/>
                  </a:moveTo>
                  <a:cubicBezTo>
                    <a:pt x="252" y="190"/>
                    <a:pt x="0" y="726"/>
                    <a:pt x="0" y="1261"/>
                  </a:cubicBezTo>
                  <a:cubicBezTo>
                    <a:pt x="0" y="1797"/>
                    <a:pt x="315" y="2301"/>
                    <a:pt x="725" y="2553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5" name="Google Shape;7585;p83"/>
            <p:cNvSpPr/>
            <p:nvPr/>
          </p:nvSpPr>
          <p:spPr>
            <a:xfrm>
              <a:off x="-51363075" y="37030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21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6" name="Google Shape;7586;p83"/>
            <p:cNvSpPr/>
            <p:nvPr/>
          </p:nvSpPr>
          <p:spPr>
            <a:xfrm>
              <a:off x="-51586750" y="3716375"/>
              <a:ext cx="207150" cy="89775"/>
            </a:xfrm>
            <a:custGeom>
              <a:avLst/>
              <a:gdLst/>
              <a:ahLst/>
              <a:cxnLst/>
              <a:rect l="l" t="t" r="r" b="b"/>
              <a:pathLst>
                <a:path w="8286" h="3591" extrusionOk="0">
                  <a:moveTo>
                    <a:pt x="2615" y="757"/>
                  </a:moveTo>
                  <a:cubicBezTo>
                    <a:pt x="2804" y="757"/>
                    <a:pt x="2962" y="915"/>
                    <a:pt x="2962" y="1104"/>
                  </a:cubicBezTo>
                  <a:cubicBezTo>
                    <a:pt x="2962" y="1293"/>
                    <a:pt x="2804" y="1450"/>
                    <a:pt x="2615" y="1450"/>
                  </a:cubicBezTo>
                  <a:cubicBezTo>
                    <a:pt x="2394" y="1450"/>
                    <a:pt x="2237" y="1293"/>
                    <a:pt x="2237" y="1104"/>
                  </a:cubicBezTo>
                  <a:cubicBezTo>
                    <a:pt x="2237" y="915"/>
                    <a:pt x="2394" y="757"/>
                    <a:pt x="2615" y="757"/>
                  </a:cubicBezTo>
                  <a:close/>
                  <a:moveTo>
                    <a:pt x="5608" y="757"/>
                  </a:moveTo>
                  <a:cubicBezTo>
                    <a:pt x="5797" y="757"/>
                    <a:pt x="5955" y="915"/>
                    <a:pt x="5955" y="1104"/>
                  </a:cubicBezTo>
                  <a:cubicBezTo>
                    <a:pt x="5955" y="1293"/>
                    <a:pt x="5797" y="1450"/>
                    <a:pt x="5608" y="1450"/>
                  </a:cubicBezTo>
                  <a:cubicBezTo>
                    <a:pt x="5387" y="1450"/>
                    <a:pt x="5230" y="1293"/>
                    <a:pt x="5230" y="1104"/>
                  </a:cubicBezTo>
                  <a:cubicBezTo>
                    <a:pt x="5198" y="915"/>
                    <a:pt x="5387" y="757"/>
                    <a:pt x="5608" y="757"/>
                  </a:cubicBezTo>
                  <a:close/>
                  <a:moveTo>
                    <a:pt x="95" y="1"/>
                  </a:moveTo>
                  <a:lnTo>
                    <a:pt x="95" y="3088"/>
                  </a:lnTo>
                  <a:lnTo>
                    <a:pt x="0" y="3088"/>
                  </a:lnTo>
                  <a:lnTo>
                    <a:pt x="1386" y="3561"/>
                  </a:lnTo>
                  <a:cubicBezTo>
                    <a:pt x="1451" y="3577"/>
                    <a:pt x="1517" y="3585"/>
                    <a:pt x="1581" y="3585"/>
                  </a:cubicBezTo>
                  <a:cubicBezTo>
                    <a:pt x="1764" y="3585"/>
                    <a:pt x="1939" y="3520"/>
                    <a:pt x="2079" y="3404"/>
                  </a:cubicBezTo>
                  <a:cubicBezTo>
                    <a:pt x="2371" y="3112"/>
                    <a:pt x="2737" y="2970"/>
                    <a:pt x="3098" y="2970"/>
                  </a:cubicBezTo>
                  <a:cubicBezTo>
                    <a:pt x="3478" y="2970"/>
                    <a:pt x="3852" y="3128"/>
                    <a:pt x="4127" y="3435"/>
                  </a:cubicBezTo>
                  <a:cubicBezTo>
                    <a:pt x="4415" y="3132"/>
                    <a:pt x="4791" y="2982"/>
                    <a:pt x="5166" y="2982"/>
                  </a:cubicBezTo>
                  <a:cubicBezTo>
                    <a:pt x="5531" y="2982"/>
                    <a:pt x="5895" y="3124"/>
                    <a:pt x="6175" y="3404"/>
                  </a:cubicBezTo>
                  <a:cubicBezTo>
                    <a:pt x="6329" y="3535"/>
                    <a:pt x="6483" y="3591"/>
                    <a:pt x="6658" y="3591"/>
                  </a:cubicBezTo>
                  <a:cubicBezTo>
                    <a:pt x="6734" y="3591"/>
                    <a:pt x="6814" y="3580"/>
                    <a:pt x="6900" y="3561"/>
                  </a:cubicBezTo>
                  <a:lnTo>
                    <a:pt x="8286" y="3088"/>
                  </a:lnTo>
                  <a:lnTo>
                    <a:pt x="82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7" name="Google Shape;7587;p83"/>
            <p:cNvSpPr/>
            <p:nvPr/>
          </p:nvSpPr>
          <p:spPr>
            <a:xfrm>
              <a:off x="-51497750" y="3666775"/>
              <a:ext cx="26000" cy="26800"/>
            </a:xfrm>
            <a:custGeom>
              <a:avLst/>
              <a:gdLst/>
              <a:ahLst/>
              <a:cxnLst/>
              <a:rect l="l" t="t" r="r" b="b"/>
              <a:pathLst>
                <a:path w="1040" h="1072" extrusionOk="0">
                  <a:moveTo>
                    <a:pt x="536" y="0"/>
                  </a:moveTo>
                  <a:lnTo>
                    <a:pt x="0" y="536"/>
                  </a:lnTo>
                  <a:lnTo>
                    <a:pt x="536" y="1071"/>
                  </a:lnTo>
                  <a:lnTo>
                    <a:pt x="1040" y="536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2" name="Google Shape;7592;p84"/>
          <p:cNvSpPr txBox="1">
            <a:spLocks noGrp="1"/>
          </p:cNvSpPr>
          <p:nvPr>
            <p:ph type="title" idx="4294967295"/>
          </p:nvPr>
        </p:nvSpPr>
        <p:spPr>
          <a:xfrm>
            <a:off x="849675" y="9438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Creative Process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3" name="Google Shape;7593;p84"/>
          <p:cNvSpPr txBox="1">
            <a:spLocks noGrp="1"/>
          </p:cNvSpPr>
          <p:nvPr>
            <p:ph type="title" idx="4294967295"/>
          </p:nvPr>
        </p:nvSpPr>
        <p:spPr>
          <a:xfrm>
            <a:off x="4858400" y="9438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Performing Arts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94" name="Google Shape;7594;p84"/>
          <p:cNvGrpSpPr/>
          <p:nvPr/>
        </p:nvGrpSpPr>
        <p:grpSpPr>
          <a:xfrm>
            <a:off x="885675" y="1539249"/>
            <a:ext cx="276003" cy="357300"/>
            <a:chOff x="-50469125" y="3183175"/>
            <a:chExt cx="233150" cy="301825"/>
          </a:xfrm>
        </p:grpSpPr>
        <p:sp>
          <p:nvSpPr>
            <p:cNvPr id="7595" name="Google Shape;7595;p84"/>
            <p:cNvSpPr/>
            <p:nvPr/>
          </p:nvSpPr>
          <p:spPr>
            <a:xfrm>
              <a:off x="-50388775" y="32272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1072"/>
                  </a:moveTo>
                  <a:cubicBezTo>
                    <a:pt x="1638" y="1072"/>
                    <a:pt x="1796" y="1229"/>
                    <a:pt x="1796" y="1418"/>
                  </a:cubicBezTo>
                  <a:cubicBezTo>
                    <a:pt x="1796" y="1607"/>
                    <a:pt x="1638" y="1765"/>
                    <a:pt x="1418" y="1765"/>
                  </a:cubicBezTo>
                  <a:cubicBezTo>
                    <a:pt x="1229" y="1765"/>
                    <a:pt x="1071" y="1607"/>
                    <a:pt x="1071" y="1418"/>
                  </a:cubicBezTo>
                  <a:cubicBezTo>
                    <a:pt x="1071" y="1229"/>
                    <a:pt x="1229" y="1072"/>
                    <a:pt x="1418" y="1072"/>
                  </a:cubicBezTo>
                  <a:close/>
                  <a:moveTo>
                    <a:pt x="1418" y="1"/>
                  </a:moveTo>
                  <a:cubicBezTo>
                    <a:pt x="630" y="1"/>
                    <a:pt x="0" y="631"/>
                    <a:pt x="0" y="1418"/>
                  </a:cubicBezTo>
                  <a:cubicBezTo>
                    <a:pt x="0" y="2206"/>
                    <a:pt x="630" y="2836"/>
                    <a:pt x="1418" y="2836"/>
                  </a:cubicBezTo>
                  <a:cubicBezTo>
                    <a:pt x="2206" y="2836"/>
                    <a:pt x="2836" y="2206"/>
                    <a:pt x="2836" y="1418"/>
                  </a:cubicBez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6" name="Google Shape;7596;p84"/>
            <p:cNvSpPr/>
            <p:nvPr/>
          </p:nvSpPr>
          <p:spPr>
            <a:xfrm>
              <a:off x="-50469125" y="3290275"/>
              <a:ext cx="233150" cy="194725"/>
            </a:xfrm>
            <a:custGeom>
              <a:avLst/>
              <a:gdLst/>
              <a:ahLst/>
              <a:cxnLst/>
              <a:rect l="l" t="t" r="r" b="b"/>
              <a:pathLst>
                <a:path w="9326" h="7789" extrusionOk="0">
                  <a:moveTo>
                    <a:pt x="4663" y="1072"/>
                  </a:moveTo>
                  <a:lnTo>
                    <a:pt x="6018" y="3907"/>
                  </a:lnTo>
                  <a:cubicBezTo>
                    <a:pt x="5672" y="4034"/>
                    <a:pt x="5356" y="4097"/>
                    <a:pt x="5010" y="4128"/>
                  </a:cubicBezTo>
                  <a:lnTo>
                    <a:pt x="5010" y="3813"/>
                  </a:lnTo>
                  <a:cubicBezTo>
                    <a:pt x="5010" y="3624"/>
                    <a:pt x="4852" y="3466"/>
                    <a:pt x="4663" y="3466"/>
                  </a:cubicBezTo>
                  <a:cubicBezTo>
                    <a:pt x="4443" y="3466"/>
                    <a:pt x="4285" y="3624"/>
                    <a:pt x="4285" y="3813"/>
                  </a:cubicBezTo>
                  <a:lnTo>
                    <a:pt x="4285" y="4128"/>
                  </a:lnTo>
                  <a:cubicBezTo>
                    <a:pt x="3939" y="4097"/>
                    <a:pt x="3592" y="4034"/>
                    <a:pt x="3277" y="3907"/>
                  </a:cubicBezTo>
                  <a:lnTo>
                    <a:pt x="4663" y="1072"/>
                  </a:lnTo>
                  <a:close/>
                  <a:moveTo>
                    <a:pt x="2836" y="1"/>
                  </a:moveTo>
                  <a:lnTo>
                    <a:pt x="1576" y="2647"/>
                  </a:lnTo>
                  <a:cubicBezTo>
                    <a:pt x="1387" y="2395"/>
                    <a:pt x="1229" y="2143"/>
                    <a:pt x="1103" y="1860"/>
                  </a:cubicBezTo>
                  <a:cubicBezTo>
                    <a:pt x="1034" y="1721"/>
                    <a:pt x="914" y="1634"/>
                    <a:pt x="781" y="1634"/>
                  </a:cubicBezTo>
                  <a:cubicBezTo>
                    <a:pt x="732" y="1634"/>
                    <a:pt x="681" y="1645"/>
                    <a:pt x="631" y="1671"/>
                  </a:cubicBezTo>
                  <a:cubicBezTo>
                    <a:pt x="442" y="1734"/>
                    <a:pt x="347" y="1923"/>
                    <a:pt x="442" y="2143"/>
                  </a:cubicBezTo>
                  <a:cubicBezTo>
                    <a:pt x="631" y="2553"/>
                    <a:pt x="914" y="2994"/>
                    <a:pt x="1229" y="3340"/>
                  </a:cubicBezTo>
                  <a:lnTo>
                    <a:pt x="158" y="5546"/>
                  </a:lnTo>
                  <a:cubicBezTo>
                    <a:pt x="1" y="5955"/>
                    <a:pt x="64" y="6396"/>
                    <a:pt x="347" y="6711"/>
                  </a:cubicBezTo>
                  <a:lnTo>
                    <a:pt x="127" y="7247"/>
                  </a:lnTo>
                  <a:cubicBezTo>
                    <a:pt x="32" y="7405"/>
                    <a:pt x="127" y="7657"/>
                    <a:pt x="284" y="7720"/>
                  </a:cubicBezTo>
                  <a:cubicBezTo>
                    <a:pt x="328" y="7746"/>
                    <a:pt x="376" y="7757"/>
                    <a:pt x="425" y="7757"/>
                  </a:cubicBezTo>
                  <a:cubicBezTo>
                    <a:pt x="554" y="7757"/>
                    <a:pt x="688" y="7676"/>
                    <a:pt x="757" y="7562"/>
                  </a:cubicBezTo>
                  <a:lnTo>
                    <a:pt x="977" y="7026"/>
                  </a:lnTo>
                  <a:cubicBezTo>
                    <a:pt x="1025" y="7032"/>
                    <a:pt x="1072" y="7035"/>
                    <a:pt x="1118" y="7035"/>
                  </a:cubicBezTo>
                  <a:cubicBezTo>
                    <a:pt x="1562" y="7035"/>
                    <a:pt x="1937" y="6770"/>
                    <a:pt x="2080" y="6428"/>
                  </a:cubicBezTo>
                  <a:lnTo>
                    <a:pt x="2962" y="4601"/>
                  </a:lnTo>
                  <a:cubicBezTo>
                    <a:pt x="3372" y="4758"/>
                    <a:pt x="3813" y="4884"/>
                    <a:pt x="4285" y="4916"/>
                  </a:cubicBezTo>
                  <a:lnTo>
                    <a:pt x="4285" y="5294"/>
                  </a:lnTo>
                  <a:cubicBezTo>
                    <a:pt x="4285" y="5483"/>
                    <a:pt x="4443" y="5640"/>
                    <a:pt x="4632" y="5640"/>
                  </a:cubicBezTo>
                  <a:cubicBezTo>
                    <a:pt x="4852" y="5640"/>
                    <a:pt x="5010" y="5483"/>
                    <a:pt x="5010" y="5294"/>
                  </a:cubicBezTo>
                  <a:lnTo>
                    <a:pt x="5010" y="4916"/>
                  </a:lnTo>
                  <a:cubicBezTo>
                    <a:pt x="5483" y="4884"/>
                    <a:pt x="5892" y="4821"/>
                    <a:pt x="6333" y="4601"/>
                  </a:cubicBezTo>
                  <a:lnTo>
                    <a:pt x="7215" y="6428"/>
                  </a:lnTo>
                  <a:cubicBezTo>
                    <a:pt x="7365" y="6787"/>
                    <a:pt x="7741" y="7060"/>
                    <a:pt x="8237" y="7060"/>
                  </a:cubicBezTo>
                  <a:cubicBezTo>
                    <a:pt x="8264" y="7060"/>
                    <a:pt x="8291" y="7060"/>
                    <a:pt x="8318" y="7058"/>
                  </a:cubicBezTo>
                  <a:lnTo>
                    <a:pt x="8538" y="7594"/>
                  </a:lnTo>
                  <a:cubicBezTo>
                    <a:pt x="8607" y="7708"/>
                    <a:pt x="8742" y="7789"/>
                    <a:pt x="8871" y="7789"/>
                  </a:cubicBezTo>
                  <a:cubicBezTo>
                    <a:pt x="8920" y="7789"/>
                    <a:pt x="8968" y="7777"/>
                    <a:pt x="9011" y="7751"/>
                  </a:cubicBezTo>
                  <a:cubicBezTo>
                    <a:pt x="9169" y="7562"/>
                    <a:pt x="9263" y="7373"/>
                    <a:pt x="9169" y="7215"/>
                  </a:cubicBezTo>
                  <a:lnTo>
                    <a:pt x="8948" y="6648"/>
                  </a:lnTo>
                  <a:cubicBezTo>
                    <a:pt x="9200" y="6333"/>
                    <a:pt x="9326" y="5924"/>
                    <a:pt x="9137" y="5514"/>
                  </a:cubicBezTo>
                  <a:lnTo>
                    <a:pt x="8066" y="3340"/>
                  </a:lnTo>
                  <a:cubicBezTo>
                    <a:pt x="8381" y="2994"/>
                    <a:pt x="8665" y="2553"/>
                    <a:pt x="8854" y="2143"/>
                  </a:cubicBezTo>
                  <a:cubicBezTo>
                    <a:pt x="8948" y="1923"/>
                    <a:pt x="8854" y="1734"/>
                    <a:pt x="8665" y="1671"/>
                  </a:cubicBezTo>
                  <a:cubicBezTo>
                    <a:pt x="8614" y="1645"/>
                    <a:pt x="8561" y="1634"/>
                    <a:pt x="8509" y="1634"/>
                  </a:cubicBezTo>
                  <a:cubicBezTo>
                    <a:pt x="8369" y="1634"/>
                    <a:pt x="8238" y="1721"/>
                    <a:pt x="8192" y="1860"/>
                  </a:cubicBezTo>
                  <a:cubicBezTo>
                    <a:pt x="8066" y="2143"/>
                    <a:pt x="7908" y="2395"/>
                    <a:pt x="7719" y="2647"/>
                  </a:cubicBezTo>
                  <a:lnTo>
                    <a:pt x="6459" y="1"/>
                  </a:lnTo>
                  <a:cubicBezTo>
                    <a:pt x="6113" y="631"/>
                    <a:pt x="5420" y="1041"/>
                    <a:pt x="4632" y="1041"/>
                  </a:cubicBezTo>
                  <a:cubicBezTo>
                    <a:pt x="3844" y="1041"/>
                    <a:pt x="3183" y="599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7" name="Google Shape;7597;p84"/>
            <p:cNvSpPr/>
            <p:nvPr/>
          </p:nvSpPr>
          <p:spPr>
            <a:xfrm>
              <a:off x="-50379325" y="3183175"/>
              <a:ext cx="52775" cy="34675"/>
            </a:xfrm>
            <a:custGeom>
              <a:avLst/>
              <a:gdLst/>
              <a:ahLst/>
              <a:cxnLst/>
              <a:rect l="l" t="t" r="r" b="b"/>
              <a:pathLst>
                <a:path w="2111" h="1387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1386"/>
                  </a:lnTo>
                  <a:cubicBezTo>
                    <a:pt x="315" y="1166"/>
                    <a:pt x="662" y="1103"/>
                    <a:pt x="1071" y="1103"/>
                  </a:cubicBezTo>
                  <a:cubicBezTo>
                    <a:pt x="1449" y="1103"/>
                    <a:pt x="1796" y="1166"/>
                    <a:pt x="2111" y="1386"/>
                  </a:cubicBezTo>
                  <a:lnTo>
                    <a:pt x="2111" y="1071"/>
                  </a:lnTo>
                  <a:cubicBezTo>
                    <a:pt x="2111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8" name="Google Shape;7598;p84"/>
          <p:cNvGrpSpPr/>
          <p:nvPr/>
        </p:nvGrpSpPr>
        <p:grpSpPr>
          <a:xfrm>
            <a:off x="845574" y="1974651"/>
            <a:ext cx="356205" cy="355288"/>
            <a:chOff x="-50504575" y="3550975"/>
            <a:chExt cx="300900" cy="300125"/>
          </a:xfrm>
        </p:grpSpPr>
        <p:sp>
          <p:nvSpPr>
            <p:cNvPr id="7599" name="Google Shape;7599;p84"/>
            <p:cNvSpPr/>
            <p:nvPr/>
          </p:nvSpPr>
          <p:spPr>
            <a:xfrm>
              <a:off x="-50504575" y="3550975"/>
              <a:ext cx="300900" cy="176475"/>
            </a:xfrm>
            <a:custGeom>
              <a:avLst/>
              <a:gdLst/>
              <a:ahLst/>
              <a:cxnLst/>
              <a:rect l="l" t="t" r="r" b="b"/>
              <a:pathLst>
                <a:path w="12036" h="7059" extrusionOk="0"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cubicBezTo>
                    <a:pt x="1" y="1671"/>
                    <a:pt x="473" y="2143"/>
                    <a:pt x="1072" y="2143"/>
                  </a:cubicBezTo>
                  <a:cubicBezTo>
                    <a:pt x="1545" y="2143"/>
                    <a:pt x="1891" y="1828"/>
                    <a:pt x="2049" y="1419"/>
                  </a:cubicBezTo>
                  <a:lnTo>
                    <a:pt x="3592" y="1419"/>
                  </a:lnTo>
                  <a:cubicBezTo>
                    <a:pt x="2364" y="2175"/>
                    <a:pt x="1576" y="3467"/>
                    <a:pt x="1450" y="4916"/>
                  </a:cubicBezTo>
                  <a:lnTo>
                    <a:pt x="1072" y="4916"/>
                  </a:lnTo>
                  <a:cubicBezTo>
                    <a:pt x="883" y="4916"/>
                    <a:pt x="726" y="5073"/>
                    <a:pt x="726" y="5294"/>
                  </a:cubicBezTo>
                  <a:lnTo>
                    <a:pt x="726" y="6712"/>
                  </a:lnTo>
                  <a:cubicBezTo>
                    <a:pt x="726" y="6901"/>
                    <a:pt x="883" y="7058"/>
                    <a:pt x="1072" y="7058"/>
                  </a:cubicBezTo>
                  <a:lnTo>
                    <a:pt x="2490" y="7058"/>
                  </a:lnTo>
                  <a:cubicBezTo>
                    <a:pt x="2679" y="7058"/>
                    <a:pt x="2836" y="6901"/>
                    <a:pt x="2836" y="6712"/>
                  </a:cubicBezTo>
                  <a:lnTo>
                    <a:pt x="2836" y="5294"/>
                  </a:lnTo>
                  <a:cubicBezTo>
                    <a:pt x="2836" y="5073"/>
                    <a:pt x="2679" y="4916"/>
                    <a:pt x="2490" y="4916"/>
                  </a:cubicBezTo>
                  <a:lnTo>
                    <a:pt x="2175" y="4916"/>
                  </a:lnTo>
                  <a:cubicBezTo>
                    <a:pt x="2332" y="3309"/>
                    <a:pt x="3435" y="2017"/>
                    <a:pt x="4979" y="1576"/>
                  </a:cubicBezTo>
                  <a:lnTo>
                    <a:pt x="4979" y="1765"/>
                  </a:lnTo>
                  <a:cubicBezTo>
                    <a:pt x="4979" y="1986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90" y="1986"/>
                    <a:pt x="7090" y="1765"/>
                  </a:cubicBezTo>
                  <a:lnTo>
                    <a:pt x="7090" y="1576"/>
                  </a:lnTo>
                  <a:cubicBezTo>
                    <a:pt x="8633" y="2017"/>
                    <a:pt x="9736" y="3340"/>
                    <a:pt x="9893" y="4916"/>
                  </a:cubicBezTo>
                  <a:lnTo>
                    <a:pt x="9578" y="4916"/>
                  </a:lnTo>
                  <a:cubicBezTo>
                    <a:pt x="9389" y="4916"/>
                    <a:pt x="9232" y="5073"/>
                    <a:pt x="9232" y="5294"/>
                  </a:cubicBezTo>
                  <a:lnTo>
                    <a:pt x="9232" y="6712"/>
                  </a:lnTo>
                  <a:cubicBezTo>
                    <a:pt x="9232" y="6901"/>
                    <a:pt x="9389" y="7058"/>
                    <a:pt x="9578" y="7058"/>
                  </a:cubicBezTo>
                  <a:lnTo>
                    <a:pt x="10996" y="7058"/>
                  </a:lnTo>
                  <a:cubicBezTo>
                    <a:pt x="11185" y="7058"/>
                    <a:pt x="11343" y="6901"/>
                    <a:pt x="11343" y="6712"/>
                  </a:cubicBezTo>
                  <a:lnTo>
                    <a:pt x="11343" y="5294"/>
                  </a:lnTo>
                  <a:cubicBezTo>
                    <a:pt x="11343" y="5073"/>
                    <a:pt x="11185" y="4916"/>
                    <a:pt x="10996" y="4916"/>
                  </a:cubicBezTo>
                  <a:lnTo>
                    <a:pt x="10587" y="4916"/>
                  </a:lnTo>
                  <a:cubicBezTo>
                    <a:pt x="10492" y="3467"/>
                    <a:pt x="9704" y="2175"/>
                    <a:pt x="8476" y="1419"/>
                  </a:cubicBezTo>
                  <a:lnTo>
                    <a:pt x="10020" y="1419"/>
                  </a:lnTo>
                  <a:cubicBezTo>
                    <a:pt x="10146" y="1860"/>
                    <a:pt x="10555" y="2143"/>
                    <a:pt x="10996" y="2143"/>
                  </a:cubicBezTo>
                  <a:cubicBezTo>
                    <a:pt x="11563" y="2143"/>
                    <a:pt x="12036" y="1671"/>
                    <a:pt x="12036" y="1072"/>
                  </a:cubicBezTo>
                  <a:cubicBezTo>
                    <a:pt x="12036" y="474"/>
                    <a:pt x="11563" y="1"/>
                    <a:pt x="10996" y="1"/>
                  </a:cubicBezTo>
                  <a:cubicBezTo>
                    <a:pt x="10524" y="1"/>
                    <a:pt x="10146" y="285"/>
                    <a:pt x="9988" y="726"/>
                  </a:cubicBezTo>
                  <a:lnTo>
                    <a:pt x="7090" y="726"/>
                  </a:lnTo>
                  <a:lnTo>
                    <a:pt x="7090" y="379"/>
                  </a:lnTo>
                  <a:cubicBezTo>
                    <a:pt x="7090" y="159"/>
                    <a:pt x="6932" y="1"/>
                    <a:pt x="6743" y="1"/>
                  </a:cubicBezTo>
                  <a:lnTo>
                    <a:pt x="5325" y="1"/>
                  </a:lnTo>
                  <a:cubicBezTo>
                    <a:pt x="5105" y="1"/>
                    <a:pt x="4979" y="159"/>
                    <a:pt x="4979" y="379"/>
                  </a:cubicBezTo>
                  <a:lnTo>
                    <a:pt x="4979" y="726"/>
                  </a:lnTo>
                  <a:lnTo>
                    <a:pt x="2049" y="726"/>
                  </a:lnTo>
                  <a:cubicBezTo>
                    <a:pt x="1891" y="316"/>
                    <a:pt x="1545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0" name="Google Shape;7600;p84"/>
            <p:cNvSpPr/>
            <p:nvPr/>
          </p:nvSpPr>
          <p:spPr>
            <a:xfrm>
              <a:off x="-50432100" y="3622650"/>
              <a:ext cx="157550" cy="175675"/>
            </a:xfrm>
            <a:custGeom>
              <a:avLst/>
              <a:gdLst/>
              <a:ahLst/>
              <a:cxnLst/>
              <a:rect l="l" t="t" r="r" b="b"/>
              <a:pathLst>
                <a:path w="6302" h="7027" extrusionOk="0">
                  <a:moveTo>
                    <a:pt x="3182" y="1"/>
                  </a:moveTo>
                  <a:cubicBezTo>
                    <a:pt x="3064" y="1"/>
                    <a:pt x="2946" y="64"/>
                    <a:pt x="2899" y="190"/>
                  </a:cubicBezTo>
                  <a:lnTo>
                    <a:pt x="95" y="5105"/>
                  </a:lnTo>
                  <a:cubicBezTo>
                    <a:pt x="0" y="5231"/>
                    <a:pt x="0" y="5357"/>
                    <a:pt x="95" y="5451"/>
                  </a:cubicBezTo>
                  <a:lnTo>
                    <a:pt x="1103" y="7026"/>
                  </a:lnTo>
                  <a:lnTo>
                    <a:pt x="2804" y="7026"/>
                  </a:lnTo>
                  <a:lnTo>
                    <a:pt x="2804" y="5577"/>
                  </a:lnTo>
                  <a:cubicBezTo>
                    <a:pt x="2426" y="5420"/>
                    <a:pt x="2111" y="5010"/>
                    <a:pt x="2111" y="4569"/>
                  </a:cubicBezTo>
                  <a:cubicBezTo>
                    <a:pt x="2111" y="4002"/>
                    <a:pt x="2584" y="3529"/>
                    <a:pt x="3151" y="3529"/>
                  </a:cubicBezTo>
                  <a:cubicBezTo>
                    <a:pt x="3749" y="3529"/>
                    <a:pt x="4222" y="4002"/>
                    <a:pt x="4222" y="4569"/>
                  </a:cubicBezTo>
                  <a:cubicBezTo>
                    <a:pt x="4222" y="5042"/>
                    <a:pt x="3939" y="5420"/>
                    <a:pt x="3529" y="5577"/>
                  </a:cubicBezTo>
                  <a:lnTo>
                    <a:pt x="3529" y="7026"/>
                  </a:lnTo>
                  <a:lnTo>
                    <a:pt x="5199" y="7026"/>
                  </a:lnTo>
                  <a:lnTo>
                    <a:pt x="6238" y="5451"/>
                  </a:lnTo>
                  <a:cubicBezTo>
                    <a:pt x="6301" y="5325"/>
                    <a:pt x="6301" y="5199"/>
                    <a:pt x="6238" y="5105"/>
                  </a:cubicBezTo>
                  <a:lnTo>
                    <a:pt x="3466" y="190"/>
                  </a:lnTo>
                  <a:cubicBezTo>
                    <a:pt x="3419" y="64"/>
                    <a:pt x="3301" y="1"/>
                    <a:pt x="31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1" name="Google Shape;7601;p84"/>
            <p:cNvSpPr/>
            <p:nvPr/>
          </p:nvSpPr>
          <p:spPr>
            <a:xfrm>
              <a:off x="-50414775" y="3815625"/>
              <a:ext cx="122900" cy="35475"/>
            </a:xfrm>
            <a:custGeom>
              <a:avLst/>
              <a:gdLst/>
              <a:ahLst/>
              <a:cxnLst/>
              <a:rect l="l" t="t" r="r" b="b"/>
              <a:pathLst>
                <a:path w="4916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4569" y="1418"/>
                  </a:lnTo>
                  <a:cubicBezTo>
                    <a:pt x="4758" y="1418"/>
                    <a:pt x="4915" y="1261"/>
                    <a:pt x="4915" y="1072"/>
                  </a:cubicBezTo>
                  <a:lnTo>
                    <a:pt x="4915" y="379"/>
                  </a:lnTo>
                  <a:cubicBezTo>
                    <a:pt x="4915" y="190"/>
                    <a:pt x="4758" y="1"/>
                    <a:pt x="4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2" name="Google Shape;7602;p84"/>
            <p:cNvSpPr/>
            <p:nvPr/>
          </p:nvSpPr>
          <p:spPr>
            <a:xfrm>
              <a:off x="-50362000" y="3727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3" name="Google Shape;7603;p84"/>
          <p:cNvGrpSpPr/>
          <p:nvPr/>
        </p:nvGrpSpPr>
        <p:grpSpPr>
          <a:xfrm>
            <a:off x="845574" y="2412893"/>
            <a:ext cx="356205" cy="354341"/>
            <a:chOff x="-50503000" y="3921175"/>
            <a:chExt cx="300900" cy="299325"/>
          </a:xfrm>
        </p:grpSpPr>
        <p:sp>
          <p:nvSpPr>
            <p:cNvPr id="7604" name="Google Shape;7604;p84"/>
            <p:cNvSpPr/>
            <p:nvPr/>
          </p:nvSpPr>
          <p:spPr>
            <a:xfrm>
              <a:off x="-50432900" y="3921175"/>
              <a:ext cx="177250" cy="53575"/>
            </a:xfrm>
            <a:custGeom>
              <a:avLst/>
              <a:gdLst/>
              <a:ahLst/>
              <a:cxnLst/>
              <a:rect l="l" t="t" r="r" b="b"/>
              <a:pathLst>
                <a:path w="7090" h="2143" extrusionOk="0">
                  <a:moveTo>
                    <a:pt x="1" y="0"/>
                  </a:moveTo>
                  <a:lnTo>
                    <a:pt x="1" y="2143"/>
                  </a:lnTo>
                  <a:lnTo>
                    <a:pt x="7089" y="2143"/>
                  </a:lnTo>
                  <a:lnTo>
                    <a:pt x="70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5" name="Google Shape;7605;p84"/>
            <p:cNvSpPr/>
            <p:nvPr/>
          </p:nvSpPr>
          <p:spPr>
            <a:xfrm>
              <a:off x="-50503000" y="39211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797" y="0"/>
                  </a:moveTo>
                  <a:cubicBezTo>
                    <a:pt x="1734" y="0"/>
                    <a:pt x="1671" y="0"/>
                    <a:pt x="1639" y="63"/>
                  </a:cubicBezTo>
                  <a:lnTo>
                    <a:pt x="221" y="756"/>
                  </a:lnTo>
                  <a:cubicBezTo>
                    <a:pt x="95" y="851"/>
                    <a:pt x="1" y="945"/>
                    <a:pt x="1" y="1071"/>
                  </a:cubicBezTo>
                  <a:cubicBezTo>
                    <a:pt x="1" y="1197"/>
                    <a:pt x="95" y="1323"/>
                    <a:pt x="221" y="1386"/>
                  </a:cubicBezTo>
                  <a:lnTo>
                    <a:pt x="1639" y="2111"/>
                  </a:lnTo>
                  <a:cubicBezTo>
                    <a:pt x="1671" y="2143"/>
                    <a:pt x="1765" y="2143"/>
                    <a:pt x="1797" y="2143"/>
                  </a:cubicBezTo>
                  <a:lnTo>
                    <a:pt x="2112" y="2143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6" name="Google Shape;7606;p84"/>
            <p:cNvSpPr/>
            <p:nvPr/>
          </p:nvSpPr>
          <p:spPr>
            <a:xfrm>
              <a:off x="-50237550" y="3921175"/>
              <a:ext cx="35450" cy="53575"/>
            </a:xfrm>
            <a:custGeom>
              <a:avLst/>
              <a:gdLst/>
              <a:ahLst/>
              <a:cxnLst/>
              <a:rect l="l" t="t" r="r" b="b"/>
              <a:pathLst>
                <a:path w="141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945" y="2143"/>
                    <a:pt x="1418" y="1670"/>
                    <a:pt x="1418" y="1071"/>
                  </a:cubicBezTo>
                  <a:cubicBezTo>
                    <a:pt x="1418" y="473"/>
                    <a:pt x="945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7" name="Google Shape;7607;p84"/>
            <p:cNvSpPr/>
            <p:nvPr/>
          </p:nvSpPr>
          <p:spPr>
            <a:xfrm>
              <a:off x="-50414775" y="4045625"/>
              <a:ext cx="159125" cy="122875"/>
            </a:xfrm>
            <a:custGeom>
              <a:avLst/>
              <a:gdLst/>
              <a:ahLst/>
              <a:cxnLst/>
              <a:rect l="l" t="t" r="r" b="b"/>
              <a:pathLst>
                <a:path w="6365" h="4915" extrusionOk="0">
                  <a:moveTo>
                    <a:pt x="0" y="0"/>
                  </a:moveTo>
                  <a:lnTo>
                    <a:pt x="0" y="4915"/>
                  </a:lnTo>
                  <a:lnTo>
                    <a:pt x="6364" y="4915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8" name="Google Shape;7608;p84"/>
            <p:cNvSpPr/>
            <p:nvPr/>
          </p:nvSpPr>
          <p:spPr>
            <a:xfrm>
              <a:off x="-50503000" y="3992050"/>
              <a:ext cx="300900" cy="228450"/>
            </a:xfrm>
            <a:custGeom>
              <a:avLst/>
              <a:gdLst/>
              <a:ahLst/>
              <a:cxnLst/>
              <a:rect l="l" t="t" r="r" b="b"/>
              <a:pathLst>
                <a:path w="12036" h="9138" extrusionOk="0">
                  <a:moveTo>
                    <a:pt x="1797" y="1387"/>
                  </a:moveTo>
                  <a:cubicBezTo>
                    <a:pt x="1986" y="1387"/>
                    <a:pt x="2143" y="1544"/>
                    <a:pt x="2143" y="1733"/>
                  </a:cubicBezTo>
                  <a:lnTo>
                    <a:pt x="2143" y="3151"/>
                  </a:lnTo>
                  <a:cubicBezTo>
                    <a:pt x="2143" y="3372"/>
                    <a:pt x="1986" y="3529"/>
                    <a:pt x="1797" y="3529"/>
                  </a:cubicBezTo>
                  <a:cubicBezTo>
                    <a:pt x="1608" y="3529"/>
                    <a:pt x="1450" y="3372"/>
                    <a:pt x="1450" y="3151"/>
                  </a:cubicBezTo>
                  <a:lnTo>
                    <a:pt x="1450" y="1733"/>
                  </a:lnTo>
                  <a:cubicBezTo>
                    <a:pt x="1450" y="1544"/>
                    <a:pt x="1608" y="1387"/>
                    <a:pt x="1797" y="1387"/>
                  </a:cubicBezTo>
                  <a:close/>
                  <a:moveTo>
                    <a:pt x="1797" y="4222"/>
                  </a:moveTo>
                  <a:cubicBezTo>
                    <a:pt x="1986" y="4222"/>
                    <a:pt x="2143" y="4380"/>
                    <a:pt x="2143" y="4569"/>
                  </a:cubicBezTo>
                  <a:cubicBezTo>
                    <a:pt x="2143" y="4789"/>
                    <a:pt x="1986" y="4947"/>
                    <a:pt x="1797" y="4947"/>
                  </a:cubicBezTo>
                  <a:cubicBezTo>
                    <a:pt x="1576" y="4947"/>
                    <a:pt x="1419" y="4789"/>
                    <a:pt x="1419" y="4569"/>
                  </a:cubicBezTo>
                  <a:cubicBezTo>
                    <a:pt x="1419" y="4380"/>
                    <a:pt x="1576" y="4222"/>
                    <a:pt x="1797" y="4222"/>
                  </a:cubicBezTo>
                  <a:close/>
                  <a:moveTo>
                    <a:pt x="1797" y="5609"/>
                  </a:moveTo>
                  <a:cubicBezTo>
                    <a:pt x="1986" y="5609"/>
                    <a:pt x="2143" y="5766"/>
                    <a:pt x="2143" y="5955"/>
                  </a:cubicBezTo>
                  <a:lnTo>
                    <a:pt x="2143" y="7373"/>
                  </a:lnTo>
                  <a:cubicBezTo>
                    <a:pt x="2143" y="7562"/>
                    <a:pt x="1986" y="7719"/>
                    <a:pt x="1797" y="7719"/>
                  </a:cubicBezTo>
                  <a:cubicBezTo>
                    <a:pt x="1608" y="7719"/>
                    <a:pt x="1450" y="7562"/>
                    <a:pt x="1450" y="7373"/>
                  </a:cubicBezTo>
                  <a:lnTo>
                    <a:pt x="1450" y="5955"/>
                  </a:lnTo>
                  <a:cubicBezTo>
                    <a:pt x="1450" y="5766"/>
                    <a:pt x="1608" y="5609"/>
                    <a:pt x="1797" y="5609"/>
                  </a:cubicBezTo>
                  <a:close/>
                  <a:moveTo>
                    <a:pt x="10272" y="1387"/>
                  </a:moveTo>
                  <a:cubicBezTo>
                    <a:pt x="10461" y="1387"/>
                    <a:pt x="10618" y="1544"/>
                    <a:pt x="10618" y="1733"/>
                  </a:cubicBezTo>
                  <a:lnTo>
                    <a:pt x="10618" y="7373"/>
                  </a:lnTo>
                  <a:cubicBezTo>
                    <a:pt x="10618" y="7562"/>
                    <a:pt x="10461" y="7719"/>
                    <a:pt x="10272" y="7719"/>
                  </a:cubicBezTo>
                  <a:lnTo>
                    <a:pt x="3183" y="7719"/>
                  </a:lnTo>
                  <a:cubicBezTo>
                    <a:pt x="2962" y="7719"/>
                    <a:pt x="2805" y="7562"/>
                    <a:pt x="2805" y="7373"/>
                  </a:cubicBezTo>
                  <a:lnTo>
                    <a:pt x="2805" y="1733"/>
                  </a:lnTo>
                  <a:cubicBezTo>
                    <a:pt x="2805" y="1544"/>
                    <a:pt x="2962" y="1387"/>
                    <a:pt x="3183" y="1387"/>
                  </a:cubicBezTo>
                  <a:close/>
                  <a:moveTo>
                    <a:pt x="1072" y="1"/>
                  </a:moveTo>
                  <a:cubicBezTo>
                    <a:pt x="474" y="1"/>
                    <a:pt x="1" y="473"/>
                    <a:pt x="1" y="1072"/>
                  </a:cubicBezTo>
                  <a:lnTo>
                    <a:pt x="1" y="8097"/>
                  </a:lnTo>
                  <a:cubicBezTo>
                    <a:pt x="1" y="8664"/>
                    <a:pt x="474" y="9137"/>
                    <a:pt x="1072" y="9137"/>
                  </a:cubicBezTo>
                  <a:lnTo>
                    <a:pt x="10965" y="9137"/>
                  </a:lnTo>
                  <a:cubicBezTo>
                    <a:pt x="11563" y="9137"/>
                    <a:pt x="12036" y="8664"/>
                    <a:pt x="12036" y="8097"/>
                  </a:cubicBezTo>
                  <a:lnTo>
                    <a:pt x="12036" y="1072"/>
                  </a:lnTo>
                  <a:cubicBezTo>
                    <a:pt x="12036" y="473"/>
                    <a:pt x="11563" y="1"/>
                    <a:pt x="109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9" name="Google Shape;7609;p84"/>
          <p:cNvGrpSpPr/>
          <p:nvPr/>
        </p:nvGrpSpPr>
        <p:grpSpPr>
          <a:xfrm>
            <a:off x="3049627" y="1558811"/>
            <a:ext cx="355258" cy="356205"/>
            <a:chOff x="-48630025" y="3199700"/>
            <a:chExt cx="300100" cy="300900"/>
          </a:xfrm>
        </p:grpSpPr>
        <p:sp>
          <p:nvSpPr>
            <p:cNvPr id="7610" name="Google Shape;7610;p84"/>
            <p:cNvSpPr/>
            <p:nvPr/>
          </p:nvSpPr>
          <p:spPr>
            <a:xfrm>
              <a:off x="-48630025" y="31997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86"/>
                    <a:pt x="10051" y="2143"/>
                    <a:pt x="10240" y="2143"/>
                  </a:cubicBezTo>
                  <a:lnTo>
                    <a:pt x="10586" y="2143"/>
                  </a:lnTo>
                  <a:lnTo>
                    <a:pt x="10586" y="5294"/>
                  </a:lnTo>
                  <a:cubicBezTo>
                    <a:pt x="9738" y="4603"/>
                    <a:pt x="8014" y="3599"/>
                    <a:pt x="6006" y="3592"/>
                  </a:cubicBezTo>
                  <a:lnTo>
                    <a:pt x="6006" y="3592"/>
                  </a:lnTo>
                  <a:cubicBezTo>
                    <a:pt x="6010" y="3592"/>
                    <a:pt x="6014" y="3592"/>
                    <a:pt x="6018" y="3592"/>
                  </a:cubicBezTo>
                  <a:lnTo>
                    <a:pt x="6018" y="3592"/>
                  </a:lnTo>
                  <a:cubicBezTo>
                    <a:pt x="6013" y="3592"/>
                    <a:pt x="6008" y="3592"/>
                    <a:pt x="6003" y="3592"/>
                  </a:cubicBezTo>
                  <a:lnTo>
                    <a:pt x="6003" y="3592"/>
                  </a:lnTo>
                  <a:cubicBezTo>
                    <a:pt x="5997" y="3592"/>
                    <a:pt x="5992" y="3592"/>
                    <a:pt x="5987" y="3592"/>
                  </a:cubicBezTo>
                  <a:cubicBezTo>
                    <a:pt x="5991" y="3592"/>
                    <a:pt x="5995" y="3592"/>
                    <a:pt x="5999" y="3592"/>
                  </a:cubicBezTo>
                  <a:lnTo>
                    <a:pt x="5999" y="3592"/>
                  </a:lnTo>
                  <a:cubicBezTo>
                    <a:pt x="4022" y="3599"/>
                    <a:pt x="2298" y="4666"/>
                    <a:pt x="1418" y="5294"/>
                  </a:cubicBezTo>
                  <a:lnTo>
                    <a:pt x="1418" y="2143"/>
                  </a:lnTo>
                  <a:lnTo>
                    <a:pt x="1765" y="2143"/>
                  </a:lnTo>
                  <a:cubicBezTo>
                    <a:pt x="1986" y="2143"/>
                    <a:pt x="2112" y="1986"/>
                    <a:pt x="2112" y="1765"/>
                  </a:cubicBezTo>
                  <a:lnTo>
                    <a:pt x="2112" y="1419"/>
                  </a:lnTo>
                  <a:close/>
                  <a:moveTo>
                    <a:pt x="6002" y="3592"/>
                  </a:moveTo>
                  <a:cubicBezTo>
                    <a:pt x="7319" y="3601"/>
                    <a:pt x="8413" y="4700"/>
                    <a:pt x="8413" y="6018"/>
                  </a:cubicBezTo>
                  <a:cubicBezTo>
                    <a:pt x="8413" y="7368"/>
                    <a:pt x="7319" y="8467"/>
                    <a:pt x="6002" y="8476"/>
                  </a:cubicBezTo>
                  <a:lnTo>
                    <a:pt x="6002" y="8476"/>
                  </a:lnTo>
                  <a:cubicBezTo>
                    <a:pt x="4686" y="8467"/>
                    <a:pt x="3592" y="7368"/>
                    <a:pt x="3592" y="6018"/>
                  </a:cubicBezTo>
                  <a:cubicBezTo>
                    <a:pt x="3592" y="4700"/>
                    <a:pt x="4686" y="3601"/>
                    <a:pt x="6002" y="3592"/>
                  </a:cubicBezTo>
                  <a:close/>
                  <a:moveTo>
                    <a:pt x="10586" y="6774"/>
                  </a:moveTo>
                  <a:lnTo>
                    <a:pt x="10586" y="9925"/>
                  </a:lnTo>
                  <a:lnTo>
                    <a:pt x="10240" y="9925"/>
                  </a:lnTo>
                  <a:cubicBezTo>
                    <a:pt x="10051" y="9925"/>
                    <a:pt x="9893" y="10082"/>
                    <a:pt x="9893" y="10271"/>
                  </a:cubicBezTo>
                  <a:lnTo>
                    <a:pt x="9893" y="10618"/>
                  </a:lnTo>
                  <a:lnTo>
                    <a:pt x="2112" y="10618"/>
                  </a:lnTo>
                  <a:lnTo>
                    <a:pt x="2112" y="10271"/>
                  </a:lnTo>
                  <a:cubicBezTo>
                    <a:pt x="2112" y="10082"/>
                    <a:pt x="1986" y="9925"/>
                    <a:pt x="1765" y="9925"/>
                  </a:cubicBezTo>
                  <a:lnTo>
                    <a:pt x="1418" y="9925"/>
                  </a:lnTo>
                  <a:lnTo>
                    <a:pt x="1418" y="6774"/>
                  </a:lnTo>
                  <a:cubicBezTo>
                    <a:pt x="2298" y="7434"/>
                    <a:pt x="4022" y="8469"/>
                    <a:pt x="5999" y="8476"/>
                  </a:cubicBezTo>
                  <a:lnTo>
                    <a:pt x="5999" y="8476"/>
                  </a:lnTo>
                  <a:cubicBezTo>
                    <a:pt x="5995" y="8476"/>
                    <a:pt x="5991" y="8476"/>
                    <a:pt x="5987" y="8476"/>
                  </a:cubicBezTo>
                  <a:cubicBezTo>
                    <a:pt x="5992" y="8476"/>
                    <a:pt x="5997" y="8476"/>
                    <a:pt x="6002" y="8476"/>
                  </a:cubicBezTo>
                  <a:lnTo>
                    <a:pt x="6002" y="8476"/>
                  </a:lnTo>
                  <a:cubicBezTo>
                    <a:pt x="6008" y="8476"/>
                    <a:pt x="6013" y="8476"/>
                    <a:pt x="6018" y="8476"/>
                  </a:cubicBezTo>
                  <a:cubicBezTo>
                    <a:pt x="6014" y="8476"/>
                    <a:pt x="6010" y="8476"/>
                    <a:pt x="6006" y="8476"/>
                  </a:cubicBezTo>
                  <a:lnTo>
                    <a:pt x="6006" y="8476"/>
                  </a:lnTo>
                  <a:cubicBezTo>
                    <a:pt x="8014" y="8469"/>
                    <a:pt x="9738" y="7402"/>
                    <a:pt x="10586" y="6774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86"/>
                    <a:pt x="158" y="2143"/>
                    <a:pt x="347" y="2143"/>
                  </a:cubicBezTo>
                  <a:lnTo>
                    <a:pt x="694" y="2143"/>
                  </a:lnTo>
                  <a:lnTo>
                    <a:pt x="694" y="9925"/>
                  </a:lnTo>
                  <a:lnTo>
                    <a:pt x="347" y="9925"/>
                  </a:lnTo>
                  <a:cubicBezTo>
                    <a:pt x="158" y="9925"/>
                    <a:pt x="1" y="10082"/>
                    <a:pt x="1" y="10271"/>
                  </a:cubicBezTo>
                  <a:lnTo>
                    <a:pt x="1" y="11689"/>
                  </a:lnTo>
                  <a:cubicBezTo>
                    <a:pt x="1" y="11910"/>
                    <a:pt x="158" y="12036"/>
                    <a:pt x="347" y="12036"/>
                  </a:cubicBezTo>
                  <a:lnTo>
                    <a:pt x="1765" y="12036"/>
                  </a:lnTo>
                  <a:cubicBezTo>
                    <a:pt x="1986" y="12036"/>
                    <a:pt x="2112" y="11910"/>
                    <a:pt x="2112" y="11689"/>
                  </a:cubicBezTo>
                  <a:lnTo>
                    <a:pt x="2112" y="11343"/>
                  </a:lnTo>
                  <a:lnTo>
                    <a:pt x="9893" y="11343"/>
                  </a:lnTo>
                  <a:lnTo>
                    <a:pt x="9893" y="11689"/>
                  </a:lnTo>
                  <a:cubicBezTo>
                    <a:pt x="9893" y="11910"/>
                    <a:pt x="10051" y="12036"/>
                    <a:pt x="10240" y="12036"/>
                  </a:cubicBezTo>
                  <a:lnTo>
                    <a:pt x="11658" y="12036"/>
                  </a:lnTo>
                  <a:cubicBezTo>
                    <a:pt x="11847" y="12036"/>
                    <a:pt x="12004" y="11910"/>
                    <a:pt x="12004" y="11689"/>
                  </a:cubicBezTo>
                  <a:lnTo>
                    <a:pt x="12004" y="10271"/>
                  </a:lnTo>
                  <a:cubicBezTo>
                    <a:pt x="12004" y="10082"/>
                    <a:pt x="11847" y="9925"/>
                    <a:pt x="11658" y="9925"/>
                  </a:cubicBezTo>
                  <a:lnTo>
                    <a:pt x="11311" y="9925"/>
                  </a:lnTo>
                  <a:lnTo>
                    <a:pt x="11311" y="2143"/>
                  </a:lnTo>
                  <a:lnTo>
                    <a:pt x="11658" y="2143"/>
                  </a:lnTo>
                  <a:cubicBezTo>
                    <a:pt x="11847" y="2143"/>
                    <a:pt x="12004" y="1986"/>
                    <a:pt x="12004" y="1765"/>
                  </a:cubicBezTo>
                  <a:lnTo>
                    <a:pt x="12004" y="347"/>
                  </a:lnTo>
                  <a:cubicBezTo>
                    <a:pt x="12004" y="158"/>
                    <a:pt x="11847" y="1"/>
                    <a:pt x="11658" y="1"/>
                  </a:cubicBezTo>
                  <a:lnTo>
                    <a:pt x="10240" y="1"/>
                  </a:lnTo>
                  <a:cubicBezTo>
                    <a:pt x="10051" y="1"/>
                    <a:pt x="9893" y="158"/>
                    <a:pt x="9893" y="347"/>
                  </a:cubicBezTo>
                  <a:lnTo>
                    <a:pt x="9893" y="725"/>
                  </a:lnTo>
                  <a:lnTo>
                    <a:pt x="2112" y="725"/>
                  </a:lnTo>
                  <a:lnTo>
                    <a:pt x="2112" y="347"/>
                  </a:lnTo>
                  <a:cubicBezTo>
                    <a:pt x="2112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1" name="Google Shape;7611;p84"/>
            <p:cNvSpPr/>
            <p:nvPr/>
          </p:nvSpPr>
          <p:spPr>
            <a:xfrm>
              <a:off x="-48524475" y="3306025"/>
              <a:ext cx="88225" cy="89050"/>
            </a:xfrm>
            <a:custGeom>
              <a:avLst/>
              <a:gdLst/>
              <a:ahLst/>
              <a:cxnLst/>
              <a:rect l="l" t="t" r="r" b="b"/>
              <a:pathLst>
                <a:path w="3529" h="3562" extrusionOk="0">
                  <a:moveTo>
                    <a:pt x="1765" y="726"/>
                  </a:moveTo>
                  <a:cubicBezTo>
                    <a:pt x="2363" y="726"/>
                    <a:pt x="2836" y="1198"/>
                    <a:pt x="2836" y="1765"/>
                  </a:cubicBezTo>
                  <a:cubicBezTo>
                    <a:pt x="2836" y="2364"/>
                    <a:pt x="2363" y="2836"/>
                    <a:pt x="1765" y="2836"/>
                  </a:cubicBezTo>
                  <a:cubicBezTo>
                    <a:pt x="1166" y="2836"/>
                    <a:pt x="694" y="2364"/>
                    <a:pt x="694" y="1765"/>
                  </a:cubicBez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9"/>
                    <a:pt x="0" y="1765"/>
                  </a:cubicBezTo>
                  <a:cubicBezTo>
                    <a:pt x="0" y="2773"/>
                    <a:pt x="788" y="3561"/>
                    <a:pt x="1765" y="3561"/>
                  </a:cubicBezTo>
                  <a:cubicBezTo>
                    <a:pt x="2741" y="3561"/>
                    <a:pt x="3529" y="2773"/>
                    <a:pt x="3529" y="1765"/>
                  </a:cubicBezTo>
                  <a:cubicBezTo>
                    <a:pt x="3529" y="789"/>
                    <a:pt x="2741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2" name="Google Shape;7612;p84"/>
            <p:cNvSpPr/>
            <p:nvPr/>
          </p:nvSpPr>
          <p:spPr>
            <a:xfrm>
              <a:off x="-48489025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3" name="Google Shape;7613;p84"/>
          <p:cNvGrpSpPr/>
          <p:nvPr/>
        </p:nvGrpSpPr>
        <p:grpSpPr>
          <a:xfrm>
            <a:off x="3049627" y="1996107"/>
            <a:ext cx="355258" cy="355258"/>
            <a:chOff x="-48630025" y="3569100"/>
            <a:chExt cx="300100" cy="300100"/>
          </a:xfrm>
        </p:grpSpPr>
        <p:sp>
          <p:nvSpPr>
            <p:cNvPr id="7614" name="Google Shape;7614;p84"/>
            <p:cNvSpPr/>
            <p:nvPr/>
          </p:nvSpPr>
          <p:spPr>
            <a:xfrm>
              <a:off x="-48400825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5" name="Google Shape;7615;p84"/>
            <p:cNvSpPr/>
            <p:nvPr/>
          </p:nvSpPr>
          <p:spPr>
            <a:xfrm>
              <a:off x="-48400825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6" name="Google Shape;7616;p84"/>
            <p:cNvSpPr/>
            <p:nvPr/>
          </p:nvSpPr>
          <p:spPr>
            <a:xfrm>
              <a:off x="-48488250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7" name="Google Shape;7617;p84"/>
            <p:cNvSpPr/>
            <p:nvPr/>
          </p:nvSpPr>
          <p:spPr>
            <a:xfrm>
              <a:off x="-48488250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8" name="Google Shape;7618;p84"/>
            <p:cNvSpPr/>
            <p:nvPr/>
          </p:nvSpPr>
          <p:spPr>
            <a:xfrm>
              <a:off x="-48400825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9" name="Google Shape;7619;p84"/>
            <p:cNvSpPr/>
            <p:nvPr/>
          </p:nvSpPr>
          <p:spPr>
            <a:xfrm>
              <a:off x="-48541800" y="3569100"/>
              <a:ext cx="211875" cy="300100"/>
            </a:xfrm>
            <a:custGeom>
              <a:avLst/>
              <a:gdLst/>
              <a:ahLst/>
              <a:cxnLst/>
              <a:rect l="l" t="t" r="r" b="b"/>
              <a:pathLst>
                <a:path w="8475" h="12004" extrusionOk="0">
                  <a:moveTo>
                    <a:pt x="2489" y="2080"/>
                  </a:moveTo>
                  <a:cubicBezTo>
                    <a:pt x="3088" y="2080"/>
                    <a:pt x="3560" y="2552"/>
                    <a:pt x="3560" y="3151"/>
                  </a:cubicBezTo>
                  <a:cubicBezTo>
                    <a:pt x="3560" y="3750"/>
                    <a:pt x="3088" y="4222"/>
                    <a:pt x="2489" y="4222"/>
                  </a:cubicBezTo>
                  <a:cubicBezTo>
                    <a:pt x="1891" y="4222"/>
                    <a:pt x="1418" y="3750"/>
                    <a:pt x="1418" y="3151"/>
                  </a:cubicBezTo>
                  <a:cubicBezTo>
                    <a:pt x="1418" y="2552"/>
                    <a:pt x="1891" y="2080"/>
                    <a:pt x="2489" y="2080"/>
                  </a:cubicBezTo>
                  <a:close/>
                  <a:moveTo>
                    <a:pt x="6018" y="2080"/>
                  </a:moveTo>
                  <a:cubicBezTo>
                    <a:pt x="6585" y="2080"/>
                    <a:pt x="7057" y="2552"/>
                    <a:pt x="7057" y="3151"/>
                  </a:cubicBezTo>
                  <a:cubicBezTo>
                    <a:pt x="7057" y="3750"/>
                    <a:pt x="6585" y="4222"/>
                    <a:pt x="6018" y="4222"/>
                  </a:cubicBezTo>
                  <a:cubicBezTo>
                    <a:pt x="5419" y="4222"/>
                    <a:pt x="4947" y="3750"/>
                    <a:pt x="4947" y="3151"/>
                  </a:cubicBezTo>
                  <a:cubicBezTo>
                    <a:pt x="4947" y="2552"/>
                    <a:pt x="5419" y="2080"/>
                    <a:pt x="6018" y="2080"/>
                  </a:cubicBezTo>
                  <a:close/>
                  <a:moveTo>
                    <a:pt x="2489" y="4915"/>
                  </a:moveTo>
                  <a:cubicBezTo>
                    <a:pt x="3088" y="4915"/>
                    <a:pt x="3560" y="5388"/>
                    <a:pt x="3560" y="5987"/>
                  </a:cubicBezTo>
                  <a:cubicBezTo>
                    <a:pt x="3560" y="6585"/>
                    <a:pt x="3088" y="7058"/>
                    <a:pt x="2489" y="7058"/>
                  </a:cubicBezTo>
                  <a:cubicBezTo>
                    <a:pt x="1891" y="7058"/>
                    <a:pt x="1418" y="6585"/>
                    <a:pt x="1418" y="5987"/>
                  </a:cubicBezTo>
                  <a:cubicBezTo>
                    <a:pt x="1418" y="5388"/>
                    <a:pt x="1891" y="4915"/>
                    <a:pt x="2489" y="4915"/>
                  </a:cubicBezTo>
                  <a:close/>
                  <a:moveTo>
                    <a:pt x="6018" y="4915"/>
                  </a:moveTo>
                  <a:cubicBezTo>
                    <a:pt x="6585" y="4915"/>
                    <a:pt x="7057" y="5388"/>
                    <a:pt x="7057" y="5987"/>
                  </a:cubicBezTo>
                  <a:cubicBezTo>
                    <a:pt x="7057" y="6585"/>
                    <a:pt x="6585" y="7058"/>
                    <a:pt x="6018" y="7058"/>
                  </a:cubicBezTo>
                  <a:cubicBezTo>
                    <a:pt x="5419" y="7058"/>
                    <a:pt x="4947" y="6585"/>
                    <a:pt x="4947" y="5987"/>
                  </a:cubicBezTo>
                  <a:cubicBezTo>
                    <a:pt x="4947" y="5388"/>
                    <a:pt x="5419" y="4915"/>
                    <a:pt x="6018" y="4915"/>
                  </a:cubicBezTo>
                  <a:close/>
                  <a:moveTo>
                    <a:pt x="2489" y="7751"/>
                  </a:moveTo>
                  <a:cubicBezTo>
                    <a:pt x="3088" y="7751"/>
                    <a:pt x="3560" y="8223"/>
                    <a:pt x="3560" y="8822"/>
                  </a:cubicBezTo>
                  <a:cubicBezTo>
                    <a:pt x="3560" y="9421"/>
                    <a:pt x="3088" y="9862"/>
                    <a:pt x="2489" y="9862"/>
                  </a:cubicBezTo>
                  <a:cubicBezTo>
                    <a:pt x="1891" y="9862"/>
                    <a:pt x="1418" y="9421"/>
                    <a:pt x="1418" y="8822"/>
                  </a:cubicBezTo>
                  <a:cubicBezTo>
                    <a:pt x="1418" y="8223"/>
                    <a:pt x="1891" y="7751"/>
                    <a:pt x="2489" y="7751"/>
                  </a:cubicBezTo>
                  <a:close/>
                  <a:moveTo>
                    <a:pt x="6018" y="7751"/>
                  </a:moveTo>
                  <a:cubicBezTo>
                    <a:pt x="6585" y="7751"/>
                    <a:pt x="7057" y="8223"/>
                    <a:pt x="7057" y="8822"/>
                  </a:cubicBezTo>
                  <a:cubicBezTo>
                    <a:pt x="7057" y="9421"/>
                    <a:pt x="6585" y="9862"/>
                    <a:pt x="6018" y="9862"/>
                  </a:cubicBezTo>
                  <a:cubicBezTo>
                    <a:pt x="5419" y="9862"/>
                    <a:pt x="4947" y="9421"/>
                    <a:pt x="4947" y="8822"/>
                  </a:cubicBezTo>
                  <a:cubicBezTo>
                    <a:pt x="4947" y="8223"/>
                    <a:pt x="5419" y="7751"/>
                    <a:pt x="6018" y="7751"/>
                  </a:cubicBezTo>
                  <a:close/>
                  <a:moveTo>
                    <a:pt x="1796" y="1"/>
                  </a:moveTo>
                  <a:cubicBezTo>
                    <a:pt x="788" y="1"/>
                    <a:pt x="0" y="788"/>
                    <a:pt x="0" y="1765"/>
                  </a:cubicBezTo>
                  <a:lnTo>
                    <a:pt x="0" y="10240"/>
                  </a:lnTo>
                  <a:cubicBezTo>
                    <a:pt x="0" y="11216"/>
                    <a:pt x="788" y="12004"/>
                    <a:pt x="1796" y="12004"/>
                  </a:cubicBezTo>
                  <a:lnTo>
                    <a:pt x="6711" y="12004"/>
                  </a:lnTo>
                  <a:cubicBezTo>
                    <a:pt x="7687" y="12004"/>
                    <a:pt x="8475" y="11216"/>
                    <a:pt x="8475" y="10240"/>
                  </a:cubicBezTo>
                  <a:lnTo>
                    <a:pt x="8475" y="1765"/>
                  </a:lnTo>
                  <a:cubicBezTo>
                    <a:pt x="8475" y="788"/>
                    <a:pt x="7687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0" name="Google Shape;7620;p84"/>
            <p:cNvSpPr/>
            <p:nvPr/>
          </p:nvSpPr>
          <p:spPr>
            <a:xfrm>
              <a:off x="-48488250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1" name="Google Shape;7621;p84"/>
            <p:cNvSpPr/>
            <p:nvPr/>
          </p:nvSpPr>
          <p:spPr>
            <a:xfrm>
              <a:off x="-48630025" y="3569900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0"/>
                  </a:moveTo>
                  <a:cubicBezTo>
                    <a:pt x="1765" y="0"/>
                    <a:pt x="1229" y="32"/>
                    <a:pt x="631" y="630"/>
                  </a:cubicBezTo>
                  <a:cubicBezTo>
                    <a:pt x="221" y="1040"/>
                    <a:pt x="1" y="1575"/>
                    <a:pt x="1" y="2142"/>
                  </a:cubicBezTo>
                  <a:cubicBezTo>
                    <a:pt x="1" y="2867"/>
                    <a:pt x="631" y="3497"/>
                    <a:pt x="1418" y="3497"/>
                  </a:cubicBezTo>
                  <a:cubicBezTo>
                    <a:pt x="2017" y="3497"/>
                    <a:pt x="2553" y="3119"/>
                    <a:pt x="2742" y="2552"/>
                  </a:cubicBezTo>
                  <a:cubicBezTo>
                    <a:pt x="2868" y="2237"/>
                    <a:pt x="2805" y="1922"/>
                    <a:pt x="2584" y="1701"/>
                  </a:cubicBezTo>
                  <a:cubicBezTo>
                    <a:pt x="2395" y="1449"/>
                    <a:pt x="2269" y="1134"/>
                    <a:pt x="2742" y="567"/>
                  </a:cubicBezTo>
                  <a:cubicBezTo>
                    <a:pt x="2836" y="441"/>
                    <a:pt x="2868" y="315"/>
                    <a:pt x="2805" y="189"/>
                  </a:cubicBezTo>
                  <a:cubicBezTo>
                    <a:pt x="2742" y="95"/>
                    <a:pt x="2584" y="0"/>
                    <a:pt x="24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2" name="Google Shape;7622;p84"/>
            <p:cNvSpPr/>
            <p:nvPr/>
          </p:nvSpPr>
          <p:spPr>
            <a:xfrm>
              <a:off x="-48626875" y="3668350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1"/>
                  </a:cubicBezTo>
                  <a:lnTo>
                    <a:pt x="2584" y="1701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3" name="Google Shape;7623;p84"/>
            <p:cNvSpPr/>
            <p:nvPr/>
          </p:nvSpPr>
          <p:spPr>
            <a:xfrm>
              <a:off x="-48630025" y="3727425"/>
              <a:ext cx="70925" cy="141775"/>
            </a:xfrm>
            <a:custGeom>
              <a:avLst/>
              <a:gdLst/>
              <a:ahLst/>
              <a:cxnLst/>
              <a:rect l="l" t="t" r="r" b="b"/>
              <a:pathLst>
                <a:path w="2837" h="5671" extrusionOk="0">
                  <a:moveTo>
                    <a:pt x="32" y="0"/>
                  </a:moveTo>
                  <a:cubicBezTo>
                    <a:pt x="1" y="347"/>
                    <a:pt x="1" y="756"/>
                    <a:pt x="1" y="1071"/>
                  </a:cubicBezTo>
                  <a:cubicBezTo>
                    <a:pt x="1" y="2741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36" y="756"/>
                    <a:pt x="2836" y="378"/>
                    <a:pt x="28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4" name="Google Shape;7624;p84"/>
          <p:cNvGrpSpPr/>
          <p:nvPr/>
        </p:nvGrpSpPr>
        <p:grpSpPr>
          <a:xfrm>
            <a:off x="3050101" y="2433403"/>
            <a:ext cx="354311" cy="353394"/>
            <a:chOff x="-48629225" y="3938500"/>
            <a:chExt cx="299300" cy="298525"/>
          </a:xfrm>
        </p:grpSpPr>
        <p:sp>
          <p:nvSpPr>
            <p:cNvPr id="7625" name="Google Shape;7625;p84"/>
            <p:cNvSpPr/>
            <p:nvPr/>
          </p:nvSpPr>
          <p:spPr>
            <a:xfrm>
              <a:off x="-48629225" y="3938500"/>
              <a:ext cx="299300" cy="298525"/>
            </a:xfrm>
            <a:custGeom>
              <a:avLst/>
              <a:gdLst/>
              <a:ahLst/>
              <a:cxnLst/>
              <a:rect l="l" t="t" r="r" b="b"/>
              <a:pathLst>
                <a:path w="11972" h="11941" extrusionOk="0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6" name="Google Shape;7626;p84"/>
            <p:cNvSpPr/>
            <p:nvPr/>
          </p:nvSpPr>
          <p:spPr>
            <a:xfrm>
              <a:off x="-48496900" y="4119650"/>
              <a:ext cx="35450" cy="47275"/>
            </a:xfrm>
            <a:custGeom>
              <a:avLst/>
              <a:gdLst/>
              <a:ahLst/>
              <a:cxnLst/>
              <a:rect l="l" t="t" r="r" b="b"/>
              <a:pathLst>
                <a:path w="1418" h="1891" extrusionOk="0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7" name="Google Shape;7627;p84"/>
            <p:cNvSpPr/>
            <p:nvPr/>
          </p:nvSpPr>
          <p:spPr>
            <a:xfrm>
              <a:off x="-48495325" y="4073175"/>
              <a:ext cx="29950" cy="31325"/>
            </a:xfrm>
            <a:custGeom>
              <a:avLst/>
              <a:gdLst/>
              <a:ahLst/>
              <a:cxnLst/>
              <a:rect l="l" t="t" r="r" b="b"/>
              <a:pathLst>
                <a:path w="1198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8" name="Google Shape;7628;p84"/>
            <p:cNvSpPr/>
            <p:nvPr/>
          </p:nvSpPr>
          <p:spPr>
            <a:xfrm>
              <a:off x="-48559125" y="4009375"/>
              <a:ext cx="159900" cy="149675"/>
            </a:xfrm>
            <a:custGeom>
              <a:avLst/>
              <a:gdLst/>
              <a:ahLst/>
              <a:cxnLst/>
              <a:rect l="l" t="t" r="r" b="b"/>
              <a:pathLst>
                <a:path w="6396" h="5987" extrusionOk="0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9" name="Google Shape;7629;p84"/>
          <p:cNvGrpSpPr/>
          <p:nvPr/>
        </p:nvGrpSpPr>
        <p:grpSpPr>
          <a:xfrm>
            <a:off x="1785504" y="2904744"/>
            <a:ext cx="311458" cy="354341"/>
            <a:chOff x="-46762575" y="3200500"/>
            <a:chExt cx="263100" cy="299325"/>
          </a:xfrm>
        </p:grpSpPr>
        <p:sp>
          <p:nvSpPr>
            <p:cNvPr id="7630" name="Google Shape;7630;p84"/>
            <p:cNvSpPr/>
            <p:nvPr/>
          </p:nvSpPr>
          <p:spPr>
            <a:xfrm>
              <a:off x="-46762575" y="3393475"/>
              <a:ext cx="263100" cy="106350"/>
            </a:xfrm>
            <a:custGeom>
              <a:avLst/>
              <a:gdLst/>
              <a:ahLst/>
              <a:cxnLst/>
              <a:rect l="l" t="t" r="r" b="b"/>
              <a:pathLst>
                <a:path w="10524" h="4254" extrusionOk="0">
                  <a:moveTo>
                    <a:pt x="7814" y="1418"/>
                  </a:moveTo>
                  <a:lnTo>
                    <a:pt x="8003" y="2142"/>
                  </a:lnTo>
                  <a:lnTo>
                    <a:pt x="2553" y="2142"/>
                  </a:lnTo>
                  <a:lnTo>
                    <a:pt x="2710" y="1418"/>
                  </a:lnTo>
                  <a:close/>
                  <a:moveTo>
                    <a:pt x="726" y="0"/>
                  </a:moveTo>
                  <a:lnTo>
                    <a:pt x="726" y="725"/>
                  </a:lnTo>
                  <a:lnTo>
                    <a:pt x="379" y="725"/>
                  </a:lnTo>
                  <a:cubicBezTo>
                    <a:pt x="159" y="725"/>
                    <a:pt x="1" y="882"/>
                    <a:pt x="1" y="1071"/>
                  </a:cubicBezTo>
                  <a:cubicBezTo>
                    <a:pt x="1" y="1260"/>
                    <a:pt x="159" y="1418"/>
                    <a:pt x="379" y="1418"/>
                  </a:cubicBezTo>
                  <a:lnTo>
                    <a:pt x="2017" y="1418"/>
                  </a:lnTo>
                  <a:lnTo>
                    <a:pt x="1419" y="3844"/>
                  </a:lnTo>
                  <a:cubicBezTo>
                    <a:pt x="1387" y="4033"/>
                    <a:pt x="1513" y="4222"/>
                    <a:pt x="1671" y="4253"/>
                  </a:cubicBezTo>
                  <a:lnTo>
                    <a:pt x="1734" y="4253"/>
                  </a:lnTo>
                  <a:cubicBezTo>
                    <a:pt x="1891" y="4253"/>
                    <a:pt x="2049" y="4159"/>
                    <a:pt x="2112" y="4001"/>
                  </a:cubicBezTo>
                  <a:lnTo>
                    <a:pt x="2364" y="2804"/>
                  </a:lnTo>
                  <a:lnTo>
                    <a:pt x="8161" y="2804"/>
                  </a:lnTo>
                  <a:lnTo>
                    <a:pt x="8444" y="4001"/>
                  </a:lnTo>
                  <a:cubicBezTo>
                    <a:pt x="8476" y="4159"/>
                    <a:pt x="8633" y="4253"/>
                    <a:pt x="8791" y="4253"/>
                  </a:cubicBezTo>
                  <a:lnTo>
                    <a:pt x="8854" y="4253"/>
                  </a:lnTo>
                  <a:cubicBezTo>
                    <a:pt x="9074" y="4222"/>
                    <a:pt x="9169" y="4033"/>
                    <a:pt x="9106" y="3844"/>
                  </a:cubicBezTo>
                  <a:lnTo>
                    <a:pt x="8507" y="1418"/>
                  </a:lnTo>
                  <a:lnTo>
                    <a:pt x="10177" y="1418"/>
                  </a:lnTo>
                  <a:cubicBezTo>
                    <a:pt x="10366" y="1418"/>
                    <a:pt x="10524" y="1260"/>
                    <a:pt x="10524" y="1071"/>
                  </a:cubicBezTo>
                  <a:cubicBezTo>
                    <a:pt x="10524" y="882"/>
                    <a:pt x="10398" y="725"/>
                    <a:pt x="10209" y="725"/>
                  </a:cubicBezTo>
                  <a:lnTo>
                    <a:pt x="9862" y="725"/>
                  </a:lnTo>
                  <a:lnTo>
                    <a:pt x="986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1" name="Google Shape;7631;p84"/>
            <p:cNvSpPr/>
            <p:nvPr/>
          </p:nvSpPr>
          <p:spPr>
            <a:xfrm>
              <a:off x="-46743650" y="3200500"/>
              <a:ext cx="228425" cy="176450"/>
            </a:xfrm>
            <a:custGeom>
              <a:avLst/>
              <a:gdLst/>
              <a:ahLst/>
              <a:cxnLst/>
              <a:rect l="l" t="t" r="r" b="b"/>
              <a:pathLst>
                <a:path w="9137" h="7058" extrusionOk="0">
                  <a:moveTo>
                    <a:pt x="4568" y="725"/>
                  </a:moveTo>
                  <a:cubicBezTo>
                    <a:pt x="5041" y="725"/>
                    <a:pt x="5419" y="1040"/>
                    <a:pt x="5545" y="1418"/>
                  </a:cubicBezTo>
                  <a:lnTo>
                    <a:pt x="3592" y="1418"/>
                  </a:lnTo>
                  <a:cubicBezTo>
                    <a:pt x="3686" y="1040"/>
                    <a:pt x="4096" y="725"/>
                    <a:pt x="4568" y="725"/>
                  </a:cubicBezTo>
                  <a:close/>
                  <a:moveTo>
                    <a:pt x="4568" y="2804"/>
                  </a:moveTo>
                  <a:cubicBezTo>
                    <a:pt x="5167" y="2804"/>
                    <a:pt x="5640" y="3277"/>
                    <a:pt x="5640" y="3875"/>
                  </a:cubicBezTo>
                  <a:cubicBezTo>
                    <a:pt x="5576" y="4474"/>
                    <a:pt x="5104" y="4947"/>
                    <a:pt x="4568" y="4947"/>
                  </a:cubicBezTo>
                  <a:cubicBezTo>
                    <a:pt x="3970" y="4947"/>
                    <a:pt x="3497" y="4474"/>
                    <a:pt x="3497" y="3875"/>
                  </a:cubicBezTo>
                  <a:cubicBezTo>
                    <a:pt x="3497" y="3277"/>
                    <a:pt x="3970" y="2804"/>
                    <a:pt x="4568" y="2804"/>
                  </a:cubicBezTo>
                  <a:close/>
                  <a:moveTo>
                    <a:pt x="4568" y="0"/>
                  </a:moveTo>
                  <a:cubicBezTo>
                    <a:pt x="3718" y="0"/>
                    <a:pt x="2993" y="630"/>
                    <a:pt x="2836" y="1418"/>
                  </a:cubicBezTo>
                  <a:lnTo>
                    <a:pt x="1071" y="1418"/>
                  </a:lnTo>
                  <a:cubicBezTo>
                    <a:pt x="473" y="1418"/>
                    <a:pt x="0" y="1891"/>
                    <a:pt x="0" y="2489"/>
                  </a:cubicBezTo>
                  <a:lnTo>
                    <a:pt x="0" y="7057"/>
                  </a:lnTo>
                  <a:lnTo>
                    <a:pt x="914" y="7057"/>
                  </a:lnTo>
                  <a:lnTo>
                    <a:pt x="2899" y="5041"/>
                  </a:lnTo>
                  <a:cubicBezTo>
                    <a:pt x="2962" y="4978"/>
                    <a:pt x="3056" y="4947"/>
                    <a:pt x="3155" y="4947"/>
                  </a:cubicBezTo>
                  <a:cubicBezTo>
                    <a:pt x="3253" y="4947"/>
                    <a:pt x="3355" y="4978"/>
                    <a:pt x="3434" y="5041"/>
                  </a:cubicBezTo>
                  <a:lnTo>
                    <a:pt x="4600" y="6238"/>
                  </a:lnTo>
                  <a:lnTo>
                    <a:pt x="5703" y="5041"/>
                  </a:lnTo>
                  <a:cubicBezTo>
                    <a:pt x="5766" y="4962"/>
                    <a:pt x="5852" y="4923"/>
                    <a:pt x="5943" y="4923"/>
                  </a:cubicBezTo>
                  <a:cubicBezTo>
                    <a:pt x="6033" y="4923"/>
                    <a:pt x="6128" y="4962"/>
                    <a:pt x="6207" y="5041"/>
                  </a:cubicBezTo>
                  <a:lnTo>
                    <a:pt x="8223" y="7057"/>
                  </a:lnTo>
                  <a:lnTo>
                    <a:pt x="9137" y="7057"/>
                  </a:lnTo>
                  <a:lnTo>
                    <a:pt x="9137" y="2489"/>
                  </a:lnTo>
                  <a:cubicBezTo>
                    <a:pt x="9137" y="1891"/>
                    <a:pt x="8664" y="1418"/>
                    <a:pt x="8065" y="1418"/>
                  </a:cubicBezTo>
                  <a:lnTo>
                    <a:pt x="6301" y="1418"/>
                  </a:lnTo>
                  <a:cubicBezTo>
                    <a:pt x="6144" y="630"/>
                    <a:pt x="5450" y="0"/>
                    <a:pt x="45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2" name="Google Shape;7632;p84"/>
            <p:cNvSpPr/>
            <p:nvPr/>
          </p:nvSpPr>
          <p:spPr>
            <a:xfrm>
              <a:off x="-46638125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3" name="Google Shape;7633;p84"/>
            <p:cNvSpPr/>
            <p:nvPr/>
          </p:nvSpPr>
          <p:spPr>
            <a:xfrm>
              <a:off x="-46696400" y="3345425"/>
              <a:ext cx="63025" cy="31525"/>
            </a:xfrm>
            <a:custGeom>
              <a:avLst/>
              <a:gdLst/>
              <a:ahLst/>
              <a:cxnLst/>
              <a:rect l="l" t="t" r="r" b="b"/>
              <a:pathLst>
                <a:path w="2521" h="1261" extrusionOk="0">
                  <a:moveTo>
                    <a:pt x="1261" y="0"/>
                  </a:moveTo>
                  <a:lnTo>
                    <a:pt x="0" y="1260"/>
                  </a:lnTo>
                  <a:lnTo>
                    <a:pt x="2521" y="1260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4" name="Google Shape;7634;p84"/>
            <p:cNvSpPr/>
            <p:nvPr/>
          </p:nvSpPr>
          <p:spPr>
            <a:xfrm>
              <a:off x="-46616850" y="3345425"/>
              <a:ext cx="53575" cy="31525"/>
            </a:xfrm>
            <a:custGeom>
              <a:avLst/>
              <a:gdLst/>
              <a:ahLst/>
              <a:cxnLst/>
              <a:rect l="l" t="t" r="r" b="b"/>
              <a:pathLst>
                <a:path w="2143" h="1261" extrusionOk="0">
                  <a:moveTo>
                    <a:pt x="883" y="0"/>
                  </a:moveTo>
                  <a:lnTo>
                    <a:pt x="0" y="945"/>
                  </a:lnTo>
                  <a:lnTo>
                    <a:pt x="315" y="1260"/>
                  </a:lnTo>
                  <a:lnTo>
                    <a:pt x="2143" y="126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5" name="Google Shape;7635;p84"/>
          <p:cNvGrpSpPr/>
          <p:nvPr/>
        </p:nvGrpSpPr>
        <p:grpSpPr>
          <a:xfrm>
            <a:off x="1763589" y="3363466"/>
            <a:ext cx="355288" cy="312375"/>
            <a:chOff x="-46779900" y="3588000"/>
            <a:chExt cx="300125" cy="263875"/>
          </a:xfrm>
        </p:grpSpPr>
        <p:sp>
          <p:nvSpPr>
            <p:cNvPr id="7636" name="Google Shape;7636;p84"/>
            <p:cNvSpPr/>
            <p:nvPr/>
          </p:nvSpPr>
          <p:spPr>
            <a:xfrm>
              <a:off x="-46746025" y="3588000"/>
              <a:ext cx="230800" cy="263875"/>
            </a:xfrm>
            <a:custGeom>
              <a:avLst/>
              <a:gdLst/>
              <a:ahLst/>
              <a:cxnLst/>
              <a:rect l="l" t="t" r="r" b="b"/>
              <a:pathLst>
                <a:path w="9232" h="10555" extrusionOk="0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7" name="Google Shape;7637;p84"/>
            <p:cNvSpPr/>
            <p:nvPr/>
          </p:nvSpPr>
          <p:spPr>
            <a:xfrm>
              <a:off x="-46674350" y="3710075"/>
              <a:ext cx="91400" cy="122900"/>
            </a:xfrm>
            <a:custGeom>
              <a:avLst/>
              <a:gdLst/>
              <a:ahLst/>
              <a:cxnLst/>
              <a:rect l="l" t="t" r="r" b="b"/>
              <a:pathLst>
                <a:path w="3656" h="4916" extrusionOk="0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8" name="Google Shape;7638;p84"/>
            <p:cNvSpPr/>
            <p:nvPr/>
          </p:nvSpPr>
          <p:spPr>
            <a:xfrm>
              <a:off x="-46779900" y="3754200"/>
              <a:ext cx="17350" cy="70125"/>
            </a:xfrm>
            <a:custGeom>
              <a:avLst/>
              <a:gdLst/>
              <a:ahLst/>
              <a:cxnLst/>
              <a:rect l="l" t="t" r="r" b="b"/>
              <a:pathLst>
                <a:path w="694" h="2805" extrusionOk="0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9" name="Google Shape;7639;p84"/>
            <p:cNvSpPr/>
            <p:nvPr/>
          </p:nvSpPr>
          <p:spPr>
            <a:xfrm>
              <a:off x="-46497925" y="3754200"/>
              <a:ext cx="18150" cy="70125"/>
            </a:xfrm>
            <a:custGeom>
              <a:avLst/>
              <a:gdLst/>
              <a:ahLst/>
              <a:cxnLst/>
              <a:rect l="l" t="t" r="r" b="b"/>
              <a:pathLst>
                <a:path w="726" h="2805" extrusionOk="0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0" name="Google Shape;7640;p84"/>
          <p:cNvGrpSpPr/>
          <p:nvPr/>
        </p:nvGrpSpPr>
        <p:grpSpPr>
          <a:xfrm>
            <a:off x="1764062" y="3778388"/>
            <a:ext cx="354341" cy="353394"/>
            <a:chOff x="-46779100" y="3938500"/>
            <a:chExt cx="299325" cy="298525"/>
          </a:xfrm>
        </p:grpSpPr>
        <p:sp>
          <p:nvSpPr>
            <p:cNvPr id="7641" name="Google Shape;7641;p84"/>
            <p:cNvSpPr/>
            <p:nvPr/>
          </p:nvSpPr>
          <p:spPr>
            <a:xfrm>
              <a:off x="-46656225" y="4061375"/>
              <a:ext cx="53575" cy="52775"/>
            </a:xfrm>
            <a:custGeom>
              <a:avLst/>
              <a:gdLst/>
              <a:ahLst/>
              <a:cxnLst/>
              <a:rect l="l" t="t" r="r" b="b"/>
              <a:pathLst>
                <a:path w="2143" h="2111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70" y="2111"/>
                    <a:pt x="2143" y="1638"/>
                    <a:pt x="2143" y="1071"/>
                  </a:cubicBezTo>
                  <a:cubicBezTo>
                    <a:pt x="2079" y="473"/>
                    <a:pt x="1607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2" name="Google Shape;7642;p84"/>
            <p:cNvSpPr/>
            <p:nvPr/>
          </p:nvSpPr>
          <p:spPr>
            <a:xfrm>
              <a:off x="-46779100" y="3938500"/>
              <a:ext cx="299325" cy="298525"/>
            </a:xfrm>
            <a:custGeom>
              <a:avLst/>
              <a:gdLst/>
              <a:ahLst/>
              <a:cxnLst/>
              <a:rect l="l" t="t" r="r" b="b"/>
              <a:pathLst>
                <a:path w="11973" h="11941" extrusionOk="0">
                  <a:moveTo>
                    <a:pt x="6301" y="1418"/>
                  </a:moveTo>
                  <a:cubicBezTo>
                    <a:pt x="8538" y="1607"/>
                    <a:pt x="10366" y="3371"/>
                    <a:pt x="10523" y="5608"/>
                  </a:cubicBezTo>
                  <a:lnTo>
                    <a:pt x="9798" y="5608"/>
                  </a:lnTo>
                  <a:cubicBezTo>
                    <a:pt x="9641" y="3781"/>
                    <a:pt x="8160" y="2300"/>
                    <a:pt x="6301" y="2111"/>
                  </a:cubicBezTo>
                  <a:lnTo>
                    <a:pt x="6301" y="1418"/>
                  </a:lnTo>
                  <a:close/>
                  <a:moveTo>
                    <a:pt x="5640" y="1450"/>
                  </a:moveTo>
                  <a:lnTo>
                    <a:pt x="5640" y="2143"/>
                  </a:lnTo>
                  <a:cubicBezTo>
                    <a:pt x="3781" y="2300"/>
                    <a:pt x="2332" y="3812"/>
                    <a:pt x="2111" y="5671"/>
                  </a:cubicBezTo>
                  <a:lnTo>
                    <a:pt x="1418" y="5671"/>
                  </a:lnTo>
                  <a:cubicBezTo>
                    <a:pt x="1576" y="3371"/>
                    <a:pt x="3371" y="1607"/>
                    <a:pt x="5640" y="1450"/>
                  </a:cubicBezTo>
                  <a:close/>
                  <a:moveTo>
                    <a:pt x="6333" y="2899"/>
                  </a:moveTo>
                  <a:cubicBezTo>
                    <a:pt x="7782" y="3056"/>
                    <a:pt x="8948" y="4190"/>
                    <a:pt x="9105" y="5671"/>
                  </a:cubicBezTo>
                  <a:lnTo>
                    <a:pt x="8790" y="5671"/>
                  </a:lnTo>
                  <a:cubicBezTo>
                    <a:pt x="8570" y="5671"/>
                    <a:pt x="8412" y="5829"/>
                    <a:pt x="8412" y="6018"/>
                  </a:cubicBezTo>
                  <a:cubicBezTo>
                    <a:pt x="8412" y="6175"/>
                    <a:pt x="8570" y="6333"/>
                    <a:pt x="8790" y="6333"/>
                  </a:cubicBezTo>
                  <a:lnTo>
                    <a:pt x="9105" y="6333"/>
                  </a:lnTo>
                  <a:cubicBezTo>
                    <a:pt x="8948" y="7782"/>
                    <a:pt x="7782" y="8916"/>
                    <a:pt x="6333" y="9137"/>
                  </a:cubicBezTo>
                  <a:lnTo>
                    <a:pt x="6333" y="8822"/>
                  </a:lnTo>
                  <a:cubicBezTo>
                    <a:pt x="6333" y="8601"/>
                    <a:pt x="6175" y="8444"/>
                    <a:pt x="5986" y="8444"/>
                  </a:cubicBezTo>
                  <a:cubicBezTo>
                    <a:pt x="5797" y="8444"/>
                    <a:pt x="5640" y="8601"/>
                    <a:pt x="5640" y="8822"/>
                  </a:cubicBezTo>
                  <a:lnTo>
                    <a:pt x="5640" y="9137"/>
                  </a:lnTo>
                  <a:cubicBezTo>
                    <a:pt x="4191" y="8979"/>
                    <a:pt x="3025" y="7814"/>
                    <a:pt x="2867" y="6364"/>
                  </a:cubicBezTo>
                  <a:lnTo>
                    <a:pt x="3182" y="6364"/>
                  </a:lnTo>
                  <a:cubicBezTo>
                    <a:pt x="3403" y="6364"/>
                    <a:pt x="3560" y="6207"/>
                    <a:pt x="3560" y="6018"/>
                  </a:cubicBezTo>
                  <a:cubicBezTo>
                    <a:pt x="3560" y="5829"/>
                    <a:pt x="3403" y="5671"/>
                    <a:pt x="3182" y="5671"/>
                  </a:cubicBezTo>
                  <a:lnTo>
                    <a:pt x="2867" y="5671"/>
                  </a:lnTo>
                  <a:cubicBezTo>
                    <a:pt x="3025" y="4190"/>
                    <a:pt x="4191" y="3056"/>
                    <a:pt x="5640" y="2899"/>
                  </a:cubicBezTo>
                  <a:lnTo>
                    <a:pt x="5640" y="3214"/>
                  </a:lnTo>
                  <a:cubicBezTo>
                    <a:pt x="5640" y="3403"/>
                    <a:pt x="5797" y="3560"/>
                    <a:pt x="5986" y="3560"/>
                  </a:cubicBezTo>
                  <a:cubicBezTo>
                    <a:pt x="6175" y="3560"/>
                    <a:pt x="6333" y="3403"/>
                    <a:pt x="6333" y="3214"/>
                  </a:cubicBezTo>
                  <a:lnTo>
                    <a:pt x="6333" y="2899"/>
                  </a:lnTo>
                  <a:close/>
                  <a:moveTo>
                    <a:pt x="2111" y="6333"/>
                  </a:moveTo>
                  <a:cubicBezTo>
                    <a:pt x="2269" y="8192"/>
                    <a:pt x="3781" y="9641"/>
                    <a:pt x="5640" y="9830"/>
                  </a:cubicBezTo>
                  <a:lnTo>
                    <a:pt x="5640" y="10554"/>
                  </a:lnTo>
                  <a:cubicBezTo>
                    <a:pt x="3371" y="10334"/>
                    <a:pt x="1576" y="8570"/>
                    <a:pt x="1418" y="6333"/>
                  </a:cubicBezTo>
                  <a:close/>
                  <a:moveTo>
                    <a:pt x="10523" y="6333"/>
                  </a:moveTo>
                  <a:cubicBezTo>
                    <a:pt x="10366" y="8570"/>
                    <a:pt x="8538" y="10334"/>
                    <a:pt x="6301" y="10554"/>
                  </a:cubicBezTo>
                  <a:lnTo>
                    <a:pt x="6301" y="9830"/>
                  </a:lnTo>
                  <a:cubicBezTo>
                    <a:pt x="8160" y="9672"/>
                    <a:pt x="9609" y="8192"/>
                    <a:pt x="9798" y="6333"/>
                  </a:cubicBezTo>
                  <a:close/>
                  <a:moveTo>
                    <a:pt x="5986" y="0"/>
                  </a:moveTo>
                  <a:cubicBezTo>
                    <a:pt x="5797" y="0"/>
                    <a:pt x="5640" y="158"/>
                    <a:pt x="5640" y="347"/>
                  </a:cubicBezTo>
                  <a:lnTo>
                    <a:pt x="5640" y="725"/>
                  </a:lnTo>
                  <a:cubicBezTo>
                    <a:pt x="2993" y="882"/>
                    <a:pt x="914" y="3025"/>
                    <a:pt x="757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86"/>
                  </a:cubicBezTo>
                  <a:cubicBezTo>
                    <a:pt x="0" y="6175"/>
                    <a:pt x="158" y="6333"/>
                    <a:pt x="347" y="6333"/>
                  </a:cubicBezTo>
                  <a:lnTo>
                    <a:pt x="757" y="6333"/>
                  </a:lnTo>
                  <a:cubicBezTo>
                    <a:pt x="914" y="8979"/>
                    <a:pt x="3025" y="11059"/>
                    <a:pt x="5640" y="11216"/>
                  </a:cubicBezTo>
                  <a:lnTo>
                    <a:pt x="5640" y="11594"/>
                  </a:lnTo>
                  <a:cubicBezTo>
                    <a:pt x="5640" y="11783"/>
                    <a:pt x="5797" y="11941"/>
                    <a:pt x="5986" y="11941"/>
                  </a:cubicBezTo>
                  <a:cubicBezTo>
                    <a:pt x="6175" y="11941"/>
                    <a:pt x="6333" y="11783"/>
                    <a:pt x="6333" y="11594"/>
                  </a:cubicBezTo>
                  <a:lnTo>
                    <a:pt x="6333" y="11216"/>
                  </a:lnTo>
                  <a:cubicBezTo>
                    <a:pt x="8979" y="11059"/>
                    <a:pt x="11059" y="8916"/>
                    <a:pt x="11216" y="6333"/>
                  </a:cubicBezTo>
                  <a:lnTo>
                    <a:pt x="11626" y="6333"/>
                  </a:lnTo>
                  <a:cubicBezTo>
                    <a:pt x="11815" y="6333"/>
                    <a:pt x="11972" y="6175"/>
                    <a:pt x="11972" y="5986"/>
                  </a:cubicBezTo>
                  <a:cubicBezTo>
                    <a:pt x="11972" y="5766"/>
                    <a:pt x="11815" y="5608"/>
                    <a:pt x="11626" y="5608"/>
                  </a:cubicBezTo>
                  <a:lnTo>
                    <a:pt x="11216" y="5608"/>
                  </a:lnTo>
                  <a:cubicBezTo>
                    <a:pt x="11059" y="2993"/>
                    <a:pt x="8948" y="882"/>
                    <a:pt x="6333" y="725"/>
                  </a:cubicBezTo>
                  <a:lnTo>
                    <a:pt x="6333" y="347"/>
                  </a:lnTo>
                  <a:cubicBezTo>
                    <a:pt x="6333" y="158"/>
                    <a:pt x="6175" y="0"/>
                    <a:pt x="59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3" name="Google Shape;7643;p84"/>
          <p:cNvGrpSpPr/>
          <p:nvPr/>
        </p:nvGrpSpPr>
        <p:grpSpPr>
          <a:xfrm>
            <a:off x="3971800" y="2911255"/>
            <a:ext cx="355258" cy="355288"/>
            <a:chOff x="-44924250" y="3206000"/>
            <a:chExt cx="300100" cy="300125"/>
          </a:xfrm>
        </p:grpSpPr>
        <p:sp>
          <p:nvSpPr>
            <p:cNvPr id="7644" name="Google Shape;7644;p84"/>
            <p:cNvSpPr/>
            <p:nvPr/>
          </p:nvSpPr>
          <p:spPr>
            <a:xfrm>
              <a:off x="-44747025" y="3365100"/>
              <a:ext cx="122875" cy="87450"/>
            </a:xfrm>
            <a:custGeom>
              <a:avLst/>
              <a:gdLst/>
              <a:ahLst/>
              <a:cxnLst/>
              <a:rect l="l" t="t" r="r" b="b"/>
              <a:pathLst>
                <a:path w="491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4915" y="3498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5" name="Google Shape;7645;p84"/>
            <p:cNvSpPr/>
            <p:nvPr/>
          </p:nvSpPr>
          <p:spPr>
            <a:xfrm>
              <a:off x="-44747025" y="3470650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46"/>
                    <a:pt x="473" y="1418"/>
                    <a:pt x="1071" y="1418"/>
                  </a:cubicBezTo>
                  <a:lnTo>
                    <a:pt x="3875" y="1418"/>
                  </a:lnTo>
                  <a:cubicBezTo>
                    <a:pt x="4442" y="1418"/>
                    <a:pt x="4915" y="946"/>
                    <a:pt x="4915" y="347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6" name="Google Shape;7646;p84"/>
            <p:cNvSpPr/>
            <p:nvPr/>
          </p:nvSpPr>
          <p:spPr>
            <a:xfrm>
              <a:off x="-44747025" y="3313125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1418"/>
                  </a:lnTo>
                  <a:lnTo>
                    <a:pt x="4915" y="1418"/>
                  </a:lnTo>
                  <a:lnTo>
                    <a:pt x="4915" y="1072"/>
                  </a:lnTo>
                  <a:cubicBezTo>
                    <a:pt x="4915" y="473"/>
                    <a:pt x="4442" y="1"/>
                    <a:pt x="38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7" name="Google Shape;7647;p84"/>
            <p:cNvSpPr/>
            <p:nvPr/>
          </p:nvSpPr>
          <p:spPr>
            <a:xfrm>
              <a:off x="-44924250" y="3384000"/>
              <a:ext cx="159125" cy="69350"/>
            </a:xfrm>
            <a:custGeom>
              <a:avLst/>
              <a:gdLst/>
              <a:ahLst/>
              <a:cxnLst/>
              <a:rect l="l" t="t" r="r" b="b"/>
              <a:pathLst>
                <a:path w="6365" h="2774" extrusionOk="0">
                  <a:moveTo>
                    <a:pt x="1" y="1"/>
                  </a:moveTo>
                  <a:lnTo>
                    <a:pt x="1" y="316"/>
                  </a:lnTo>
                  <a:lnTo>
                    <a:pt x="32" y="316"/>
                  </a:lnTo>
                  <a:cubicBezTo>
                    <a:pt x="32" y="915"/>
                    <a:pt x="505" y="1387"/>
                    <a:pt x="1103" y="1387"/>
                  </a:cubicBezTo>
                  <a:lnTo>
                    <a:pt x="4254" y="1387"/>
                  </a:lnTo>
                  <a:lnTo>
                    <a:pt x="4254" y="2080"/>
                  </a:lnTo>
                  <a:lnTo>
                    <a:pt x="3183" y="2080"/>
                  </a:lnTo>
                  <a:cubicBezTo>
                    <a:pt x="2994" y="2080"/>
                    <a:pt x="2836" y="2238"/>
                    <a:pt x="2836" y="2427"/>
                  </a:cubicBezTo>
                  <a:cubicBezTo>
                    <a:pt x="2836" y="2647"/>
                    <a:pt x="2994" y="2773"/>
                    <a:pt x="3183" y="2773"/>
                  </a:cubicBezTo>
                  <a:lnTo>
                    <a:pt x="6365" y="2773"/>
                  </a:lnTo>
                  <a:lnTo>
                    <a:pt x="636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8" name="Google Shape;7648;p84"/>
            <p:cNvSpPr/>
            <p:nvPr/>
          </p:nvSpPr>
          <p:spPr>
            <a:xfrm>
              <a:off x="-44924250" y="3206000"/>
              <a:ext cx="264675" cy="159125"/>
            </a:xfrm>
            <a:custGeom>
              <a:avLst/>
              <a:gdLst/>
              <a:ahLst/>
              <a:cxnLst/>
              <a:rect l="l" t="t" r="r" b="b"/>
              <a:pathLst>
                <a:path w="10587" h="6365" extrusionOk="0">
                  <a:moveTo>
                    <a:pt x="1072" y="1"/>
                  </a:moveTo>
                  <a:cubicBezTo>
                    <a:pt x="473" y="1"/>
                    <a:pt x="1" y="473"/>
                    <a:pt x="1" y="1041"/>
                  </a:cubicBezTo>
                  <a:lnTo>
                    <a:pt x="1" y="6365"/>
                  </a:lnTo>
                  <a:lnTo>
                    <a:pt x="6365" y="6365"/>
                  </a:lnTo>
                  <a:lnTo>
                    <a:pt x="6365" y="5357"/>
                  </a:lnTo>
                  <a:cubicBezTo>
                    <a:pt x="6365" y="4349"/>
                    <a:pt x="7152" y="3561"/>
                    <a:pt x="8160" y="3561"/>
                  </a:cubicBezTo>
                  <a:lnTo>
                    <a:pt x="10586" y="3561"/>
                  </a:lnTo>
                  <a:lnTo>
                    <a:pt x="10586" y="1041"/>
                  </a:lnTo>
                  <a:cubicBezTo>
                    <a:pt x="10586" y="473"/>
                    <a:pt x="10114" y="1"/>
                    <a:pt x="95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9" name="Google Shape;7649;p84"/>
          <p:cNvGrpSpPr/>
          <p:nvPr/>
        </p:nvGrpSpPr>
        <p:grpSpPr>
          <a:xfrm>
            <a:off x="1286286" y="1539249"/>
            <a:ext cx="355258" cy="355258"/>
            <a:chOff x="-50134375" y="3183175"/>
            <a:chExt cx="300100" cy="300100"/>
          </a:xfrm>
        </p:grpSpPr>
        <p:sp>
          <p:nvSpPr>
            <p:cNvPr id="7650" name="Google Shape;7650;p84"/>
            <p:cNvSpPr/>
            <p:nvPr/>
          </p:nvSpPr>
          <p:spPr>
            <a:xfrm>
              <a:off x="-50134375" y="3270600"/>
              <a:ext cx="87450" cy="53575"/>
            </a:xfrm>
            <a:custGeom>
              <a:avLst/>
              <a:gdLst/>
              <a:ahLst/>
              <a:cxnLst/>
              <a:rect l="l" t="t" r="r" b="b"/>
              <a:pathLst>
                <a:path w="349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1" name="Google Shape;7651;p84"/>
            <p:cNvSpPr/>
            <p:nvPr/>
          </p:nvSpPr>
          <p:spPr>
            <a:xfrm>
              <a:off x="-50134375" y="3340700"/>
              <a:ext cx="87450" cy="54375"/>
            </a:xfrm>
            <a:custGeom>
              <a:avLst/>
              <a:gdLst/>
              <a:ahLst/>
              <a:cxnLst/>
              <a:rect l="l" t="t" r="r" b="b"/>
              <a:pathLst>
                <a:path w="3498" h="2175" extrusionOk="0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2" name="Google Shape;7652;p84"/>
            <p:cNvSpPr/>
            <p:nvPr/>
          </p:nvSpPr>
          <p:spPr>
            <a:xfrm>
              <a:off x="-50134375" y="3183175"/>
              <a:ext cx="87450" cy="70125"/>
            </a:xfrm>
            <a:custGeom>
              <a:avLst/>
              <a:gdLst/>
              <a:ahLst/>
              <a:cxnLst/>
              <a:rect l="l" t="t" r="r" b="b"/>
              <a:pathLst>
                <a:path w="3498" h="280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3" name="Google Shape;7653;p84"/>
            <p:cNvSpPr/>
            <p:nvPr/>
          </p:nvSpPr>
          <p:spPr>
            <a:xfrm>
              <a:off x="-50028050" y="3363525"/>
              <a:ext cx="37050" cy="75650"/>
            </a:xfrm>
            <a:custGeom>
              <a:avLst/>
              <a:gdLst/>
              <a:ahLst/>
              <a:cxnLst/>
              <a:rect l="l" t="t" r="r" b="b"/>
              <a:pathLst>
                <a:path w="1482" h="3026" extrusionOk="0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4" name="Google Shape;7654;p84"/>
            <p:cNvSpPr/>
            <p:nvPr/>
          </p:nvSpPr>
          <p:spPr>
            <a:xfrm>
              <a:off x="-50028050" y="3287125"/>
              <a:ext cx="88225" cy="101625"/>
            </a:xfrm>
            <a:custGeom>
              <a:avLst/>
              <a:gdLst/>
              <a:ahLst/>
              <a:cxnLst/>
              <a:rect l="l" t="t" r="r" b="b"/>
              <a:pathLst>
                <a:path w="3529" h="4065" extrusionOk="0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5" name="Google Shape;7655;p84"/>
            <p:cNvSpPr/>
            <p:nvPr/>
          </p:nvSpPr>
          <p:spPr>
            <a:xfrm>
              <a:off x="-49988675" y="3225700"/>
              <a:ext cx="111875" cy="111875"/>
            </a:xfrm>
            <a:custGeom>
              <a:avLst/>
              <a:gdLst/>
              <a:ahLst/>
              <a:cxnLst/>
              <a:rect l="l" t="t" r="r" b="b"/>
              <a:pathLst>
                <a:path w="4475" h="4475" extrusionOk="0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6" name="Google Shape;7656;p84"/>
            <p:cNvSpPr/>
            <p:nvPr/>
          </p:nvSpPr>
          <p:spPr>
            <a:xfrm>
              <a:off x="-50134375" y="3395050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7" name="Google Shape;7657;p84"/>
            <p:cNvSpPr/>
            <p:nvPr/>
          </p:nvSpPr>
          <p:spPr>
            <a:xfrm>
              <a:off x="-50045375" y="342890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8" name="Google Shape;7658;p84"/>
            <p:cNvSpPr/>
            <p:nvPr/>
          </p:nvSpPr>
          <p:spPr>
            <a:xfrm>
              <a:off x="-49975275" y="3395050"/>
              <a:ext cx="52775" cy="87450"/>
            </a:xfrm>
            <a:custGeom>
              <a:avLst/>
              <a:gdLst/>
              <a:ahLst/>
              <a:cxnLst/>
              <a:rect l="l" t="t" r="r" b="b"/>
              <a:pathLst>
                <a:path w="2111" h="3498" extrusionOk="0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9" name="Google Shape;7659;p84"/>
            <p:cNvSpPr/>
            <p:nvPr/>
          </p:nvSpPr>
          <p:spPr>
            <a:xfrm>
              <a:off x="-49905175" y="3395050"/>
              <a:ext cx="70900" cy="87450"/>
            </a:xfrm>
            <a:custGeom>
              <a:avLst/>
              <a:gdLst/>
              <a:ahLst/>
              <a:cxnLst/>
              <a:rect l="l" t="t" r="r" b="b"/>
              <a:pathLst>
                <a:path w="2836" h="3498" extrusionOk="0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0" name="Google Shape;7660;p84"/>
          <p:cNvGrpSpPr/>
          <p:nvPr/>
        </p:nvGrpSpPr>
        <p:grpSpPr>
          <a:xfrm>
            <a:off x="1286286" y="1974651"/>
            <a:ext cx="355258" cy="355288"/>
            <a:chOff x="-50134375" y="3550975"/>
            <a:chExt cx="300100" cy="300125"/>
          </a:xfrm>
        </p:grpSpPr>
        <p:sp>
          <p:nvSpPr>
            <p:cNvPr id="7661" name="Google Shape;7661;p84"/>
            <p:cNvSpPr/>
            <p:nvPr/>
          </p:nvSpPr>
          <p:spPr>
            <a:xfrm>
              <a:off x="-50134375" y="35509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9893" y="1419"/>
                  </a:moveTo>
                  <a:lnTo>
                    <a:pt x="9893" y="1797"/>
                  </a:lnTo>
                  <a:cubicBezTo>
                    <a:pt x="9893" y="1986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50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43" y="10587"/>
                  </a:lnTo>
                  <a:lnTo>
                    <a:pt x="2143" y="10240"/>
                  </a:lnTo>
                  <a:cubicBezTo>
                    <a:pt x="2143" y="10051"/>
                    <a:pt x="1985" y="9893"/>
                    <a:pt x="1765" y="9893"/>
                  </a:cubicBezTo>
                  <a:lnTo>
                    <a:pt x="1418" y="9893"/>
                  </a:lnTo>
                  <a:lnTo>
                    <a:pt x="1418" y="2143"/>
                  </a:lnTo>
                  <a:lnTo>
                    <a:pt x="1765" y="2143"/>
                  </a:lnTo>
                  <a:cubicBezTo>
                    <a:pt x="1985" y="2143"/>
                    <a:pt x="2143" y="1986"/>
                    <a:pt x="2143" y="1797"/>
                  </a:cubicBezTo>
                  <a:lnTo>
                    <a:pt x="2143" y="1419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97"/>
                  </a:lnTo>
                  <a:cubicBezTo>
                    <a:pt x="0" y="1986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5" y="12004"/>
                  </a:lnTo>
                  <a:cubicBezTo>
                    <a:pt x="1985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50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1" y="9893"/>
                  </a:lnTo>
                  <a:lnTo>
                    <a:pt x="11311" y="2143"/>
                  </a:lnTo>
                  <a:lnTo>
                    <a:pt x="11657" y="2143"/>
                  </a:lnTo>
                  <a:cubicBezTo>
                    <a:pt x="11846" y="2143"/>
                    <a:pt x="12004" y="1986"/>
                    <a:pt x="12004" y="1797"/>
                  </a:cubicBezTo>
                  <a:lnTo>
                    <a:pt x="12004" y="348"/>
                  </a:lnTo>
                  <a:cubicBezTo>
                    <a:pt x="12004" y="159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50" y="1"/>
                    <a:pt x="9893" y="159"/>
                    <a:pt x="9893" y="348"/>
                  </a:cubicBezTo>
                  <a:lnTo>
                    <a:pt x="9893" y="726"/>
                  </a:lnTo>
                  <a:lnTo>
                    <a:pt x="2111" y="726"/>
                  </a:lnTo>
                  <a:lnTo>
                    <a:pt x="2111" y="348"/>
                  </a:lnTo>
                  <a:cubicBezTo>
                    <a:pt x="2111" y="159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2" name="Google Shape;7662;p84"/>
            <p:cNvSpPr/>
            <p:nvPr/>
          </p:nvSpPr>
          <p:spPr>
            <a:xfrm>
              <a:off x="-50054825" y="3603750"/>
              <a:ext cx="141800" cy="194575"/>
            </a:xfrm>
            <a:custGeom>
              <a:avLst/>
              <a:gdLst/>
              <a:ahLst/>
              <a:cxnLst/>
              <a:rect l="l" t="t" r="r" b="b"/>
              <a:pathLst>
                <a:path w="5672" h="7783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873"/>
                    <a:pt x="74" y="1922"/>
                    <a:pt x="151" y="1922"/>
                  </a:cubicBezTo>
                  <a:cubicBezTo>
                    <a:pt x="186" y="1922"/>
                    <a:pt x="222" y="1911"/>
                    <a:pt x="252" y="1891"/>
                  </a:cubicBezTo>
                  <a:lnTo>
                    <a:pt x="725" y="1419"/>
                  </a:lnTo>
                  <a:lnTo>
                    <a:pt x="2143" y="1419"/>
                  </a:lnTo>
                  <a:lnTo>
                    <a:pt x="2143" y="7089"/>
                  </a:lnTo>
                  <a:lnTo>
                    <a:pt x="1670" y="7562"/>
                  </a:lnTo>
                  <a:cubicBezTo>
                    <a:pt x="1576" y="7625"/>
                    <a:pt x="1670" y="7782"/>
                    <a:pt x="1765" y="7782"/>
                  </a:cubicBezTo>
                  <a:lnTo>
                    <a:pt x="3907" y="7782"/>
                  </a:lnTo>
                  <a:cubicBezTo>
                    <a:pt x="4064" y="7782"/>
                    <a:pt x="4096" y="7625"/>
                    <a:pt x="4033" y="7562"/>
                  </a:cubicBezTo>
                  <a:lnTo>
                    <a:pt x="3560" y="7089"/>
                  </a:lnTo>
                  <a:lnTo>
                    <a:pt x="3560" y="1419"/>
                  </a:lnTo>
                  <a:lnTo>
                    <a:pt x="4978" y="1419"/>
                  </a:lnTo>
                  <a:lnTo>
                    <a:pt x="5451" y="1891"/>
                  </a:lnTo>
                  <a:cubicBezTo>
                    <a:pt x="5467" y="1908"/>
                    <a:pt x="5491" y="1916"/>
                    <a:pt x="5517" y="1916"/>
                  </a:cubicBezTo>
                  <a:cubicBezTo>
                    <a:pt x="5587" y="1916"/>
                    <a:pt x="5671" y="1857"/>
                    <a:pt x="5671" y="1765"/>
                  </a:cubicBezTo>
                  <a:lnTo>
                    <a:pt x="5671" y="347"/>
                  </a:lnTo>
                  <a:cubicBezTo>
                    <a:pt x="5671" y="158"/>
                    <a:pt x="5514" y="1"/>
                    <a:pt x="53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3" name="Google Shape;7663;p84"/>
          <p:cNvGrpSpPr/>
          <p:nvPr/>
        </p:nvGrpSpPr>
        <p:grpSpPr>
          <a:xfrm>
            <a:off x="1286286" y="2412183"/>
            <a:ext cx="355258" cy="355051"/>
            <a:chOff x="-50134375" y="3920575"/>
            <a:chExt cx="300100" cy="299925"/>
          </a:xfrm>
        </p:grpSpPr>
        <p:sp>
          <p:nvSpPr>
            <p:cNvPr id="7664" name="Google Shape;7664;p84"/>
            <p:cNvSpPr/>
            <p:nvPr/>
          </p:nvSpPr>
          <p:spPr>
            <a:xfrm>
              <a:off x="-49985525" y="3920575"/>
              <a:ext cx="151250" cy="151850"/>
            </a:xfrm>
            <a:custGeom>
              <a:avLst/>
              <a:gdLst/>
              <a:ahLst/>
              <a:cxnLst/>
              <a:rect l="l" t="t" r="r" b="b"/>
              <a:pathLst>
                <a:path w="6050" h="6074" extrusionOk="0">
                  <a:moveTo>
                    <a:pt x="1986" y="1"/>
                  </a:moveTo>
                  <a:cubicBezTo>
                    <a:pt x="1537" y="1"/>
                    <a:pt x="1088" y="166"/>
                    <a:pt x="757" y="497"/>
                  </a:cubicBezTo>
                  <a:lnTo>
                    <a:pt x="1" y="1284"/>
                  </a:lnTo>
                  <a:lnTo>
                    <a:pt x="4758" y="6073"/>
                  </a:lnTo>
                  <a:lnTo>
                    <a:pt x="5546" y="5317"/>
                  </a:lnTo>
                  <a:cubicBezTo>
                    <a:pt x="5861" y="5002"/>
                    <a:pt x="6050" y="4529"/>
                    <a:pt x="6050" y="4057"/>
                  </a:cubicBezTo>
                  <a:cubicBezTo>
                    <a:pt x="6050" y="3616"/>
                    <a:pt x="5861" y="3143"/>
                    <a:pt x="5546" y="2828"/>
                  </a:cubicBezTo>
                  <a:lnTo>
                    <a:pt x="3214" y="497"/>
                  </a:lnTo>
                  <a:cubicBezTo>
                    <a:pt x="2883" y="166"/>
                    <a:pt x="2434" y="1"/>
                    <a:pt x="19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5" name="Google Shape;7665;p84"/>
            <p:cNvSpPr/>
            <p:nvPr/>
          </p:nvSpPr>
          <p:spPr>
            <a:xfrm>
              <a:off x="-50134375" y="4069250"/>
              <a:ext cx="151250" cy="151250"/>
            </a:xfrm>
            <a:custGeom>
              <a:avLst/>
              <a:gdLst/>
              <a:ahLst/>
              <a:cxnLst/>
              <a:rect l="l" t="t" r="r" b="b"/>
              <a:pathLst>
                <a:path w="6050" h="6050" extrusionOk="0">
                  <a:moveTo>
                    <a:pt x="1292" y="0"/>
                  </a:moveTo>
                  <a:lnTo>
                    <a:pt x="504" y="756"/>
                  </a:lnTo>
                  <a:cubicBezTo>
                    <a:pt x="189" y="1071"/>
                    <a:pt x="0" y="1544"/>
                    <a:pt x="0" y="2016"/>
                  </a:cubicBezTo>
                  <a:cubicBezTo>
                    <a:pt x="0" y="2489"/>
                    <a:pt x="189" y="2899"/>
                    <a:pt x="504" y="3277"/>
                  </a:cubicBezTo>
                  <a:lnTo>
                    <a:pt x="2804" y="5545"/>
                  </a:lnTo>
                  <a:cubicBezTo>
                    <a:pt x="3119" y="5860"/>
                    <a:pt x="3592" y="6049"/>
                    <a:pt x="4064" y="6049"/>
                  </a:cubicBezTo>
                  <a:cubicBezTo>
                    <a:pt x="4537" y="6049"/>
                    <a:pt x="4947" y="5860"/>
                    <a:pt x="5325" y="5545"/>
                  </a:cubicBezTo>
                  <a:lnTo>
                    <a:pt x="6049" y="4757"/>
                  </a:lnTo>
                  <a:lnTo>
                    <a:pt x="129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6" name="Google Shape;7666;p84"/>
            <p:cNvSpPr/>
            <p:nvPr/>
          </p:nvSpPr>
          <p:spPr>
            <a:xfrm>
              <a:off x="-50090275" y="3964500"/>
              <a:ext cx="211100" cy="211100"/>
            </a:xfrm>
            <a:custGeom>
              <a:avLst/>
              <a:gdLst/>
              <a:ahLst/>
              <a:cxnLst/>
              <a:rect l="l" t="t" r="r" b="b"/>
              <a:pathLst>
                <a:path w="8444" h="8444" extrusionOk="0">
                  <a:moveTo>
                    <a:pt x="2446" y="4316"/>
                  </a:moveTo>
                  <a:cubicBezTo>
                    <a:pt x="2537" y="4316"/>
                    <a:pt x="2631" y="4348"/>
                    <a:pt x="2710" y="4411"/>
                  </a:cubicBezTo>
                  <a:lnTo>
                    <a:pt x="4033" y="5734"/>
                  </a:lnTo>
                  <a:cubicBezTo>
                    <a:pt x="4191" y="5828"/>
                    <a:pt x="4191" y="6080"/>
                    <a:pt x="4033" y="6238"/>
                  </a:cubicBezTo>
                  <a:cubicBezTo>
                    <a:pt x="3970" y="6301"/>
                    <a:pt x="3884" y="6332"/>
                    <a:pt x="3789" y="6332"/>
                  </a:cubicBezTo>
                  <a:cubicBezTo>
                    <a:pt x="3694" y="6332"/>
                    <a:pt x="3592" y="6301"/>
                    <a:pt x="3498" y="6238"/>
                  </a:cubicBezTo>
                  <a:lnTo>
                    <a:pt x="2206" y="4946"/>
                  </a:lnTo>
                  <a:cubicBezTo>
                    <a:pt x="2080" y="4820"/>
                    <a:pt x="2080" y="4568"/>
                    <a:pt x="2206" y="4411"/>
                  </a:cubicBezTo>
                  <a:cubicBezTo>
                    <a:pt x="2269" y="4348"/>
                    <a:pt x="2356" y="4316"/>
                    <a:pt x="2446" y="4316"/>
                  </a:cubicBezTo>
                  <a:close/>
                  <a:moveTo>
                    <a:pt x="3687" y="0"/>
                  </a:moveTo>
                  <a:lnTo>
                    <a:pt x="1" y="3686"/>
                  </a:lnTo>
                  <a:lnTo>
                    <a:pt x="4789" y="8443"/>
                  </a:lnTo>
                  <a:lnTo>
                    <a:pt x="8444" y="4789"/>
                  </a:lnTo>
                  <a:lnTo>
                    <a:pt x="368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7" name="Google Shape;7667;p84"/>
          <p:cNvGrpSpPr/>
          <p:nvPr/>
        </p:nvGrpSpPr>
        <p:grpSpPr>
          <a:xfrm>
            <a:off x="3497010" y="1559758"/>
            <a:ext cx="357123" cy="355258"/>
            <a:chOff x="-48262200" y="3200500"/>
            <a:chExt cx="301675" cy="300100"/>
          </a:xfrm>
        </p:grpSpPr>
        <p:sp>
          <p:nvSpPr>
            <p:cNvPr id="7668" name="Google Shape;7668;p84"/>
            <p:cNvSpPr/>
            <p:nvPr/>
          </p:nvSpPr>
          <p:spPr>
            <a:xfrm>
              <a:off x="-48191325" y="32887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72" y="1"/>
                  </a:moveTo>
                  <a:cubicBezTo>
                    <a:pt x="474" y="1"/>
                    <a:pt x="1" y="473"/>
                    <a:pt x="1" y="1041"/>
                  </a:cubicBezTo>
                  <a:cubicBezTo>
                    <a:pt x="1" y="1513"/>
                    <a:pt x="285" y="1891"/>
                    <a:pt x="726" y="2049"/>
                  </a:cubicBezTo>
                  <a:lnTo>
                    <a:pt x="726" y="1041"/>
                  </a:lnTo>
                  <a:cubicBezTo>
                    <a:pt x="726" y="852"/>
                    <a:pt x="883" y="694"/>
                    <a:pt x="1072" y="694"/>
                  </a:cubicBezTo>
                  <a:lnTo>
                    <a:pt x="2049" y="694"/>
                  </a:lnTo>
                  <a:cubicBezTo>
                    <a:pt x="1891" y="253"/>
                    <a:pt x="1513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9" name="Google Shape;7669;p84"/>
            <p:cNvSpPr/>
            <p:nvPr/>
          </p:nvSpPr>
          <p:spPr>
            <a:xfrm>
              <a:off x="-48155875" y="33241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1"/>
                  </a:moveTo>
                  <a:lnTo>
                    <a:pt x="1" y="631"/>
                  </a:lnTo>
                  <a:cubicBezTo>
                    <a:pt x="284" y="505"/>
                    <a:pt x="536" y="253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0" name="Google Shape;7670;p84"/>
            <p:cNvSpPr/>
            <p:nvPr/>
          </p:nvSpPr>
          <p:spPr>
            <a:xfrm>
              <a:off x="-48085775" y="3206000"/>
              <a:ext cx="47275" cy="47300"/>
            </a:xfrm>
            <a:custGeom>
              <a:avLst/>
              <a:gdLst/>
              <a:ahLst/>
              <a:cxnLst/>
              <a:rect l="l" t="t" r="r" b="b"/>
              <a:pathLst>
                <a:path w="1891" h="1892" extrusionOk="0">
                  <a:moveTo>
                    <a:pt x="1" y="1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1" name="Google Shape;7671;p84"/>
            <p:cNvSpPr/>
            <p:nvPr/>
          </p:nvSpPr>
          <p:spPr>
            <a:xfrm>
              <a:off x="-48262200" y="3200500"/>
              <a:ext cx="228425" cy="300100"/>
            </a:xfrm>
            <a:custGeom>
              <a:avLst/>
              <a:gdLst/>
              <a:ahLst/>
              <a:cxnLst/>
              <a:rect l="l" t="t" r="r" b="b"/>
              <a:pathLst>
                <a:path w="9137" h="12004" extrusionOk="0">
                  <a:moveTo>
                    <a:pt x="3907" y="2773"/>
                  </a:moveTo>
                  <a:cubicBezTo>
                    <a:pt x="4789" y="2773"/>
                    <a:pt x="5482" y="3371"/>
                    <a:pt x="5640" y="4190"/>
                  </a:cubicBezTo>
                  <a:lnTo>
                    <a:pt x="6743" y="4190"/>
                  </a:lnTo>
                  <a:cubicBezTo>
                    <a:pt x="6900" y="4222"/>
                    <a:pt x="7058" y="4380"/>
                    <a:pt x="7058" y="4569"/>
                  </a:cubicBezTo>
                  <a:lnTo>
                    <a:pt x="7058" y="7372"/>
                  </a:lnTo>
                  <a:cubicBezTo>
                    <a:pt x="7058" y="7562"/>
                    <a:pt x="6900" y="7719"/>
                    <a:pt x="6711" y="7719"/>
                  </a:cubicBezTo>
                  <a:lnTo>
                    <a:pt x="3907" y="7719"/>
                  </a:lnTo>
                  <a:cubicBezTo>
                    <a:pt x="3718" y="7719"/>
                    <a:pt x="3561" y="7562"/>
                    <a:pt x="3561" y="7372"/>
                  </a:cubicBezTo>
                  <a:lnTo>
                    <a:pt x="3561" y="6270"/>
                  </a:lnTo>
                  <a:cubicBezTo>
                    <a:pt x="2773" y="6112"/>
                    <a:pt x="2143" y="5419"/>
                    <a:pt x="2143" y="4537"/>
                  </a:cubicBezTo>
                  <a:cubicBezTo>
                    <a:pt x="2143" y="3560"/>
                    <a:pt x="2931" y="2773"/>
                    <a:pt x="3907" y="2773"/>
                  </a:cubicBezTo>
                  <a:close/>
                  <a:moveTo>
                    <a:pt x="5293" y="8475"/>
                  </a:moveTo>
                  <a:cubicBezTo>
                    <a:pt x="5482" y="8475"/>
                    <a:pt x="5640" y="8633"/>
                    <a:pt x="5640" y="8822"/>
                  </a:cubicBezTo>
                  <a:cubicBezTo>
                    <a:pt x="5640" y="9042"/>
                    <a:pt x="5482" y="9200"/>
                    <a:pt x="5293" y="9200"/>
                  </a:cubicBezTo>
                  <a:lnTo>
                    <a:pt x="2489" y="9200"/>
                  </a:lnTo>
                  <a:cubicBezTo>
                    <a:pt x="2300" y="9200"/>
                    <a:pt x="2143" y="9042"/>
                    <a:pt x="2143" y="8822"/>
                  </a:cubicBezTo>
                  <a:cubicBezTo>
                    <a:pt x="2143" y="8633"/>
                    <a:pt x="2300" y="8475"/>
                    <a:pt x="2489" y="8475"/>
                  </a:cubicBezTo>
                  <a:close/>
                  <a:moveTo>
                    <a:pt x="6711" y="8475"/>
                  </a:moveTo>
                  <a:cubicBezTo>
                    <a:pt x="6900" y="8475"/>
                    <a:pt x="7058" y="8633"/>
                    <a:pt x="7058" y="8822"/>
                  </a:cubicBezTo>
                  <a:cubicBezTo>
                    <a:pt x="7058" y="9042"/>
                    <a:pt x="6900" y="9200"/>
                    <a:pt x="6711" y="9200"/>
                  </a:cubicBezTo>
                  <a:cubicBezTo>
                    <a:pt x="6522" y="9200"/>
                    <a:pt x="6365" y="9042"/>
                    <a:pt x="6365" y="8822"/>
                  </a:cubicBezTo>
                  <a:cubicBezTo>
                    <a:pt x="6365" y="8633"/>
                    <a:pt x="6522" y="8475"/>
                    <a:pt x="6711" y="8475"/>
                  </a:cubicBezTo>
                  <a:close/>
                  <a:moveTo>
                    <a:pt x="6711" y="9893"/>
                  </a:moveTo>
                  <a:cubicBezTo>
                    <a:pt x="6900" y="9893"/>
                    <a:pt x="7058" y="10050"/>
                    <a:pt x="7058" y="10239"/>
                  </a:cubicBezTo>
                  <a:cubicBezTo>
                    <a:pt x="7058" y="10428"/>
                    <a:pt x="6900" y="10617"/>
                    <a:pt x="6711" y="10617"/>
                  </a:cubicBezTo>
                  <a:lnTo>
                    <a:pt x="2489" y="10617"/>
                  </a:lnTo>
                  <a:cubicBezTo>
                    <a:pt x="2300" y="10617"/>
                    <a:pt x="2143" y="10460"/>
                    <a:pt x="2143" y="10239"/>
                  </a:cubicBezTo>
                  <a:cubicBezTo>
                    <a:pt x="2143" y="10050"/>
                    <a:pt x="2300" y="9893"/>
                    <a:pt x="2489" y="9893"/>
                  </a:cubicBez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8"/>
                    <a:pt x="158" y="12004"/>
                    <a:pt x="379" y="12004"/>
                  </a:cubicBezTo>
                  <a:lnTo>
                    <a:pt x="8790" y="12004"/>
                  </a:lnTo>
                  <a:cubicBezTo>
                    <a:pt x="8979" y="12004"/>
                    <a:pt x="9137" y="11878"/>
                    <a:pt x="9137" y="11657"/>
                  </a:cubicBezTo>
                  <a:lnTo>
                    <a:pt x="9137" y="2804"/>
                  </a:lnTo>
                  <a:lnTo>
                    <a:pt x="6711" y="2804"/>
                  </a:lnTo>
                  <a:cubicBezTo>
                    <a:pt x="6522" y="2804"/>
                    <a:pt x="6365" y="2647"/>
                    <a:pt x="6365" y="2458"/>
                  </a:cubicBezTo>
                  <a:lnTo>
                    <a:pt x="636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2" name="Google Shape;7672;p84"/>
            <p:cNvSpPr/>
            <p:nvPr/>
          </p:nvSpPr>
          <p:spPr>
            <a:xfrm>
              <a:off x="-48155075" y="3322575"/>
              <a:ext cx="52775" cy="53575"/>
            </a:xfrm>
            <a:custGeom>
              <a:avLst/>
              <a:gdLst/>
              <a:ahLst/>
              <a:cxnLst/>
              <a:rect l="l" t="t" r="r" b="b"/>
              <a:pathLst>
                <a:path w="2111" h="2143" extrusionOk="0">
                  <a:moveTo>
                    <a:pt x="1355" y="1"/>
                  </a:moveTo>
                  <a:cubicBezTo>
                    <a:pt x="1197" y="725"/>
                    <a:pt x="662" y="1261"/>
                    <a:pt x="0" y="1387"/>
                  </a:cubicBez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3" name="Google Shape;7673;p84"/>
            <p:cNvSpPr/>
            <p:nvPr/>
          </p:nvSpPr>
          <p:spPr>
            <a:xfrm>
              <a:off x="-48014100" y="3417100"/>
              <a:ext cx="53575" cy="18125"/>
            </a:xfrm>
            <a:custGeom>
              <a:avLst/>
              <a:gdLst/>
              <a:ahLst/>
              <a:cxnLst/>
              <a:rect l="l" t="t" r="r" b="b"/>
              <a:pathLst>
                <a:path w="2143" h="725" extrusionOk="0">
                  <a:moveTo>
                    <a:pt x="1" y="0"/>
                  </a:moveTo>
                  <a:lnTo>
                    <a:pt x="1" y="725"/>
                  </a:lnTo>
                  <a:lnTo>
                    <a:pt x="2143" y="725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4" name="Google Shape;7674;p84"/>
            <p:cNvSpPr/>
            <p:nvPr/>
          </p:nvSpPr>
          <p:spPr>
            <a:xfrm>
              <a:off x="-48014100" y="3289500"/>
              <a:ext cx="53575" cy="110300"/>
            </a:xfrm>
            <a:custGeom>
              <a:avLst/>
              <a:gdLst/>
              <a:ahLst/>
              <a:cxnLst/>
              <a:rect l="l" t="t" r="r" b="b"/>
              <a:pathLst>
                <a:path w="2143" h="4412" extrusionOk="0">
                  <a:moveTo>
                    <a:pt x="1" y="0"/>
                  </a:moveTo>
                  <a:lnTo>
                    <a:pt x="1" y="4411"/>
                  </a:lnTo>
                  <a:lnTo>
                    <a:pt x="2143" y="4411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5" name="Google Shape;7675;p84"/>
            <p:cNvSpPr/>
            <p:nvPr/>
          </p:nvSpPr>
          <p:spPr>
            <a:xfrm>
              <a:off x="-48014100" y="3451750"/>
              <a:ext cx="53575" cy="48075"/>
            </a:xfrm>
            <a:custGeom>
              <a:avLst/>
              <a:gdLst/>
              <a:ahLst/>
              <a:cxnLst/>
              <a:rect l="l" t="t" r="r" b="b"/>
              <a:pathLst>
                <a:path w="2143" h="1923" extrusionOk="0">
                  <a:moveTo>
                    <a:pt x="1" y="0"/>
                  </a:moveTo>
                  <a:lnTo>
                    <a:pt x="1" y="883"/>
                  </a:lnTo>
                  <a:cubicBezTo>
                    <a:pt x="1" y="1450"/>
                    <a:pt x="473" y="1922"/>
                    <a:pt x="1072" y="1922"/>
                  </a:cubicBezTo>
                  <a:cubicBezTo>
                    <a:pt x="1670" y="1922"/>
                    <a:pt x="2143" y="1450"/>
                    <a:pt x="2143" y="883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6" name="Google Shape;7676;p84"/>
            <p:cNvSpPr/>
            <p:nvPr/>
          </p:nvSpPr>
          <p:spPr>
            <a:xfrm>
              <a:off x="-48011725" y="3220375"/>
              <a:ext cx="48050" cy="51025"/>
            </a:xfrm>
            <a:custGeom>
              <a:avLst/>
              <a:gdLst/>
              <a:ahLst/>
              <a:cxnLst/>
              <a:rect l="l" t="t" r="r" b="b"/>
              <a:pathLst>
                <a:path w="1922" h="2041" extrusionOk="0">
                  <a:moveTo>
                    <a:pt x="985" y="1"/>
                  </a:moveTo>
                  <a:cubicBezTo>
                    <a:pt x="843" y="1"/>
                    <a:pt x="693" y="72"/>
                    <a:pt x="630" y="213"/>
                  </a:cubicBezTo>
                  <a:lnTo>
                    <a:pt x="0" y="2041"/>
                  </a:lnTo>
                  <a:lnTo>
                    <a:pt x="1922" y="2041"/>
                  </a:lnTo>
                  <a:lnTo>
                    <a:pt x="1292" y="213"/>
                  </a:lnTo>
                  <a:cubicBezTo>
                    <a:pt x="1260" y="72"/>
                    <a:pt x="1126" y="1"/>
                    <a:pt x="9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7" name="Google Shape;7677;p84"/>
          <p:cNvGrpSpPr/>
          <p:nvPr/>
        </p:nvGrpSpPr>
        <p:grpSpPr>
          <a:xfrm>
            <a:off x="3526383" y="1996847"/>
            <a:ext cx="298377" cy="354519"/>
            <a:chOff x="-48233050" y="3569725"/>
            <a:chExt cx="252050" cy="299475"/>
          </a:xfrm>
        </p:grpSpPr>
        <p:sp>
          <p:nvSpPr>
            <p:cNvPr id="7678" name="Google Shape;7678;p84"/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9" name="Google Shape;7679;p84"/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0" name="Google Shape;7680;p84"/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1" name="Google Shape;7681;p84"/>
          <p:cNvGrpSpPr/>
          <p:nvPr/>
        </p:nvGrpSpPr>
        <p:grpSpPr>
          <a:xfrm>
            <a:off x="3550148" y="2430591"/>
            <a:ext cx="250847" cy="358070"/>
            <a:chOff x="-48216525" y="3936125"/>
            <a:chExt cx="211900" cy="302475"/>
          </a:xfrm>
        </p:grpSpPr>
        <p:sp>
          <p:nvSpPr>
            <p:cNvPr id="7682" name="Google Shape;7682;p84"/>
            <p:cNvSpPr/>
            <p:nvPr/>
          </p:nvSpPr>
          <p:spPr>
            <a:xfrm>
              <a:off x="-48207850" y="3955825"/>
              <a:ext cx="105550" cy="158325"/>
            </a:xfrm>
            <a:custGeom>
              <a:avLst/>
              <a:gdLst/>
              <a:ahLst/>
              <a:cxnLst/>
              <a:rect l="l" t="t" r="r" b="b"/>
              <a:pathLst>
                <a:path w="4222" h="6333" extrusionOk="0">
                  <a:moveTo>
                    <a:pt x="2080" y="2080"/>
                  </a:moveTo>
                  <a:cubicBezTo>
                    <a:pt x="2300" y="2080"/>
                    <a:pt x="2458" y="2237"/>
                    <a:pt x="2458" y="2458"/>
                  </a:cubicBezTo>
                  <a:lnTo>
                    <a:pt x="2458" y="3151"/>
                  </a:lnTo>
                  <a:cubicBezTo>
                    <a:pt x="2458" y="3340"/>
                    <a:pt x="2300" y="3497"/>
                    <a:pt x="2080" y="3497"/>
                  </a:cubicBezTo>
                  <a:cubicBezTo>
                    <a:pt x="1891" y="3497"/>
                    <a:pt x="1733" y="3340"/>
                    <a:pt x="1733" y="3151"/>
                  </a:cubicBezTo>
                  <a:lnTo>
                    <a:pt x="1733" y="2458"/>
                  </a:lnTo>
                  <a:cubicBezTo>
                    <a:pt x="1733" y="2237"/>
                    <a:pt x="1891" y="2080"/>
                    <a:pt x="2080" y="2080"/>
                  </a:cubicBezTo>
                  <a:close/>
                  <a:moveTo>
                    <a:pt x="2080" y="4222"/>
                  </a:moveTo>
                  <a:cubicBezTo>
                    <a:pt x="2300" y="4222"/>
                    <a:pt x="2458" y="4380"/>
                    <a:pt x="2458" y="4569"/>
                  </a:cubicBezTo>
                  <a:lnTo>
                    <a:pt x="2458" y="5293"/>
                  </a:lnTo>
                  <a:cubicBezTo>
                    <a:pt x="2458" y="5482"/>
                    <a:pt x="2300" y="5640"/>
                    <a:pt x="2080" y="5640"/>
                  </a:cubicBezTo>
                  <a:cubicBezTo>
                    <a:pt x="1891" y="5640"/>
                    <a:pt x="1733" y="5482"/>
                    <a:pt x="1733" y="5293"/>
                  </a:cubicBezTo>
                  <a:lnTo>
                    <a:pt x="1733" y="4569"/>
                  </a:lnTo>
                  <a:cubicBezTo>
                    <a:pt x="1733" y="4380"/>
                    <a:pt x="1891" y="4222"/>
                    <a:pt x="2080" y="4222"/>
                  </a:cubicBezTo>
                  <a:close/>
                  <a:moveTo>
                    <a:pt x="2111" y="0"/>
                  </a:moveTo>
                  <a:cubicBezTo>
                    <a:pt x="1891" y="0"/>
                    <a:pt x="1733" y="158"/>
                    <a:pt x="1733" y="347"/>
                  </a:cubicBezTo>
                  <a:lnTo>
                    <a:pt x="1733" y="757"/>
                  </a:lnTo>
                  <a:cubicBezTo>
                    <a:pt x="1544" y="788"/>
                    <a:pt x="1355" y="914"/>
                    <a:pt x="1198" y="1072"/>
                  </a:cubicBezTo>
                  <a:lnTo>
                    <a:pt x="883" y="757"/>
                  </a:lnTo>
                  <a:cubicBezTo>
                    <a:pt x="820" y="694"/>
                    <a:pt x="733" y="662"/>
                    <a:pt x="642" y="662"/>
                  </a:cubicBezTo>
                  <a:cubicBezTo>
                    <a:pt x="552" y="662"/>
                    <a:pt x="457" y="694"/>
                    <a:pt x="378" y="757"/>
                  </a:cubicBezTo>
                  <a:cubicBezTo>
                    <a:pt x="252" y="883"/>
                    <a:pt x="252" y="1103"/>
                    <a:pt x="378" y="1261"/>
                  </a:cubicBezTo>
                  <a:lnTo>
                    <a:pt x="788" y="1702"/>
                  </a:lnTo>
                  <a:cubicBezTo>
                    <a:pt x="757" y="1859"/>
                    <a:pt x="725" y="2017"/>
                    <a:pt x="725" y="2174"/>
                  </a:cubicBezTo>
                  <a:lnTo>
                    <a:pt x="378" y="2174"/>
                  </a:lnTo>
                  <a:cubicBezTo>
                    <a:pt x="158" y="2174"/>
                    <a:pt x="0" y="2332"/>
                    <a:pt x="0" y="2521"/>
                  </a:cubicBezTo>
                  <a:cubicBezTo>
                    <a:pt x="0" y="2710"/>
                    <a:pt x="158" y="2867"/>
                    <a:pt x="378" y="2867"/>
                  </a:cubicBezTo>
                  <a:lnTo>
                    <a:pt x="725" y="2867"/>
                  </a:lnTo>
                  <a:lnTo>
                    <a:pt x="725" y="3592"/>
                  </a:lnTo>
                  <a:lnTo>
                    <a:pt x="378" y="3592"/>
                  </a:lnTo>
                  <a:cubicBezTo>
                    <a:pt x="158" y="3592"/>
                    <a:pt x="0" y="3750"/>
                    <a:pt x="0" y="3939"/>
                  </a:cubicBezTo>
                  <a:cubicBezTo>
                    <a:pt x="0" y="4128"/>
                    <a:pt x="158" y="4285"/>
                    <a:pt x="378" y="4285"/>
                  </a:cubicBezTo>
                  <a:lnTo>
                    <a:pt x="725" y="4285"/>
                  </a:lnTo>
                  <a:lnTo>
                    <a:pt x="725" y="5010"/>
                  </a:lnTo>
                  <a:lnTo>
                    <a:pt x="347" y="5010"/>
                  </a:lnTo>
                  <a:lnTo>
                    <a:pt x="347" y="4915"/>
                  </a:lnTo>
                  <a:cubicBezTo>
                    <a:pt x="158" y="4915"/>
                    <a:pt x="0" y="5073"/>
                    <a:pt x="0" y="5293"/>
                  </a:cubicBezTo>
                  <a:cubicBezTo>
                    <a:pt x="0" y="5482"/>
                    <a:pt x="158" y="5640"/>
                    <a:pt x="347" y="5640"/>
                  </a:cubicBezTo>
                  <a:lnTo>
                    <a:pt x="725" y="5640"/>
                  </a:lnTo>
                  <a:lnTo>
                    <a:pt x="725" y="6333"/>
                  </a:lnTo>
                  <a:lnTo>
                    <a:pt x="3497" y="6333"/>
                  </a:lnTo>
                  <a:lnTo>
                    <a:pt x="3497" y="5640"/>
                  </a:lnTo>
                  <a:lnTo>
                    <a:pt x="3876" y="5640"/>
                  </a:lnTo>
                  <a:cubicBezTo>
                    <a:pt x="4065" y="5640"/>
                    <a:pt x="4222" y="5482"/>
                    <a:pt x="4222" y="5293"/>
                  </a:cubicBezTo>
                  <a:cubicBezTo>
                    <a:pt x="4222" y="5073"/>
                    <a:pt x="4065" y="4915"/>
                    <a:pt x="3876" y="4915"/>
                  </a:cubicBezTo>
                  <a:lnTo>
                    <a:pt x="3497" y="4915"/>
                  </a:lnTo>
                  <a:lnTo>
                    <a:pt x="3497" y="4222"/>
                  </a:lnTo>
                  <a:lnTo>
                    <a:pt x="3876" y="4222"/>
                  </a:lnTo>
                  <a:cubicBezTo>
                    <a:pt x="4065" y="4222"/>
                    <a:pt x="4222" y="4065"/>
                    <a:pt x="4222" y="3876"/>
                  </a:cubicBezTo>
                  <a:cubicBezTo>
                    <a:pt x="4222" y="3655"/>
                    <a:pt x="4065" y="3497"/>
                    <a:pt x="3876" y="3497"/>
                  </a:cubicBezTo>
                  <a:lnTo>
                    <a:pt x="3497" y="3497"/>
                  </a:lnTo>
                  <a:lnTo>
                    <a:pt x="3497" y="2804"/>
                  </a:lnTo>
                  <a:lnTo>
                    <a:pt x="3876" y="2804"/>
                  </a:lnTo>
                  <a:cubicBezTo>
                    <a:pt x="4065" y="2804"/>
                    <a:pt x="4222" y="2647"/>
                    <a:pt x="4222" y="2458"/>
                  </a:cubicBezTo>
                  <a:cubicBezTo>
                    <a:pt x="4222" y="2237"/>
                    <a:pt x="4065" y="2080"/>
                    <a:pt x="3876" y="2080"/>
                  </a:cubicBezTo>
                  <a:lnTo>
                    <a:pt x="3497" y="2080"/>
                  </a:lnTo>
                  <a:cubicBezTo>
                    <a:pt x="3497" y="1418"/>
                    <a:pt x="3088" y="914"/>
                    <a:pt x="2458" y="757"/>
                  </a:cubicBezTo>
                  <a:lnTo>
                    <a:pt x="2458" y="347"/>
                  </a:lnTo>
                  <a:cubicBezTo>
                    <a:pt x="2458" y="158"/>
                    <a:pt x="2300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3" name="Google Shape;7683;p84"/>
            <p:cNvSpPr/>
            <p:nvPr/>
          </p:nvSpPr>
          <p:spPr>
            <a:xfrm>
              <a:off x="-48192100" y="4184225"/>
              <a:ext cx="163850" cy="54375"/>
            </a:xfrm>
            <a:custGeom>
              <a:avLst/>
              <a:gdLst/>
              <a:ahLst/>
              <a:cxnLst/>
              <a:rect l="l" t="t" r="r" b="b"/>
              <a:pathLst>
                <a:path w="6554" h="2175" extrusionOk="0">
                  <a:moveTo>
                    <a:pt x="0" y="1"/>
                  </a:moveTo>
                  <a:lnTo>
                    <a:pt x="442" y="1891"/>
                  </a:lnTo>
                  <a:cubicBezTo>
                    <a:pt x="473" y="2049"/>
                    <a:pt x="631" y="2175"/>
                    <a:pt x="788" y="2175"/>
                  </a:cubicBezTo>
                  <a:lnTo>
                    <a:pt x="5703" y="2175"/>
                  </a:lnTo>
                  <a:cubicBezTo>
                    <a:pt x="5860" y="2175"/>
                    <a:pt x="6018" y="2049"/>
                    <a:pt x="6081" y="1891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4" name="Google Shape;7684;p84"/>
            <p:cNvSpPr/>
            <p:nvPr/>
          </p:nvSpPr>
          <p:spPr>
            <a:xfrm>
              <a:off x="-48216525" y="4131475"/>
              <a:ext cx="211900" cy="34675"/>
            </a:xfrm>
            <a:custGeom>
              <a:avLst/>
              <a:gdLst/>
              <a:ahLst/>
              <a:cxnLst/>
              <a:rect l="l" t="t" r="r" b="b"/>
              <a:pathLst>
                <a:path w="8476" h="1387" extrusionOk="0">
                  <a:moveTo>
                    <a:pt x="347" y="0"/>
                  </a:moveTo>
                  <a:cubicBezTo>
                    <a:pt x="158" y="0"/>
                    <a:pt x="1" y="126"/>
                    <a:pt x="1" y="347"/>
                  </a:cubicBezTo>
                  <a:cubicBezTo>
                    <a:pt x="1" y="914"/>
                    <a:pt x="473" y="1386"/>
                    <a:pt x="1072" y="1386"/>
                  </a:cubicBezTo>
                  <a:lnTo>
                    <a:pt x="7405" y="1386"/>
                  </a:lnTo>
                  <a:cubicBezTo>
                    <a:pt x="8003" y="1386"/>
                    <a:pt x="8476" y="914"/>
                    <a:pt x="8476" y="347"/>
                  </a:cubicBez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5" name="Google Shape;7685;p84"/>
            <p:cNvSpPr/>
            <p:nvPr/>
          </p:nvSpPr>
          <p:spPr>
            <a:xfrm>
              <a:off x="-48113350" y="3936125"/>
              <a:ext cx="98475" cy="178025"/>
            </a:xfrm>
            <a:custGeom>
              <a:avLst/>
              <a:gdLst/>
              <a:ahLst/>
              <a:cxnLst/>
              <a:rect l="l" t="t" r="r" b="b"/>
              <a:pathLst>
                <a:path w="3939" h="7121" extrusionOk="0">
                  <a:moveTo>
                    <a:pt x="1860" y="2175"/>
                  </a:moveTo>
                  <a:cubicBezTo>
                    <a:pt x="2049" y="2175"/>
                    <a:pt x="2206" y="2332"/>
                    <a:pt x="2206" y="2521"/>
                  </a:cubicBezTo>
                  <a:lnTo>
                    <a:pt x="2206" y="3246"/>
                  </a:lnTo>
                  <a:cubicBezTo>
                    <a:pt x="2206" y="3435"/>
                    <a:pt x="2049" y="3592"/>
                    <a:pt x="1860" y="3592"/>
                  </a:cubicBezTo>
                  <a:cubicBezTo>
                    <a:pt x="1671" y="3592"/>
                    <a:pt x="1513" y="3435"/>
                    <a:pt x="1513" y="3246"/>
                  </a:cubicBezTo>
                  <a:lnTo>
                    <a:pt x="1513" y="2521"/>
                  </a:lnTo>
                  <a:cubicBezTo>
                    <a:pt x="1513" y="2332"/>
                    <a:pt x="1671" y="2175"/>
                    <a:pt x="1860" y="2175"/>
                  </a:cubicBezTo>
                  <a:close/>
                  <a:moveTo>
                    <a:pt x="1860" y="4285"/>
                  </a:moveTo>
                  <a:cubicBezTo>
                    <a:pt x="2049" y="4285"/>
                    <a:pt x="2206" y="4443"/>
                    <a:pt x="2206" y="4632"/>
                  </a:cubicBezTo>
                  <a:lnTo>
                    <a:pt x="2206" y="5357"/>
                  </a:lnTo>
                  <a:cubicBezTo>
                    <a:pt x="2206" y="5546"/>
                    <a:pt x="2049" y="5703"/>
                    <a:pt x="1860" y="5703"/>
                  </a:cubicBezTo>
                  <a:cubicBezTo>
                    <a:pt x="1671" y="5703"/>
                    <a:pt x="1513" y="5546"/>
                    <a:pt x="1513" y="5357"/>
                  </a:cubicBezTo>
                  <a:lnTo>
                    <a:pt x="1513" y="4632"/>
                  </a:lnTo>
                  <a:cubicBezTo>
                    <a:pt x="1513" y="4443"/>
                    <a:pt x="1671" y="4285"/>
                    <a:pt x="1860" y="4285"/>
                  </a:cubicBezTo>
                  <a:close/>
                  <a:moveTo>
                    <a:pt x="1860" y="1"/>
                  </a:moveTo>
                  <a:cubicBezTo>
                    <a:pt x="1671" y="1"/>
                    <a:pt x="1513" y="158"/>
                    <a:pt x="1513" y="347"/>
                  </a:cubicBezTo>
                  <a:lnTo>
                    <a:pt x="1513" y="757"/>
                  </a:lnTo>
                  <a:cubicBezTo>
                    <a:pt x="1324" y="788"/>
                    <a:pt x="1104" y="914"/>
                    <a:pt x="946" y="1072"/>
                  </a:cubicBezTo>
                  <a:lnTo>
                    <a:pt x="631" y="757"/>
                  </a:lnTo>
                  <a:cubicBezTo>
                    <a:pt x="584" y="694"/>
                    <a:pt x="497" y="662"/>
                    <a:pt x="403" y="662"/>
                  </a:cubicBezTo>
                  <a:cubicBezTo>
                    <a:pt x="308" y="662"/>
                    <a:pt x="206" y="694"/>
                    <a:pt x="127" y="757"/>
                  </a:cubicBezTo>
                  <a:cubicBezTo>
                    <a:pt x="1" y="883"/>
                    <a:pt x="1" y="1104"/>
                    <a:pt x="127" y="1261"/>
                  </a:cubicBezTo>
                  <a:lnTo>
                    <a:pt x="505" y="1702"/>
                  </a:lnTo>
                  <a:cubicBezTo>
                    <a:pt x="474" y="1860"/>
                    <a:pt x="442" y="2017"/>
                    <a:pt x="442" y="2175"/>
                  </a:cubicBezTo>
                  <a:lnTo>
                    <a:pt x="442" y="2238"/>
                  </a:lnTo>
                  <a:cubicBezTo>
                    <a:pt x="820" y="2395"/>
                    <a:pt x="1135" y="2742"/>
                    <a:pt x="1135" y="3214"/>
                  </a:cubicBezTo>
                  <a:cubicBezTo>
                    <a:pt x="1135" y="3498"/>
                    <a:pt x="1041" y="3750"/>
                    <a:pt x="883" y="3939"/>
                  </a:cubicBezTo>
                  <a:cubicBezTo>
                    <a:pt x="1041" y="4128"/>
                    <a:pt x="1135" y="4380"/>
                    <a:pt x="1135" y="4632"/>
                  </a:cubicBezTo>
                  <a:cubicBezTo>
                    <a:pt x="1135" y="4916"/>
                    <a:pt x="1041" y="5168"/>
                    <a:pt x="883" y="5357"/>
                  </a:cubicBezTo>
                  <a:cubicBezTo>
                    <a:pt x="1041" y="5546"/>
                    <a:pt x="1135" y="5798"/>
                    <a:pt x="1135" y="6081"/>
                  </a:cubicBezTo>
                  <a:cubicBezTo>
                    <a:pt x="1135" y="6554"/>
                    <a:pt x="883" y="6932"/>
                    <a:pt x="442" y="7058"/>
                  </a:cubicBezTo>
                  <a:lnTo>
                    <a:pt x="442" y="7121"/>
                  </a:lnTo>
                  <a:lnTo>
                    <a:pt x="3246" y="7121"/>
                  </a:lnTo>
                  <a:lnTo>
                    <a:pt x="3246" y="5703"/>
                  </a:lnTo>
                  <a:lnTo>
                    <a:pt x="3593" y="5703"/>
                  </a:lnTo>
                  <a:cubicBezTo>
                    <a:pt x="3782" y="5703"/>
                    <a:pt x="3939" y="5546"/>
                    <a:pt x="3939" y="5357"/>
                  </a:cubicBezTo>
                  <a:cubicBezTo>
                    <a:pt x="3939" y="5168"/>
                    <a:pt x="3782" y="5010"/>
                    <a:pt x="3593" y="5010"/>
                  </a:cubicBezTo>
                  <a:lnTo>
                    <a:pt x="3246" y="5010"/>
                  </a:lnTo>
                  <a:lnTo>
                    <a:pt x="3246" y="4285"/>
                  </a:lnTo>
                  <a:lnTo>
                    <a:pt x="3593" y="4285"/>
                  </a:lnTo>
                  <a:cubicBezTo>
                    <a:pt x="3782" y="4285"/>
                    <a:pt x="3939" y="4128"/>
                    <a:pt x="3939" y="3939"/>
                  </a:cubicBezTo>
                  <a:cubicBezTo>
                    <a:pt x="3939" y="3750"/>
                    <a:pt x="3782" y="3592"/>
                    <a:pt x="3593" y="3592"/>
                  </a:cubicBezTo>
                  <a:lnTo>
                    <a:pt x="3246" y="3592"/>
                  </a:lnTo>
                  <a:lnTo>
                    <a:pt x="3246" y="2868"/>
                  </a:lnTo>
                  <a:lnTo>
                    <a:pt x="3593" y="2868"/>
                  </a:lnTo>
                  <a:cubicBezTo>
                    <a:pt x="3782" y="2868"/>
                    <a:pt x="3939" y="2710"/>
                    <a:pt x="3939" y="2521"/>
                  </a:cubicBezTo>
                  <a:cubicBezTo>
                    <a:pt x="3939" y="2332"/>
                    <a:pt x="3782" y="2175"/>
                    <a:pt x="3593" y="2175"/>
                  </a:cubicBezTo>
                  <a:lnTo>
                    <a:pt x="3246" y="2175"/>
                  </a:lnTo>
                  <a:cubicBezTo>
                    <a:pt x="3246" y="2017"/>
                    <a:pt x="3183" y="1860"/>
                    <a:pt x="3151" y="1702"/>
                  </a:cubicBezTo>
                  <a:lnTo>
                    <a:pt x="3593" y="1261"/>
                  </a:lnTo>
                  <a:cubicBezTo>
                    <a:pt x="3719" y="1135"/>
                    <a:pt x="3719" y="914"/>
                    <a:pt x="3593" y="757"/>
                  </a:cubicBezTo>
                  <a:cubicBezTo>
                    <a:pt x="3530" y="694"/>
                    <a:pt x="3443" y="662"/>
                    <a:pt x="3352" y="662"/>
                  </a:cubicBezTo>
                  <a:cubicBezTo>
                    <a:pt x="3262" y="662"/>
                    <a:pt x="3167" y="694"/>
                    <a:pt x="3088" y="757"/>
                  </a:cubicBezTo>
                  <a:lnTo>
                    <a:pt x="2773" y="1072"/>
                  </a:lnTo>
                  <a:cubicBezTo>
                    <a:pt x="2616" y="946"/>
                    <a:pt x="2427" y="820"/>
                    <a:pt x="2206" y="757"/>
                  </a:cubicBezTo>
                  <a:lnTo>
                    <a:pt x="2206" y="347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6" name="Google Shape;7686;p84"/>
          <p:cNvGrpSpPr/>
          <p:nvPr/>
        </p:nvGrpSpPr>
        <p:grpSpPr>
          <a:xfrm>
            <a:off x="2205866" y="2905661"/>
            <a:ext cx="355258" cy="355288"/>
            <a:chOff x="-46410500" y="3201275"/>
            <a:chExt cx="300100" cy="300125"/>
          </a:xfrm>
        </p:grpSpPr>
        <p:sp>
          <p:nvSpPr>
            <p:cNvPr id="7687" name="Google Shape;7687;p84"/>
            <p:cNvSpPr/>
            <p:nvPr/>
          </p:nvSpPr>
          <p:spPr>
            <a:xfrm>
              <a:off x="-46358500" y="3201275"/>
              <a:ext cx="37825" cy="87450"/>
            </a:xfrm>
            <a:custGeom>
              <a:avLst/>
              <a:gdLst/>
              <a:ahLst/>
              <a:cxnLst/>
              <a:rect l="l" t="t" r="r" b="b"/>
              <a:pathLst>
                <a:path w="1513" h="3498" extrusionOk="0">
                  <a:moveTo>
                    <a:pt x="768" y="1"/>
                  </a:moveTo>
                  <a:cubicBezTo>
                    <a:pt x="677" y="1"/>
                    <a:pt x="583" y="32"/>
                    <a:pt x="504" y="95"/>
                  </a:cubicBezTo>
                  <a:cubicBezTo>
                    <a:pt x="0" y="599"/>
                    <a:pt x="0" y="1482"/>
                    <a:pt x="504" y="1986"/>
                  </a:cubicBezTo>
                  <a:cubicBezTo>
                    <a:pt x="725" y="2238"/>
                    <a:pt x="725" y="2616"/>
                    <a:pt x="504" y="2899"/>
                  </a:cubicBezTo>
                  <a:cubicBezTo>
                    <a:pt x="378" y="3025"/>
                    <a:pt x="378" y="3246"/>
                    <a:pt x="504" y="3403"/>
                  </a:cubicBezTo>
                  <a:cubicBezTo>
                    <a:pt x="567" y="3466"/>
                    <a:pt x="654" y="3498"/>
                    <a:pt x="744" y="3498"/>
                  </a:cubicBezTo>
                  <a:cubicBezTo>
                    <a:pt x="835" y="3498"/>
                    <a:pt x="929" y="3466"/>
                    <a:pt x="1008" y="3403"/>
                  </a:cubicBezTo>
                  <a:cubicBezTo>
                    <a:pt x="1512" y="2899"/>
                    <a:pt x="1512" y="2017"/>
                    <a:pt x="1008" y="1513"/>
                  </a:cubicBezTo>
                  <a:cubicBezTo>
                    <a:pt x="788" y="1293"/>
                    <a:pt x="788" y="851"/>
                    <a:pt x="1008" y="599"/>
                  </a:cubicBezTo>
                  <a:cubicBezTo>
                    <a:pt x="1134" y="505"/>
                    <a:pt x="1134" y="253"/>
                    <a:pt x="1008" y="95"/>
                  </a:cubicBezTo>
                  <a:cubicBezTo>
                    <a:pt x="945" y="32"/>
                    <a:pt x="859" y="1"/>
                    <a:pt x="7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8" name="Google Shape;7688;p84"/>
            <p:cNvSpPr/>
            <p:nvPr/>
          </p:nvSpPr>
          <p:spPr>
            <a:xfrm>
              <a:off x="-46307325" y="3201275"/>
              <a:ext cx="38625" cy="88250"/>
            </a:xfrm>
            <a:custGeom>
              <a:avLst/>
              <a:gdLst/>
              <a:ahLst/>
              <a:cxnLst/>
              <a:rect l="l" t="t" r="r" b="b"/>
              <a:pathLst>
                <a:path w="1545" h="3530" extrusionOk="0">
                  <a:moveTo>
                    <a:pt x="781" y="1"/>
                  </a:moveTo>
                  <a:cubicBezTo>
                    <a:pt x="686" y="1"/>
                    <a:pt x="584" y="32"/>
                    <a:pt x="505" y="95"/>
                  </a:cubicBezTo>
                  <a:cubicBezTo>
                    <a:pt x="1" y="599"/>
                    <a:pt x="1" y="1482"/>
                    <a:pt x="505" y="1986"/>
                  </a:cubicBezTo>
                  <a:cubicBezTo>
                    <a:pt x="788" y="2238"/>
                    <a:pt x="788" y="2616"/>
                    <a:pt x="536" y="2899"/>
                  </a:cubicBezTo>
                  <a:cubicBezTo>
                    <a:pt x="410" y="3025"/>
                    <a:pt x="410" y="3246"/>
                    <a:pt x="536" y="3403"/>
                  </a:cubicBezTo>
                  <a:cubicBezTo>
                    <a:pt x="631" y="3498"/>
                    <a:pt x="694" y="3529"/>
                    <a:pt x="788" y="3529"/>
                  </a:cubicBezTo>
                  <a:cubicBezTo>
                    <a:pt x="851" y="3529"/>
                    <a:pt x="978" y="3498"/>
                    <a:pt x="1009" y="3403"/>
                  </a:cubicBezTo>
                  <a:cubicBezTo>
                    <a:pt x="1545" y="2899"/>
                    <a:pt x="1545" y="2017"/>
                    <a:pt x="1009" y="1513"/>
                  </a:cubicBezTo>
                  <a:cubicBezTo>
                    <a:pt x="788" y="1293"/>
                    <a:pt x="788" y="851"/>
                    <a:pt x="1009" y="599"/>
                  </a:cubicBezTo>
                  <a:cubicBezTo>
                    <a:pt x="1135" y="505"/>
                    <a:pt x="1135" y="253"/>
                    <a:pt x="1009" y="95"/>
                  </a:cubicBezTo>
                  <a:cubicBezTo>
                    <a:pt x="962" y="32"/>
                    <a:pt x="875" y="1"/>
                    <a:pt x="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9" name="Google Shape;7689;p84"/>
            <p:cNvSpPr/>
            <p:nvPr/>
          </p:nvSpPr>
          <p:spPr>
            <a:xfrm>
              <a:off x="-46253750" y="3201275"/>
              <a:ext cx="38600" cy="87450"/>
            </a:xfrm>
            <a:custGeom>
              <a:avLst/>
              <a:gdLst/>
              <a:ahLst/>
              <a:cxnLst/>
              <a:rect l="l" t="t" r="r" b="b"/>
              <a:pathLst>
                <a:path w="1544" h="3498" extrusionOk="0">
                  <a:moveTo>
                    <a:pt x="800" y="1"/>
                  </a:moveTo>
                  <a:cubicBezTo>
                    <a:pt x="709" y="1"/>
                    <a:pt x="615" y="32"/>
                    <a:pt x="536" y="95"/>
                  </a:cubicBezTo>
                  <a:cubicBezTo>
                    <a:pt x="0" y="599"/>
                    <a:pt x="0" y="1482"/>
                    <a:pt x="536" y="1986"/>
                  </a:cubicBezTo>
                  <a:cubicBezTo>
                    <a:pt x="756" y="2238"/>
                    <a:pt x="756" y="2616"/>
                    <a:pt x="536" y="2899"/>
                  </a:cubicBezTo>
                  <a:cubicBezTo>
                    <a:pt x="410" y="3025"/>
                    <a:pt x="410" y="3246"/>
                    <a:pt x="536" y="3403"/>
                  </a:cubicBezTo>
                  <a:cubicBezTo>
                    <a:pt x="599" y="3466"/>
                    <a:pt x="685" y="3498"/>
                    <a:pt x="776" y="3498"/>
                  </a:cubicBezTo>
                  <a:cubicBezTo>
                    <a:pt x="867" y="3498"/>
                    <a:pt x="961" y="3466"/>
                    <a:pt x="1040" y="3403"/>
                  </a:cubicBezTo>
                  <a:cubicBezTo>
                    <a:pt x="1544" y="2899"/>
                    <a:pt x="1544" y="2017"/>
                    <a:pt x="1040" y="1513"/>
                  </a:cubicBezTo>
                  <a:cubicBezTo>
                    <a:pt x="788" y="1293"/>
                    <a:pt x="788" y="851"/>
                    <a:pt x="1040" y="599"/>
                  </a:cubicBezTo>
                  <a:cubicBezTo>
                    <a:pt x="1166" y="505"/>
                    <a:pt x="1166" y="253"/>
                    <a:pt x="1040" y="95"/>
                  </a:cubicBezTo>
                  <a:cubicBezTo>
                    <a:pt x="977" y="32"/>
                    <a:pt x="890" y="1"/>
                    <a:pt x="80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0" name="Google Shape;7690;p84"/>
            <p:cNvSpPr/>
            <p:nvPr/>
          </p:nvSpPr>
          <p:spPr>
            <a:xfrm>
              <a:off x="-46410500" y="3306025"/>
              <a:ext cx="300100" cy="141025"/>
            </a:xfrm>
            <a:custGeom>
              <a:avLst/>
              <a:gdLst/>
              <a:ahLst/>
              <a:cxnLst/>
              <a:rect l="l" t="t" r="r" b="b"/>
              <a:pathLst>
                <a:path w="12004" h="5641" extrusionOk="0">
                  <a:moveTo>
                    <a:pt x="10933" y="1419"/>
                  </a:moveTo>
                  <a:cubicBezTo>
                    <a:pt x="11122" y="1419"/>
                    <a:pt x="11279" y="1576"/>
                    <a:pt x="11279" y="1765"/>
                  </a:cubicBezTo>
                  <a:cubicBezTo>
                    <a:pt x="11248" y="3057"/>
                    <a:pt x="10208" y="4128"/>
                    <a:pt x="8980" y="4223"/>
                  </a:cubicBezTo>
                  <a:cubicBezTo>
                    <a:pt x="9389" y="3404"/>
                    <a:pt x="9673" y="2458"/>
                    <a:pt x="9799" y="1419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2458"/>
                    <a:pt x="694" y="4412"/>
                    <a:pt x="1923" y="5640"/>
                  </a:cubicBezTo>
                  <a:lnTo>
                    <a:pt x="7971" y="5640"/>
                  </a:lnTo>
                  <a:cubicBezTo>
                    <a:pt x="8192" y="5420"/>
                    <a:pt x="8381" y="5168"/>
                    <a:pt x="8539" y="4916"/>
                  </a:cubicBezTo>
                  <a:lnTo>
                    <a:pt x="8854" y="4916"/>
                  </a:lnTo>
                  <a:cubicBezTo>
                    <a:pt x="10586" y="4916"/>
                    <a:pt x="12004" y="3498"/>
                    <a:pt x="12004" y="1765"/>
                  </a:cubicBezTo>
                  <a:cubicBezTo>
                    <a:pt x="11941" y="1198"/>
                    <a:pt x="11469" y="726"/>
                    <a:pt x="10933" y="726"/>
                  </a:cubicBezTo>
                  <a:lnTo>
                    <a:pt x="9862" y="726"/>
                  </a:lnTo>
                  <a:lnTo>
                    <a:pt x="9862" y="348"/>
                  </a:lnTo>
                  <a:cubicBezTo>
                    <a:pt x="9862" y="159"/>
                    <a:pt x="9704" y="1"/>
                    <a:pt x="95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1" name="Google Shape;7691;p84"/>
            <p:cNvSpPr/>
            <p:nvPr/>
          </p:nvSpPr>
          <p:spPr>
            <a:xfrm>
              <a:off x="-46401050" y="3465925"/>
              <a:ext cx="226075" cy="35475"/>
            </a:xfrm>
            <a:custGeom>
              <a:avLst/>
              <a:gdLst/>
              <a:ahLst/>
              <a:cxnLst/>
              <a:rect l="l" t="t" r="r" b="b"/>
              <a:pathLst>
                <a:path w="9043" h="1419" extrusionOk="0">
                  <a:moveTo>
                    <a:pt x="473" y="0"/>
                  </a:moveTo>
                  <a:cubicBezTo>
                    <a:pt x="158" y="0"/>
                    <a:pt x="1" y="379"/>
                    <a:pt x="221" y="631"/>
                  </a:cubicBezTo>
                  <a:cubicBezTo>
                    <a:pt x="757" y="1135"/>
                    <a:pt x="1450" y="1418"/>
                    <a:pt x="2206" y="1418"/>
                  </a:cubicBezTo>
                  <a:lnTo>
                    <a:pt x="6837" y="1418"/>
                  </a:lnTo>
                  <a:cubicBezTo>
                    <a:pt x="7593" y="1418"/>
                    <a:pt x="8318" y="1135"/>
                    <a:pt x="8822" y="631"/>
                  </a:cubicBezTo>
                  <a:cubicBezTo>
                    <a:pt x="9043" y="379"/>
                    <a:pt x="8948" y="0"/>
                    <a:pt x="86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2" name="Google Shape;7692;p84"/>
          <p:cNvGrpSpPr/>
          <p:nvPr/>
        </p:nvGrpSpPr>
        <p:grpSpPr>
          <a:xfrm>
            <a:off x="2205866" y="3341092"/>
            <a:ext cx="355258" cy="356205"/>
            <a:chOff x="-46409700" y="3569100"/>
            <a:chExt cx="300100" cy="300900"/>
          </a:xfrm>
        </p:grpSpPr>
        <p:sp>
          <p:nvSpPr>
            <p:cNvPr id="7693" name="Google Shape;7693;p84"/>
            <p:cNvSpPr/>
            <p:nvPr/>
          </p:nvSpPr>
          <p:spPr>
            <a:xfrm>
              <a:off x="-46234850" y="3569100"/>
              <a:ext cx="18125" cy="52800"/>
            </a:xfrm>
            <a:custGeom>
              <a:avLst/>
              <a:gdLst/>
              <a:ahLst/>
              <a:cxnLst/>
              <a:rect l="l" t="t" r="r" b="b"/>
              <a:pathLst>
                <a:path w="725" h="2112" extrusionOk="0">
                  <a:moveTo>
                    <a:pt x="0" y="1"/>
                  </a:moveTo>
                  <a:lnTo>
                    <a:pt x="0" y="2111"/>
                  </a:lnTo>
                  <a:lnTo>
                    <a:pt x="725" y="2111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4" name="Google Shape;7694;p84"/>
            <p:cNvSpPr/>
            <p:nvPr/>
          </p:nvSpPr>
          <p:spPr>
            <a:xfrm>
              <a:off x="-46270300" y="3745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5" name="Google Shape;7695;p84"/>
            <p:cNvSpPr/>
            <p:nvPr/>
          </p:nvSpPr>
          <p:spPr>
            <a:xfrm>
              <a:off x="-46305750" y="3710875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662"/>
                  </a:moveTo>
                  <a:cubicBezTo>
                    <a:pt x="2364" y="662"/>
                    <a:pt x="2836" y="1135"/>
                    <a:pt x="2836" y="1733"/>
                  </a:cubicBezTo>
                  <a:cubicBezTo>
                    <a:pt x="2836" y="2332"/>
                    <a:pt x="2364" y="2804"/>
                    <a:pt x="1765" y="2804"/>
                  </a:cubicBezTo>
                  <a:cubicBezTo>
                    <a:pt x="1198" y="2804"/>
                    <a:pt x="725" y="2332"/>
                    <a:pt x="725" y="1733"/>
                  </a:cubicBezTo>
                  <a:cubicBezTo>
                    <a:pt x="725" y="1135"/>
                    <a:pt x="1198" y="662"/>
                    <a:pt x="1765" y="662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cubicBezTo>
                    <a:pt x="1" y="2741"/>
                    <a:pt x="788" y="3529"/>
                    <a:pt x="1765" y="3529"/>
                  </a:cubicBezTo>
                  <a:cubicBezTo>
                    <a:pt x="2773" y="3529"/>
                    <a:pt x="3561" y="2741"/>
                    <a:pt x="3561" y="1765"/>
                  </a:cubicBezTo>
                  <a:cubicBezTo>
                    <a:pt x="3561" y="788"/>
                    <a:pt x="2773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6" name="Google Shape;7696;p84"/>
            <p:cNvSpPr/>
            <p:nvPr/>
          </p:nvSpPr>
          <p:spPr>
            <a:xfrm>
              <a:off x="-46409700" y="3569900"/>
              <a:ext cx="300100" cy="300100"/>
            </a:xfrm>
            <a:custGeom>
              <a:avLst/>
              <a:gdLst/>
              <a:ahLst/>
              <a:cxnLst/>
              <a:rect l="l" t="t" r="r" b="b"/>
              <a:pathLst>
                <a:path w="12004" h="12004" extrusionOk="0">
                  <a:moveTo>
                    <a:pt x="5923" y="4978"/>
                  </a:moveTo>
                  <a:cubicBezTo>
                    <a:pt x="7278" y="4978"/>
                    <a:pt x="8381" y="6081"/>
                    <a:pt x="8381" y="7404"/>
                  </a:cubicBezTo>
                  <a:cubicBezTo>
                    <a:pt x="8412" y="8758"/>
                    <a:pt x="7309" y="9830"/>
                    <a:pt x="5923" y="9830"/>
                  </a:cubicBezTo>
                  <a:cubicBezTo>
                    <a:pt x="4600" y="9830"/>
                    <a:pt x="3497" y="8727"/>
                    <a:pt x="3497" y="7404"/>
                  </a:cubicBezTo>
                  <a:cubicBezTo>
                    <a:pt x="3497" y="6081"/>
                    <a:pt x="4600" y="4978"/>
                    <a:pt x="5923" y="4978"/>
                  </a:cubicBezTo>
                  <a:close/>
                  <a:moveTo>
                    <a:pt x="2426" y="9861"/>
                  </a:moveTo>
                  <a:cubicBezTo>
                    <a:pt x="2647" y="9861"/>
                    <a:pt x="2773" y="10019"/>
                    <a:pt x="2773" y="10208"/>
                  </a:cubicBezTo>
                  <a:cubicBezTo>
                    <a:pt x="2773" y="10397"/>
                    <a:pt x="2647" y="10554"/>
                    <a:pt x="2426" y="10554"/>
                  </a:cubicBezTo>
                  <a:lnTo>
                    <a:pt x="1733" y="10554"/>
                  </a:lnTo>
                  <a:cubicBezTo>
                    <a:pt x="1512" y="10554"/>
                    <a:pt x="1386" y="10397"/>
                    <a:pt x="1386" y="10208"/>
                  </a:cubicBezTo>
                  <a:cubicBezTo>
                    <a:pt x="1386" y="10019"/>
                    <a:pt x="1512" y="9861"/>
                    <a:pt x="1733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1657"/>
                  </a:lnTo>
                  <a:cubicBezTo>
                    <a:pt x="0" y="11846"/>
                    <a:pt x="158" y="12003"/>
                    <a:pt x="347" y="12003"/>
                  </a:cubicBezTo>
                  <a:lnTo>
                    <a:pt x="11657" y="12003"/>
                  </a:lnTo>
                  <a:cubicBezTo>
                    <a:pt x="11846" y="12003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09" y="2331"/>
                    <a:pt x="11878" y="2237"/>
                    <a:pt x="11846" y="2205"/>
                  </a:cubicBezTo>
                  <a:lnTo>
                    <a:pt x="9830" y="189"/>
                  </a:lnTo>
                  <a:lnTo>
                    <a:pt x="9830" y="3875"/>
                  </a:lnTo>
                  <a:cubicBezTo>
                    <a:pt x="9830" y="4064"/>
                    <a:pt x="9672" y="4222"/>
                    <a:pt x="9483" y="4222"/>
                  </a:cubicBezTo>
                  <a:lnTo>
                    <a:pt x="2458" y="4222"/>
                  </a:lnTo>
                  <a:cubicBezTo>
                    <a:pt x="2269" y="4222"/>
                    <a:pt x="2111" y="4064"/>
                    <a:pt x="2111" y="3875"/>
                  </a:cubicBezTo>
                  <a:lnTo>
                    <a:pt x="21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7" name="Google Shape;7697;p84"/>
            <p:cNvSpPr/>
            <p:nvPr/>
          </p:nvSpPr>
          <p:spPr>
            <a:xfrm>
              <a:off x="-46341175" y="3569100"/>
              <a:ext cx="159125" cy="87450"/>
            </a:xfrm>
            <a:custGeom>
              <a:avLst/>
              <a:gdLst/>
              <a:ahLst/>
              <a:cxnLst/>
              <a:rect l="l" t="t" r="r" b="b"/>
              <a:pathLst>
                <a:path w="636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6364" y="3498"/>
                  </a:lnTo>
                  <a:lnTo>
                    <a:pt x="6364" y="1"/>
                  </a:lnTo>
                  <a:lnTo>
                    <a:pt x="5640" y="1"/>
                  </a:lnTo>
                  <a:lnTo>
                    <a:pt x="5640" y="2426"/>
                  </a:lnTo>
                  <a:cubicBezTo>
                    <a:pt x="5640" y="2647"/>
                    <a:pt x="5482" y="2773"/>
                    <a:pt x="5293" y="2773"/>
                  </a:cubicBezTo>
                  <a:lnTo>
                    <a:pt x="3875" y="2773"/>
                  </a:lnTo>
                  <a:cubicBezTo>
                    <a:pt x="3655" y="2773"/>
                    <a:pt x="3497" y="2647"/>
                    <a:pt x="3497" y="2426"/>
                  </a:cubicBezTo>
                  <a:lnTo>
                    <a:pt x="349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8" name="Google Shape;7698;p84"/>
          <p:cNvGrpSpPr/>
          <p:nvPr/>
        </p:nvGrpSpPr>
        <p:grpSpPr>
          <a:xfrm>
            <a:off x="2193747" y="3776524"/>
            <a:ext cx="379497" cy="358070"/>
            <a:chOff x="-46422300" y="3936925"/>
            <a:chExt cx="320575" cy="302475"/>
          </a:xfrm>
        </p:grpSpPr>
        <p:sp>
          <p:nvSpPr>
            <p:cNvPr id="7699" name="Google Shape;7699;p84"/>
            <p:cNvSpPr/>
            <p:nvPr/>
          </p:nvSpPr>
          <p:spPr>
            <a:xfrm>
              <a:off x="-46254550" y="3936925"/>
              <a:ext cx="152825" cy="300900"/>
            </a:xfrm>
            <a:custGeom>
              <a:avLst/>
              <a:gdLst/>
              <a:ahLst/>
              <a:cxnLst/>
              <a:rect l="l" t="t" r="r" b="b"/>
              <a:pathLst>
                <a:path w="6113" h="12036" extrusionOk="0"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lnTo>
                    <a:pt x="1" y="10617"/>
                  </a:lnTo>
                  <a:cubicBezTo>
                    <a:pt x="1" y="11405"/>
                    <a:pt x="631" y="12035"/>
                    <a:pt x="1418" y="12035"/>
                  </a:cubicBezTo>
                  <a:cubicBezTo>
                    <a:pt x="2332" y="12035"/>
                    <a:pt x="3120" y="11405"/>
                    <a:pt x="3403" y="10554"/>
                  </a:cubicBezTo>
                  <a:lnTo>
                    <a:pt x="3403" y="10554"/>
                  </a:lnTo>
                  <a:cubicBezTo>
                    <a:pt x="3309" y="10554"/>
                    <a:pt x="3246" y="10617"/>
                    <a:pt x="3151" y="10617"/>
                  </a:cubicBezTo>
                  <a:cubicBezTo>
                    <a:pt x="2332" y="10617"/>
                    <a:pt x="1513" y="10302"/>
                    <a:pt x="914" y="9672"/>
                  </a:cubicBezTo>
                  <a:cubicBezTo>
                    <a:pt x="788" y="9546"/>
                    <a:pt x="788" y="9294"/>
                    <a:pt x="914" y="9137"/>
                  </a:cubicBezTo>
                  <a:cubicBezTo>
                    <a:pt x="1024" y="9095"/>
                    <a:pt x="1128" y="9072"/>
                    <a:pt x="1221" y="9072"/>
                  </a:cubicBezTo>
                  <a:cubicBezTo>
                    <a:pt x="1341" y="9072"/>
                    <a:pt x="1442" y="9111"/>
                    <a:pt x="1513" y="9200"/>
                  </a:cubicBezTo>
                  <a:cubicBezTo>
                    <a:pt x="1998" y="9685"/>
                    <a:pt x="2614" y="9906"/>
                    <a:pt x="3224" y="9906"/>
                  </a:cubicBezTo>
                  <a:cubicBezTo>
                    <a:pt x="4477" y="9906"/>
                    <a:pt x="5703" y="8971"/>
                    <a:pt x="5703" y="7467"/>
                  </a:cubicBezTo>
                  <a:cubicBezTo>
                    <a:pt x="5703" y="7215"/>
                    <a:pt x="5672" y="6994"/>
                    <a:pt x="5609" y="6742"/>
                  </a:cubicBezTo>
                  <a:cubicBezTo>
                    <a:pt x="5010" y="7372"/>
                    <a:pt x="4191" y="7814"/>
                    <a:pt x="3246" y="7814"/>
                  </a:cubicBezTo>
                  <a:cubicBezTo>
                    <a:pt x="3025" y="7814"/>
                    <a:pt x="2868" y="7656"/>
                    <a:pt x="2868" y="7467"/>
                  </a:cubicBezTo>
                  <a:cubicBezTo>
                    <a:pt x="2868" y="7246"/>
                    <a:pt x="3025" y="7089"/>
                    <a:pt x="3246" y="7089"/>
                  </a:cubicBezTo>
                  <a:cubicBezTo>
                    <a:pt x="4065" y="7089"/>
                    <a:pt x="4821" y="6679"/>
                    <a:pt x="5231" y="6049"/>
                  </a:cubicBezTo>
                  <a:cubicBezTo>
                    <a:pt x="6113" y="4789"/>
                    <a:pt x="5640" y="3088"/>
                    <a:pt x="4254" y="2426"/>
                  </a:cubicBezTo>
                  <a:cubicBezTo>
                    <a:pt x="4128" y="3844"/>
                    <a:pt x="2931" y="4978"/>
                    <a:pt x="1450" y="4978"/>
                  </a:cubicBezTo>
                  <a:cubicBezTo>
                    <a:pt x="1261" y="4978"/>
                    <a:pt x="1103" y="4821"/>
                    <a:pt x="1103" y="4632"/>
                  </a:cubicBezTo>
                  <a:cubicBezTo>
                    <a:pt x="1103" y="4411"/>
                    <a:pt x="1261" y="4253"/>
                    <a:pt x="1450" y="4253"/>
                  </a:cubicBezTo>
                  <a:cubicBezTo>
                    <a:pt x="2616" y="4253"/>
                    <a:pt x="3561" y="3308"/>
                    <a:pt x="3561" y="2174"/>
                  </a:cubicBezTo>
                  <a:lnTo>
                    <a:pt x="3561" y="2143"/>
                  </a:lnTo>
                  <a:cubicBezTo>
                    <a:pt x="3561" y="945"/>
                    <a:pt x="2616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0" name="Google Shape;7700;p84"/>
            <p:cNvSpPr/>
            <p:nvPr/>
          </p:nvSpPr>
          <p:spPr>
            <a:xfrm>
              <a:off x="-46422300" y="3938500"/>
              <a:ext cx="152025" cy="300900"/>
            </a:xfrm>
            <a:custGeom>
              <a:avLst/>
              <a:gdLst/>
              <a:ahLst/>
              <a:cxnLst/>
              <a:rect l="l" t="t" r="r" b="b"/>
              <a:pathLst>
                <a:path w="6081" h="12036" extrusionOk="0">
                  <a:moveTo>
                    <a:pt x="4726" y="0"/>
                  </a:moveTo>
                  <a:cubicBezTo>
                    <a:pt x="3529" y="0"/>
                    <a:pt x="2584" y="977"/>
                    <a:pt x="2584" y="2111"/>
                  </a:cubicBezTo>
                  <a:lnTo>
                    <a:pt x="2584" y="2143"/>
                  </a:lnTo>
                  <a:cubicBezTo>
                    <a:pt x="2584" y="3308"/>
                    <a:pt x="3529" y="4253"/>
                    <a:pt x="4663" y="4253"/>
                  </a:cubicBezTo>
                  <a:cubicBezTo>
                    <a:pt x="4883" y="4253"/>
                    <a:pt x="5041" y="4411"/>
                    <a:pt x="5041" y="4600"/>
                  </a:cubicBezTo>
                  <a:cubicBezTo>
                    <a:pt x="5041" y="4789"/>
                    <a:pt x="4883" y="4947"/>
                    <a:pt x="4663" y="4947"/>
                  </a:cubicBezTo>
                  <a:cubicBezTo>
                    <a:pt x="3214" y="4947"/>
                    <a:pt x="2048" y="3812"/>
                    <a:pt x="1890" y="2395"/>
                  </a:cubicBezTo>
                  <a:cubicBezTo>
                    <a:pt x="441" y="3056"/>
                    <a:pt x="0" y="4758"/>
                    <a:pt x="882" y="6018"/>
                  </a:cubicBezTo>
                  <a:cubicBezTo>
                    <a:pt x="1323" y="6648"/>
                    <a:pt x="2111" y="7057"/>
                    <a:pt x="2930" y="7057"/>
                  </a:cubicBezTo>
                  <a:cubicBezTo>
                    <a:pt x="3151" y="7057"/>
                    <a:pt x="3277" y="7215"/>
                    <a:pt x="3277" y="7435"/>
                  </a:cubicBezTo>
                  <a:cubicBezTo>
                    <a:pt x="3277" y="7625"/>
                    <a:pt x="3151" y="7782"/>
                    <a:pt x="2930" y="7782"/>
                  </a:cubicBezTo>
                  <a:cubicBezTo>
                    <a:pt x="1985" y="7782"/>
                    <a:pt x="1166" y="7341"/>
                    <a:pt x="567" y="6711"/>
                  </a:cubicBezTo>
                  <a:cubicBezTo>
                    <a:pt x="504" y="6963"/>
                    <a:pt x="441" y="7183"/>
                    <a:pt x="441" y="7435"/>
                  </a:cubicBezTo>
                  <a:cubicBezTo>
                    <a:pt x="441" y="8940"/>
                    <a:pt x="1695" y="9874"/>
                    <a:pt x="2958" y="9874"/>
                  </a:cubicBezTo>
                  <a:cubicBezTo>
                    <a:pt x="3572" y="9874"/>
                    <a:pt x="4188" y="9653"/>
                    <a:pt x="4663" y="9168"/>
                  </a:cubicBezTo>
                  <a:cubicBezTo>
                    <a:pt x="4726" y="9105"/>
                    <a:pt x="4813" y="9074"/>
                    <a:pt x="4903" y="9074"/>
                  </a:cubicBezTo>
                  <a:cubicBezTo>
                    <a:pt x="4994" y="9074"/>
                    <a:pt x="5088" y="9105"/>
                    <a:pt x="5167" y="9168"/>
                  </a:cubicBezTo>
                  <a:cubicBezTo>
                    <a:pt x="5293" y="9263"/>
                    <a:pt x="5293" y="9515"/>
                    <a:pt x="5167" y="9672"/>
                  </a:cubicBezTo>
                  <a:cubicBezTo>
                    <a:pt x="4600" y="10271"/>
                    <a:pt x="3812" y="10617"/>
                    <a:pt x="2930" y="10617"/>
                  </a:cubicBezTo>
                  <a:cubicBezTo>
                    <a:pt x="2867" y="10617"/>
                    <a:pt x="2773" y="10617"/>
                    <a:pt x="2710" y="10586"/>
                  </a:cubicBezTo>
                  <a:lnTo>
                    <a:pt x="2710" y="10586"/>
                  </a:lnTo>
                  <a:cubicBezTo>
                    <a:pt x="2962" y="11405"/>
                    <a:pt x="3749" y="12035"/>
                    <a:pt x="4663" y="12035"/>
                  </a:cubicBezTo>
                  <a:cubicBezTo>
                    <a:pt x="5450" y="12035"/>
                    <a:pt x="6081" y="11405"/>
                    <a:pt x="6081" y="10617"/>
                  </a:cubicBezTo>
                  <a:lnTo>
                    <a:pt x="6081" y="1450"/>
                  </a:lnTo>
                  <a:cubicBezTo>
                    <a:pt x="6081" y="599"/>
                    <a:pt x="5450" y="0"/>
                    <a:pt x="47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1" name="Google Shape;7701;p84"/>
          <p:cNvGrpSpPr/>
          <p:nvPr/>
        </p:nvGrpSpPr>
        <p:grpSpPr>
          <a:xfrm>
            <a:off x="3971326" y="3330852"/>
            <a:ext cx="356205" cy="355258"/>
            <a:chOff x="-44914800" y="3560450"/>
            <a:chExt cx="300900" cy="300100"/>
          </a:xfrm>
        </p:grpSpPr>
        <p:sp>
          <p:nvSpPr>
            <p:cNvPr id="7702" name="Google Shape;7702;p84"/>
            <p:cNvSpPr/>
            <p:nvPr/>
          </p:nvSpPr>
          <p:spPr>
            <a:xfrm>
              <a:off x="-44914800" y="3560450"/>
              <a:ext cx="300900" cy="300100"/>
            </a:xfrm>
            <a:custGeom>
              <a:avLst/>
              <a:gdLst/>
              <a:ahLst/>
              <a:cxnLst/>
              <a:rect l="l" t="t" r="r" b="b"/>
              <a:pathLst>
                <a:path w="12036" h="12004" extrusionOk="0">
                  <a:moveTo>
                    <a:pt x="9893" y="1418"/>
                  </a:moveTo>
                  <a:lnTo>
                    <a:pt x="9893" y="1764"/>
                  </a:lnTo>
                  <a:cubicBezTo>
                    <a:pt x="9893" y="1953"/>
                    <a:pt x="10051" y="2111"/>
                    <a:pt x="10240" y="2111"/>
                  </a:cubicBezTo>
                  <a:lnTo>
                    <a:pt x="10618" y="2111"/>
                  </a:lnTo>
                  <a:lnTo>
                    <a:pt x="10618" y="9924"/>
                  </a:lnTo>
                  <a:lnTo>
                    <a:pt x="10240" y="9924"/>
                  </a:lnTo>
                  <a:cubicBezTo>
                    <a:pt x="10051" y="9924"/>
                    <a:pt x="9893" y="10082"/>
                    <a:pt x="9893" y="10271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71"/>
                  </a:lnTo>
                  <a:cubicBezTo>
                    <a:pt x="2143" y="10082"/>
                    <a:pt x="1985" y="9924"/>
                    <a:pt x="1796" y="9924"/>
                  </a:cubicBezTo>
                  <a:lnTo>
                    <a:pt x="1450" y="9924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53"/>
                    <a:pt x="158" y="2111"/>
                    <a:pt x="379" y="2111"/>
                  </a:cubicBezTo>
                  <a:lnTo>
                    <a:pt x="725" y="2111"/>
                  </a:lnTo>
                  <a:lnTo>
                    <a:pt x="725" y="9861"/>
                  </a:lnTo>
                  <a:lnTo>
                    <a:pt x="379" y="9861"/>
                  </a:lnTo>
                  <a:cubicBezTo>
                    <a:pt x="158" y="9861"/>
                    <a:pt x="1" y="10019"/>
                    <a:pt x="1" y="10208"/>
                  </a:cubicBezTo>
                  <a:lnTo>
                    <a:pt x="1" y="11657"/>
                  </a:lnTo>
                  <a:cubicBezTo>
                    <a:pt x="1" y="11846"/>
                    <a:pt x="158" y="12003"/>
                    <a:pt x="379" y="12003"/>
                  </a:cubicBezTo>
                  <a:lnTo>
                    <a:pt x="1796" y="12003"/>
                  </a:lnTo>
                  <a:cubicBezTo>
                    <a:pt x="1985" y="12003"/>
                    <a:pt x="2143" y="11846"/>
                    <a:pt x="2143" y="11657"/>
                  </a:cubicBezTo>
                  <a:lnTo>
                    <a:pt x="2143" y="11279"/>
                  </a:lnTo>
                  <a:lnTo>
                    <a:pt x="9893" y="11279"/>
                  </a:lnTo>
                  <a:lnTo>
                    <a:pt x="9893" y="11657"/>
                  </a:lnTo>
                  <a:cubicBezTo>
                    <a:pt x="9893" y="11846"/>
                    <a:pt x="10051" y="12003"/>
                    <a:pt x="10240" y="12003"/>
                  </a:cubicBezTo>
                  <a:lnTo>
                    <a:pt x="11657" y="12003"/>
                  </a:lnTo>
                  <a:cubicBezTo>
                    <a:pt x="11878" y="12003"/>
                    <a:pt x="12036" y="11846"/>
                    <a:pt x="12036" y="11657"/>
                  </a:cubicBezTo>
                  <a:lnTo>
                    <a:pt x="12036" y="10208"/>
                  </a:lnTo>
                  <a:cubicBezTo>
                    <a:pt x="12036" y="10019"/>
                    <a:pt x="11878" y="9861"/>
                    <a:pt x="11657" y="9861"/>
                  </a:cubicBezTo>
                  <a:lnTo>
                    <a:pt x="11311" y="9861"/>
                  </a:lnTo>
                  <a:lnTo>
                    <a:pt x="11311" y="2111"/>
                  </a:lnTo>
                  <a:lnTo>
                    <a:pt x="11657" y="2111"/>
                  </a:lnTo>
                  <a:cubicBezTo>
                    <a:pt x="11878" y="2111"/>
                    <a:pt x="12036" y="1953"/>
                    <a:pt x="12036" y="1764"/>
                  </a:cubicBezTo>
                  <a:lnTo>
                    <a:pt x="12036" y="347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47"/>
                  </a:cubicBezTo>
                  <a:lnTo>
                    <a:pt x="9893" y="693"/>
                  </a:ln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3" name="Google Shape;7703;p84"/>
            <p:cNvSpPr/>
            <p:nvPr/>
          </p:nvSpPr>
          <p:spPr>
            <a:xfrm>
              <a:off x="-44861250" y="3632100"/>
              <a:ext cx="193800" cy="146525"/>
            </a:xfrm>
            <a:custGeom>
              <a:avLst/>
              <a:gdLst/>
              <a:ahLst/>
              <a:cxnLst/>
              <a:rect l="l" t="t" r="r" b="b"/>
              <a:pathLst>
                <a:path w="7752" h="5861" extrusionOk="0">
                  <a:moveTo>
                    <a:pt x="3845" y="1009"/>
                  </a:moveTo>
                  <a:cubicBezTo>
                    <a:pt x="4443" y="1009"/>
                    <a:pt x="4916" y="1482"/>
                    <a:pt x="4916" y="2080"/>
                  </a:cubicBezTo>
                  <a:cubicBezTo>
                    <a:pt x="4916" y="2679"/>
                    <a:pt x="4443" y="3151"/>
                    <a:pt x="3845" y="3151"/>
                  </a:cubicBezTo>
                  <a:cubicBezTo>
                    <a:pt x="3277" y="3151"/>
                    <a:pt x="2805" y="2679"/>
                    <a:pt x="2805" y="2080"/>
                  </a:cubicBezTo>
                  <a:cubicBezTo>
                    <a:pt x="2805" y="1482"/>
                    <a:pt x="3277" y="1009"/>
                    <a:pt x="3845" y="1009"/>
                  </a:cubicBezTo>
                  <a:close/>
                  <a:moveTo>
                    <a:pt x="348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5829"/>
                  </a:lnTo>
                  <a:lnTo>
                    <a:pt x="2206" y="3624"/>
                  </a:lnTo>
                  <a:cubicBezTo>
                    <a:pt x="2269" y="3561"/>
                    <a:pt x="2356" y="3530"/>
                    <a:pt x="2447" y="3530"/>
                  </a:cubicBezTo>
                  <a:cubicBezTo>
                    <a:pt x="2537" y="3530"/>
                    <a:pt x="2632" y="3561"/>
                    <a:pt x="2710" y="3624"/>
                  </a:cubicBezTo>
                  <a:lnTo>
                    <a:pt x="3939" y="4821"/>
                  </a:lnTo>
                  <a:lnTo>
                    <a:pt x="5042" y="3656"/>
                  </a:lnTo>
                  <a:cubicBezTo>
                    <a:pt x="5136" y="3561"/>
                    <a:pt x="5199" y="3530"/>
                    <a:pt x="5294" y="3530"/>
                  </a:cubicBezTo>
                  <a:cubicBezTo>
                    <a:pt x="5388" y="3530"/>
                    <a:pt x="5483" y="3561"/>
                    <a:pt x="5546" y="3656"/>
                  </a:cubicBezTo>
                  <a:lnTo>
                    <a:pt x="7751" y="5861"/>
                  </a:lnTo>
                  <a:lnTo>
                    <a:pt x="7751" y="379"/>
                  </a:lnTo>
                  <a:cubicBezTo>
                    <a:pt x="7720" y="159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4" name="Google Shape;7704;p84"/>
            <p:cNvSpPr/>
            <p:nvPr/>
          </p:nvSpPr>
          <p:spPr>
            <a:xfrm>
              <a:off x="-44773800" y="3675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5" name="Google Shape;7705;p84"/>
            <p:cNvSpPr/>
            <p:nvPr/>
          </p:nvSpPr>
          <p:spPr>
            <a:xfrm>
              <a:off x="-44750975" y="3741600"/>
              <a:ext cx="70900" cy="48050"/>
            </a:xfrm>
            <a:custGeom>
              <a:avLst/>
              <a:gdLst/>
              <a:ahLst/>
              <a:cxnLst/>
              <a:rect l="l" t="t" r="r" b="b"/>
              <a:pathLst>
                <a:path w="2836" h="1922" extrusionOk="0">
                  <a:moveTo>
                    <a:pt x="883" y="0"/>
                  </a:moveTo>
                  <a:lnTo>
                    <a:pt x="1" y="945"/>
                  </a:lnTo>
                  <a:lnTo>
                    <a:pt x="1009" y="1922"/>
                  </a:lnTo>
                  <a:lnTo>
                    <a:pt x="2836" y="1922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6" name="Google Shape;7706;p84"/>
            <p:cNvSpPr/>
            <p:nvPr/>
          </p:nvSpPr>
          <p:spPr>
            <a:xfrm>
              <a:off x="-44848625" y="3740025"/>
              <a:ext cx="97675" cy="49625"/>
            </a:xfrm>
            <a:custGeom>
              <a:avLst/>
              <a:gdLst/>
              <a:ahLst/>
              <a:cxnLst/>
              <a:rect l="l" t="t" r="r" b="b"/>
              <a:pathLst>
                <a:path w="3907" h="1985" extrusionOk="0">
                  <a:moveTo>
                    <a:pt x="1985" y="0"/>
                  </a:moveTo>
                  <a:lnTo>
                    <a:pt x="0" y="1985"/>
                  </a:lnTo>
                  <a:lnTo>
                    <a:pt x="3907" y="1985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7" name="Google Shape;7707;p84"/>
          <p:cNvGrpSpPr/>
          <p:nvPr/>
        </p:nvGrpSpPr>
        <p:grpSpPr>
          <a:xfrm>
            <a:off x="1726378" y="1539486"/>
            <a:ext cx="354311" cy="354104"/>
            <a:chOff x="-49764975" y="3183375"/>
            <a:chExt cx="299300" cy="299125"/>
          </a:xfrm>
        </p:grpSpPr>
        <p:sp>
          <p:nvSpPr>
            <p:cNvPr id="7708" name="Google Shape;7708;p84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9" name="Google Shape;7709;p84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0" name="Google Shape;7710;p84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1" name="Google Shape;7711;p84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2" name="Google Shape;7712;p84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3" name="Google Shape;7713;p84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4" name="Google Shape;7714;p84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5" name="Google Shape;7715;p84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6" name="Google Shape;7716;p84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7" name="Google Shape;7717;p84"/>
          <p:cNvGrpSpPr/>
          <p:nvPr/>
        </p:nvGrpSpPr>
        <p:grpSpPr>
          <a:xfrm>
            <a:off x="1726378" y="1974947"/>
            <a:ext cx="354311" cy="355909"/>
            <a:chOff x="-49764975" y="3551225"/>
            <a:chExt cx="299300" cy="300650"/>
          </a:xfrm>
        </p:grpSpPr>
        <p:sp>
          <p:nvSpPr>
            <p:cNvPr id="7718" name="Google Shape;7718;p84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9" name="Google Shape;7719;p84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0" name="Google Shape;7720;p84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1" name="Google Shape;7721;p84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2" name="Google Shape;7722;p84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3" name="Google Shape;7723;p84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4" name="Google Shape;7724;p84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5" name="Google Shape;7725;p84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6" name="Google Shape;7726;p84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7" name="Google Shape;7727;p84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8" name="Google Shape;7728;p84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9" name="Google Shape;7729;p84"/>
          <p:cNvGrpSpPr/>
          <p:nvPr/>
        </p:nvGrpSpPr>
        <p:grpSpPr>
          <a:xfrm>
            <a:off x="1724040" y="2411710"/>
            <a:ext cx="358987" cy="355525"/>
            <a:chOff x="-49766550" y="3920175"/>
            <a:chExt cx="303250" cy="300325"/>
          </a:xfrm>
        </p:grpSpPr>
        <p:sp>
          <p:nvSpPr>
            <p:cNvPr id="7730" name="Google Shape;7730;p84"/>
            <p:cNvSpPr/>
            <p:nvPr/>
          </p:nvSpPr>
          <p:spPr>
            <a:xfrm>
              <a:off x="-49764975" y="3920175"/>
              <a:ext cx="228425" cy="89225"/>
            </a:xfrm>
            <a:custGeom>
              <a:avLst/>
              <a:gdLst/>
              <a:ahLst/>
              <a:cxnLst/>
              <a:rect l="l" t="t" r="r" b="b"/>
              <a:pathLst>
                <a:path w="9137" h="3569" extrusionOk="0">
                  <a:moveTo>
                    <a:pt x="4568" y="1"/>
                  </a:moveTo>
                  <a:cubicBezTo>
                    <a:pt x="2284" y="1"/>
                    <a:pt x="0" y="592"/>
                    <a:pt x="0" y="1773"/>
                  </a:cubicBezTo>
                  <a:cubicBezTo>
                    <a:pt x="0" y="2970"/>
                    <a:pt x="2300" y="3569"/>
                    <a:pt x="4568" y="3569"/>
                  </a:cubicBezTo>
                  <a:cubicBezTo>
                    <a:pt x="6837" y="3569"/>
                    <a:pt x="9137" y="2970"/>
                    <a:pt x="9137" y="1773"/>
                  </a:cubicBezTo>
                  <a:cubicBezTo>
                    <a:pt x="9137" y="592"/>
                    <a:pt x="6852" y="1"/>
                    <a:pt x="4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1" name="Google Shape;7731;p84"/>
            <p:cNvSpPr/>
            <p:nvPr/>
          </p:nvSpPr>
          <p:spPr>
            <a:xfrm>
              <a:off x="-49764975" y="3998350"/>
              <a:ext cx="141775" cy="115800"/>
            </a:xfrm>
            <a:custGeom>
              <a:avLst/>
              <a:gdLst/>
              <a:ahLst/>
              <a:cxnLst/>
              <a:rect l="l" t="t" r="r" b="b"/>
              <a:pathLst>
                <a:path w="5671" h="4632" extrusionOk="0">
                  <a:moveTo>
                    <a:pt x="0" y="1"/>
                  </a:moveTo>
                  <a:lnTo>
                    <a:pt x="0" y="3939"/>
                  </a:lnTo>
                  <a:cubicBezTo>
                    <a:pt x="0" y="4317"/>
                    <a:pt x="315" y="4632"/>
                    <a:pt x="693" y="4632"/>
                  </a:cubicBezTo>
                  <a:cubicBezTo>
                    <a:pt x="1103" y="4632"/>
                    <a:pt x="1418" y="4317"/>
                    <a:pt x="1418" y="3939"/>
                  </a:cubicBezTo>
                  <a:lnTo>
                    <a:pt x="1418" y="2868"/>
                  </a:lnTo>
                  <a:cubicBezTo>
                    <a:pt x="1418" y="2269"/>
                    <a:pt x="1890" y="1796"/>
                    <a:pt x="2457" y="1796"/>
                  </a:cubicBezTo>
                  <a:cubicBezTo>
                    <a:pt x="3056" y="1796"/>
                    <a:pt x="3529" y="2269"/>
                    <a:pt x="3529" y="2868"/>
                  </a:cubicBezTo>
                  <a:lnTo>
                    <a:pt x="3529" y="3592"/>
                  </a:lnTo>
                  <a:cubicBezTo>
                    <a:pt x="3529" y="3781"/>
                    <a:pt x="3686" y="3939"/>
                    <a:pt x="3875" y="3939"/>
                  </a:cubicBezTo>
                  <a:cubicBezTo>
                    <a:pt x="4096" y="3939"/>
                    <a:pt x="4253" y="3781"/>
                    <a:pt x="4253" y="3592"/>
                  </a:cubicBezTo>
                  <a:lnTo>
                    <a:pt x="4253" y="2868"/>
                  </a:lnTo>
                  <a:cubicBezTo>
                    <a:pt x="4253" y="2427"/>
                    <a:pt x="4568" y="1954"/>
                    <a:pt x="5041" y="1828"/>
                  </a:cubicBezTo>
                  <a:cubicBezTo>
                    <a:pt x="5104" y="1796"/>
                    <a:pt x="5198" y="1796"/>
                    <a:pt x="5293" y="1796"/>
                  </a:cubicBezTo>
                  <a:cubicBezTo>
                    <a:pt x="5513" y="1796"/>
                    <a:pt x="5671" y="1639"/>
                    <a:pt x="5671" y="1450"/>
                  </a:cubicBezTo>
                  <a:lnTo>
                    <a:pt x="5671" y="1040"/>
                  </a:lnTo>
                  <a:cubicBezTo>
                    <a:pt x="5293" y="1103"/>
                    <a:pt x="4946" y="1103"/>
                    <a:pt x="4600" y="1103"/>
                  </a:cubicBezTo>
                  <a:cubicBezTo>
                    <a:pt x="2899" y="1103"/>
                    <a:pt x="1008" y="788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2" name="Google Shape;7732;p84"/>
            <p:cNvSpPr/>
            <p:nvPr/>
          </p:nvSpPr>
          <p:spPr>
            <a:xfrm>
              <a:off x="-49627150" y="3996000"/>
              <a:ext cx="163850" cy="148100"/>
            </a:xfrm>
            <a:custGeom>
              <a:avLst/>
              <a:gdLst/>
              <a:ahLst/>
              <a:cxnLst/>
              <a:rect l="l" t="t" r="r" b="b"/>
              <a:pathLst>
                <a:path w="6554" h="5924" extrusionOk="0">
                  <a:moveTo>
                    <a:pt x="3655" y="725"/>
                  </a:moveTo>
                  <a:cubicBezTo>
                    <a:pt x="4348" y="1040"/>
                    <a:pt x="5041" y="1544"/>
                    <a:pt x="5451" y="2206"/>
                  </a:cubicBezTo>
                  <a:cubicBezTo>
                    <a:pt x="5766" y="2678"/>
                    <a:pt x="5860" y="3308"/>
                    <a:pt x="5671" y="3875"/>
                  </a:cubicBezTo>
                  <a:cubicBezTo>
                    <a:pt x="5451" y="4411"/>
                    <a:pt x="5041" y="4852"/>
                    <a:pt x="4443" y="5041"/>
                  </a:cubicBezTo>
                  <a:cubicBezTo>
                    <a:pt x="4171" y="5132"/>
                    <a:pt x="3899" y="5193"/>
                    <a:pt x="3655" y="5198"/>
                  </a:cubicBezTo>
                  <a:lnTo>
                    <a:pt x="3655" y="5198"/>
                  </a:lnTo>
                  <a:lnTo>
                    <a:pt x="3655" y="725"/>
                  </a:lnTo>
                  <a:close/>
                  <a:moveTo>
                    <a:pt x="3718" y="0"/>
                  </a:moveTo>
                  <a:cubicBezTo>
                    <a:pt x="3088" y="599"/>
                    <a:pt x="1985" y="914"/>
                    <a:pt x="820" y="1071"/>
                  </a:cubicBezTo>
                  <a:lnTo>
                    <a:pt x="820" y="1544"/>
                  </a:lnTo>
                  <a:cubicBezTo>
                    <a:pt x="820" y="2048"/>
                    <a:pt x="473" y="2489"/>
                    <a:pt x="0" y="2584"/>
                  </a:cubicBezTo>
                  <a:lnTo>
                    <a:pt x="1009" y="3938"/>
                  </a:lnTo>
                  <a:cubicBezTo>
                    <a:pt x="1619" y="4793"/>
                    <a:pt x="2554" y="5263"/>
                    <a:pt x="3557" y="5263"/>
                  </a:cubicBezTo>
                  <a:cubicBezTo>
                    <a:pt x="3579" y="5263"/>
                    <a:pt x="3601" y="5263"/>
                    <a:pt x="3624" y="5262"/>
                  </a:cubicBezTo>
                  <a:lnTo>
                    <a:pt x="3624" y="5262"/>
                  </a:lnTo>
                  <a:lnTo>
                    <a:pt x="3624" y="5923"/>
                  </a:lnTo>
                  <a:cubicBezTo>
                    <a:pt x="3970" y="5923"/>
                    <a:pt x="4317" y="5829"/>
                    <a:pt x="4632" y="5734"/>
                  </a:cubicBezTo>
                  <a:cubicBezTo>
                    <a:pt x="5419" y="5451"/>
                    <a:pt x="6018" y="4852"/>
                    <a:pt x="6301" y="4096"/>
                  </a:cubicBezTo>
                  <a:cubicBezTo>
                    <a:pt x="6553" y="3371"/>
                    <a:pt x="6459" y="2521"/>
                    <a:pt x="6018" y="1859"/>
                  </a:cubicBezTo>
                  <a:cubicBezTo>
                    <a:pt x="5451" y="1040"/>
                    <a:pt x="4632" y="410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3" name="Google Shape;7733;p84"/>
            <p:cNvSpPr/>
            <p:nvPr/>
          </p:nvSpPr>
          <p:spPr>
            <a:xfrm>
              <a:off x="-49766550" y="4061375"/>
              <a:ext cx="230000" cy="159125"/>
            </a:xfrm>
            <a:custGeom>
              <a:avLst/>
              <a:gdLst/>
              <a:ahLst/>
              <a:cxnLst/>
              <a:rect l="l" t="t" r="r" b="b"/>
              <a:pathLst>
                <a:path w="9200" h="6365" extrusionOk="0">
                  <a:moveTo>
                    <a:pt x="2489" y="0"/>
                  </a:moveTo>
                  <a:cubicBezTo>
                    <a:pt x="2300" y="0"/>
                    <a:pt x="2142" y="158"/>
                    <a:pt x="2142" y="347"/>
                  </a:cubicBezTo>
                  <a:lnTo>
                    <a:pt x="2142" y="1418"/>
                  </a:lnTo>
                  <a:cubicBezTo>
                    <a:pt x="2142" y="2205"/>
                    <a:pt x="1481" y="2836"/>
                    <a:pt x="725" y="2836"/>
                  </a:cubicBezTo>
                  <a:cubicBezTo>
                    <a:pt x="441" y="2836"/>
                    <a:pt x="221" y="2741"/>
                    <a:pt x="0" y="2647"/>
                  </a:cubicBezTo>
                  <a:lnTo>
                    <a:pt x="0" y="4600"/>
                  </a:lnTo>
                  <a:cubicBezTo>
                    <a:pt x="0" y="5734"/>
                    <a:pt x="2331" y="6364"/>
                    <a:pt x="4631" y="6364"/>
                  </a:cubicBezTo>
                  <a:cubicBezTo>
                    <a:pt x="6900" y="6364"/>
                    <a:pt x="9200" y="5797"/>
                    <a:pt x="9200" y="4600"/>
                  </a:cubicBezTo>
                  <a:lnTo>
                    <a:pt x="9200" y="3340"/>
                  </a:lnTo>
                  <a:cubicBezTo>
                    <a:pt x="9121" y="3353"/>
                    <a:pt x="9033" y="3360"/>
                    <a:pt x="8938" y="3360"/>
                  </a:cubicBezTo>
                  <a:cubicBezTo>
                    <a:pt x="8153" y="3360"/>
                    <a:pt x="6857" y="2888"/>
                    <a:pt x="5986" y="1764"/>
                  </a:cubicBezTo>
                  <a:lnTo>
                    <a:pt x="4978" y="378"/>
                  </a:lnTo>
                  <a:lnTo>
                    <a:pt x="4978" y="1071"/>
                  </a:lnTo>
                  <a:cubicBezTo>
                    <a:pt x="4978" y="1638"/>
                    <a:pt x="4505" y="2111"/>
                    <a:pt x="3907" y="2111"/>
                  </a:cubicBezTo>
                  <a:cubicBezTo>
                    <a:pt x="3308" y="2111"/>
                    <a:pt x="2836" y="163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34" name="Google Shape;7734;p84"/>
          <p:cNvGrpSpPr/>
          <p:nvPr/>
        </p:nvGrpSpPr>
        <p:grpSpPr>
          <a:xfrm>
            <a:off x="3939571" y="1559758"/>
            <a:ext cx="357123" cy="354341"/>
            <a:chOff x="-47892800" y="3200500"/>
            <a:chExt cx="301675" cy="299325"/>
          </a:xfrm>
        </p:grpSpPr>
        <p:sp>
          <p:nvSpPr>
            <p:cNvPr id="7735" name="Google Shape;7735;p84"/>
            <p:cNvSpPr/>
            <p:nvPr/>
          </p:nvSpPr>
          <p:spPr>
            <a:xfrm>
              <a:off x="-47892800" y="3200500"/>
              <a:ext cx="301675" cy="177225"/>
            </a:xfrm>
            <a:custGeom>
              <a:avLst/>
              <a:gdLst/>
              <a:ahLst/>
              <a:cxnLst/>
              <a:rect l="l" t="t" r="r" b="b"/>
              <a:pathLst>
                <a:path w="12067" h="7089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1765" y="2143"/>
                  </a:lnTo>
                  <a:cubicBezTo>
                    <a:pt x="1985" y="2143"/>
                    <a:pt x="2143" y="1985"/>
                    <a:pt x="2143" y="1796"/>
                  </a:cubicBezTo>
                  <a:lnTo>
                    <a:pt x="2143" y="1418"/>
                  </a:lnTo>
                  <a:lnTo>
                    <a:pt x="5010" y="1418"/>
                  </a:lnTo>
                  <a:cubicBezTo>
                    <a:pt x="4915" y="1576"/>
                    <a:pt x="3277" y="4506"/>
                    <a:pt x="3182" y="4663"/>
                  </a:cubicBezTo>
                  <a:lnTo>
                    <a:pt x="4821" y="7089"/>
                  </a:lnTo>
                  <a:lnTo>
                    <a:pt x="5671" y="7089"/>
                  </a:lnTo>
                  <a:lnTo>
                    <a:pt x="5671" y="5577"/>
                  </a:lnTo>
                  <a:cubicBezTo>
                    <a:pt x="5293" y="5419"/>
                    <a:pt x="4978" y="5010"/>
                    <a:pt x="4978" y="4569"/>
                  </a:cubicBezTo>
                  <a:cubicBezTo>
                    <a:pt x="4978" y="4001"/>
                    <a:pt x="5451" y="3529"/>
                    <a:pt x="6018" y="3529"/>
                  </a:cubicBezTo>
                  <a:cubicBezTo>
                    <a:pt x="6616" y="3529"/>
                    <a:pt x="7089" y="4001"/>
                    <a:pt x="7089" y="4569"/>
                  </a:cubicBezTo>
                  <a:cubicBezTo>
                    <a:pt x="7089" y="5041"/>
                    <a:pt x="6805" y="5419"/>
                    <a:pt x="6396" y="5577"/>
                  </a:cubicBezTo>
                  <a:lnTo>
                    <a:pt x="6396" y="7026"/>
                  </a:lnTo>
                  <a:lnTo>
                    <a:pt x="7247" y="7026"/>
                  </a:lnTo>
                  <a:lnTo>
                    <a:pt x="8853" y="4569"/>
                  </a:lnTo>
                  <a:cubicBezTo>
                    <a:pt x="8790" y="4411"/>
                    <a:pt x="7120" y="1513"/>
                    <a:pt x="7057" y="1355"/>
                  </a:cubicBezTo>
                  <a:lnTo>
                    <a:pt x="9924" y="1355"/>
                  </a:lnTo>
                  <a:lnTo>
                    <a:pt x="9924" y="1702"/>
                  </a:lnTo>
                  <a:cubicBezTo>
                    <a:pt x="9924" y="1891"/>
                    <a:pt x="10082" y="2048"/>
                    <a:pt x="10271" y="2048"/>
                  </a:cubicBezTo>
                  <a:lnTo>
                    <a:pt x="11689" y="2048"/>
                  </a:lnTo>
                  <a:cubicBezTo>
                    <a:pt x="11909" y="2048"/>
                    <a:pt x="12067" y="1891"/>
                    <a:pt x="12067" y="1702"/>
                  </a:cubicBezTo>
                  <a:lnTo>
                    <a:pt x="12067" y="284"/>
                  </a:lnTo>
                  <a:cubicBezTo>
                    <a:pt x="12004" y="158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6616" y="725"/>
                  </a:lnTo>
                  <a:lnTo>
                    <a:pt x="6301" y="221"/>
                  </a:lnTo>
                  <a:cubicBezTo>
                    <a:pt x="6238" y="95"/>
                    <a:pt x="6120" y="32"/>
                    <a:pt x="6002" y="32"/>
                  </a:cubicBezTo>
                  <a:cubicBezTo>
                    <a:pt x="5884" y="32"/>
                    <a:pt x="5766" y="95"/>
                    <a:pt x="5703" y="221"/>
                  </a:cubicBezTo>
                  <a:lnTo>
                    <a:pt x="5388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6" name="Google Shape;7736;p84"/>
            <p:cNvSpPr/>
            <p:nvPr/>
          </p:nvSpPr>
          <p:spPr>
            <a:xfrm>
              <a:off x="-47751825" y="33060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7" name="Google Shape;7737;p84"/>
            <p:cNvSpPr/>
            <p:nvPr/>
          </p:nvSpPr>
          <p:spPr>
            <a:xfrm>
              <a:off x="-47786475" y="33950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lnTo>
                    <a:pt x="3498" y="693"/>
                  </a:lnTo>
                  <a:lnTo>
                    <a:pt x="3498" y="347"/>
                  </a:lnTo>
                  <a:cubicBezTo>
                    <a:pt x="3498" y="158"/>
                    <a:pt x="3372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8" name="Google Shape;7738;p84"/>
            <p:cNvSpPr/>
            <p:nvPr/>
          </p:nvSpPr>
          <p:spPr>
            <a:xfrm>
              <a:off x="-47692750" y="3271375"/>
              <a:ext cx="101625" cy="140225"/>
            </a:xfrm>
            <a:custGeom>
              <a:avLst/>
              <a:gdLst/>
              <a:ahLst/>
              <a:cxnLst/>
              <a:rect l="l" t="t" r="r" b="b"/>
              <a:pathLst>
                <a:path w="4065" h="5609" extrusionOk="0">
                  <a:moveTo>
                    <a:pt x="631" y="1"/>
                  </a:moveTo>
                  <a:lnTo>
                    <a:pt x="1576" y="1639"/>
                  </a:lnTo>
                  <a:cubicBezTo>
                    <a:pt x="1639" y="1734"/>
                    <a:pt x="1639" y="1891"/>
                    <a:pt x="1576" y="1986"/>
                  </a:cubicBezTo>
                  <a:lnTo>
                    <a:pt x="1" y="4348"/>
                  </a:lnTo>
                  <a:cubicBezTo>
                    <a:pt x="316" y="4537"/>
                    <a:pt x="505" y="4853"/>
                    <a:pt x="505" y="5262"/>
                  </a:cubicBezTo>
                  <a:lnTo>
                    <a:pt x="505" y="5609"/>
                  </a:lnTo>
                  <a:lnTo>
                    <a:pt x="4065" y="5609"/>
                  </a:lnTo>
                  <a:lnTo>
                    <a:pt x="4065" y="1040"/>
                  </a:lnTo>
                  <a:cubicBezTo>
                    <a:pt x="4002" y="473"/>
                    <a:pt x="3561" y="1"/>
                    <a:pt x="29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9" name="Google Shape;7739;p84"/>
            <p:cNvSpPr/>
            <p:nvPr/>
          </p:nvSpPr>
          <p:spPr>
            <a:xfrm>
              <a:off x="-47891225" y="3272950"/>
              <a:ext cx="100050" cy="140225"/>
            </a:xfrm>
            <a:custGeom>
              <a:avLst/>
              <a:gdLst/>
              <a:ahLst/>
              <a:cxnLst/>
              <a:rect l="l" t="t" r="r" b="b"/>
              <a:pathLst>
                <a:path w="4002" h="5609" extrusionOk="0">
                  <a:moveTo>
                    <a:pt x="1040" y="1"/>
                  </a:moveTo>
                  <a:cubicBezTo>
                    <a:pt x="473" y="1"/>
                    <a:pt x="0" y="442"/>
                    <a:pt x="0" y="1040"/>
                  </a:cubicBezTo>
                  <a:lnTo>
                    <a:pt x="0" y="5609"/>
                  </a:lnTo>
                  <a:lnTo>
                    <a:pt x="3529" y="5609"/>
                  </a:lnTo>
                  <a:lnTo>
                    <a:pt x="3529" y="5231"/>
                  </a:lnTo>
                  <a:lnTo>
                    <a:pt x="3497" y="5231"/>
                  </a:lnTo>
                  <a:cubicBezTo>
                    <a:pt x="3497" y="4821"/>
                    <a:pt x="3686" y="4506"/>
                    <a:pt x="4002" y="4317"/>
                  </a:cubicBezTo>
                  <a:lnTo>
                    <a:pt x="2426" y="1954"/>
                  </a:lnTo>
                  <a:cubicBezTo>
                    <a:pt x="2363" y="1828"/>
                    <a:pt x="2363" y="1734"/>
                    <a:pt x="2426" y="1608"/>
                  </a:cubicBezTo>
                  <a:lnTo>
                    <a:pt x="337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0" name="Google Shape;7740;p84"/>
            <p:cNvSpPr/>
            <p:nvPr/>
          </p:nvSpPr>
          <p:spPr>
            <a:xfrm>
              <a:off x="-47892800" y="3428900"/>
              <a:ext cx="300100" cy="70925"/>
            </a:xfrm>
            <a:custGeom>
              <a:avLst/>
              <a:gdLst/>
              <a:ahLst/>
              <a:cxnLst/>
              <a:rect l="l" t="t" r="r" b="b"/>
              <a:pathLst>
                <a:path w="12004" h="2837" extrusionOk="0">
                  <a:moveTo>
                    <a:pt x="0" y="1"/>
                  </a:moveTo>
                  <a:lnTo>
                    <a:pt x="0" y="379"/>
                  </a:lnTo>
                  <a:cubicBezTo>
                    <a:pt x="0" y="946"/>
                    <a:pt x="473" y="1418"/>
                    <a:pt x="1072" y="1418"/>
                  </a:cubicBezTo>
                  <a:lnTo>
                    <a:pt x="4978" y="1418"/>
                  </a:lnTo>
                  <a:lnTo>
                    <a:pt x="4978" y="2143"/>
                  </a:lnTo>
                  <a:lnTo>
                    <a:pt x="3907" y="2143"/>
                  </a:lnTo>
                  <a:cubicBezTo>
                    <a:pt x="3718" y="2143"/>
                    <a:pt x="3560" y="2301"/>
                    <a:pt x="3560" y="2490"/>
                  </a:cubicBezTo>
                  <a:cubicBezTo>
                    <a:pt x="3560" y="2679"/>
                    <a:pt x="3718" y="2836"/>
                    <a:pt x="3907" y="2836"/>
                  </a:cubicBezTo>
                  <a:lnTo>
                    <a:pt x="8129" y="2836"/>
                  </a:lnTo>
                  <a:cubicBezTo>
                    <a:pt x="8318" y="2836"/>
                    <a:pt x="8475" y="2679"/>
                    <a:pt x="8475" y="2490"/>
                  </a:cubicBezTo>
                  <a:cubicBezTo>
                    <a:pt x="8475" y="2301"/>
                    <a:pt x="8318" y="2143"/>
                    <a:pt x="8129" y="2143"/>
                  </a:cubicBezTo>
                  <a:lnTo>
                    <a:pt x="7057" y="2143"/>
                  </a:lnTo>
                  <a:lnTo>
                    <a:pt x="7057" y="1418"/>
                  </a:lnTo>
                  <a:lnTo>
                    <a:pt x="10964" y="1418"/>
                  </a:lnTo>
                  <a:cubicBezTo>
                    <a:pt x="11531" y="1418"/>
                    <a:pt x="12004" y="946"/>
                    <a:pt x="12004" y="379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1" name="Google Shape;7741;p84"/>
          <p:cNvGrpSpPr/>
          <p:nvPr/>
        </p:nvGrpSpPr>
        <p:grpSpPr>
          <a:xfrm>
            <a:off x="4003437" y="1996107"/>
            <a:ext cx="229391" cy="355258"/>
            <a:chOff x="-47839250" y="3569100"/>
            <a:chExt cx="193775" cy="300100"/>
          </a:xfrm>
        </p:grpSpPr>
        <p:sp>
          <p:nvSpPr>
            <p:cNvPr id="7742" name="Google Shape;7742;p84"/>
            <p:cNvSpPr/>
            <p:nvPr/>
          </p:nvSpPr>
          <p:spPr>
            <a:xfrm>
              <a:off x="-47786475" y="3657325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44"/>
                    <a:pt x="284" y="1890"/>
                    <a:pt x="725" y="2048"/>
                  </a:cubicBezTo>
                  <a:lnTo>
                    <a:pt x="725" y="1071"/>
                  </a:lnTo>
                  <a:cubicBezTo>
                    <a:pt x="725" y="882"/>
                    <a:pt x="883" y="725"/>
                    <a:pt x="1072" y="725"/>
                  </a:cubicBezTo>
                  <a:lnTo>
                    <a:pt x="2048" y="725"/>
                  </a:lnTo>
                  <a:cubicBezTo>
                    <a:pt x="1891" y="315"/>
                    <a:pt x="1513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3" name="Google Shape;7743;p84"/>
            <p:cNvSpPr/>
            <p:nvPr/>
          </p:nvSpPr>
          <p:spPr>
            <a:xfrm>
              <a:off x="-47751025" y="36927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1"/>
                  </a:moveTo>
                  <a:lnTo>
                    <a:pt x="0" y="631"/>
                  </a:lnTo>
                  <a:cubicBezTo>
                    <a:pt x="315" y="536"/>
                    <a:pt x="504" y="284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4" name="Google Shape;7744;p84"/>
            <p:cNvSpPr/>
            <p:nvPr/>
          </p:nvSpPr>
          <p:spPr>
            <a:xfrm>
              <a:off x="-47838450" y="3569100"/>
              <a:ext cx="192975" cy="35475"/>
            </a:xfrm>
            <a:custGeom>
              <a:avLst/>
              <a:gdLst/>
              <a:ahLst/>
              <a:cxnLst/>
              <a:rect l="l" t="t" r="r" b="b"/>
              <a:pathLst>
                <a:path w="7719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7719" y="1418"/>
                  </a:lnTo>
                  <a:lnTo>
                    <a:pt x="7719" y="347"/>
                  </a:lnTo>
                  <a:cubicBezTo>
                    <a:pt x="7719" y="158"/>
                    <a:pt x="7561" y="1"/>
                    <a:pt x="73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5" name="Google Shape;7745;p84"/>
            <p:cNvSpPr/>
            <p:nvPr/>
          </p:nvSpPr>
          <p:spPr>
            <a:xfrm>
              <a:off x="-47751025" y="369197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386" y="0"/>
                  </a:moveTo>
                  <a:cubicBezTo>
                    <a:pt x="1229" y="662"/>
                    <a:pt x="725" y="1229"/>
                    <a:pt x="0" y="1387"/>
                  </a:cubicBezTo>
                  <a:lnTo>
                    <a:pt x="0" y="2143"/>
                  </a:lnTo>
                  <a:lnTo>
                    <a:pt x="2143" y="2143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6" name="Google Shape;7746;p84"/>
            <p:cNvSpPr/>
            <p:nvPr/>
          </p:nvSpPr>
          <p:spPr>
            <a:xfrm>
              <a:off x="-47839250" y="3621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3183" y="725"/>
                  </a:moveTo>
                  <a:cubicBezTo>
                    <a:pt x="4033" y="725"/>
                    <a:pt x="4758" y="1324"/>
                    <a:pt x="4915" y="2143"/>
                  </a:cubicBezTo>
                  <a:lnTo>
                    <a:pt x="6018" y="2143"/>
                  </a:lnTo>
                  <a:cubicBezTo>
                    <a:pt x="6207" y="2143"/>
                    <a:pt x="6365" y="2300"/>
                    <a:pt x="6365" y="2489"/>
                  </a:cubicBezTo>
                  <a:lnTo>
                    <a:pt x="6365" y="5293"/>
                  </a:lnTo>
                  <a:cubicBezTo>
                    <a:pt x="6365" y="5482"/>
                    <a:pt x="6207" y="5640"/>
                    <a:pt x="6018" y="5640"/>
                  </a:cubicBezTo>
                  <a:lnTo>
                    <a:pt x="3214" y="5640"/>
                  </a:lnTo>
                  <a:cubicBezTo>
                    <a:pt x="3025" y="5640"/>
                    <a:pt x="2868" y="5482"/>
                    <a:pt x="2868" y="5293"/>
                  </a:cubicBezTo>
                  <a:lnTo>
                    <a:pt x="2868" y="4191"/>
                  </a:lnTo>
                  <a:cubicBezTo>
                    <a:pt x="2080" y="4033"/>
                    <a:pt x="1450" y="3308"/>
                    <a:pt x="1450" y="2458"/>
                  </a:cubicBezTo>
                  <a:cubicBezTo>
                    <a:pt x="1418" y="1513"/>
                    <a:pt x="2206" y="725"/>
                    <a:pt x="3183" y="725"/>
                  </a:cubicBezTo>
                  <a:close/>
                  <a:moveTo>
                    <a:pt x="1" y="0"/>
                  </a:moveTo>
                  <a:lnTo>
                    <a:pt x="1" y="6364"/>
                  </a:lnTo>
                  <a:lnTo>
                    <a:pt x="7719" y="6364"/>
                  </a:lnTo>
                  <a:lnTo>
                    <a:pt x="77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7" name="Google Shape;7747;p84"/>
            <p:cNvSpPr/>
            <p:nvPr/>
          </p:nvSpPr>
          <p:spPr>
            <a:xfrm>
              <a:off x="-47839250" y="3799075"/>
              <a:ext cx="193000" cy="70125"/>
            </a:xfrm>
            <a:custGeom>
              <a:avLst/>
              <a:gdLst/>
              <a:ahLst/>
              <a:cxnLst/>
              <a:rect l="l" t="t" r="r" b="b"/>
              <a:pathLst>
                <a:path w="7720" h="2805" extrusionOk="0">
                  <a:moveTo>
                    <a:pt x="4600" y="663"/>
                  </a:moveTo>
                  <a:cubicBezTo>
                    <a:pt x="4789" y="663"/>
                    <a:pt x="4947" y="820"/>
                    <a:pt x="4947" y="1041"/>
                  </a:cubicBezTo>
                  <a:cubicBezTo>
                    <a:pt x="4947" y="1230"/>
                    <a:pt x="4789" y="1387"/>
                    <a:pt x="4600" y="1387"/>
                  </a:cubicBezTo>
                  <a:lnTo>
                    <a:pt x="3183" y="1387"/>
                  </a:lnTo>
                  <a:cubicBezTo>
                    <a:pt x="2994" y="1387"/>
                    <a:pt x="2836" y="1230"/>
                    <a:pt x="2836" y="1041"/>
                  </a:cubicBezTo>
                  <a:cubicBezTo>
                    <a:pt x="2836" y="852"/>
                    <a:pt x="2994" y="663"/>
                    <a:pt x="3183" y="663"/>
                  </a:cubicBezTo>
                  <a:close/>
                  <a:moveTo>
                    <a:pt x="1" y="1"/>
                  </a:moveTo>
                  <a:lnTo>
                    <a:pt x="1" y="2458"/>
                  </a:lnTo>
                  <a:cubicBezTo>
                    <a:pt x="1" y="2647"/>
                    <a:pt x="158" y="2805"/>
                    <a:pt x="347" y="2805"/>
                  </a:cubicBezTo>
                  <a:lnTo>
                    <a:pt x="7341" y="2805"/>
                  </a:lnTo>
                  <a:cubicBezTo>
                    <a:pt x="7562" y="2805"/>
                    <a:pt x="7719" y="2647"/>
                    <a:pt x="7719" y="2458"/>
                  </a:cubicBezTo>
                  <a:lnTo>
                    <a:pt x="77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8" name="Google Shape;7748;p84"/>
          <p:cNvGrpSpPr/>
          <p:nvPr/>
        </p:nvGrpSpPr>
        <p:grpSpPr>
          <a:xfrm>
            <a:off x="3940503" y="2432456"/>
            <a:ext cx="355258" cy="356205"/>
            <a:chOff x="-47892800" y="3937700"/>
            <a:chExt cx="300100" cy="300900"/>
          </a:xfrm>
        </p:grpSpPr>
        <p:sp>
          <p:nvSpPr>
            <p:cNvPr id="7749" name="Google Shape;7749;p84"/>
            <p:cNvSpPr/>
            <p:nvPr/>
          </p:nvSpPr>
          <p:spPr>
            <a:xfrm>
              <a:off x="-47858150" y="3937700"/>
              <a:ext cx="70900" cy="44150"/>
            </a:xfrm>
            <a:custGeom>
              <a:avLst/>
              <a:gdLst/>
              <a:ahLst/>
              <a:cxnLst/>
              <a:rect l="l" t="t" r="r" b="b"/>
              <a:pathLst>
                <a:path w="2836" h="1766" extrusionOk="0">
                  <a:moveTo>
                    <a:pt x="1418" y="1"/>
                  </a:moveTo>
                  <a:cubicBezTo>
                    <a:pt x="631" y="1"/>
                    <a:pt x="1" y="694"/>
                    <a:pt x="1" y="1419"/>
                  </a:cubicBezTo>
                  <a:lnTo>
                    <a:pt x="1" y="1765"/>
                  </a:lnTo>
                  <a:cubicBezTo>
                    <a:pt x="442" y="1545"/>
                    <a:pt x="914" y="1419"/>
                    <a:pt x="1418" y="1419"/>
                  </a:cubicBezTo>
                  <a:cubicBezTo>
                    <a:pt x="1922" y="1419"/>
                    <a:pt x="2395" y="1545"/>
                    <a:pt x="2836" y="1765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0" name="Google Shape;7750;p84"/>
            <p:cNvSpPr/>
            <p:nvPr/>
          </p:nvSpPr>
          <p:spPr>
            <a:xfrm>
              <a:off x="-47892800" y="3991275"/>
              <a:ext cx="141000" cy="105550"/>
            </a:xfrm>
            <a:custGeom>
              <a:avLst/>
              <a:gdLst/>
              <a:ahLst/>
              <a:cxnLst/>
              <a:rect l="l" t="t" r="r" b="b"/>
              <a:pathLst>
                <a:path w="5640" h="4222" extrusionOk="0">
                  <a:moveTo>
                    <a:pt x="2836" y="0"/>
                  </a:moveTo>
                  <a:cubicBezTo>
                    <a:pt x="1292" y="0"/>
                    <a:pt x="32" y="1260"/>
                    <a:pt x="32" y="2804"/>
                  </a:cubicBezTo>
                  <a:lnTo>
                    <a:pt x="32" y="3875"/>
                  </a:lnTo>
                  <a:cubicBezTo>
                    <a:pt x="0" y="4064"/>
                    <a:pt x="158" y="4222"/>
                    <a:pt x="347" y="4222"/>
                  </a:cubicBezTo>
                  <a:lnTo>
                    <a:pt x="5293" y="4222"/>
                  </a:lnTo>
                  <a:cubicBezTo>
                    <a:pt x="5482" y="4222"/>
                    <a:pt x="5640" y="4064"/>
                    <a:pt x="5640" y="3875"/>
                  </a:cubicBezTo>
                  <a:lnTo>
                    <a:pt x="5640" y="2804"/>
                  </a:lnTo>
                  <a:cubicBezTo>
                    <a:pt x="5640" y="1260"/>
                    <a:pt x="4380" y="0"/>
                    <a:pt x="2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1" name="Google Shape;7751;p84"/>
            <p:cNvSpPr/>
            <p:nvPr/>
          </p:nvSpPr>
          <p:spPr>
            <a:xfrm>
              <a:off x="-47773875" y="3956600"/>
              <a:ext cx="119750" cy="89025"/>
            </a:xfrm>
            <a:custGeom>
              <a:avLst/>
              <a:gdLst/>
              <a:ahLst/>
              <a:cxnLst/>
              <a:rect l="l" t="t" r="r" b="b"/>
              <a:pathLst>
                <a:path w="4790" h="3561" extrusionOk="0">
                  <a:moveTo>
                    <a:pt x="1" y="1"/>
                  </a:moveTo>
                  <a:cubicBezTo>
                    <a:pt x="95" y="253"/>
                    <a:pt x="127" y="474"/>
                    <a:pt x="127" y="726"/>
                  </a:cubicBezTo>
                  <a:lnTo>
                    <a:pt x="127" y="1419"/>
                  </a:lnTo>
                  <a:lnTo>
                    <a:pt x="158" y="1419"/>
                  </a:lnTo>
                  <a:cubicBezTo>
                    <a:pt x="442" y="1639"/>
                    <a:pt x="694" y="1860"/>
                    <a:pt x="883" y="2143"/>
                  </a:cubicBezTo>
                  <a:cubicBezTo>
                    <a:pt x="1702" y="2301"/>
                    <a:pt x="2427" y="2805"/>
                    <a:pt x="2805" y="3561"/>
                  </a:cubicBezTo>
                  <a:cubicBezTo>
                    <a:pt x="3214" y="3120"/>
                    <a:pt x="3750" y="2805"/>
                    <a:pt x="4380" y="2805"/>
                  </a:cubicBezTo>
                  <a:cubicBezTo>
                    <a:pt x="4506" y="2805"/>
                    <a:pt x="4663" y="2805"/>
                    <a:pt x="4789" y="2836"/>
                  </a:cubicBezTo>
                  <a:cubicBezTo>
                    <a:pt x="4033" y="1167"/>
                    <a:pt x="2332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2" name="Google Shape;7752;p84"/>
            <p:cNvSpPr/>
            <p:nvPr/>
          </p:nvSpPr>
          <p:spPr>
            <a:xfrm>
              <a:off x="-47699050" y="4043250"/>
              <a:ext cx="71700" cy="70900"/>
            </a:xfrm>
            <a:custGeom>
              <a:avLst/>
              <a:gdLst/>
              <a:ahLst/>
              <a:cxnLst/>
              <a:rect l="l" t="t" r="r" b="b"/>
              <a:pathLst>
                <a:path w="2868" h="2836" extrusionOk="0">
                  <a:moveTo>
                    <a:pt x="1450" y="0"/>
                  </a:moveTo>
                  <a:cubicBezTo>
                    <a:pt x="662" y="0"/>
                    <a:pt x="1" y="694"/>
                    <a:pt x="1" y="1418"/>
                  </a:cubicBezTo>
                  <a:cubicBezTo>
                    <a:pt x="1" y="2206"/>
                    <a:pt x="662" y="2836"/>
                    <a:pt x="1450" y="2836"/>
                  </a:cubicBezTo>
                  <a:cubicBezTo>
                    <a:pt x="2237" y="2836"/>
                    <a:pt x="2868" y="2206"/>
                    <a:pt x="2868" y="1418"/>
                  </a:cubicBezTo>
                  <a:cubicBezTo>
                    <a:pt x="2868" y="631"/>
                    <a:pt x="2237" y="0"/>
                    <a:pt x="14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3" name="Google Shape;7753;p84"/>
            <p:cNvSpPr/>
            <p:nvPr/>
          </p:nvSpPr>
          <p:spPr>
            <a:xfrm>
              <a:off x="-47770725" y="4124375"/>
              <a:ext cx="178025" cy="114225"/>
            </a:xfrm>
            <a:custGeom>
              <a:avLst/>
              <a:gdLst/>
              <a:ahLst/>
              <a:cxnLst/>
              <a:rect l="l" t="t" r="r" b="b"/>
              <a:pathLst>
                <a:path w="7121" h="4569" extrusionOk="0">
                  <a:moveTo>
                    <a:pt x="3183" y="0"/>
                  </a:moveTo>
                  <a:lnTo>
                    <a:pt x="3183" y="2426"/>
                  </a:lnTo>
                  <a:lnTo>
                    <a:pt x="2490" y="2426"/>
                  </a:lnTo>
                  <a:lnTo>
                    <a:pt x="2490" y="2080"/>
                  </a:lnTo>
                  <a:cubicBezTo>
                    <a:pt x="2490" y="1891"/>
                    <a:pt x="2332" y="1733"/>
                    <a:pt x="2143" y="1733"/>
                  </a:cubicBezTo>
                  <a:cubicBezTo>
                    <a:pt x="1954" y="1733"/>
                    <a:pt x="1796" y="1891"/>
                    <a:pt x="1796" y="2080"/>
                  </a:cubicBezTo>
                  <a:lnTo>
                    <a:pt x="1796" y="2426"/>
                  </a:lnTo>
                  <a:cubicBezTo>
                    <a:pt x="788" y="2426"/>
                    <a:pt x="1" y="3214"/>
                    <a:pt x="1" y="4222"/>
                  </a:cubicBezTo>
                  <a:cubicBezTo>
                    <a:pt x="1" y="4411"/>
                    <a:pt x="158" y="4569"/>
                    <a:pt x="379" y="4569"/>
                  </a:cubicBezTo>
                  <a:lnTo>
                    <a:pt x="6711" y="4569"/>
                  </a:lnTo>
                  <a:cubicBezTo>
                    <a:pt x="6900" y="4569"/>
                    <a:pt x="7058" y="4411"/>
                    <a:pt x="7058" y="4222"/>
                  </a:cubicBezTo>
                  <a:cubicBezTo>
                    <a:pt x="7121" y="3214"/>
                    <a:pt x="6302" y="2426"/>
                    <a:pt x="5325" y="2426"/>
                  </a:cubicBezTo>
                  <a:lnTo>
                    <a:pt x="5325" y="0"/>
                  </a:lnTo>
                  <a:cubicBezTo>
                    <a:pt x="5010" y="190"/>
                    <a:pt x="4663" y="284"/>
                    <a:pt x="4254" y="284"/>
                  </a:cubicBezTo>
                  <a:cubicBezTo>
                    <a:pt x="3876" y="284"/>
                    <a:pt x="3529" y="158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4" name="Google Shape;7754;p84"/>
            <p:cNvSpPr/>
            <p:nvPr/>
          </p:nvSpPr>
          <p:spPr>
            <a:xfrm>
              <a:off x="-47830575" y="41322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5" name="Google Shape;7755;p84"/>
            <p:cNvSpPr/>
            <p:nvPr/>
          </p:nvSpPr>
          <p:spPr>
            <a:xfrm>
              <a:off x="-47785675" y="4112375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402" y="0"/>
                  </a:moveTo>
                  <a:cubicBezTo>
                    <a:pt x="307" y="0"/>
                    <a:pt x="205" y="24"/>
                    <a:pt x="126" y="71"/>
                  </a:cubicBezTo>
                  <a:cubicBezTo>
                    <a:pt x="0" y="197"/>
                    <a:pt x="0" y="449"/>
                    <a:pt x="126" y="607"/>
                  </a:cubicBezTo>
                  <a:lnTo>
                    <a:pt x="882" y="1331"/>
                  </a:lnTo>
                  <a:cubicBezTo>
                    <a:pt x="961" y="1410"/>
                    <a:pt x="1055" y="1449"/>
                    <a:pt x="1146" y="1449"/>
                  </a:cubicBezTo>
                  <a:cubicBezTo>
                    <a:pt x="1237" y="1449"/>
                    <a:pt x="1323" y="1410"/>
                    <a:pt x="1386" y="1331"/>
                  </a:cubicBezTo>
                  <a:cubicBezTo>
                    <a:pt x="1512" y="1237"/>
                    <a:pt x="1512" y="985"/>
                    <a:pt x="1386" y="827"/>
                  </a:cubicBezTo>
                  <a:lnTo>
                    <a:pt x="630" y="71"/>
                  </a:lnTo>
                  <a:cubicBezTo>
                    <a:pt x="583" y="24"/>
                    <a:pt x="496" y="0"/>
                    <a:pt x="4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6" name="Google Shape;7756;p84"/>
            <p:cNvSpPr/>
            <p:nvPr/>
          </p:nvSpPr>
          <p:spPr>
            <a:xfrm>
              <a:off x="-47892800" y="4112750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1111" y="1"/>
                  </a:moveTo>
                  <a:cubicBezTo>
                    <a:pt x="1016" y="1"/>
                    <a:pt x="930" y="40"/>
                    <a:pt x="883" y="119"/>
                  </a:cubicBezTo>
                  <a:lnTo>
                    <a:pt x="126" y="844"/>
                  </a:lnTo>
                  <a:cubicBezTo>
                    <a:pt x="0" y="970"/>
                    <a:pt x="0" y="1222"/>
                    <a:pt x="126" y="1379"/>
                  </a:cubicBezTo>
                  <a:cubicBezTo>
                    <a:pt x="189" y="1426"/>
                    <a:pt x="276" y="1450"/>
                    <a:pt x="367" y="1450"/>
                  </a:cubicBezTo>
                  <a:cubicBezTo>
                    <a:pt x="457" y="1450"/>
                    <a:pt x="552" y="1426"/>
                    <a:pt x="630" y="1379"/>
                  </a:cubicBezTo>
                  <a:lnTo>
                    <a:pt x="1387" y="623"/>
                  </a:lnTo>
                  <a:cubicBezTo>
                    <a:pt x="1513" y="497"/>
                    <a:pt x="1513" y="276"/>
                    <a:pt x="1387" y="119"/>
                  </a:cubicBezTo>
                  <a:cubicBezTo>
                    <a:pt x="1308" y="40"/>
                    <a:pt x="1205" y="1"/>
                    <a:pt x="1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7" name="Google Shape;7757;p84"/>
          <p:cNvGrpSpPr/>
          <p:nvPr/>
        </p:nvGrpSpPr>
        <p:grpSpPr>
          <a:xfrm>
            <a:off x="2645798" y="2926170"/>
            <a:ext cx="355258" cy="311458"/>
            <a:chOff x="-46042675" y="3218600"/>
            <a:chExt cx="300100" cy="263100"/>
          </a:xfrm>
        </p:grpSpPr>
        <p:sp>
          <p:nvSpPr>
            <p:cNvPr id="7758" name="Google Shape;7758;p84"/>
            <p:cNvSpPr/>
            <p:nvPr/>
          </p:nvSpPr>
          <p:spPr>
            <a:xfrm>
              <a:off x="-46042675" y="3302875"/>
              <a:ext cx="35475" cy="130000"/>
            </a:xfrm>
            <a:custGeom>
              <a:avLst/>
              <a:gdLst/>
              <a:ahLst/>
              <a:cxnLst/>
              <a:rect l="l" t="t" r="r" b="b"/>
              <a:pathLst>
                <a:path w="1419" h="5200" extrusionOk="0">
                  <a:moveTo>
                    <a:pt x="1" y="1"/>
                  </a:moveTo>
                  <a:lnTo>
                    <a:pt x="1" y="5199"/>
                  </a:lnTo>
                  <a:lnTo>
                    <a:pt x="1418" y="4506"/>
                  </a:lnTo>
                  <a:lnTo>
                    <a:pt x="1418" y="7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9" name="Google Shape;7759;p84"/>
            <p:cNvSpPr/>
            <p:nvPr/>
          </p:nvSpPr>
          <p:spPr>
            <a:xfrm>
              <a:off x="-45919025" y="3341475"/>
              <a:ext cx="53600" cy="52800"/>
            </a:xfrm>
            <a:custGeom>
              <a:avLst/>
              <a:gdLst/>
              <a:ahLst/>
              <a:cxnLst/>
              <a:rect l="l" t="t" r="r" b="b"/>
              <a:pathLst>
                <a:path w="2144" h="2112" extrusionOk="0"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39"/>
                    <a:pt x="473" y="2112"/>
                    <a:pt x="1072" y="2112"/>
                  </a:cubicBezTo>
                  <a:cubicBezTo>
                    <a:pt x="1671" y="2112"/>
                    <a:pt x="2143" y="1639"/>
                    <a:pt x="2143" y="1072"/>
                  </a:cubicBezTo>
                  <a:cubicBezTo>
                    <a:pt x="2143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0" name="Google Shape;7760;p84"/>
            <p:cNvSpPr/>
            <p:nvPr/>
          </p:nvSpPr>
          <p:spPr>
            <a:xfrm>
              <a:off x="-45778025" y="3302875"/>
              <a:ext cx="35450" cy="130000"/>
            </a:xfrm>
            <a:custGeom>
              <a:avLst/>
              <a:gdLst/>
              <a:ahLst/>
              <a:cxnLst/>
              <a:rect l="l" t="t" r="r" b="b"/>
              <a:pathLst>
                <a:path w="1418" h="5200" extrusionOk="0">
                  <a:moveTo>
                    <a:pt x="1418" y="1"/>
                  </a:moveTo>
                  <a:lnTo>
                    <a:pt x="0" y="726"/>
                  </a:lnTo>
                  <a:lnTo>
                    <a:pt x="0" y="4506"/>
                  </a:lnTo>
                  <a:lnTo>
                    <a:pt x="1418" y="5199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1" name="Google Shape;7761;p84"/>
            <p:cNvSpPr/>
            <p:nvPr/>
          </p:nvSpPr>
          <p:spPr>
            <a:xfrm>
              <a:off x="-46042675" y="3235950"/>
              <a:ext cx="300100" cy="245750"/>
            </a:xfrm>
            <a:custGeom>
              <a:avLst/>
              <a:gdLst/>
              <a:ahLst/>
              <a:cxnLst/>
              <a:rect l="l" t="t" r="r" b="b"/>
              <a:pathLst>
                <a:path w="12004" h="9830" extrusionOk="0">
                  <a:moveTo>
                    <a:pt x="6018" y="2142"/>
                  </a:moveTo>
                  <a:cubicBezTo>
                    <a:pt x="7751" y="2142"/>
                    <a:pt x="9168" y="3560"/>
                    <a:pt x="9168" y="5293"/>
                  </a:cubicBezTo>
                  <a:cubicBezTo>
                    <a:pt x="9168" y="7026"/>
                    <a:pt x="7751" y="8443"/>
                    <a:pt x="6018" y="8443"/>
                  </a:cubicBezTo>
                  <a:cubicBezTo>
                    <a:pt x="4285" y="8443"/>
                    <a:pt x="2867" y="7026"/>
                    <a:pt x="2867" y="5293"/>
                  </a:cubicBezTo>
                  <a:cubicBezTo>
                    <a:pt x="2867" y="3560"/>
                    <a:pt x="4285" y="2142"/>
                    <a:pt x="6018" y="2142"/>
                  </a:cubicBezTo>
                  <a:close/>
                  <a:moveTo>
                    <a:pt x="1765" y="0"/>
                  </a:moveTo>
                  <a:cubicBezTo>
                    <a:pt x="1576" y="0"/>
                    <a:pt x="1418" y="158"/>
                    <a:pt x="1418" y="378"/>
                  </a:cubicBezTo>
                  <a:lnTo>
                    <a:pt x="1418" y="725"/>
                  </a:lnTo>
                  <a:lnTo>
                    <a:pt x="1072" y="725"/>
                  </a:lnTo>
                  <a:cubicBezTo>
                    <a:pt x="473" y="725"/>
                    <a:pt x="1" y="1197"/>
                    <a:pt x="1" y="1796"/>
                  </a:cubicBezTo>
                  <a:lnTo>
                    <a:pt x="1" y="1890"/>
                  </a:lnTo>
                  <a:lnTo>
                    <a:pt x="1922" y="2835"/>
                  </a:lnTo>
                  <a:cubicBezTo>
                    <a:pt x="2048" y="2930"/>
                    <a:pt x="2143" y="3056"/>
                    <a:pt x="2143" y="3151"/>
                  </a:cubicBezTo>
                  <a:lnTo>
                    <a:pt x="2143" y="7372"/>
                  </a:lnTo>
                  <a:cubicBezTo>
                    <a:pt x="2143" y="7498"/>
                    <a:pt x="2048" y="7624"/>
                    <a:pt x="1922" y="7687"/>
                  </a:cubicBezTo>
                  <a:lnTo>
                    <a:pt x="1" y="8632"/>
                  </a:lnTo>
                  <a:lnTo>
                    <a:pt x="1" y="8758"/>
                  </a:lnTo>
                  <a:cubicBezTo>
                    <a:pt x="1" y="9357"/>
                    <a:pt x="473" y="9830"/>
                    <a:pt x="1072" y="9830"/>
                  </a:cubicBezTo>
                  <a:lnTo>
                    <a:pt x="10964" y="9830"/>
                  </a:lnTo>
                  <a:cubicBezTo>
                    <a:pt x="11531" y="9830"/>
                    <a:pt x="12004" y="9357"/>
                    <a:pt x="12004" y="8758"/>
                  </a:cubicBezTo>
                  <a:lnTo>
                    <a:pt x="12004" y="8632"/>
                  </a:lnTo>
                  <a:lnTo>
                    <a:pt x="10082" y="7687"/>
                  </a:lnTo>
                  <a:cubicBezTo>
                    <a:pt x="9956" y="7624"/>
                    <a:pt x="9893" y="7498"/>
                    <a:pt x="9893" y="7372"/>
                  </a:cubicBezTo>
                  <a:lnTo>
                    <a:pt x="9893" y="3151"/>
                  </a:lnTo>
                  <a:cubicBezTo>
                    <a:pt x="9893" y="3056"/>
                    <a:pt x="9956" y="2930"/>
                    <a:pt x="10082" y="2835"/>
                  </a:cubicBezTo>
                  <a:lnTo>
                    <a:pt x="12004" y="1890"/>
                  </a:lnTo>
                  <a:lnTo>
                    <a:pt x="12004" y="1796"/>
                  </a:lnTo>
                  <a:cubicBezTo>
                    <a:pt x="12004" y="1197"/>
                    <a:pt x="11531" y="725"/>
                    <a:pt x="10933" y="725"/>
                  </a:cubicBez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2" name="Google Shape;7762;p84"/>
            <p:cNvSpPr/>
            <p:nvPr/>
          </p:nvSpPr>
          <p:spPr>
            <a:xfrm>
              <a:off x="-45952875" y="3306025"/>
              <a:ext cx="122100" cy="122125"/>
            </a:xfrm>
            <a:custGeom>
              <a:avLst/>
              <a:gdLst/>
              <a:ahLst/>
              <a:cxnLst/>
              <a:rect l="l" t="t" r="r" b="b"/>
              <a:pathLst>
                <a:path w="4884" h="4885" extrusionOk="0">
                  <a:moveTo>
                    <a:pt x="2426" y="663"/>
                  </a:moveTo>
                  <a:cubicBezTo>
                    <a:pt x="3403" y="663"/>
                    <a:pt x="4190" y="1450"/>
                    <a:pt x="4190" y="2458"/>
                  </a:cubicBezTo>
                  <a:cubicBezTo>
                    <a:pt x="4159" y="3435"/>
                    <a:pt x="3371" y="4223"/>
                    <a:pt x="2426" y="4223"/>
                  </a:cubicBezTo>
                  <a:cubicBezTo>
                    <a:pt x="1449" y="4223"/>
                    <a:pt x="662" y="3435"/>
                    <a:pt x="662" y="2458"/>
                  </a:cubicBezTo>
                  <a:cubicBezTo>
                    <a:pt x="662" y="1450"/>
                    <a:pt x="1449" y="663"/>
                    <a:pt x="2426" y="663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4"/>
                    <a:pt x="0" y="2458"/>
                  </a:cubicBezTo>
                  <a:cubicBezTo>
                    <a:pt x="0" y="3782"/>
                    <a:pt x="1103" y="4884"/>
                    <a:pt x="2426" y="4884"/>
                  </a:cubicBezTo>
                  <a:cubicBezTo>
                    <a:pt x="3781" y="4884"/>
                    <a:pt x="4883" y="3782"/>
                    <a:pt x="4883" y="2458"/>
                  </a:cubicBezTo>
                  <a:cubicBezTo>
                    <a:pt x="4883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84"/>
            <p:cNvSpPr/>
            <p:nvPr/>
          </p:nvSpPr>
          <p:spPr>
            <a:xfrm>
              <a:off x="-45941075" y="3218600"/>
              <a:ext cx="98475" cy="17375"/>
            </a:xfrm>
            <a:custGeom>
              <a:avLst/>
              <a:gdLst/>
              <a:ahLst/>
              <a:cxnLst/>
              <a:rect l="l" t="t" r="r" b="b"/>
              <a:pathLst>
                <a:path w="3939" h="695" extrusionOk="0">
                  <a:moveTo>
                    <a:pt x="536" y="1"/>
                  </a:moveTo>
                  <a:cubicBezTo>
                    <a:pt x="410" y="1"/>
                    <a:pt x="316" y="64"/>
                    <a:pt x="221" y="190"/>
                  </a:cubicBezTo>
                  <a:lnTo>
                    <a:pt x="1" y="694"/>
                  </a:lnTo>
                  <a:lnTo>
                    <a:pt x="3939" y="694"/>
                  </a:lnTo>
                  <a:lnTo>
                    <a:pt x="3655" y="190"/>
                  </a:lnTo>
                  <a:cubicBezTo>
                    <a:pt x="3592" y="64"/>
                    <a:pt x="3466" y="1"/>
                    <a:pt x="33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4" name="Google Shape;7764;p84"/>
          <p:cNvGrpSpPr/>
          <p:nvPr/>
        </p:nvGrpSpPr>
        <p:grpSpPr>
          <a:xfrm>
            <a:off x="2645798" y="3340619"/>
            <a:ext cx="355258" cy="323118"/>
            <a:chOff x="-46042675" y="3568700"/>
            <a:chExt cx="300100" cy="272950"/>
          </a:xfrm>
        </p:grpSpPr>
        <p:sp>
          <p:nvSpPr>
            <p:cNvPr id="7765" name="Google Shape;7765;p84"/>
            <p:cNvSpPr/>
            <p:nvPr/>
          </p:nvSpPr>
          <p:spPr>
            <a:xfrm>
              <a:off x="-46042675" y="3758125"/>
              <a:ext cx="115025" cy="83525"/>
            </a:xfrm>
            <a:custGeom>
              <a:avLst/>
              <a:gdLst/>
              <a:ahLst/>
              <a:cxnLst/>
              <a:rect l="l" t="t" r="r" b="b"/>
              <a:pathLst>
                <a:path w="4601" h="3341" extrusionOk="0">
                  <a:moveTo>
                    <a:pt x="1985" y="1"/>
                  </a:moveTo>
                  <a:lnTo>
                    <a:pt x="127" y="1797"/>
                  </a:lnTo>
                  <a:cubicBezTo>
                    <a:pt x="32" y="1891"/>
                    <a:pt x="1" y="2017"/>
                    <a:pt x="32" y="2112"/>
                  </a:cubicBezTo>
                  <a:cubicBezTo>
                    <a:pt x="95" y="2238"/>
                    <a:pt x="158" y="2332"/>
                    <a:pt x="284" y="2364"/>
                  </a:cubicBezTo>
                  <a:lnTo>
                    <a:pt x="3277" y="3340"/>
                  </a:lnTo>
                  <a:lnTo>
                    <a:pt x="3403" y="3340"/>
                  </a:lnTo>
                  <a:cubicBezTo>
                    <a:pt x="3466" y="3340"/>
                    <a:pt x="3592" y="3309"/>
                    <a:pt x="3624" y="3214"/>
                  </a:cubicBezTo>
                  <a:lnTo>
                    <a:pt x="4600" y="2238"/>
                  </a:lnTo>
                  <a:lnTo>
                    <a:pt x="2395" y="1639"/>
                  </a:lnTo>
                  <a:cubicBezTo>
                    <a:pt x="2367" y="1650"/>
                    <a:pt x="2340" y="1656"/>
                    <a:pt x="2316" y="1656"/>
                  </a:cubicBezTo>
                  <a:cubicBezTo>
                    <a:pt x="2206" y="1656"/>
                    <a:pt x="2143" y="1548"/>
                    <a:pt x="2143" y="1418"/>
                  </a:cubicBezTo>
                  <a:lnTo>
                    <a:pt x="19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6" name="Google Shape;7766;p84"/>
            <p:cNvSpPr/>
            <p:nvPr/>
          </p:nvSpPr>
          <p:spPr>
            <a:xfrm>
              <a:off x="-45866250" y="3654175"/>
              <a:ext cx="37825" cy="3782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1009" y="0"/>
                  </a:moveTo>
                  <a:lnTo>
                    <a:pt x="1" y="1008"/>
                  </a:lnTo>
                  <a:lnTo>
                    <a:pt x="505" y="1512"/>
                  </a:lnTo>
                  <a:lnTo>
                    <a:pt x="1513" y="504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7" name="Google Shape;7767;p84"/>
            <p:cNvSpPr/>
            <p:nvPr/>
          </p:nvSpPr>
          <p:spPr>
            <a:xfrm>
              <a:off x="-45828450" y="3629750"/>
              <a:ext cx="25225" cy="25225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505" y="0"/>
                  </a:moveTo>
                  <a:lnTo>
                    <a:pt x="1" y="505"/>
                  </a:lnTo>
                  <a:lnTo>
                    <a:pt x="505" y="1009"/>
                  </a:lnTo>
                  <a:lnTo>
                    <a:pt x="1009" y="50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8" name="Google Shape;7768;p84"/>
            <p:cNvSpPr/>
            <p:nvPr/>
          </p:nvSpPr>
          <p:spPr>
            <a:xfrm>
              <a:off x="-45979675" y="3568700"/>
              <a:ext cx="237100" cy="237800"/>
            </a:xfrm>
            <a:custGeom>
              <a:avLst/>
              <a:gdLst/>
              <a:ahLst/>
              <a:cxnLst/>
              <a:rect l="l" t="t" r="r" b="b"/>
              <a:pathLst>
                <a:path w="9484" h="9512" extrusionOk="0">
                  <a:moveTo>
                    <a:pt x="6499" y="1615"/>
                  </a:moveTo>
                  <a:cubicBezTo>
                    <a:pt x="6593" y="1615"/>
                    <a:pt x="6696" y="1639"/>
                    <a:pt x="6774" y="1686"/>
                  </a:cubicBezTo>
                  <a:lnTo>
                    <a:pt x="7751" y="2695"/>
                  </a:lnTo>
                  <a:cubicBezTo>
                    <a:pt x="7909" y="2852"/>
                    <a:pt x="7909" y="3073"/>
                    <a:pt x="7751" y="3199"/>
                  </a:cubicBezTo>
                  <a:lnTo>
                    <a:pt x="5262" y="5687"/>
                  </a:lnTo>
                  <a:cubicBezTo>
                    <a:pt x="5215" y="5750"/>
                    <a:pt x="5128" y="5782"/>
                    <a:pt x="5034" y="5782"/>
                  </a:cubicBezTo>
                  <a:cubicBezTo>
                    <a:pt x="4939" y="5782"/>
                    <a:pt x="4837" y="5750"/>
                    <a:pt x="4758" y="5687"/>
                  </a:cubicBezTo>
                  <a:lnTo>
                    <a:pt x="3782" y="4711"/>
                  </a:lnTo>
                  <a:cubicBezTo>
                    <a:pt x="3656" y="4585"/>
                    <a:pt x="3656" y="4333"/>
                    <a:pt x="3782" y="4175"/>
                  </a:cubicBezTo>
                  <a:lnTo>
                    <a:pt x="6270" y="1686"/>
                  </a:lnTo>
                  <a:cubicBezTo>
                    <a:pt x="6318" y="1639"/>
                    <a:pt x="6404" y="1615"/>
                    <a:pt x="6499" y="1615"/>
                  </a:cubicBezTo>
                  <a:close/>
                  <a:moveTo>
                    <a:pt x="3506" y="5593"/>
                  </a:moveTo>
                  <a:cubicBezTo>
                    <a:pt x="3600" y="5593"/>
                    <a:pt x="3703" y="5624"/>
                    <a:pt x="3782" y="5687"/>
                  </a:cubicBezTo>
                  <a:cubicBezTo>
                    <a:pt x="3939" y="5845"/>
                    <a:pt x="3939" y="6034"/>
                    <a:pt x="3782" y="6192"/>
                  </a:cubicBezTo>
                  <a:lnTo>
                    <a:pt x="2553" y="7420"/>
                  </a:lnTo>
                  <a:cubicBezTo>
                    <a:pt x="2490" y="7483"/>
                    <a:pt x="2403" y="7515"/>
                    <a:pt x="2313" y="7515"/>
                  </a:cubicBezTo>
                  <a:cubicBezTo>
                    <a:pt x="2222" y="7515"/>
                    <a:pt x="2128" y="7483"/>
                    <a:pt x="2049" y="7420"/>
                  </a:cubicBezTo>
                  <a:cubicBezTo>
                    <a:pt x="1923" y="7294"/>
                    <a:pt x="1923" y="7074"/>
                    <a:pt x="2049" y="6916"/>
                  </a:cubicBezTo>
                  <a:lnTo>
                    <a:pt x="3277" y="5687"/>
                  </a:lnTo>
                  <a:cubicBezTo>
                    <a:pt x="3325" y="5624"/>
                    <a:pt x="3411" y="5593"/>
                    <a:pt x="3506" y="5593"/>
                  </a:cubicBezTo>
                  <a:close/>
                  <a:moveTo>
                    <a:pt x="7034" y="1"/>
                  </a:moveTo>
                  <a:cubicBezTo>
                    <a:pt x="6396" y="1"/>
                    <a:pt x="5766" y="237"/>
                    <a:pt x="5325" y="710"/>
                  </a:cubicBezTo>
                  <a:lnTo>
                    <a:pt x="127" y="5908"/>
                  </a:lnTo>
                  <a:cubicBezTo>
                    <a:pt x="32" y="6003"/>
                    <a:pt x="1" y="6129"/>
                    <a:pt x="1" y="6192"/>
                  </a:cubicBezTo>
                  <a:lnTo>
                    <a:pt x="221" y="8428"/>
                  </a:lnTo>
                  <a:cubicBezTo>
                    <a:pt x="221" y="8586"/>
                    <a:pt x="347" y="8712"/>
                    <a:pt x="505" y="8743"/>
                  </a:cubicBezTo>
                  <a:lnTo>
                    <a:pt x="3214" y="9500"/>
                  </a:lnTo>
                  <a:cubicBezTo>
                    <a:pt x="3248" y="9508"/>
                    <a:pt x="3282" y="9512"/>
                    <a:pt x="3316" y="9512"/>
                  </a:cubicBezTo>
                  <a:cubicBezTo>
                    <a:pt x="3408" y="9512"/>
                    <a:pt x="3500" y="9483"/>
                    <a:pt x="3592" y="9437"/>
                  </a:cubicBezTo>
                  <a:lnTo>
                    <a:pt x="8791" y="4238"/>
                  </a:lnTo>
                  <a:cubicBezTo>
                    <a:pt x="9263" y="3766"/>
                    <a:pt x="9484" y="3167"/>
                    <a:pt x="9484" y="2505"/>
                  </a:cubicBezTo>
                  <a:cubicBezTo>
                    <a:pt x="9484" y="1812"/>
                    <a:pt x="9200" y="1182"/>
                    <a:pt x="8791" y="710"/>
                  </a:cubicBezTo>
                  <a:cubicBezTo>
                    <a:pt x="8318" y="237"/>
                    <a:pt x="7672" y="1"/>
                    <a:pt x="70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9" name="Google Shape;7769;p84"/>
          <p:cNvGrpSpPr/>
          <p:nvPr/>
        </p:nvGrpSpPr>
        <p:grpSpPr>
          <a:xfrm>
            <a:off x="2687749" y="3777589"/>
            <a:ext cx="271357" cy="356057"/>
            <a:chOff x="-46007225" y="3937825"/>
            <a:chExt cx="229225" cy="300775"/>
          </a:xfrm>
        </p:grpSpPr>
        <p:sp>
          <p:nvSpPr>
            <p:cNvPr id="7770" name="Google Shape;7770;p84"/>
            <p:cNvSpPr/>
            <p:nvPr/>
          </p:nvSpPr>
          <p:spPr>
            <a:xfrm>
              <a:off x="-45813475" y="39904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1" name="Google Shape;7771;p84"/>
            <p:cNvSpPr/>
            <p:nvPr/>
          </p:nvSpPr>
          <p:spPr>
            <a:xfrm>
              <a:off x="-46007225" y="39904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2" name="Google Shape;7772;p84"/>
            <p:cNvSpPr/>
            <p:nvPr/>
          </p:nvSpPr>
          <p:spPr>
            <a:xfrm>
              <a:off x="-45826875" y="3937825"/>
              <a:ext cx="35475" cy="26750"/>
            </a:xfrm>
            <a:custGeom>
              <a:avLst/>
              <a:gdLst/>
              <a:ahLst/>
              <a:cxnLst/>
              <a:rect l="l" t="t" r="r" b="b"/>
              <a:pathLst>
                <a:path w="1419" h="1070" extrusionOk="0">
                  <a:moveTo>
                    <a:pt x="993" y="0"/>
                  </a:moveTo>
                  <a:cubicBezTo>
                    <a:pt x="932" y="0"/>
                    <a:pt x="871" y="18"/>
                    <a:pt x="820" y="59"/>
                  </a:cubicBezTo>
                  <a:lnTo>
                    <a:pt x="221" y="405"/>
                  </a:lnTo>
                  <a:cubicBezTo>
                    <a:pt x="64" y="500"/>
                    <a:pt x="1" y="720"/>
                    <a:pt x="127" y="878"/>
                  </a:cubicBezTo>
                  <a:cubicBezTo>
                    <a:pt x="188" y="1000"/>
                    <a:pt x="288" y="1070"/>
                    <a:pt x="403" y="1070"/>
                  </a:cubicBezTo>
                  <a:cubicBezTo>
                    <a:pt x="466" y="1070"/>
                    <a:pt x="533" y="1049"/>
                    <a:pt x="599" y="1004"/>
                  </a:cubicBezTo>
                  <a:lnTo>
                    <a:pt x="1167" y="657"/>
                  </a:lnTo>
                  <a:cubicBezTo>
                    <a:pt x="1324" y="563"/>
                    <a:pt x="1419" y="342"/>
                    <a:pt x="1293" y="185"/>
                  </a:cubicBezTo>
                  <a:cubicBezTo>
                    <a:pt x="1250" y="78"/>
                    <a:pt x="1121" y="0"/>
                    <a:pt x="9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3" name="Google Shape;7773;p84"/>
            <p:cNvSpPr/>
            <p:nvPr/>
          </p:nvSpPr>
          <p:spPr>
            <a:xfrm>
              <a:off x="-45993850" y="4034625"/>
              <a:ext cx="35475" cy="25850"/>
            </a:xfrm>
            <a:custGeom>
              <a:avLst/>
              <a:gdLst/>
              <a:ahLst/>
              <a:cxnLst/>
              <a:rect l="l" t="t" r="r" b="b"/>
              <a:pathLst>
                <a:path w="1419" h="1034" extrusionOk="0">
                  <a:moveTo>
                    <a:pt x="1014" y="0"/>
                  </a:moveTo>
                  <a:cubicBezTo>
                    <a:pt x="958" y="0"/>
                    <a:pt x="901" y="10"/>
                    <a:pt x="851" y="30"/>
                  </a:cubicBezTo>
                  <a:lnTo>
                    <a:pt x="253" y="377"/>
                  </a:lnTo>
                  <a:cubicBezTo>
                    <a:pt x="95" y="472"/>
                    <a:pt x="1" y="692"/>
                    <a:pt x="127" y="850"/>
                  </a:cubicBezTo>
                  <a:cubicBezTo>
                    <a:pt x="191" y="956"/>
                    <a:pt x="313" y="1034"/>
                    <a:pt x="433" y="1034"/>
                  </a:cubicBezTo>
                  <a:cubicBezTo>
                    <a:pt x="491" y="1034"/>
                    <a:pt x="549" y="1016"/>
                    <a:pt x="599" y="976"/>
                  </a:cubicBezTo>
                  <a:lnTo>
                    <a:pt x="1198" y="629"/>
                  </a:lnTo>
                  <a:cubicBezTo>
                    <a:pt x="1356" y="566"/>
                    <a:pt x="1419" y="314"/>
                    <a:pt x="1324" y="156"/>
                  </a:cubicBezTo>
                  <a:cubicBezTo>
                    <a:pt x="1259" y="49"/>
                    <a:pt x="1136" y="0"/>
                    <a:pt x="10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4" name="Google Shape;7774;p84"/>
            <p:cNvSpPr/>
            <p:nvPr/>
          </p:nvSpPr>
          <p:spPr>
            <a:xfrm>
              <a:off x="-45825300" y="4034625"/>
              <a:ext cx="34675" cy="25725"/>
            </a:xfrm>
            <a:custGeom>
              <a:avLst/>
              <a:gdLst/>
              <a:ahLst/>
              <a:cxnLst/>
              <a:rect l="l" t="t" r="r" b="b"/>
              <a:pathLst>
                <a:path w="1387" h="1029" extrusionOk="0">
                  <a:moveTo>
                    <a:pt x="399" y="0"/>
                  </a:moveTo>
                  <a:cubicBezTo>
                    <a:pt x="270" y="0"/>
                    <a:pt x="138" y="49"/>
                    <a:pt x="95" y="156"/>
                  </a:cubicBezTo>
                  <a:cubicBezTo>
                    <a:pt x="1" y="314"/>
                    <a:pt x="32" y="566"/>
                    <a:pt x="190" y="629"/>
                  </a:cubicBezTo>
                  <a:lnTo>
                    <a:pt x="789" y="976"/>
                  </a:lnTo>
                  <a:cubicBezTo>
                    <a:pt x="848" y="1011"/>
                    <a:pt x="920" y="1029"/>
                    <a:pt x="991" y="1029"/>
                  </a:cubicBezTo>
                  <a:cubicBezTo>
                    <a:pt x="1108" y="1029"/>
                    <a:pt x="1222" y="980"/>
                    <a:pt x="1261" y="881"/>
                  </a:cubicBezTo>
                  <a:cubicBezTo>
                    <a:pt x="1387" y="692"/>
                    <a:pt x="1324" y="503"/>
                    <a:pt x="1135" y="408"/>
                  </a:cubicBezTo>
                  <a:lnTo>
                    <a:pt x="568" y="30"/>
                  </a:lnTo>
                  <a:cubicBezTo>
                    <a:pt x="518" y="10"/>
                    <a:pt x="459" y="0"/>
                    <a:pt x="3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5" name="Google Shape;7775;p84"/>
            <p:cNvSpPr/>
            <p:nvPr/>
          </p:nvSpPr>
          <p:spPr>
            <a:xfrm>
              <a:off x="-45992275" y="3938175"/>
              <a:ext cx="33900" cy="25525"/>
            </a:xfrm>
            <a:custGeom>
              <a:avLst/>
              <a:gdLst/>
              <a:ahLst/>
              <a:cxnLst/>
              <a:rect l="l" t="t" r="r" b="b"/>
              <a:pathLst>
                <a:path w="1356" h="1021" extrusionOk="0">
                  <a:moveTo>
                    <a:pt x="372" y="0"/>
                  </a:moveTo>
                  <a:cubicBezTo>
                    <a:pt x="250" y="0"/>
                    <a:pt x="128" y="64"/>
                    <a:pt x="64" y="171"/>
                  </a:cubicBezTo>
                  <a:cubicBezTo>
                    <a:pt x="1" y="328"/>
                    <a:pt x="32" y="549"/>
                    <a:pt x="190" y="643"/>
                  </a:cubicBezTo>
                  <a:lnTo>
                    <a:pt x="788" y="990"/>
                  </a:lnTo>
                  <a:cubicBezTo>
                    <a:pt x="838" y="1010"/>
                    <a:pt x="895" y="1020"/>
                    <a:pt x="951" y="1020"/>
                  </a:cubicBezTo>
                  <a:cubicBezTo>
                    <a:pt x="1073" y="1020"/>
                    <a:pt x="1196" y="972"/>
                    <a:pt x="1261" y="864"/>
                  </a:cubicBezTo>
                  <a:cubicBezTo>
                    <a:pt x="1356" y="706"/>
                    <a:pt x="1293" y="517"/>
                    <a:pt x="1135" y="391"/>
                  </a:cubicBezTo>
                  <a:lnTo>
                    <a:pt x="536" y="45"/>
                  </a:lnTo>
                  <a:cubicBezTo>
                    <a:pt x="486" y="15"/>
                    <a:pt x="429" y="0"/>
                    <a:pt x="3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6" name="Google Shape;7776;p84"/>
            <p:cNvSpPr/>
            <p:nvPr/>
          </p:nvSpPr>
          <p:spPr>
            <a:xfrm>
              <a:off x="-45953675" y="4078700"/>
              <a:ext cx="122900" cy="35450"/>
            </a:xfrm>
            <a:custGeom>
              <a:avLst/>
              <a:gdLst/>
              <a:ahLst/>
              <a:cxnLst/>
              <a:rect l="l" t="t" r="r" b="b"/>
              <a:pathLst>
                <a:path w="4916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40" y="725"/>
                  </a:lnTo>
                  <a:lnTo>
                    <a:pt x="1040" y="1418"/>
                  </a:lnTo>
                  <a:lnTo>
                    <a:pt x="3844" y="1418"/>
                  </a:lnTo>
                  <a:lnTo>
                    <a:pt x="3844" y="725"/>
                  </a:lnTo>
                  <a:lnTo>
                    <a:pt x="4569" y="725"/>
                  </a:lnTo>
                  <a:cubicBezTo>
                    <a:pt x="4758" y="725"/>
                    <a:pt x="4915" y="567"/>
                    <a:pt x="4915" y="378"/>
                  </a:cubicBezTo>
                  <a:cubicBezTo>
                    <a:pt x="4915" y="158"/>
                    <a:pt x="4758" y="0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7" name="Google Shape;7777;p84"/>
            <p:cNvSpPr/>
            <p:nvPr/>
          </p:nvSpPr>
          <p:spPr>
            <a:xfrm>
              <a:off x="-45956025" y="3938325"/>
              <a:ext cx="126025" cy="123075"/>
            </a:xfrm>
            <a:custGeom>
              <a:avLst/>
              <a:gdLst/>
              <a:ahLst/>
              <a:cxnLst/>
              <a:rect l="l" t="t" r="r" b="b"/>
              <a:pathLst>
                <a:path w="5041" h="4923" extrusionOk="0">
                  <a:moveTo>
                    <a:pt x="2557" y="1"/>
                  </a:moveTo>
                  <a:cubicBezTo>
                    <a:pt x="2408" y="1"/>
                    <a:pt x="2259" y="13"/>
                    <a:pt x="2111" y="39"/>
                  </a:cubicBezTo>
                  <a:cubicBezTo>
                    <a:pt x="1134" y="196"/>
                    <a:pt x="315" y="1016"/>
                    <a:pt x="158" y="1992"/>
                  </a:cubicBezTo>
                  <a:cubicBezTo>
                    <a:pt x="0" y="2874"/>
                    <a:pt x="284" y="3410"/>
                    <a:pt x="693" y="4103"/>
                  </a:cubicBezTo>
                  <a:cubicBezTo>
                    <a:pt x="914" y="4355"/>
                    <a:pt x="1071" y="4639"/>
                    <a:pt x="1134" y="4922"/>
                  </a:cubicBezTo>
                  <a:lnTo>
                    <a:pt x="2237" y="4922"/>
                  </a:lnTo>
                  <a:lnTo>
                    <a:pt x="2237" y="2780"/>
                  </a:lnTo>
                  <a:lnTo>
                    <a:pt x="1890" y="2780"/>
                  </a:lnTo>
                  <a:cubicBezTo>
                    <a:pt x="1701" y="2780"/>
                    <a:pt x="1544" y="2622"/>
                    <a:pt x="1544" y="2433"/>
                  </a:cubicBezTo>
                  <a:cubicBezTo>
                    <a:pt x="1544" y="2244"/>
                    <a:pt x="1701" y="2087"/>
                    <a:pt x="1890" y="2087"/>
                  </a:cubicBezTo>
                  <a:lnTo>
                    <a:pt x="3308" y="2087"/>
                  </a:lnTo>
                  <a:cubicBezTo>
                    <a:pt x="3497" y="2087"/>
                    <a:pt x="3655" y="2244"/>
                    <a:pt x="3655" y="2433"/>
                  </a:cubicBezTo>
                  <a:cubicBezTo>
                    <a:pt x="3655" y="2622"/>
                    <a:pt x="3497" y="2780"/>
                    <a:pt x="3308" y="2780"/>
                  </a:cubicBezTo>
                  <a:lnTo>
                    <a:pt x="2962" y="2780"/>
                  </a:lnTo>
                  <a:lnTo>
                    <a:pt x="2962" y="4922"/>
                  </a:lnTo>
                  <a:lnTo>
                    <a:pt x="4064" y="4922"/>
                  </a:lnTo>
                  <a:cubicBezTo>
                    <a:pt x="4127" y="4639"/>
                    <a:pt x="4348" y="4355"/>
                    <a:pt x="4505" y="4040"/>
                  </a:cubicBezTo>
                  <a:cubicBezTo>
                    <a:pt x="4820" y="3536"/>
                    <a:pt x="5041" y="3158"/>
                    <a:pt x="5041" y="2433"/>
                  </a:cubicBezTo>
                  <a:cubicBezTo>
                    <a:pt x="5041" y="1740"/>
                    <a:pt x="4726" y="1016"/>
                    <a:pt x="4190" y="543"/>
                  </a:cubicBezTo>
                  <a:cubicBezTo>
                    <a:pt x="3714" y="192"/>
                    <a:pt x="3138" y="1"/>
                    <a:pt x="25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8" name="Google Shape;7778;p84"/>
            <p:cNvSpPr/>
            <p:nvPr/>
          </p:nvSpPr>
          <p:spPr>
            <a:xfrm>
              <a:off x="-45927675" y="4132250"/>
              <a:ext cx="70125" cy="39400"/>
            </a:xfrm>
            <a:custGeom>
              <a:avLst/>
              <a:gdLst/>
              <a:ahLst/>
              <a:cxnLst/>
              <a:rect l="l" t="t" r="r" b="b"/>
              <a:pathLst>
                <a:path w="2805" h="1576" extrusionOk="0">
                  <a:moveTo>
                    <a:pt x="0" y="1"/>
                  </a:moveTo>
                  <a:lnTo>
                    <a:pt x="0" y="1576"/>
                  </a:lnTo>
                  <a:lnTo>
                    <a:pt x="158" y="1450"/>
                  </a:lnTo>
                  <a:cubicBezTo>
                    <a:pt x="536" y="1198"/>
                    <a:pt x="969" y="1072"/>
                    <a:pt x="1402" y="1072"/>
                  </a:cubicBezTo>
                  <a:cubicBezTo>
                    <a:pt x="1835" y="1072"/>
                    <a:pt x="2269" y="1198"/>
                    <a:pt x="2647" y="1450"/>
                  </a:cubicBezTo>
                  <a:lnTo>
                    <a:pt x="2804" y="1576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9" name="Google Shape;7779;p84"/>
            <p:cNvSpPr/>
            <p:nvPr/>
          </p:nvSpPr>
          <p:spPr>
            <a:xfrm>
              <a:off x="-45921375" y="4176950"/>
              <a:ext cx="59100" cy="61650"/>
            </a:xfrm>
            <a:custGeom>
              <a:avLst/>
              <a:gdLst/>
              <a:ahLst/>
              <a:cxnLst/>
              <a:rect l="l" t="t" r="r" b="b"/>
              <a:pathLst>
                <a:path w="2364" h="2466" extrusionOk="0">
                  <a:moveTo>
                    <a:pt x="1158" y="0"/>
                  </a:moveTo>
                  <a:cubicBezTo>
                    <a:pt x="859" y="0"/>
                    <a:pt x="567" y="87"/>
                    <a:pt x="315" y="260"/>
                  </a:cubicBezTo>
                  <a:lnTo>
                    <a:pt x="0" y="481"/>
                  </a:lnTo>
                  <a:lnTo>
                    <a:pt x="851" y="2277"/>
                  </a:lnTo>
                  <a:cubicBezTo>
                    <a:pt x="945" y="2371"/>
                    <a:pt x="1040" y="2466"/>
                    <a:pt x="1166" y="2466"/>
                  </a:cubicBezTo>
                  <a:cubicBezTo>
                    <a:pt x="1292" y="2466"/>
                    <a:pt x="1418" y="2371"/>
                    <a:pt x="1481" y="2277"/>
                  </a:cubicBezTo>
                  <a:lnTo>
                    <a:pt x="2363" y="481"/>
                  </a:lnTo>
                  <a:lnTo>
                    <a:pt x="2048" y="260"/>
                  </a:lnTo>
                  <a:cubicBezTo>
                    <a:pt x="1765" y="87"/>
                    <a:pt x="1457" y="0"/>
                    <a:pt x="11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0" name="Google Shape;7780;p84"/>
          <p:cNvGrpSpPr/>
          <p:nvPr/>
        </p:nvGrpSpPr>
        <p:grpSpPr>
          <a:xfrm>
            <a:off x="3993241" y="3767675"/>
            <a:ext cx="312375" cy="357596"/>
            <a:chOff x="-44895900" y="3929450"/>
            <a:chExt cx="263875" cy="302075"/>
          </a:xfrm>
        </p:grpSpPr>
        <p:sp>
          <p:nvSpPr>
            <p:cNvPr id="7781" name="Google Shape;7781;p84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2" name="Google Shape;7782;p84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3" name="Google Shape;7783;p84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4" name="Google Shape;7784;p84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5" name="Google Shape;7785;p84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6" name="Google Shape;7786;p84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7" name="Google Shape;7787;p84"/>
          <p:cNvGrpSpPr/>
          <p:nvPr/>
        </p:nvGrpSpPr>
        <p:grpSpPr>
          <a:xfrm>
            <a:off x="2167060" y="1550436"/>
            <a:ext cx="356205" cy="332885"/>
            <a:chOff x="-49397175" y="3192625"/>
            <a:chExt cx="300900" cy="281200"/>
          </a:xfrm>
        </p:grpSpPr>
        <p:sp>
          <p:nvSpPr>
            <p:cNvPr id="7788" name="Google Shape;7788;p84"/>
            <p:cNvSpPr/>
            <p:nvPr/>
          </p:nvSpPr>
          <p:spPr>
            <a:xfrm>
              <a:off x="-49325500" y="3297975"/>
              <a:ext cx="64625" cy="58500"/>
            </a:xfrm>
            <a:custGeom>
              <a:avLst/>
              <a:gdLst/>
              <a:ahLst/>
              <a:cxnLst/>
              <a:rect l="l" t="t" r="r" b="b"/>
              <a:pathLst>
                <a:path w="2585" h="2340" extrusionOk="0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9" name="Google Shape;7789;p84"/>
            <p:cNvSpPr/>
            <p:nvPr/>
          </p:nvSpPr>
          <p:spPr>
            <a:xfrm>
              <a:off x="-49345975" y="3192625"/>
              <a:ext cx="199300" cy="103975"/>
            </a:xfrm>
            <a:custGeom>
              <a:avLst/>
              <a:gdLst/>
              <a:ahLst/>
              <a:cxnLst/>
              <a:rect l="l" t="t" r="r" b="b"/>
              <a:pathLst>
                <a:path w="7972" h="4159" extrusionOk="0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0" name="Google Shape;7790;p84"/>
            <p:cNvSpPr/>
            <p:nvPr/>
          </p:nvSpPr>
          <p:spPr>
            <a:xfrm>
              <a:off x="-49272725" y="3381650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1" name="Google Shape;7791;p84"/>
            <p:cNvSpPr/>
            <p:nvPr/>
          </p:nvSpPr>
          <p:spPr>
            <a:xfrm>
              <a:off x="-49231775" y="3298075"/>
              <a:ext cx="63050" cy="58400"/>
            </a:xfrm>
            <a:custGeom>
              <a:avLst/>
              <a:gdLst/>
              <a:ahLst/>
              <a:cxnLst/>
              <a:rect l="l" t="t" r="r" b="b"/>
              <a:pathLst>
                <a:path w="2522" h="2336" extrusionOk="0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2" name="Google Shape;7792;p84"/>
            <p:cNvSpPr/>
            <p:nvPr/>
          </p:nvSpPr>
          <p:spPr>
            <a:xfrm>
              <a:off x="-49271925" y="3317850"/>
              <a:ext cx="48850" cy="49850"/>
            </a:xfrm>
            <a:custGeom>
              <a:avLst/>
              <a:gdLst/>
              <a:ahLst/>
              <a:cxnLst/>
              <a:rect l="l" t="t" r="r" b="b"/>
              <a:pathLst>
                <a:path w="1954" h="1994" extrusionOk="0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3" name="Google Shape;7793;p84"/>
            <p:cNvSpPr/>
            <p:nvPr/>
          </p:nvSpPr>
          <p:spPr>
            <a:xfrm>
              <a:off x="-49245950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4" name="Google Shape;7794;p84"/>
            <p:cNvSpPr/>
            <p:nvPr/>
          </p:nvSpPr>
          <p:spPr>
            <a:xfrm>
              <a:off x="-49397175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5" name="Google Shape;7795;p84"/>
          <p:cNvGrpSpPr/>
          <p:nvPr/>
        </p:nvGrpSpPr>
        <p:grpSpPr>
          <a:xfrm>
            <a:off x="2193163" y="1974651"/>
            <a:ext cx="304000" cy="356205"/>
            <a:chOff x="-49375900" y="3550975"/>
            <a:chExt cx="256800" cy="300900"/>
          </a:xfrm>
        </p:grpSpPr>
        <p:sp>
          <p:nvSpPr>
            <p:cNvPr id="7796" name="Google Shape;7796;p84"/>
            <p:cNvSpPr/>
            <p:nvPr/>
          </p:nvSpPr>
          <p:spPr>
            <a:xfrm>
              <a:off x="-4923177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7" name="Google Shape;7797;p84"/>
            <p:cNvSpPr/>
            <p:nvPr/>
          </p:nvSpPr>
          <p:spPr>
            <a:xfrm>
              <a:off x="-49291625" y="3726625"/>
              <a:ext cx="87450" cy="123675"/>
            </a:xfrm>
            <a:custGeom>
              <a:avLst/>
              <a:gdLst/>
              <a:ahLst/>
              <a:cxnLst/>
              <a:rect l="l" t="t" r="r" b="b"/>
              <a:pathLst>
                <a:path w="3498" h="4947" extrusionOk="0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8" name="Google Shape;7798;p84"/>
            <p:cNvSpPr/>
            <p:nvPr/>
          </p:nvSpPr>
          <p:spPr>
            <a:xfrm>
              <a:off x="-49288475" y="3647075"/>
              <a:ext cx="81150" cy="61450"/>
            </a:xfrm>
            <a:custGeom>
              <a:avLst/>
              <a:gdLst/>
              <a:ahLst/>
              <a:cxnLst/>
              <a:rect l="l" t="t" r="r" b="b"/>
              <a:pathLst>
                <a:path w="3246" h="2458" extrusionOk="0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9" name="Google Shape;7799;p84"/>
            <p:cNvSpPr/>
            <p:nvPr/>
          </p:nvSpPr>
          <p:spPr>
            <a:xfrm>
              <a:off x="-49375900" y="3648650"/>
              <a:ext cx="59100" cy="59875"/>
            </a:xfrm>
            <a:custGeom>
              <a:avLst/>
              <a:gdLst/>
              <a:ahLst/>
              <a:cxnLst/>
              <a:rect l="l" t="t" r="r" b="b"/>
              <a:pathLst>
                <a:path w="2364" h="2395" extrusionOk="0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0" name="Google Shape;7800;p84"/>
            <p:cNvSpPr/>
            <p:nvPr/>
          </p:nvSpPr>
          <p:spPr>
            <a:xfrm>
              <a:off x="-49229400" y="3726625"/>
              <a:ext cx="109500" cy="125250"/>
            </a:xfrm>
            <a:custGeom>
              <a:avLst/>
              <a:gdLst/>
              <a:ahLst/>
              <a:cxnLst/>
              <a:rect l="l" t="t" r="r" b="b"/>
              <a:pathLst>
                <a:path w="4380" h="5010" extrusionOk="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1" name="Google Shape;7801;p84"/>
            <p:cNvSpPr/>
            <p:nvPr/>
          </p:nvSpPr>
          <p:spPr>
            <a:xfrm>
              <a:off x="-49179000" y="3648650"/>
              <a:ext cx="59900" cy="59875"/>
            </a:xfrm>
            <a:custGeom>
              <a:avLst/>
              <a:gdLst/>
              <a:ahLst/>
              <a:cxnLst/>
              <a:rect l="l" t="t" r="r" b="b"/>
              <a:pathLst>
                <a:path w="2396" h="2395" extrusionOk="0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2" name="Google Shape;7802;p84"/>
            <p:cNvSpPr/>
            <p:nvPr/>
          </p:nvSpPr>
          <p:spPr>
            <a:xfrm>
              <a:off x="-4932312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3" name="Google Shape;7803;p84"/>
            <p:cNvSpPr/>
            <p:nvPr/>
          </p:nvSpPr>
          <p:spPr>
            <a:xfrm>
              <a:off x="-49375100" y="3726625"/>
              <a:ext cx="108700" cy="125250"/>
            </a:xfrm>
            <a:custGeom>
              <a:avLst/>
              <a:gdLst/>
              <a:ahLst/>
              <a:cxnLst/>
              <a:rect l="l" t="t" r="r" b="b"/>
              <a:pathLst>
                <a:path w="4348" h="5010" extrusionOk="0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4" name="Google Shape;7804;p84"/>
            <p:cNvSpPr/>
            <p:nvPr/>
          </p:nvSpPr>
          <p:spPr>
            <a:xfrm>
              <a:off x="-49256975" y="3550975"/>
              <a:ext cx="17350" cy="53600"/>
            </a:xfrm>
            <a:custGeom>
              <a:avLst/>
              <a:gdLst/>
              <a:ahLst/>
              <a:cxnLst/>
              <a:rect l="l" t="t" r="r" b="b"/>
              <a:pathLst>
                <a:path w="694" h="2144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5" name="Google Shape;7805;p84"/>
            <p:cNvSpPr/>
            <p:nvPr/>
          </p:nvSpPr>
          <p:spPr>
            <a:xfrm>
              <a:off x="-49323125" y="3575850"/>
              <a:ext cx="43350" cy="32650"/>
            </a:xfrm>
            <a:custGeom>
              <a:avLst/>
              <a:gdLst/>
              <a:ahLst/>
              <a:cxnLst/>
              <a:rect l="l" t="t" r="r" b="b"/>
              <a:pathLst>
                <a:path w="1734" h="1306" extrusionOk="0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6" name="Google Shape;7806;p84"/>
            <p:cNvSpPr/>
            <p:nvPr/>
          </p:nvSpPr>
          <p:spPr>
            <a:xfrm>
              <a:off x="-49217575" y="3575525"/>
              <a:ext cx="44900" cy="32975"/>
            </a:xfrm>
            <a:custGeom>
              <a:avLst/>
              <a:gdLst/>
              <a:ahLst/>
              <a:cxnLst/>
              <a:rect l="l" t="t" r="r" b="b"/>
              <a:pathLst>
                <a:path w="1796" h="1319" extrusionOk="0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7" name="Google Shape;7807;p84"/>
          <p:cNvGrpSpPr/>
          <p:nvPr/>
        </p:nvGrpSpPr>
        <p:grpSpPr>
          <a:xfrm>
            <a:off x="2188516" y="2411946"/>
            <a:ext cx="313293" cy="356205"/>
            <a:chOff x="-49378250" y="3920375"/>
            <a:chExt cx="264650" cy="300900"/>
          </a:xfrm>
        </p:grpSpPr>
        <p:sp>
          <p:nvSpPr>
            <p:cNvPr id="7808" name="Google Shape;7808;p84"/>
            <p:cNvSpPr/>
            <p:nvPr/>
          </p:nvSpPr>
          <p:spPr>
            <a:xfrm>
              <a:off x="-49272725" y="4185025"/>
              <a:ext cx="70925" cy="35475"/>
            </a:xfrm>
            <a:custGeom>
              <a:avLst/>
              <a:gdLst/>
              <a:ahLst/>
              <a:cxnLst/>
              <a:rect l="l" t="t" r="r" b="b"/>
              <a:pathLst>
                <a:path w="2837" h="1419" extrusionOk="0">
                  <a:moveTo>
                    <a:pt x="32" y="0"/>
                  </a:moveTo>
                  <a:lnTo>
                    <a:pt x="32" y="378"/>
                  </a:lnTo>
                  <a:lnTo>
                    <a:pt x="1" y="378"/>
                  </a:lnTo>
                  <a:cubicBezTo>
                    <a:pt x="1" y="945"/>
                    <a:pt x="473" y="1418"/>
                    <a:pt x="1040" y="1418"/>
                  </a:cubicBezTo>
                  <a:lnTo>
                    <a:pt x="1765" y="1418"/>
                  </a:lnTo>
                  <a:cubicBezTo>
                    <a:pt x="2364" y="1418"/>
                    <a:pt x="2836" y="945"/>
                    <a:pt x="2836" y="378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9" name="Google Shape;7809;p84"/>
            <p:cNvSpPr/>
            <p:nvPr/>
          </p:nvSpPr>
          <p:spPr>
            <a:xfrm>
              <a:off x="-49378250" y="3920375"/>
              <a:ext cx="87425" cy="300900"/>
            </a:xfrm>
            <a:custGeom>
              <a:avLst/>
              <a:gdLst/>
              <a:ahLst/>
              <a:cxnLst/>
              <a:rect l="l" t="t" r="r" b="b"/>
              <a:pathLst>
                <a:path w="3497" h="1203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1764" y="1418"/>
                  </a:lnTo>
                  <a:cubicBezTo>
                    <a:pt x="1953" y="1418"/>
                    <a:pt x="2111" y="1576"/>
                    <a:pt x="2111" y="1765"/>
                  </a:cubicBezTo>
                  <a:cubicBezTo>
                    <a:pt x="2111" y="1954"/>
                    <a:pt x="1953" y="2112"/>
                    <a:pt x="1764" y="2112"/>
                  </a:cubicBezTo>
                  <a:lnTo>
                    <a:pt x="0" y="2112"/>
                  </a:lnTo>
                  <a:lnTo>
                    <a:pt x="0" y="2836"/>
                  </a:lnTo>
                  <a:lnTo>
                    <a:pt x="1071" y="2836"/>
                  </a:lnTo>
                  <a:cubicBezTo>
                    <a:pt x="1260" y="2836"/>
                    <a:pt x="1418" y="2994"/>
                    <a:pt x="1418" y="3183"/>
                  </a:cubicBezTo>
                  <a:cubicBezTo>
                    <a:pt x="1418" y="3372"/>
                    <a:pt x="1260" y="3529"/>
                    <a:pt x="1071" y="3529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1764" y="4254"/>
                  </a:lnTo>
                  <a:cubicBezTo>
                    <a:pt x="1953" y="4254"/>
                    <a:pt x="2111" y="4411"/>
                    <a:pt x="2111" y="4600"/>
                  </a:cubicBezTo>
                  <a:cubicBezTo>
                    <a:pt x="2111" y="4789"/>
                    <a:pt x="1953" y="4947"/>
                    <a:pt x="1764" y="4947"/>
                  </a:cubicBezTo>
                  <a:lnTo>
                    <a:pt x="0" y="4947"/>
                  </a:lnTo>
                  <a:lnTo>
                    <a:pt x="0" y="5672"/>
                  </a:lnTo>
                  <a:lnTo>
                    <a:pt x="1071" y="5672"/>
                  </a:lnTo>
                  <a:cubicBezTo>
                    <a:pt x="1260" y="5672"/>
                    <a:pt x="1418" y="5829"/>
                    <a:pt x="1418" y="6018"/>
                  </a:cubicBezTo>
                  <a:cubicBezTo>
                    <a:pt x="1418" y="6207"/>
                    <a:pt x="1260" y="6365"/>
                    <a:pt x="1071" y="6365"/>
                  </a:cubicBezTo>
                  <a:lnTo>
                    <a:pt x="0" y="6365"/>
                  </a:lnTo>
                  <a:lnTo>
                    <a:pt x="0" y="7089"/>
                  </a:lnTo>
                  <a:lnTo>
                    <a:pt x="1764" y="7089"/>
                  </a:lnTo>
                  <a:cubicBezTo>
                    <a:pt x="1953" y="7089"/>
                    <a:pt x="2111" y="7247"/>
                    <a:pt x="2111" y="7436"/>
                  </a:cubicBezTo>
                  <a:cubicBezTo>
                    <a:pt x="2111" y="7625"/>
                    <a:pt x="1953" y="7782"/>
                    <a:pt x="1764" y="7782"/>
                  </a:cubicBezTo>
                  <a:lnTo>
                    <a:pt x="0" y="7782"/>
                  </a:lnTo>
                  <a:lnTo>
                    <a:pt x="0" y="8507"/>
                  </a:lnTo>
                  <a:lnTo>
                    <a:pt x="1071" y="8507"/>
                  </a:lnTo>
                  <a:cubicBezTo>
                    <a:pt x="1260" y="8507"/>
                    <a:pt x="1418" y="8665"/>
                    <a:pt x="1418" y="8854"/>
                  </a:cubicBezTo>
                  <a:cubicBezTo>
                    <a:pt x="1418" y="9043"/>
                    <a:pt x="1260" y="9200"/>
                    <a:pt x="1071" y="9200"/>
                  </a:cubicBezTo>
                  <a:lnTo>
                    <a:pt x="0" y="9200"/>
                  </a:lnTo>
                  <a:lnTo>
                    <a:pt x="0" y="9925"/>
                  </a:lnTo>
                  <a:lnTo>
                    <a:pt x="1764" y="9925"/>
                  </a:lnTo>
                  <a:cubicBezTo>
                    <a:pt x="1953" y="9925"/>
                    <a:pt x="2111" y="10082"/>
                    <a:pt x="2111" y="10271"/>
                  </a:cubicBezTo>
                  <a:cubicBezTo>
                    <a:pt x="2111" y="10460"/>
                    <a:pt x="1953" y="10618"/>
                    <a:pt x="1764" y="10618"/>
                  </a:cubicBezTo>
                  <a:lnTo>
                    <a:pt x="0" y="10618"/>
                  </a:lnTo>
                  <a:lnTo>
                    <a:pt x="0" y="11689"/>
                  </a:lnTo>
                  <a:cubicBezTo>
                    <a:pt x="0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7" y="11878"/>
                    <a:pt x="3497" y="11689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0" name="Google Shape;7810;p84"/>
            <p:cNvSpPr/>
            <p:nvPr/>
          </p:nvSpPr>
          <p:spPr>
            <a:xfrm>
              <a:off x="-49185300" y="3920375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1"/>
                  </a:moveTo>
                  <a:cubicBezTo>
                    <a:pt x="1765" y="1"/>
                    <a:pt x="1229" y="32"/>
                    <a:pt x="631" y="631"/>
                  </a:cubicBezTo>
                  <a:cubicBezTo>
                    <a:pt x="253" y="1040"/>
                    <a:pt x="1" y="1576"/>
                    <a:pt x="1" y="2143"/>
                  </a:cubicBezTo>
                  <a:cubicBezTo>
                    <a:pt x="1" y="2868"/>
                    <a:pt x="631" y="3498"/>
                    <a:pt x="1418" y="3498"/>
                  </a:cubicBezTo>
                  <a:cubicBezTo>
                    <a:pt x="2017" y="3498"/>
                    <a:pt x="2553" y="3120"/>
                    <a:pt x="2742" y="2553"/>
                  </a:cubicBezTo>
                  <a:cubicBezTo>
                    <a:pt x="2868" y="2238"/>
                    <a:pt x="2805" y="1923"/>
                    <a:pt x="2616" y="1702"/>
                  </a:cubicBezTo>
                  <a:cubicBezTo>
                    <a:pt x="2395" y="1450"/>
                    <a:pt x="2269" y="1135"/>
                    <a:pt x="2742" y="568"/>
                  </a:cubicBezTo>
                  <a:cubicBezTo>
                    <a:pt x="2836" y="442"/>
                    <a:pt x="2868" y="316"/>
                    <a:pt x="2805" y="190"/>
                  </a:cubicBezTo>
                  <a:cubicBezTo>
                    <a:pt x="2742" y="95"/>
                    <a:pt x="2616" y="1"/>
                    <a:pt x="24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1" name="Google Shape;7811;p84"/>
            <p:cNvSpPr/>
            <p:nvPr/>
          </p:nvSpPr>
          <p:spPr>
            <a:xfrm>
              <a:off x="-49182150" y="4019625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2"/>
                  </a:cubicBezTo>
                  <a:lnTo>
                    <a:pt x="2584" y="1702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2" name="Google Shape;7812;p84"/>
            <p:cNvSpPr/>
            <p:nvPr/>
          </p:nvSpPr>
          <p:spPr>
            <a:xfrm>
              <a:off x="-49185300" y="4078700"/>
              <a:ext cx="70925" cy="141800"/>
            </a:xfrm>
            <a:custGeom>
              <a:avLst/>
              <a:gdLst/>
              <a:ahLst/>
              <a:cxnLst/>
              <a:rect l="l" t="t" r="r" b="b"/>
              <a:pathLst>
                <a:path w="2837" h="5672" extrusionOk="0">
                  <a:moveTo>
                    <a:pt x="32" y="0"/>
                  </a:moveTo>
                  <a:cubicBezTo>
                    <a:pt x="1" y="378"/>
                    <a:pt x="1" y="756"/>
                    <a:pt x="1" y="1071"/>
                  </a:cubicBezTo>
                  <a:cubicBezTo>
                    <a:pt x="1" y="2773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05" y="756"/>
                    <a:pt x="2805" y="410"/>
                    <a:pt x="27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3" name="Google Shape;7813;p84"/>
            <p:cNvSpPr/>
            <p:nvPr/>
          </p:nvSpPr>
          <p:spPr>
            <a:xfrm>
              <a:off x="-49271150" y="3920375"/>
              <a:ext cx="65400" cy="70125"/>
            </a:xfrm>
            <a:custGeom>
              <a:avLst/>
              <a:gdLst/>
              <a:ahLst/>
              <a:cxnLst/>
              <a:rect l="l" t="t" r="r" b="b"/>
              <a:pathLst>
                <a:path w="2616" h="2805" extrusionOk="0">
                  <a:moveTo>
                    <a:pt x="1324" y="1"/>
                  </a:moveTo>
                  <a:cubicBezTo>
                    <a:pt x="1182" y="1"/>
                    <a:pt x="1040" y="64"/>
                    <a:pt x="977" y="190"/>
                  </a:cubicBezTo>
                  <a:lnTo>
                    <a:pt x="1" y="2805"/>
                  </a:lnTo>
                  <a:lnTo>
                    <a:pt x="2616" y="2805"/>
                  </a:lnTo>
                  <a:lnTo>
                    <a:pt x="1670" y="190"/>
                  </a:lnTo>
                  <a:cubicBezTo>
                    <a:pt x="1607" y="64"/>
                    <a:pt x="1466" y="1"/>
                    <a:pt x="13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4" name="Google Shape;7814;p84"/>
            <p:cNvSpPr/>
            <p:nvPr/>
          </p:nvSpPr>
          <p:spPr>
            <a:xfrm>
              <a:off x="-49272725" y="4007800"/>
              <a:ext cx="70125" cy="159925"/>
            </a:xfrm>
            <a:custGeom>
              <a:avLst/>
              <a:gdLst/>
              <a:ahLst/>
              <a:cxnLst/>
              <a:rect l="l" t="t" r="r" b="b"/>
              <a:pathLst>
                <a:path w="2805" h="6397" extrusionOk="0">
                  <a:moveTo>
                    <a:pt x="1" y="1"/>
                  </a:moveTo>
                  <a:lnTo>
                    <a:pt x="1" y="6396"/>
                  </a:lnTo>
                  <a:lnTo>
                    <a:pt x="2805" y="6396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15" name="Google Shape;7815;p84"/>
          <p:cNvGrpSpPr/>
          <p:nvPr/>
        </p:nvGrpSpPr>
        <p:grpSpPr>
          <a:xfrm>
            <a:off x="907504" y="2904744"/>
            <a:ext cx="312375" cy="357123"/>
            <a:chOff x="-47505300" y="3200500"/>
            <a:chExt cx="263875" cy="301675"/>
          </a:xfrm>
        </p:grpSpPr>
        <p:sp>
          <p:nvSpPr>
            <p:cNvPr id="7816" name="Google Shape;7816;p84"/>
            <p:cNvSpPr/>
            <p:nvPr/>
          </p:nvSpPr>
          <p:spPr>
            <a:xfrm>
              <a:off x="-47382425" y="3306025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387" y="1"/>
                  </a:moveTo>
                  <a:cubicBezTo>
                    <a:pt x="1198" y="726"/>
                    <a:pt x="694" y="1261"/>
                    <a:pt x="1" y="1387"/>
                  </a:cubicBezTo>
                  <a:lnTo>
                    <a:pt x="1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7" name="Google Shape;7817;p84"/>
            <p:cNvSpPr/>
            <p:nvPr/>
          </p:nvSpPr>
          <p:spPr>
            <a:xfrm>
              <a:off x="-47382425" y="3306025"/>
              <a:ext cx="15775" cy="15800"/>
            </a:xfrm>
            <a:custGeom>
              <a:avLst/>
              <a:gdLst/>
              <a:ahLst/>
              <a:cxnLst/>
              <a:rect l="l" t="t" r="r" b="b"/>
              <a:pathLst>
                <a:path w="631" h="632" extrusionOk="0">
                  <a:moveTo>
                    <a:pt x="1" y="1"/>
                  </a:moveTo>
                  <a:lnTo>
                    <a:pt x="1" y="631"/>
                  </a:lnTo>
                  <a:cubicBezTo>
                    <a:pt x="316" y="568"/>
                    <a:pt x="536" y="316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8" name="Google Shape;7818;p84"/>
            <p:cNvSpPr/>
            <p:nvPr/>
          </p:nvSpPr>
          <p:spPr>
            <a:xfrm>
              <a:off x="-47487975" y="3200500"/>
              <a:ext cx="210325" cy="301675"/>
            </a:xfrm>
            <a:custGeom>
              <a:avLst/>
              <a:gdLst/>
              <a:ahLst/>
              <a:cxnLst/>
              <a:rect l="l" t="t" r="r" b="b"/>
              <a:pathLst>
                <a:path w="8413" h="12067" extrusionOk="0">
                  <a:moveTo>
                    <a:pt x="3845" y="2111"/>
                  </a:moveTo>
                  <a:cubicBezTo>
                    <a:pt x="4727" y="2111"/>
                    <a:pt x="5420" y="2678"/>
                    <a:pt x="5577" y="3529"/>
                  </a:cubicBezTo>
                  <a:lnTo>
                    <a:pt x="6680" y="3529"/>
                  </a:lnTo>
                  <a:cubicBezTo>
                    <a:pt x="6901" y="3529"/>
                    <a:pt x="7058" y="3686"/>
                    <a:pt x="7058" y="3875"/>
                  </a:cubicBezTo>
                  <a:lnTo>
                    <a:pt x="7058" y="6711"/>
                  </a:lnTo>
                  <a:lnTo>
                    <a:pt x="6995" y="6711"/>
                  </a:lnTo>
                  <a:cubicBezTo>
                    <a:pt x="6995" y="6900"/>
                    <a:pt x="6838" y="7057"/>
                    <a:pt x="6648" y="7057"/>
                  </a:cubicBezTo>
                  <a:lnTo>
                    <a:pt x="3845" y="7057"/>
                  </a:lnTo>
                  <a:cubicBezTo>
                    <a:pt x="3656" y="7057"/>
                    <a:pt x="3498" y="6900"/>
                    <a:pt x="3498" y="6711"/>
                  </a:cubicBezTo>
                  <a:lnTo>
                    <a:pt x="3498" y="5608"/>
                  </a:lnTo>
                  <a:cubicBezTo>
                    <a:pt x="2710" y="5451"/>
                    <a:pt x="2080" y="4726"/>
                    <a:pt x="2080" y="3875"/>
                  </a:cubicBezTo>
                  <a:cubicBezTo>
                    <a:pt x="2080" y="2899"/>
                    <a:pt x="2868" y="2111"/>
                    <a:pt x="3845" y="2111"/>
                  </a:cubicBezTo>
                  <a:close/>
                  <a:moveTo>
                    <a:pt x="5262" y="8444"/>
                  </a:moveTo>
                  <a:cubicBezTo>
                    <a:pt x="5483" y="8444"/>
                    <a:pt x="5640" y="8601"/>
                    <a:pt x="5640" y="8790"/>
                  </a:cubicBezTo>
                  <a:cubicBezTo>
                    <a:pt x="5640" y="8979"/>
                    <a:pt x="5483" y="9137"/>
                    <a:pt x="5262" y="9137"/>
                  </a:cubicBezTo>
                  <a:lnTo>
                    <a:pt x="2490" y="9137"/>
                  </a:lnTo>
                  <a:cubicBezTo>
                    <a:pt x="2269" y="9137"/>
                    <a:pt x="2112" y="8979"/>
                    <a:pt x="2112" y="8790"/>
                  </a:cubicBezTo>
                  <a:cubicBezTo>
                    <a:pt x="2112" y="8601"/>
                    <a:pt x="2269" y="8444"/>
                    <a:pt x="2490" y="8444"/>
                  </a:cubicBezTo>
                  <a:close/>
                  <a:moveTo>
                    <a:pt x="6680" y="8444"/>
                  </a:moveTo>
                  <a:cubicBezTo>
                    <a:pt x="6901" y="8444"/>
                    <a:pt x="7058" y="8601"/>
                    <a:pt x="7058" y="8790"/>
                  </a:cubicBezTo>
                  <a:cubicBezTo>
                    <a:pt x="6995" y="8979"/>
                    <a:pt x="6838" y="9137"/>
                    <a:pt x="6680" y="9137"/>
                  </a:cubicBezTo>
                  <a:cubicBezTo>
                    <a:pt x="6491" y="9137"/>
                    <a:pt x="6333" y="8979"/>
                    <a:pt x="6333" y="8790"/>
                  </a:cubicBezTo>
                  <a:cubicBezTo>
                    <a:pt x="6333" y="8601"/>
                    <a:pt x="6491" y="8444"/>
                    <a:pt x="6680" y="8444"/>
                  </a:cubicBezTo>
                  <a:close/>
                  <a:moveTo>
                    <a:pt x="6680" y="9861"/>
                  </a:moveTo>
                  <a:cubicBezTo>
                    <a:pt x="6901" y="9861"/>
                    <a:pt x="7058" y="10019"/>
                    <a:pt x="7058" y="10208"/>
                  </a:cubicBezTo>
                  <a:cubicBezTo>
                    <a:pt x="7058" y="10397"/>
                    <a:pt x="6838" y="10554"/>
                    <a:pt x="6680" y="10554"/>
                  </a:cubicBezTo>
                  <a:lnTo>
                    <a:pt x="2490" y="10554"/>
                  </a:lnTo>
                  <a:cubicBezTo>
                    <a:pt x="2269" y="10554"/>
                    <a:pt x="2112" y="10397"/>
                    <a:pt x="2112" y="10208"/>
                  </a:cubicBezTo>
                  <a:cubicBezTo>
                    <a:pt x="2112" y="10019"/>
                    <a:pt x="2269" y="9861"/>
                    <a:pt x="2490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418"/>
                  </a:lnTo>
                  <a:lnTo>
                    <a:pt x="1072" y="1418"/>
                  </a:lnTo>
                  <a:cubicBezTo>
                    <a:pt x="1261" y="1418"/>
                    <a:pt x="1419" y="1576"/>
                    <a:pt x="1419" y="1796"/>
                  </a:cubicBezTo>
                  <a:cubicBezTo>
                    <a:pt x="1419" y="1985"/>
                    <a:pt x="1261" y="2143"/>
                    <a:pt x="1072" y="2143"/>
                  </a:cubicBezTo>
                  <a:lnTo>
                    <a:pt x="1" y="2143"/>
                  </a:lnTo>
                  <a:lnTo>
                    <a:pt x="1" y="3560"/>
                  </a:lnTo>
                  <a:lnTo>
                    <a:pt x="1072" y="3560"/>
                  </a:lnTo>
                  <a:cubicBezTo>
                    <a:pt x="1261" y="3560"/>
                    <a:pt x="1419" y="3718"/>
                    <a:pt x="1419" y="3907"/>
                  </a:cubicBezTo>
                  <a:cubicBezTo>
                    <a:pt x="1419" y="4096"/>
                    <a:pt x="1261" y="4253"/>
                    <a:pt x="1072" y="4253"/>
                  </a:cubicBezTo>
                  <a:lnTo>
                    <a:pt x="1" y="4253"/>
                  </a:lnTo>
                  <a:lnTo>
                    <a:pt x="1" y="5671"/>
                  </a:lnTo>
                  <a:lnTo>
                    <a:pt x="1072" y="5671"/>
                  </a:lnTo>
                  <a:cubicBezTo>
                    <a:pt x="1261" y="5671"/>
                    <a:pt x="1419" y="5829"/>
                    <a:pt x="1419" y="6049"/>
                  </a:cubicBezTo>
                  <a:cubicBezTo>
                    <a:pt x="1419" y="6238"/>
                    <a:pt x="1261" y="6396"/>
                    <a:pt x="1072" y="6396"/>
                  </a:cubicBezTo>
                  <a:lnTo>
                    <a:pt x="1" y="6396"/>
                  </a:lnTo>
                  <a:lnTo>
                    <a:pt x="1" y="7814"/>
                  </a:lnTo>
                  <a:lnTo>
                    <a:pt x="1072" y="7814"/>
                  </a:lnTo>
                  <a:cubicBezTo>
                    <a:pt x="1261" y="7814"/>
                    <a:pt x="1419" y="7971"/>
                    <a:pt x="1419" y="8160"/>
                  </a:cubicBezTo>
                  <a:cubicBezTo>
                    <a:pt x="1419" y="8349"/>
                    <a:pt x="1261" y="8507"/>
                    <a:pt x="1072" y="8507"/>
                  </a:cubicBezTo>
                  <a:lnTo>
                    <a:pt x="1" y="8507"/>
                  </a:lnTo>
                  <a:lnTo>
                    <a:pt x="1" y="9924"/>
                  </a:lnTo>
                  <a:lnTo>
                    <a:pt x="1072" y="9924"/>
                  </a:lnTo>
                  <a:cubicBezTo>
                    <a:pt x="1261" y="9924"/>
                    <a:pt x="1419" y="10082"/>
                    <a:pt x="1419" y="10302"/>
                  </a:cubicBezTo>
                  <a:cubicBezTo>
                    <a:pt x="1419" y="10491"/>
                    <a:pt x="1261" y="10649"/>
                    <a:pt x="1072" y="10649"/>
                  </a:cubicBezTo>
                  <a:lnTo>
                    <a:pt x="1" y="10649"/>
                  </a:lnTo>
                  <a:lnTo>
                    <a:pt x="1" y="11689"/>
                  </a:lnTo>
                  <a:cubicBezTo>
                    <a:pt x="1" y="11909"/>
                    <a:pt x="158" y="12067"/>
                    <a:pt x="347" y="12067"/>
                  </a:cubicBezTo>
                  <a:lnTo>
                    <a:pt x="8066" y="12067"/>
                  </a:lnTo>
                  <a:cubicBezTo>
                    <a:pt x="8255" y="12067"/>
                    <a:pt x="8413" y="11909"/>
                    <a:pt x="8413" y="11689"/>
                  </a:cubicBezTo>
                  <a:lnTo>
                    <a:pt x="8413" y="410"/>
                  </a:ln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9" name="Google Shape;7819;p84"/>
            <p:cNvSpPr/>
            <p:nvPr/>
          </p:nvSpPr>
          <p:spPr>
            <a:xfrm>
              <a:off x="-47417875" y="32713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45"/>
                    <a:pt x="253" y="1891"/>
                    <a:pt x="694" y="2049"/>
                  </a:cubicBezTo>
                  <a:lnTo>
                    <a:pt x="694" y="1072"/>
                  </a:lnTo>
                  <a:cubicBezTo>
                    <a:pt x="694" y="883"/>
                    <a:pt x="852" y="725"/>
                    <a:pt x="1041" y="725"/>
                  </a:cubicBezTo>
                  <a:lnTo>
                    <a:pt x="2049" y="725"/>
                  </a:lnTo>
                  <a:cubicBezTo>
                    <a:pt x="1923" y="284"/>
                    <a:pt x="1513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0" name="Google Shape;7820;p84"/>
            <p:cNvSpPr/>
            <p:nvPr/>
          </p:nvSpPr>
          <p:spPr>
            <a:xfrm>
              <a:off x="-47505300" y="32359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1" name="Google Shape;7821;p84"/>
            <p:cNvSpPr/>
            <p:nvPr/>
          </p:nvSpPr>
          <p:spPr>
            <a:xfrm>
              <a:off x="-47505300" y="34470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2" name="Google Shape;7822;p84"/>
            <p:cNvSpPr/>
            <p:nvPr/>
          </p:nvSpPr>
          <p:spPr>
            <a:xfrm>
              <a:off x="-47505300" y="3394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lnTo>
                    <a:pt x="347" y="32"/>
                  </a:lnTo>
                  <a:cubicBezTo>
                    <a:pt x="127" y="32"/>
                    <a:pt x="1" y="190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3" name="Google Shape;7823;p84"/>
            <p:cNvSpPr/>
            <p:nvPr/>
          </p:nvSpPr>
          <p:spPr>
            <a:xfrm>
              <a:off x="-47505300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47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4" name="Google Shape;7824;p84"/>
            <p:cNvSpPr/>
            <p:nvPr/>
          </p:nvSpPr>
          <p:spPr>
            <a:xfrm>
              <a:off x="-47505300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5" name="Google Shape;7825;p84"/>
            <p:cNvSpPr/>
            <p:nvPr/>
          </p:nvSpPr>
          <p:spPr>
            <a:xfrm>
              <a:off x="-47259550" y="3411575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cubicBezTo>
                    <a:pt x="410" y="1891"/>
                    <a:pt x="725" y="1481"/>
                    <a:pt x="725" y="107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6" name="Google Shape;7826;p84"/>
            <p:cNvSpPr/>
            <p:nvPr/>
          </p:nvSpPr>
          <p:spPr>
            <a:xfrm>
              <a:off x="-47259550" y="3306025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0" y="1"/>
                  </a:moveTo>
                  <a:lnTo>
                    <a:pt x="0" y="1419"/>
                  </a:lnTo>
                  <a:lnTo>
                    <a:pt x="725" y="1419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7" name="Google Shape;7827;p84"/>
            <p:cNvSpPr/>
            <p:nvPr/>
          </p:nvSpPr>
          <p:spPr>
            <a:xfrm>
              <a:off x="-47259550" y="3359600"/>
              <a:ext cx="18125" cy="34675"/>
            </a:xfrm>
            <a:custGeom>
              <a:avLst/>
              <a:gdLst/>
              <a:ahLst/>
              <a:cxnLst/>
              <a:rect l="l" t="t" r="r" b="b"/>
              <a:pathLst>
                <a:path w="725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725" y="1387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8" name="Google Shape;7828;p84"/>
            <p:cNvSpPr/>
            <p:nvPr/>
          </p:nvSpPr>
          <p:spPr>
            <a:xfrm>
              <a:off x="-47259550" y="3238300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lnTo>
                    <a:pt x="725" y="2048"/>
                  </a:lnTo>
                  <a:lnTo>
                    <a:pt x="725" y="977"/>
                  </a:lnTo>
                  <a:cubicBezTo>
                    <a:pt x="693" y="505"/>
                    <a:pt x="410" y="127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9" name="Google Shape;7829;p84"/>
          <p:cNvGrpSpPr/>
          <p:nvPr/>
        </p:nvGrpSpPr>
        <p:grpSpPr>
          <a:xfrm>
            <a:off x="885604" y="3341092"/>
            <a:ext cx="356176" cy="355051"/>
            <a:chOff x="-47524975" y="3569100"/>
            <a:chExt cx="300875" cy="299925"/>
          </a:xfrm>
        </p:grpSpPr>
        <p:sp>
          <p:nvSpPr>
            <p:cNvPr id="7830" name="Google Shape;7830;p84"/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1" name="Google Shape;7831;p84"/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2" name="Google Shape;7832;p84"/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3" name="Google Shape;7833;p84"/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4" name="Google Shape;7834;p84"/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5" name="Google Shape;7835;p84"/>
          <p:cNvGrpSpPr/>
          <p:nvPr/>
        </p:nvGrpSpPr>
        <p:grpSpPr>
          <a:xfrm>
            <a:off x="886062" y="3820354"/>
            <a:ext cx="355258" cy="270410"/>
            <a:chOff x="-47523400" y="3973950"/>
            <a:chExt cx="300100" cy="228425"/>
          </a:xfrm>
        </p:grpSpPr>
        <p:sp>
          <p:nvSpPr>
            <p:cNvPr id="7836" name="Google Shape;7836;p84"/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7" name="Google Shape;7837;p84"/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8" name="Google Shape;7838;p84"/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9" name="Google Shape;7839;p84"/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0" name="Google Shape;7840;p84"/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41" name="Google Shape;7841;p84"/>
          <p:cNvGrpSpPr/>
          <p:nvPr/>
        </p:nvGrpSpPr>
        <p:grpSpPr>
          <a:xfrm>
            <a:off x="3091183" y="2903353"/>
            <a:ext cx="354341" cy="357596"/>
            <a:chOff x="-45673275" y="3199325"/>
            <a:chExt cx="299325" cy="302075"/>
          </a:xfrm>
        </p:grpSpPr>
        <p:sp>
          <p:nvSpPr>
            <p:cNvPr id="7842" name="Google Shape;7842;p84"/>
            <p:cNvSpPr/>
            <p:nvPr/>
          </p:nvSpPr>
          <p:spPr>
            <a:xfrm>
              <a:off x="-45672500" y="3199325"/>
              <a:ext cx="298550" cy="194175"/>
            </a:xfrm>
            <a:custGeom>
              <a:avLst/>
              <a:gdLst/>
              <a:ahLst/>
              <a:cxnLst/>
              <a:rect l="l" t="t" r="r" b="b"/>
              <a:pathLst>
                <a:path w="11942" h="7767" extrusionOk="0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3" name="Google Shape;7843;p84"/>
            <p:cNvSpPr/>
            <p:nvPr/>
          </p:nvSpPr>
          <p:spPr>
            <a:xfrm>
              <a:off x="-45673275" y="3387150"/>
              <a:ext cx="299325" cy="114250"/>
            </a:xfrm>
            <a:custGeom>
              <a:avLst/>
              <a:gdLst/>
              <a:ahLst/>
              <a:cxnLst/>
              <a:rect l="l" t="t" r="r" b="b"/>
              <a:pathLst>
                <a:path w="11973" h="4570" extrusionOk="0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4" name="Google Shape;7844;p84"/>
            <p:cNvSpPr/>
            <p:nvPr/>
          </p:nvSpPr>
          <p:spPr>
            <a:xfrm>
              <a:off x="-45673275" y="3334400"/>
              <a:ext cx="299325" cy="113425"/>
            </a:xfrm>
            <a:custGeom>
              <a:avLst/>
              <a:gdLst/>
              <a:ahLst/>
              <a:cxnLst/>
              <a:rect l="l" t="t" r="r" b="b"/>
              <a:pathLst>
                <a:path w="11973" h="4537" extrusionOk="0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45" name="Google Shape;7845;p84"/>
          <p:cNvGrpSpPr/>
          <p:nvPr/>
        </p:nvGrpSpPr>
        <p:grpSpPr>
          <a:xfrm>
            <a:off x="3090251" y="3361602"/>
            <a:ext cx="356205" cy="314240"/>
            <a:chOff x="-45674075" y="3586425"/>
            <a:chExt cx="300900" cy="265450"/>
          </a:xfrm>
        </p:grpSpPr>
        <p:sp>
          <p:nvSpPr>
            <p:cNvPr id="7846" name="Google Shape;7846;p84"/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7" name="Google Shape;7847;p84"/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48" name="Google Shape;7848;p84"/>
          <p:cNvGrpSpPr/>
          <p:nvPr/>
        </p:nvGrpSpPr>
        <p:grpSpPr>
          <a:xfrm>
            <a:off x="3091183" y="3777441"/>
            <a:ext cx="354341" cy="356205"/>
            <a:chOff x="-45673275" y="3937700"/>
            <a:chExt cx="299325" cy="300900"/>
          </a:xfrm>
        </p:grpSpPr>
        <p:sp>
          <p:nvSpPr>
            <p:cNvPr id="7849" name="Google Shape;7849;p84"/>
            <p:cNvSpPr/>
            <p:nvPr/>
          </p:nvSpPr>
          <p:spPr>
            <a:xfrm>
              <a:off x="-45673275" y="3937700"/>
              <a:ext cx="285925" cy="135500"/>
            </a:xfrm>
            <a:custGeom>
              <a:avLst/>
              <a:gdLst/>
              <a:ahLst/>
              <a:cxnLst/>
              <a:rect l="l" t="t" r="r" b="b"/>
              <a:pathLst>
                <a:path w="11437" h="5420" extrusionOk="0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0" name="Google Shape;7850;p84"/>
            <p:cNvSpPr/>
            <p:nvPr/>
          </p:nvSpPr>
          <p:spPr>
            <a:xfrm>
              <a:off x="-45577975" y="3990475"/>
              <a:ext cx="151250" cy="150925"/>
            </a:xfrm>
            <a:custGeom>
              <a:avLst/>
              <a:gdLst/>
              <a:ahLst/>
              <a:cxnLst/>
              <a:rect l="l" t="t" r="r" b="b"/>
              <a:pathLst>
                <a:path w="6050" h="6037" extrusionOk="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1" name="Google Shape;7851;p84"/>
            <p:cNvSpPr/>
            <p:nvPr/>
          </p:nvSpPr>
          <p:spPr>
            <a:xfrm>
              <a:off x="-45509450" y="3951100"/>
              <a:ext cx="135500" cy="286725"/>
            </a:xfrm>
            <a:custGeom>
              <a:avLst/>
              <a:gdLst/>
              <a:ahLst/>
              <a:cxnLst/>
              <a:rect l="l" t="t" r="r" b="b"/>
              <a:pathLst>
                <a:path w="5420" h="11469" extrusionOk="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2" name="Google Shape;7852;p84"/>
            <p:cNvSpPr/>
            <p:nvPr/>
          </p:nvSpPr>
          <p:spPr>
            <a:xfrm>
              <a:off x="-45670925" y="4114125"/>
              <a:ext cx="72500" cy="70325"/>
            </a:xfrm>
            <a:custGeom>
              <a:avLst/>
              <a:gdLst/>
              <a:ahLst/>
              <a:cxnLst/>
              <a:rect l="l" t="t" r="r" b="b"/>
              <a:pathLst>
                <a:path w="2900" h="2813" extrusionOk="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3" name="Google Shape;7853;p84"/>
            <p:cNvSpPr/>
            <p:nvPr/>
          </p:nvSpPr>
          <p:spPr>
            <a:xfrm>
              <a:off x="-45620500" y="4163550"/>
              <a:ext cx="70900" cy="71125"/>
            </a:xfrm>
            <a:custGeom>
              <a:avLst/>
              <a:gdLst/>
              <a:ahLst/>
              <a:cxnLst/>
              <a:rect l="l" t="t" r="r" b="b"/>
              <a:pathLst>
                <a:path w="2836" h="2845" extrusionOk="0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4" name="Google Shape;7854;p84"/>
            <p:cNvSpPr/>
            <p:nvPr/>
          </p:nvSpPr>
          <p:spPr>
            <a:xfrm>
              <a:off x="-45673275" y="4159625"/>
              <a:ext cx="79575" cy="78975"/>
            </a:xfrm>
            <a:custGeom>
              <a:avLst/>
              <a:gdLst/>
              <a:ahLst/>
              <a:cxnLst/>
              <a:rect l="l" t="t" r="r" b="b"/>
              <a:pathLst>
                <a:path w="3183" h="3159" extrusionOk="0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5" name="Google Shape;7855;p84"/>
          <p:cNvGrpSpPr/>
          <p:nvPr/>
        </p:nvGrpSpPr>
        <p:grpSpPr>
          <a:xfrm>
            <a:off x="2205349" y="4270225"/>
            <a:ext cx="356205" cy="356205"/>
            <a:chOff x="-44512325" y="3176075"/>
            <a:chExt cx="300900" cy="300900"/>
          </a:xfrm>
        </p:grpSpPr>
        <p:sp>
          <p:nvSpPr>
            <p:cNvPr id="7856" name="Google Shape;7856;p84"/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7" name="Google Shape;7857;p84"/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8" name="Google Shape;7858;p84"/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9" name="Google Shape;7859;p84"/>
          <p:cNvGrpSpPr/>
          <p:nvPr/>
        </p:nvGrpSpPr>
        <p:grpSpPr>
          <a:xfrm>
            <a:off x="2608689" y="1539249"/>
            <a:ext cx="354341" cy="354341"/>
            <a:chOff x="-49027775" y="3183175"/>
            <a:chExt cx="299325" cy="299325"/>
          </a:xfrm>
        </p:grpSpPr>
        <p:sp>
          <p:nvSpPr>
            <p:cNvPr id="7860" name="Google Shape;7860;p84"/>
            <p:cNvSpPr/>
            <p:nvPr/>
          </p:nvSpPr>
          <p:spPr>
            <a:xfrm>
              <a:off x="-48870250" y="3183175"/>
              <a:ext cx="141800" cy="185900"/>
            </a:xfrm>
            <a:custGeom>
              <a:avLst/>
              <a:gdLst/>
              <a:ahLst/>
              <a:cxnLst/>
              <a:rect l="l" t="t" r="r" b="b"/>
              <a:pathLst>
                <a:path w="5672" h="7436" extrusionOk="0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1" name="Google Shape;7861;p84"/>
            <p:cNvSpPr/>
            <p:nvPr/>
          </p:nvSpPr>
          <p:spPr>
            <a:xfrm>
              <a:off x="-49027775" y="3183175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2" name="Google Shape;7862;p84"/>
            <p:cNvSpPr/>
            <p:nvPr/>
          </p:nvSpPr>
          <p:spPr>
            <a:xfrm>
              <a:off x="-49027775" y="3295800"/>
              <a:ext cx="141800" cy="186700"/>
            </a:xfrm>
            <a:custGeom>
              <a:avLst/>
              <a:gdLst/>
              <a:ahLst/>
              <a:cxnLst/>
              <a:rect l="l" t="t" r="r" b="b"/>
              <a:pathLst>
                <a:path w="5672" h="7468" extrusionOk="0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3" name="Google Shape;7863;p84"/>
            <p:cNvSpPr/>
            <p:nvPr/>
          </p:nvSpPr>
          <p:spPr>
            <a:xfrm>
              <a:off x="-48914350" y="3340700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4" name="Google Shape;7864;p84"/>
          <p:cNvGrpSpPr/>
          <p:nvPr/>
        </p:nvGrpSpPr>
        <p:grpSpPr>
          <a:xfrm>
            <a:off x="2608230" y="1974651"/>
            <a:ext cx="355258" cy="357152"/>
            <a:chOff x="-49027775" y="3550975"/>
            <a:chExt cx="300100" cy="301700"/>
          </a:xfrm>
        </p:grpSpPr>
        <p:sp>
          <p:nvSpPr>
            <p:cNvPr id="7865" name="Google Shape;7865;p84"/>
            <p:cNvSpPr/>
            <p:nvPr/>
          </p:nvSpPr>
          <p:spPr>
            <a:xfrm>
              <a:off x="-48941125" y="3613200"/>
              <a:ext cx="74050" cy="26825"/>
            </a:xfrm>
            <a:custGeom>
              <a:avLst/>
              <a:gdLst/>
              <a:ahLst/>
              <a:cxnLst/>
              <a:rect l="l" t="t" r="r" b="b"/>
              <a:pathLst>
                <a:path w="2962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702" y="107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6" name="Google Shape;7866;p84"/>
            <p:cNvSpPr/>
            <p:nvPr/>
          </p:nvSpPr>
          <p:spPr>
            <a:xfrm>
              <a:off x="-488710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670" y="1072"/>
                  </a:lnTo>
                  <a:lnTo>
                    <a:pt x="29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7" name="Google Shape;7867;p84"/>
            <p:cNvSpPr/>
            <p:nvPr/>
          </p:nvSpPr>
          <p:spPr>
            <a:xfrm>
              <a:off x="-48893075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0" y="1"/>
                  </a:moveTo>
                  <a:lnTo>
                    <a:pt x="2142" y="1734"/>
                  </a:lnTo>
                  <a:lnTo>
                    <a:pt x="3812" y="1734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8" name="Google Shape;7868;p84"/>
            <p:cNvSpPr/>
            <p:nvPr/>
          </p:nvSpPr>
          <p:spPr>
            <a:xfrm>
              <a:off x="-49027775" y="3550975"/>
              <a:ext cx="100050" cy="87475"/>
            </a:xfrm>
            <a:custGeom>
              <a:avLst/>
              <a:gdLst/>
              <a:ahLst/>
              <a:cxnLst/>
              <a:rect l="l" t="t" r="r" b="b"/>
              <a:pathLst>
                <a:path w="4002" h="3499" extrusionOk="0">
                  <a:moveTo>
                    <a:pt x="2112" y="1797"/>
                  </a:moveTo>
                  <a:cubicBezTo>
                    <a:pt x="2332" y="1797"/>
                    <a:pt x="2490" y="1923"/>
                    <a:pt x="2490" y="2143"/>
                  </a:cubicBezTo>
                  <a:cubicBezTo>
                    <a:pt x="2490" y="2332"/>
                    <a:pt x="2332" y="2490"/>
                    <a:pt x="2112" y="2490"/>
                  </a:cubicBezTo>
                  <a:cubicBezTo>
                    <a:pt x="1923" y="2490"/>
                    <a:pt x="1765" y="2332"/>
                    <a:pt x="1765" y="2143"/>
                  </a:cubicBezTo>
                  <a:cubicBezTo>
                    <a:pt x="1765" y="1923"/>
                    <a:pt x="1923" y="1797"/>
                    <a:pt x="2112" y="1797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3498"/>
                  </a:lnTo>
                  <a:lnTo>
                    <a:pt x="2364" y="3498"/>
                  </a:lnTo>
                  <a:lnTo>
                    <a:pt x="4002" y="2143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9" name="Google Shape;7869;p84"/>
            <p:cNvSpPr/>
            <p:nvPr/>
          </p:nvSpPr>
          <p:spPr>
            <a:xfrm>
              <a:off x="-48962400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1" y="1"/>
                  </a:moveTo>
                  <a:lnTo>
                    <a:pt x="2111" y="1734"/>
                  </a:lnTo>
                  <a:lnTo>
                    <a:pt x="3813" y="1734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0" name="Google Shape;7870;p84"/>
            <p:cNvSpPr/>
            <p:nvPr/>
          </p:nvSpPr>
          <p:spPr>
            <a:xfrm>
              <a:off x="-49027775" y="3657325"/>
              <a:ext cx="300100" cy="195350"/>
            </a:xfrm>
            <a:custGeom>
              <a:avLst/>
              <a:gdLst/>
              <a:ahLst/>
              <a:cxnLst/>
              <a:rect l="l" t="t" r="r" b="b"/>
              <a:pathLst>
                <a:path w="12004" h="7814" extrusionOk="0">
                  <a:moveTo>
                    <a:pt x="5987" y="410"/>
                  </a:moveTo>
                  <a:cubicBezTo>
                    <a:pt x="7719" y="410"/>
                    <a:pt x="9137" y="1827"/>
                    <a:pt x="9137" y="3560"/>
                  </a:cubicBezTo>
                  <a:cubicBezTo>
                    <a:pt x="9137" y="5293"/>
                    <a:pt x="7719" y="6711"/>
                    <a:pt x="5987" y="6711"/>
                  </a:cubicBezTo>
                  <a:cubicBezTo>
                    <a:pt x="4254" y="6711"/>
                    <a:pt x="2836" y="5293"/>
                    <a:pt x="2836" y="3560"/>
                  </a:cubicBezTo>
                  <a:cubicBezTo>
                    <a:pt x="2836" y="1827"/>
                    <a:pt x="4254" y="410"/>
                    <a:pt x="5987" y="410"/>
                  </a:cubicBezTo>
                  <a:close/>
                  <a:moveTo>
                    <a:pt x="1" y="0"/>
                  </a:moveTo>
                  <a:lnTo>
                    <a:pt x="1" y="6742"/>
                  </a:lnTo>
                  <a:cubicBezTo>
                    <a:pt x="1" y="7341"/>
                    <a:pt x="473" y="7813"/>
                    <a:pt x="1072" y="7813"/>
                  </a:cubicBezTo>
                  <a:lnTo>
                    <a:pt x="10933" y="7813"/>
                  </a:lnTo>
                  <a:cubicBezTo>
                    <a:pt x="11532" y="7813"/>
                    <a:pt x="12004" y="7341"/>
                    <a:pt x="12004" y="6742"/>
                  </a:cubicBezTo>
                  <a:lnTo>
                    <a:pt x="120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1" name="Google Shape;7871;p84"/>
            <p:cNvSpPr/>
            <p:nvPr/>
          </p:nvSpPr>
          <p:spPr>
            <a:xfrm>
              <a:off x="-48886775" y="3726625"/>
              <a:ext cx="28375" cy="37050"/>
            </a:xfrm>
            <a:custGeom>
              <a:avLst/>
              <a:gdLst/>
              <a:ahLst/>
              <a:cxnLst/>
              <a:rect l="l" t="t" r="r" b="b"/>
              <a:pathLst>
                <a:path w="1135" h="1482" extrusionOk="0">
                  <a:moveTo>
                    <a:pt x="0" y="1"/>
                  </a:moveTo>
                  <a:lnTo>
                    <a:pt x="0" y="1481"/>
                  </a:lnTo>
                  <a:lnTo>
                    <a:pt x="1134" y="7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2" name="Google Shape;7872;p84"/>
            <p:cNvSpPr/>
            <p:nvPr/>
          </p:nvSpPr>
          <p:spPr>
            <a:xfrm>
              <a:off x="-48822975" y="3550975"/>
              <a:ext cx="94525" cy="44925"/>
            </a:xfrm>
            <a:custGeom>
              <a:avLst/>
              <a:gdLst/>
              <a:ahLst/>
              <a:cxnLst/>
              <a:rect l="l" t="t" r="r" b="b"/>
              <a:pathLst>
                <a:path w="3781" h="1797" extrusionOk="0">
                  <a:moveTo>
                    <a:pt x="0" y="1"/>
                  </a:moveTo>
                  <a:lnTo>
                    <a:pt x="2111" y="1797"/>
                  </a:lnTo>
                  <a:lnTo>
                    <a:pt x="3781" y="1797"/>
                  </a:lnTo>
                  <a:lnTo>
                    <a:pt x="3781" y="1072"/>
                  </a:lnTo>
                  <a:cubicBezTo>
                    <a:pt x="3781" y="474"/>
                    <a:pt x="3308" y="1"/>
                    <a:pt x="27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3" name="Google Shape;7873;p84"/>
            <p:cNvSpPr/>
            <p:nvPr/>
          </p:nvSpPr>
          <p:spPr>
            <a:xfrm>
              <a:off x="-48939550" y="3684100"/>
              <a:ext cx="122100" cy="122100"/>
            </a:xfrm>
            <a:custGeom>
              <a:avLst/>
              <a:gdLst/>
              <a:ahLst/>
              <a:cxnLst/>
              <a:rect l="l" t="t" r="r" b="b"/>
              <a:pathLst>
                <a:path w="4884" h="4884" extrusionOk="0">
                  <a:moveTo>
                    <a:pt x="1741" y="757"/>
                  </a:moveTo>
                  <a:cubicBezTo>
                    <a:pt x="1812" y="757"/>
                    <a:pt x="1885" y="777"/>
                    <a:pt x="1954" y="819"/>
                  </a:cubicBezTo>
                  <a:lnTo>
                    <a:pt x="4064" y="2237"/>
                  </a:lnTo>
                  <a:cubicBezTo>
                    <a:pt x="4253" y="2300"/>
                    <a:pt x="4253" y="2615"/>
                    <a:pt x="4064" y="2773"/>
                  </a:cubicBezTo>
                  <a:lnTo>
                    <a:pt x="1954" y="4190"/>
                  </a:lnTo>
                  <a:cubicBezTo>
                    <a:pt x="1885" y="4233"/>
                    <a:pt x="1812" y="4253"/>
                    <a:pt x="1741" y="4253"/>
                  </a:cubicBezTo>
                  <a:cubicBezTo>
                    <a:pt x="1553" y="4253"/>
                    <a:pt x="1387" y="4113"/>
                    <a:pt x="1387" y="3907"/>
                  </a:cubicBezTo>
                  <a:lnTo>
                    <a:pt x="1387" y="1103"/>
                  </a:lnTo>
                  <a:cubicBezTo>
                    <a:pt x="1387" y="897"/>
                    <a:pt x="1553" y="757"/>
                    <a:pt x="1741" y="757"/>
                  </a:cubicBezTo>
                  <a:close/>
                  <a:moveTo>
                    <a:pt x="2458" y="0"/>
                  </a:moveTo>
                  <a:cubicBezTo>
                    <a:pt x="1103" y="0"/>
                    <a:pt x="0" y="1103"/>
                    <a:pt x="0" y="2458"/>
                  </a:cubicBezTo>
                  <a:cubicBezTo>
                    <a:pt x="0" y="3781"/>
                    <a:pt x="1103" y="4884"/>
                    <a:pt x="2458" y="4884"/>
                  </a:cubicBezTo>
                  <a:cubicBezTo>
                    <a:pt x="3781" y="4884"/>
                    <a:pt x="4884" y="3781"/>
                    <a:pt x="4884" y="2458"/>
                  </a:cubicBezTo>
                  <a:cubicBezTo>
                    <a:pt x="4884" y="1103"/>
                    <a:pt x="3812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7874;p84"/>
            <p:cNvSpPr/>
            <p:nvPr/>
          </p:nvSpPr>
          <p:spPr>
            <a:xfrm>
              <a:off x="-488017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1" y="1"/>
                  </a:moveTo>
                  <a:lnTo>
                    <a:pt x="1" y="1072"/>
                  </a:lnTo>
                  <a:lnTo>
                    <a:pt x="2931" y="1072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75" name="Google Shape;7875;p84"/>
          <p:cNvGrpSpPr/>
          <p:nvPr/>
        </p:nvGrpSpPr>
        <p:grpSpPr>
          <a:xfrm>
            <a:off x="2606306" y="2411710"/>
            <a:ext cx="359106" cy="355525"/>
            <a:chOff x="-49031025" y="3920175"/>
            <a:chExt cx="303350" cy="300325"/>
          </a:xfrm>
        </p:grpSpPr>
        <p:sp>
          <p:nvSpPr>
            <p:cNvPr id="7876" name="Google Shape;7876;p84"/>
            <p:cNvSpPr/>
            <p:nvPr/>
          </p:nvSpPr>
          <p:spPr>
            <a:xfrm>
              <a:off x="-49031025" y="4131875"/>
              <a:ext cx="109600" cy="88625"/>
            </a:xfrm>
            <a:custGeom>
              <a:avLst/>
              <a:gdLst/>
              <a:ahLst/>
              <a:cxnLst/>
              <a:rect l="l" t="t" r="r" b="b"/>
              <a:pathLst>
                <a:path w="4384" h="3545" extrusionOk="0">
                  <a:moveTo>
                    <a:pt x="472" y="1"/>
                  </a:moveTo>
                  <a:cubicBezTo>
                    <a:pt x="202" y="1"/>
                    <a:pt x="0" y="326"/>
                    <a:pt x="225" y="551"/>
                  </a:cubicBezTo>
                  <a:lnTo>
                    <a:pt x="2336" y="3387"/>
                  </a:lnTo>
                  <a:cubicBezTo>
                    <a:pt x="2399" y="3481"/>
                    <a:pt x="2494" y="3544"/>
                    <a:pt x="2620" y="3544"/>
                  </a:cubicBezTo>
                  <a:lnTo>
                    <a:pt x="4384" y="3544"/>
                  </a:lnTo>
                  <a:lnTo>
                    <a:pt x="2620" y="583"/>
                  </a:lnTo>
                  <a:lnTo>
                    <a:pt x="572" y="16"/>
                  </a:lnTo>
                  <a:cubicBezTo>
                    <a:pt x="538" y="5"/>
                    <a:pt x="505" y="1"/>
                    <a:pt x="4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7877;p84"/>
            <p:cNvSpPr/>
            <p:nvPr/>
          </p:nvSpPr>
          <p:spPr>
            <a:xfrm>
              <a:off x="-48921450" y="3920175"/>
              <a:ext cx="79575" cy="130975"/>
            </a:xfrm>
            <a:custGeom>
              <a:avLst/>
              <a:gdLst/>
              <a:ahLst/>
              <a:cxnLst/>
              <a:rect l="l" t="t" r="r" b="b"/>
              <a:pathLst>
                <a:path w="3183" h="5239" extrusionOk="0">
                  <a:moveTo>
                    <a:pt x="302" y="1"/>
                  </a:moveTo>
                  <a:cubicBezTo>
                    <a:pt x="275" y="1"/>
                    <a:pt x="248" y="3"/>
                    <a:pt x="221" y="9"/>
                  </a:cubicBezTo>
                  <a:cubicBezTo>
                    <a:pt x="64" y="40"/>
                    <a:pt x="1" y="198"/>
                    <a:pt x="1" y="355"/>
                  </a:cubicBezTo>
                  <a:lnTo>
                    <a:pt x="64" y="1269"/>
                  </a:lnTo>
                  <a:lnTo>
                    <a:pt x="2584" y="5239"/>
                  </a:lnTo>
                  <a:lnTo>
                    <a:pt x="3183" y="4199"/>
                  </a:lnTo>
                  <a:lnTo>
                    <a:pt x="631" y="166"/>
                  </a:lnTo>
                  <a:cubicBezTo>
                    <a:pt x="553" y="62"/>
                    <a:pt x="431" y="1"/>
                    <a:pt x="3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8" name="Google Shape;7878;p84"/>
            <p:cNvSpPr/>
            <p:nvPr/>
          </p:nvSpPr>
          <p:spPr>
            <a:xfrm>
              <a:off x="-48842675" y="4008100"/>
              <a:ext cx="115000" cy="53300"/>
            </a:xfrm>
            <a:custGeom>
              <a:avLst/>
              <a:gdLst/>
              <a:ahLst/>
              <a:cxnLst/>
              <a:rect l="l" t="t" r="r" b="b"/>
              <a:pathLst>
                <a:path w="4600" h="2132" extrusionOk="0">
                  <a:moveTo>
                    <a:pt x="1359" y="0"/>
                  </a:moveTo>
                  <a:cubicBezTo>
                    <a:pt x="1245" y="0"/>
                    <a:pt x="1132" y="57"/>
                    <a:pt x="1072" y="178"/>
                  </a:cubicBezTo>
                  <a:lnTo>
                    <a:pt x="0" y="2131"/>
                  </a:lnTo>
                  <a:lnTo>
                    <a:pt x="4191" y="2131"/>
                  </a:lnTo>
                  <a:cubicBezTo>
                    <a:pt x="4317" y="2131"/>
                    <a:pt x="4506" y="2005"/>
                    <a:pt x="4537" y="1848"/>
                  </a:cubicBezTo>
                  <a:cubicBezTo>
                    <a:pt x="4600" y="1690"/>
                    <a:pt x="4537" y="1533"/>
                    <a:pt x="4380" y="1469"/>
                  </a:cubicBezTo>
                  <a:lnTo>
                    <a:pt x="1544" y="52"/>
                  </a:lnTo>
                  <a:cubicBezTo>
                    <a:pt x="1488" y="18"/>
                    <a:pt x="1423" y="0"/>
                    <a:pt x="13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9" name="Google Shape;7879;p84"/>
            <p:cNvSpPr/>
            <p:nvPr/>
          </p:nvSpPr>
          <p:spPr>
            <a:xfrm>
              <a:off x="-48838750" y="4078700"/>
              <a:ext cx="51225" cy="66975"/>
            </a:xfrm>
            <a:custGeom>
              <a:avLst/>
              <a:gdLst/>
              <a:ahLst/>
              <a:cxnLst/>
              <a:rect l="l" t="t" r="r" b="b"/>
              <a:pathLst>
                <a:path w="2049" h="2679" extrusionOk="0">
                  <a:moveTo>
                    <a:pt x="1" y="0"/>
                  </a:moveTo>
                  <a:lnTo>
                    <a:pt x="1734" y="2678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0" name="Google Shape;7880;p84"/>
            <p:cNvSpPr/>
            <p:nvPr/>
          </p:nvSpPr>
          <p:spPr>
            <a:xfrm>
              <a:off x="-48975000" y="3920575"/>
              <a:ext cx="173300" cy="248725"/>
            </a:xfrm>
            <a:custGeom>
              <a:avLst/>
              <a:gdLst/>
              <a:ahLst/>
              <a:cxnLst/>
              <a:rect l="l" t="t" r="r" b="b"/>
              <a:pathLst>
                <a:path w="6932" h="9949" extrusionOk="0">
                  <a:moveTo>
                    <a:pt x="374" y="0"/>
                  </a:moveTo>
                  <a:cubicBezTo>
                    <a:pt x="334" y="0"/>
                    <a:pt x="293" y="8"/>
                    <a:pt x="253" y="24"/>
                  </a:cubicBezTo>
                  <a:cubicBezTo>
                    <a:pt x="95" y="87"/>
                    <a:pt x="1" y="245"/>
                    <a:pt x="1" y="402"/>
                  </a:cubicBezTo>
                  <a:lnTo>
                    <a:pt x="694" y="7585"/>
                  </a:lnTo>
                  <a:lnTo>
                    <a:pt x="6932" y="9948"/>
                  </a:lnTo>
                  <a:lnTo>
                    <a:pt x="694" y="182"/>
                  </a:lnTo>
                  <a:cubicBezTo>
                    <a:pt x="600" y="65"/>
                    <a:pt x="489" y="0"/>
                    <a:pt x="3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1" name="Google Shape;7881;p84"/>
            <p:cNvSpPr/>
            <p:nvPr/>
          </p:nvSpPr>
          <p:spPr>
            <a:xfrm>
              <a:off x="-48955300" y="4129900"/>
              <a:ext cx="151250" cy="89800"/>
            </a:xfrm>
            <a:custGeom>
              <a:avLst/>
              <a:gdLst/>
              <a:ahLst/>
              <a:cxnLst/>
              <a:rect l="l" t="t" r="r" b="b"/>
              <a:pathLst>
                <a:path w="6050" h="3592" extrusionOk="0">
                  <a:moveTo>
                    <a:pt x="0" y="0"/>
                  </a:moveTo>
                  <a:lnTo>
                    <a:pt x="2174" y="3592"/>
                  </a:lnTo>
                  <a:lnTo>
                    <a:pt x="5167" y="3592"/>
                  </a:lnTo>
                  <a:cubicBezTo>
                    <a:pt x="5293" y="3592"/>
                    <a:pt x="5419" y="3529"/>
                    <a:pt x="5482" y="3403"/>
                  </a:cubicBezTo>
                  <a:lnTo>
                    <a:pt x="6049" y="2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2" name="Google Shape;7882;p84"/>
          <p:cNvGrpSpPr/>
          <p:nvPr/>
        </p:nvGrpSpPr>
        <p:grpSpPr>
          <a:xfrm>
            <a:off x="1322411" y="2904744"/>
            <a:ext cx="356176" cy="354341"/>
            <a:chOff x="-47155575" y="3200500"/>
            <a:chExt cx="300875" cy="299325"/>
          </a:xfrm>
        </p:grpSpPr>
        <p:sp>
          <p:nvSpPr>
            <p:cNvPr id="7883" name="Google Shape;7883;p84"/>
            <p:cNvSpPr/>
            <p:nvPr/>
          </p:nvSpPr>
          <p:spPr>
            <a:xfrm>
              <a:off x="-46943725" y="3206000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4" name="Google Shape;7884;p84"/>
            <p:cNvSpPr/>
            <p:nvPr/>
          </p:nvSpPr>
          <p:spPr>
            <a:xfrm>
              <a:off x="-47118575" y="3200500"/>
              <a:ext cx="228450" cy="89025"/>
            </a:xfrm>
            <a:custGeom>
              <a:avLst/>
              <a:gdLst/>
              <a:ahLst/>
              <a:cxnLst/>
              <a:rect l="l" t="t" r="r" b="b"/>
              <a:pathLst>
                <a:path w="9138" h="3561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2143"/>
                  </a:lnTo>
                  <a:lnTo>
                    <a:pt x="2017" y="2143"/>
                  </a:lnTo>
                  <a:cubicBezTo>
                    <a:pt x="2679" y="2143"/>
                    <a:pt x="3246" y="2489"/>
                    <a:pt x="3561" y="3119"/>
                  </a:cubicBezTo>
                  <a:lnTo>
                    <a:pt x="3813" y="3560"/>
                  </a:lnTo>
                  <a:lnTo>
                    <a:pt x="9137" y="3560"/>
                  </a:lnTo>
                  <a:lnTo>
                    <a:pt x="9137" y="2836"/>
                  </a:lnTo>
                  <a:lnTo>
                    <a:pt x="6680" y="2836"/>
                  </a:lnTo>
                  <a:cubicBezTo>
                    <a:pt x="6491" y="2836"/>
                    <a:pt x="6333" y="2678"/>
                    <a:pt x="6333" y="2489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5" name="Google Shape;7885;p84"/>
            <p:cNvSpPr/>
            <p:nvPr/>
          </p:nvSpPr>
          <p:spPr>
            <a:xfrm>
              <a:off x="-47013825" y="33950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04"/>
                    <a:pt x="536" y="252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6" name="Google Shape;7886;p84"/>
            <p:cNvSpPr/>
            <p:nvPr/>
          </p:nvSpPr>
          <p:spPr>
            <a:xfrm>
              <a:off x="-47049250" y="33596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13"/>
                    <a:pt x="284" y="1891"/>
                    <a:pt x="725" y="2048"/>
                  </a:cubicBezTo>
                  <a:lnTo>
                    <a:pt x="725" y="1040"/>
                  </a:lnTo>
                  <a:cubicBezTo>
                    <a:pt x="725" y="851"/>
                    <a:pt x="882" y="693"/>
                    <a:pt x="1071" y="693"/>
                  </a:cubicBezTo>
                  <a:lnTo>
                    <a:pt x="2048" y="693"/>
                  </a:lnTo>
                  <a:cubicBezTo>
                    <a:pt x="1890" y="252"/>
                    <a:pt x="1512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7" name="Google Shape;7887;p84"/>
            <p:cNvSpPr/>
            <p:nvPr/>
          </p:nvSpPr>
          <p:spPr>
            <a:xfrm>
              <a:off x="-47013025" y="33934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355" y="0"/>
                  </a:moveTo>
                  <a:cubicBezTo>
                    <a:pt x="1198" y="725"/>
                    <a:pt x="662" y="1260"/>
                    <a:pt x="0" y="1386"/>
                  </a:cubicBezTo>
                  <a:lnTo>
                    <a:pt x="0" y="2142"/>
                  </a:lnTo>
                  <a:lnTo>
                    <a:pt x="2111" y="2142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8" name="Google Shape;7888;p84"/>
            <p:cNvSpPr/>
            <p:nvPr/>
          </p:nvSpPr>
          <p:spPr>
            <a:xfrm>
              <a:off x="-47155575" y="3270600"/>
              <a:ext cx="300875" cy="229225"/>
            </a:xfrm>
            <a:custGeom>
              <a:avLst/>
              <a:gdLst/>
              <a:ahLst/>
              <a:cxnLst/>
              <a:rect l="l" t="t" r="r" b="b"/>
              <a:pathLst>
                <a:path w="12035" h="9169" extrusionOk="0">
                  <a:moveTo>
                    <a:pt x="5324" y="2804"/>
                  </a:moveTo>
                  <a:cubicBezTo>
                    <a:pt x="6206" y="2804"/>
                    <a:pt x="6900" y="3403"/>
                    <a:pt x="7057" y="4222"/>
                  </a:cubicBezTo>
                  <a:lnTo>
                    <a:pt x="8160" y="4222"/>
                  </a:lnTo>
                  <a:cubicBezTo>
                    <a:pt x="8349" y="4222"/>
                    <a:pt x="8506" y="4379"/>
                    <a:pt x="8506" y="4568"/>
                  </a:cubicBezTo>
                  <a:lnTo>
                    <a:pt x="8506" y="7404"/>
                  </a:lnTo>
                  <a:lnTo>
                    <a:pt x="8475" y="7404"/>
                  </a:lnTo>
                  <a:cubicBezTo>
                    <a:pt x="8475" y="7593"/>
                    <a:pt x="8317" y="7750"/>
                    <a:pt x="8128" y="7750"/>
                  </a:cubicBezTo>
                  <a:lnTo>
                    <a:pt x="5324" y="7750"/>
                  </a:lnTo>
                  <a:cubicBezTo>
                    <a:pt x="5135" y="7750"/>
                    <a:pt x="4978" y="7593"/>
                    <a:pt x="4978" y="7404"/>
                  </a:cubicBezTo>
                  <a:lnTo>
                    <a:pt x="4978" y="6301"/>
                  </a:lnTo>
                  <a:cubicBezTo>
                    <a:pt x="4190" y="6144"/>
                    <a:pt x="3560" y="5451"/>
                    <a:pt x="3560" y="4568"/>
                  </a:cubicBezTo>
                  <a:cubicBezTo>
                    <a:pt x="3560" y="3592"/>
                    <a:pt x="4348" y="2804"/>
                    <a:pt x="5324" y="2804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8097"/>
                  </a:lnTo>
                  <a:cubicBezTo>
                    <a:pt x="0" y="8696"/>
                    <a:pt x="473" y="9168"/>
                    <a:pt x="1071" y="9168"/>
                  </a:cubicBezTo>
                  <a:lnTo>
                    <a:pt x="10964" y="9168"/>
                  </a:lnTo>
                  <a:cubicBezTo>
                    <a:pt x="11562" y="9168"/>
                    <a:pt x="12035" y="8696"/>
                    <a:pt x="12035" y="8097"/>
                  </a:cubicBezTo>
                  <a:lnTo>
                    <a:pt x="12035" y="2489"/>
                  </a:lnTo>
                  <a:cubicBezTo>
                    <a:pt x="12035" y="1891"/>
                    <a:pt x="11562" y="1418"/>
                    <a:pt x="10964" y="1418"/>
                  </a:cubicBezTo>
                  <a:lnTo>
                    <a:pt x="4820" y="1418"/>
                  </a:lnTo>
                  <a:lnTo>
                    <a:pt x="4411" y="599"/>
                  </a:lnTo>
                  <a:cubicBezTo>
                    <a:pt x="4222" y="252"/>
                    <a:pt x="3875" y="0"/>
                    <a:pt x="34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9" name="Google Shape;7889;p84"/>
          <p:cNvGrpSpPr/>
          <p:nvPr/>
        </p:nvGrpSpPr>
        <p:grpSpPr>
          <a:xfrm>
            <a:off x="1322870" y="3341092"/>
            <a:ext cx="355258" cy="355258"/>
            <a:chOff x="-47154800" y="3569100"/>
            <a:chExt cx="300100" cy="300100"/>
          </a:xfrm>
        </p:grpSpPr>
        <p:sp>
          <p:nvSpPr>
            <p:cNvPr id="7890" name="Google Shape;7890;p84"/>
            <p:cNvSpPr/>
            <p:nvPr/>
          </p:nvSpPr>
          <p:spPr>
            <a:xfrm>
              <a:off x="-46994900" y="3728200"/>
              <a:ext cx="140200" cy="141000"/>
            </a:xfrm>
            <a:custGeom>
              <a:avLst/>
              <a:gdLst/>
              <a:ahLst/>
              <a:cxnLst/>
              <a:rect l="l" t="t" r="r" b="b"/>
              <a:pathLst>
                <a:path w="5608" h="5640" extrusionOk="0">
                  <a:moveTo>
                    <a:pt x="2772" y="1733"/>
                  </a:moveTo>
                  <a:cubicBezTo>
                    <a:pt x="2961" y="1733"/>
                    <a:pt x="3119" y="1891"/>
                    <a:pt x="3119" y="2111"/>
                  </a:cubicBezTo>
                  <a:lnTo>
                    <a:pt x="3119" y="2458"/>
                  </a:lnTo>
                  <a:lnTo>
                    <a:pt x="3466" y="2458"/>
                  </a:lnTo>
                  <a:cubicBezTo>
                    <a:pt x="3655" y="2458"/>
                    <a:pt x="3812" y="2615"/>
                    <a:pt x="3812" y="2804"/>
                  </a:cubicBezTo>
                  <a:cubicBezTo>
                    <a:pt x="3812" y="2994"/>
                    <a:pt x="3655" y="3151"/>
                    <a:pt x="3466" y="3151"/>
                  </a:cubicBezTo>
                  <a:lnTo>
                    <a:pt x="2772" y="3151"/>
                  </a:lnTo>
                  <a:cubicBezTo>
                    <a:pt x="2552" y="3151"/>
                    <a:pt x="2426" y="2994"/>
                    <a:pt x="2426" y="2804"/>
                  </a:cubicBezTo>
                  <a:lnTo>
                    <a:pt x="2426" y="2111"/>
                  </a:lnTo>
                  <a:cubicBezTo>
                    <a:pt x="2426" y="1891"/>
                    <a:pt x="2552" y="1733"/>
                    <a:pt x="2772" y="1733"/>
                  </a:cubicBezTo>
                  <a:close/>
                  <a:moveTo>
                    <a:pt x="2457" y="1"/>
                  </a:moveTo>
                  <a:cubicBezTo>
                    <a:pt x="1197" y="158"/>
                    <a:pt x="221" y="1166"/>
                    <a:pt x="0" y="2458"/>
                  </a:cubicBezTo>
                  <a:lnTo>
                    <a:pt x="693" y="2458"/>
                  </a:lnTo>
                  <a:cubicBezTo>
                    <a:pt x="882" y="2458"/>
                    <a:pt x="1040" y="2615"/>
                    <a:pt x="1040" y="2804"/>
                  </a:cubicBezTo>
                  <a:cubicBezTo>
                    <a:pt x="1040" y="2994"/>
                    <a:pt x="882" y="3151"/>
                    <a:pt x="693" y="3151"/>
                  </a:cubicBezTo>
                  <a:lnTo>
                    <a:pt x="0" y="3151"/>
                  </a:lnTo>
                  <a:cubicBezTo>
                    <a:pt x="158" y="4411"/>
                    <a:pt x="1166" y="5451"/>
                    <a:pt x="2457" y="5608"/>
                  </a:cubicBezTo>
                  <a:lnTo>
                    <a:pt x="2457" y="4947"/>
                  </a:lnTo>
                  <a:cubicBezTo>
                    <a:pt x="2457" y="4726"/>
                    <a:pt x="2615" y="4569"/>
                    <a:pt x="2804" y="4569"/>
                  </a:cubicBezTo>
                  <a:cubicBezTo>
                    <a:pt x="2993" y="4569"/>
                    <a:pt x="3151" y="4726"/>
                    <a:pt x="3151" y="4947"/>
                  </a:cubicBezTo>
                  <a:lnTo>
                    <a:pt x="3151" y="5640"/>
                  </a:lnTo>
                  <a:cubicBezTo>
                    <a:pt x="4411" y="5482"/>
                    <a:pt x="5450" y="4474"/>
                    <a:pt x="5608" y="3214"/>
                  </a:cubicBezTo>
                  <a:lnTo>
                    <a:pt x="4883" y="3214"/>
                  </a:lnTo>
                  <a:cubicBezTo>
                    <a:pt x="4694" y="3151"/>
                    <a:pt x="4537" y="2994"/>
                    <a:pt x="4537" y="2804"/>
                  </a:cubicBezTo>
                  <a:cubicBezTo>
                    <a:pt x="4537" y="2615"/>
                    <a:pt x="4694" y="2458"/>
                    <a:pt x="4883" y="2458"/>
                  </a:cubicBezTo>
                  <a:lnTo>
                    <a:pt x="5608" y="2458"/>
                  </a:lnTo>
                  <a:cubicBezTo>
                    <a:pt x="5450" y="1198"/>
                    <a:pt x="4411" y="221"/>
                    <a:pt x="3151" y="1"/>
                  </a:cubicBezTo>
                  <a:lnTo>
                    <a:pt x="3151" y="694"/>
                  </a:lnTo>
                  <a:cubicBezTo>
                    <a:pt x="3151" y="883"/>
                    <a:pt x="2993" y="1040"/>
                    <a:pt x="2804" y="1040"/>
                  </a:cubicBezTo>
                  <a:cubicBezTo>
                    <a:pt x="2615" y="1040"/>
                    <a:pt x="2457" y="883"/>
                    <a:pt x="2457" y="694"/>
                  </a:cubicBezTo>
                  <a:lnTo>
                    <a:pt x="24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1" name="Google Shape;7891;p84"/>
            <p:cNvSpPr/>
            <p:nvPr/>
          </p:nvSpPr>
          <p:spPr>
            <a:xfrm>
              <a:off x="-469783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0"/>
                  </a:lnTo>
                  <a:lnTo>
                    <a:pt x="1891" y="18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2" name="Google Shape;7892;p84"/>
            <p:cNvSpPr/>
            <p:nvPr/>
          </p:nvSpPr>
          <p:spPr>
            <a:xfrm>
              <a:off x="-47075250" y="366520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316" y="536"/>
                    <a:pt x="505" y="284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3" name="Google Shape;7893;p84"/>
            <p:cNvSpPr/>
            <p:nvPr/>
          </p:nvSpPr>
          <p:spPr>
            <a:xfrm>
              <a:off x="-47110700" y="36313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481"/>
                    <a:pt x="253" y="1859"/>
                    <a:pt x="694" y="2048"/>
                  </a:cubicBezTo>
                  <a:lnTo>
                    <a:pt x="694" y="1040"/>
                  </a:lnTo>
                  <a:cubicBezTo>
                    <a:pt x="694" y="851"/>
                    <a:pt x="851" y="694"/>
                    <a:pt x="1040" y="694"/>
                  </a:cubicBezTo>
                  <a:lnTo>
                    <a:pt x="2049" y="694"/>
                  </a:lnTo>
                  <a:cubicBezTo>
                    <a:pt x="1891" y="316"/>
                    <a:pt x="1482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4" name="Google Shape;7894;p84"/>
            <p:cNvSpPr/>
            <p:nvPr/>
          </p:nvSpPr>
          <p:spPr>
            <a:xfrm>
              <a:off x="-47075250" y="3665200"/>
              <a:ext cx="53575" cy="54350"/>
            </a:xfrm>
            <a:custGeom>
              <a:avLst/>
              <a:gdLst/>
              <a:ahLst/>
              <a:cxnLst/>
              <a:rect l="l" t="t" r="r" b="b"/>
              <a:pathLst>
                <a:path w="2143" h="2174" extrusionOk="0">
                  <a:moveTo>
                    <a:pt x="1355" y="0"/>
                  </a:moveTo>
                  <a:cubicBezTo>
                    <a:pt x="1229" y="693"/>
                    <a:pt x="694" y="1229"/>
                    <a:pt x="1" y="1386"/>
                  </a:cubicBezTo>
                  <a:lnTo>
                    <a:pt x="1" y="2174"/>
                  </a:lnTo>
                  <a:lnTo>
                    <a:pt x="2143" y="2174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5" name="Google Shape;7895;p84"/>
            <p:cNvSpPr/>
            <p:nvPr/>
          </p:nvSpPr>
          <p:spPr>
            <a:xfrm>
              <a:off x="-47154800" y="3569100"/>
              <a:ext cx="229225" cy="300100"/>
            </a:xfrm>
            <a:custGeom>
              <a:avLst/>
              <a:gdLst/>
              <a:ahLst/>
              <a:cxnLst/>
              <a:rect l="l" t="t" r="r" b="b"/>
              <a:pathLst>
                <a:path w="9169" h="12004" extrusionOk="0">
                  <a:moveTo>
                    <a:pt x="2804" y="1765"/>
                  </a:moveTo>
                  <a:cubicBezTo>
                    <a:pt x="3687" y="1765"/>
                    <a:pt x="4380" y="2363"/>
                    <a:pt x="4537" y="3183"/>
                  </a:cubicBezTo>
                  <a:lnTo>
                    <a:pt x="5703" y="3183"/>
                  </a:lnTo>
                  <a:cubicBezTo>
                    <a:pt x="5892" y="3183"/>
                    <a:pt x="6049" y="3340"/>
                    <a:pt x="6049" y="3529"/>
                  </a:cubicBezTo>
                  <a:lnTo>
                    <a:pt x="6049" y="6428"/>
                  </a:lnTo>
                  <a:cubicBezTo>
                    <a:pt x="6049" y="6617"/>
                    <a:pt x="5892" y="6774"/>
                    <a:pt x="5703" y="6774"/>
                  </a:cubicBezTo>
                  <a:lnTo>
                    <a:pt x="2804" y="6774"/>
                  </a:lnTo>
                  <a:cubicBezTo>
                    <a:pt x="2615" y="6774"/>
                    <a:pt x="2458" y="6617"/>
                    <a:pt x="2458" y="6428"/>
                  </a:cubicBezTo>
                  <a:lnTo>
                    <a:pt x="2458" y="5262"/>
                  </a:lnTo>
                  <a:cubicBezTo>
                    <a:pt x="1670" y="5104"/>
                    <a:pt x="1040" y="4411"/>
                    <a:pt x="1040" y="3529"/>
                  </a:cubicBezTo>
                  <a:cubicBezTo>
                    <a:pt x="1040" y="2552"/>
                    <a:pt x="1828" y="1765"/>
                    <a:pt x="2804" y="1765"/>
                  </a:cubicBezTo>
                  <a:close/>
                  <a:moveTo>
                    <a:pt x="4191" y="8160"/>
                  </a:moveTo>
                  <a:cubicBezTo>
                    <a:pt x="4380" y="8160"/>
                    <a:pt x="4537" y="8318"/>
                    <a:pt x="4537" y="8507"/>
                  </a:cubicBezTo>
                  <a:cubicBezTo>
                    <a:pt x="4537" y="8696"/>
                    <a:pt x="4380" y="8853"/>
                    <a:pt x="4191" y="8853"/>
                  </a:cubicBezTo>
                  <a:lnTo>
                    <a:pt x="1387" y="8853"/>
                  </a:lnTo>
                  <a:cubicBezTo>
                    <a:pt x="1198" y="8853"/>
                    <a:pt x="1040" y="8696"/>
                    <a:pt x="1040" y="8507"/>
                  </a:cubicBezTo>
                  <a:cubicBezTo>
                    <a:pt x="1040" y="8318"/>
                    <a:pt x="1198" y="8160"/>
                    <a:pt x="1387" y="8160"/>
                  </a:cubicBezTo>
                  <a:close/>
                  <a:moveTo>
                    <a:pt x="4191" y="9515"/>
                  </a:moveTo>
                  <a:cubicBezTo>
                    <a:pt x="4380" y="9515"/>
                    <a:pt x="4537" y="9673"/>
                    <a:pt x="4537" y="9893"/>
                  </a:cubicBezTo>
                  <a:cubicBezTo>
                    <a:pt x="4537" y="10082"/>
                    <a:pt x="4380" y="10240"/>
                    <a:pt x="4191" y="10240"/>
                  </a:cubicBezTo>
                  <a:lnTo>
                    <a:pt x="1387" y="10240"/>
                  </a:lnTo>
                  <a:cubicBezTo>
                    <a:pt x="1198" y="10240"/>
                    <a:pt x="1040" y="10082"/>
                    <a:pt x="1040" y="9893"/>
                  </a:cubicBezTo>
                  <a:cubicBezTo>
                    <a:pt x="1040" y="9673"/>
                    <a:pt x="1198" y="9515"/>
                    <a:pt x="1387" y="9515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7089" y="12004"/>
                  </a:lnTo>
                  <a:cubicBezTo>
                    <a:pt x="6239" y="11342"/>
                    <a:pt x="5671" y="10366"/>
                    <a:pt x="5671" y="9168"/>
                  </a:cubicBezTo>
                  <a:cubicBezTo>
                    <a:pt x="5671" y="7247"/>
                    <a:pt x="7247" y="5671"/>
                    <a:pt x="9168" y="5671"/>
                  </a:cubicBezTo>
                  <a:lnTo>
                    <a:pt x="9168" y="2805"/>
                  </a:lnTo>
                  <a:lnTo>
                    <a:pt x="6711" y="2805"/>
                  </a:lnTo>
                  <a:cubicBezTo>
                    <a:pt x="6522" y="2805"/>
                    <a:pt x="6365" y="2647"/>
                    <a:pt x="6365" y="2426"/>
                  </a:cubicBezTo>
                  <a:lnTo>
                    <a:pt x="636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6" name="Google Shape;7896;p84"/>
          <p:cNvGrpSpPr/>
          <p:nvPr/>
        </p:nvGrpSpPr>
        <p:grpSpPr>
          <a:xfrm>
            <a:off x="1323343" y="3779305"/>
            <a:ext cx="354311" cy="353423"/>
            <a:chOff x="-47154000" y="3939275"/>
            <a:chExt cx="299300" cy="298550"/>
          </a:xfrm>
        </p:grpSpPr>
        <p:sp>
          <p:nvSpPr>
            <p:cNvPr id="7897" name="Google Shape;7897;p84"/>
            <p:cNvSpPr/>
            <p:nvPr/>
          </p:nvSpPr>
          <p:spPr>
            <a:xfrm>
              <a:off x="-47084700" y="4131475"/>
              <a:ext cx="159125" cy="106350"/>
            </a:xfrm>
            <a:custGeom>
              <a:avLst/>
              <a:gdLst/>
              <a:ahLst/>
              <a:cxnLst/>
              <a:rect l="l" t="t" r="r" b="b"/>
              <a:pathLst>
                <a:path w="6365" h="4254" extrusionOk="0">
                  <a:moveTo>
                    <a:pt x="4569" y="693"/>
                  </a:moveTo>
                  <a:cubicBezTo>
                    <a:pt x="4789" y="693"/>
                    <a:pt x="4947" y="851"/>
                    <a:pt x="4947" y="1040"/>
                  </a:cubicBezTo>
                  <a:cubicBezTo>
                    <a:pt x="4947" y="1260"/>
                    <a:pt x="4789" y="1418"/>
                    <a:pt x="4569" y="1418"/>
                  </a:cubicBezTo>
                  <a:lnTo>
                    <a:pt x="1796" y="1418"/>
                  </a:lnTo>
                  <a:cubicBezTo>
                    <a:pt x="1576" y="1418"/>
                    <a:pt x="1418" y="1260"/>
                    <a:pt x="1418" y="1040"/>
                  </a:cubicBezTo>
                  <a:cubicBezTo>
                    <a:pt x="1418" y="851"/>
                    <a:pt x="1576" y="693"/>
                    <a:pt x="1796" y="693"/>
                  </a:cubicBezTo>
                  <a:close/>
                  <a:moveTo>
                    <a:pt x="4569" y="2111"/>
                  </a:moveTo>
                  <a:cubicBezTo>
                    <a:pt x="4789" y="2111"/>
                    <a:pt x="4947" y="2268"/>
                    <a:pt x="4947" y="2457"/>
                  </a:cubicBezTo>
                  <a:cubicBezTo>
                    <a:pt x="4947" y="2678"/>
                    <a:pt x="4789" y="2835"/>
                    <a:pt x="4569" y="2835"/>
                  </a:cubicBezTo>
                  <a:lnTo>
                    <a:pt x="1796" y="2835"/>
                  </a:lnTo>
                  <a:cubicBezTo>
                    <a:pt x="1576" y="2835"/>
                    <a:pt x="1418" y="2678"/>
                    <a:pt x="1418" y="2457"/>
                  </a:cubicBezTo>
                  <a:cubicBezTo>
                    <a:pt x="1418" y="2268"/>
                    <a:pt x="1576" y="2111"/>
                    <a:pt x="1796" y="2111"/>
                  </a:cubicBezTo>
                  <a:close/>
                  <a:moveTo>
                    <a:pt x="0" y="0"/>
                  </a:moveTo>
                  <a:lnTo>
                    <a:pt x="0" y="1418"/>
                  </a:lnTo>
                  <a:lnTo>
                    <a:pt x="0" y="3875"/>
                  </a:lnTo>
                  <a:cubicBezTo>
                    <a:pt x="0" y="4096"/>
                    <a:pt x="158" y="4253"/>
                    <a:pt x="379" y="4253"/>
                  </a:cubicBezTo>
                  <a:lnTo>
                    <a:pt x="5986" y="4253"/>
                  </a:lnTo>
                  <a:cubicBezTo>
                    <a:pt x="6207" y="4253"/>
                    <a:pt x="6364" y="4096"/>
                    <a:pt x="6364" y="3875"/>
                  </a:cubicBezTo>
                  <a:lnTo>
                    <a:pt x="6364" y="1418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8" name="Google Shape;7898;p84"/>
            <p:cNvSpPr/>
            <p:nvPr/>
          </p:nvSpPr>
          <p:spPr>
            <a:xfrm>
              <a:off x="-46979150" y="3943225"/>
              <a:ext cx="48050" cy="47275"/>
            </a:xfrm>
            <a:custGeom>
              <a:avLst/>
              <a:gdLst/>
              <a:ahLst/>
              <a:cxnLst/>
              <a:rect l="l" t="t" r="r" b="b"/>
              <a:pathLst>
                <a:path w="1922" h="1891" extrusionOk="0">
                  <a:moveTo>
                    <a:pt x="0" y="0"/>
                  </a:moveTo>
                  <a:lnTo>
                    <a:pt x="0" y="1891"/>
                  </a:lnTo>
                  <a:lnTo>
                    <a:pt x="1922" y="1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9" name="Google Shape;7899;p84"/>
            <p:cNvSpPr/>
            <p:nvPr/>
          </p:nvSpPr>
          <p:spPr>
            <a:xfrm>
              <a:off x="-47154000" y="4026700"/>
              <a:ext cx="299300" cy="141025"/>
            </a:xfrm>
            <a:custGeom>
              <a:avLst/>
              <a:gdLst/>
              <a:ahLst/>
              <a:cxnLst/>
              <a:rect l="l" t="t" r="r" b="b"/>
              <a:pathLst>
                <a:path w="11972" h="5641" extrusionOk="0">
                  <a:moveTo>
                    <a:pt x="3151" y="2080"/>
                  </a:moveTo>
                  <a:cubicBezTo>
                    <a:pt x="3340" y="2080"/>
                    <a:pt x="3497" y="2238"/>
                    <a:pt x="3497" y="2458"/>
                  </a:cubicBezTo>
                  <a:cubicBezTo>
                    <a:pt x="3497" y="2647"/>
                    <a:pt x="3340" y="2805"/>
                    <a:pt x="3151" y="2805"/>
                  </a:cubicBezTo>
                  <a:cubicBezTo>
                    <a:pt x="2930" y="2805"/>
                    <a:pt x="2804" y="2647"/>
                    <a:pt x="2804" y="2458"/>
                  </a:cubicBezTo>
                  <a:cubicBezTo>
                    <a:pt x="2804" y="2238"/>
                    <a:pt x="2930" y="2080"/>
                    <a:pt x="3151" y="2080"/>
                  </a:cubicBezTo>
                  <a:close/>
                  <a:moveTo>
                    <a:pt x="4568" y="2080"/>
                  </a:moveTo>
                  <a:cubicBezTo>
                    <a:pt x="4757" y="2080"/>
                    <a:pt x="4915" y="2238"/>
                    <a:pt x="4915" y="2458"/>
                  </a:cubicBezTo>
                  <a:cubicBezTo>
                    <a:pt x="4915" y="2647"/>
                    <a:pt x="4757" y="2805"/>
                    <a:pt x="4568" y="2805"/>
                  </a:cubicBezTo>
                  <a:cubicBezTo>
                    <a:pt x="4348" y="2805"/>
                    <a:pt x="4190" y="2647"/>
                    <a:pt x="4190" y="2458"/>
                  </a:cubicBezTo>
                  <a:cubicBezTo>
                    <a:pt x="4190" y="2238"/>
                    <a:pt x="4348" y="2080"/>
                    <a:pt x="4568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8"/>
                    <a:pt x="6994" y="2458"/>
                  </a:cubicBezTo>
                  <a:cubicBezTo>
                    <a:pt x="6994" y="2647"/>
                    <a:pt x="6837" y="2805"/>
                    <a:pt x="6648" y="2805"/>
                  </a:cubicBezTo>
                  <a:lnTo>
                    <a:pt x="5923" y="2805"/>
                  </a:lnTo>
                  <a:cubicBezTo>
                    <a:pt x="5734" y="2805"/>
                    <a:pt x="5576" y="2647"/>
                    <a:pt x="5576" y="2458"/>
                  </a:cubicBezTo>
                  <a:cubicBezTo>
                    <a:pt x="5576" y="2238"/>
                    <a:pt x="5734" y="2080"/>
                    <a:pt x="5923" y="2080"/>
                  </a:cubicBezTo>
                  <a:close/>
                  <a:moveTo>
                    <a:pt x="8790" y="2080"/>
                  </a:moveTo>
                  <a:cubicBezTo>
                    <a:pt x="8979" y="2080"/>
                    <a:pt x="9136" y="2238"/>
                    <a:pt x="9136" y="2458"/>
                  </a:cubicBezTo>
                  <a:cubicBezTo>
                    <a:pt x="9136" y="2647"/>
                    <a:pt x="8979" y="2805"/>
                    <a:pt x="8790" y="2805"/>
                  </a:cubicBezTo>
                  <a:lnTo>
                    <a:pt x="8065" y="2805"/>
                  </a:lnTo>
                  <a:cubicBezTo>
                    <a:pt x="7876" y="2805"/>
                    <a:pt x="7719" y="2647"/>
                    <a:pt x="7719" y="2458"/>
                  </a:cubicBezTo>
                  <a:cubicBezTo>
                    <a:pt x="7719" y="2238"/>
                    <a:pt x="7876" y="2080"/>
                    <a:pt x="8065" y="2080"/>
                  </a:cubicBezTo>
                  <a:close/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4569"/>
                  </a:lnTo>
                  <a:cubicBezTo>
                    <a:pt x="0" y="5168"/>
                    <a:pt x="473" y="5640"/>
                    <a:pt x="1071" y="5640"/>
                  </a:cubicBezTo>
                  <a:lnTo>
                    <a:pt x="2111" y="5640"/>
                  </a:lnTo>
                  <a:lnTo>
                    <a:pt x="2111" y="4223"/>
                  </a:lnTo>
                  <a:lnTo>
                    <a:pt x="1764" y="4223"/>
                  </a:lnTo>
                  <a:cubicBezTo>
                    <a:pt x="1575" y="4223"/>
                    <a:pt x="1418" y="4065"/>
                    <a:pt x="1418" y="3876"/>
                  </a:cubicBezTo>
                  <a:cubicBezTo>
                    <a:pt x="1418" y="3655"/>
                    <a:pt x="1575" y="3498"/>
                    <a:pt x="1764" y="3498"/>
                  </a:cubicBezTo>
                  <a:lnTo>
                    <a:pt x="10208" y="3498"/>
                  </a:lnTo>
                  <a:cubicBezTo>
                    <a:pt x="10397" y="3498"/>
                    <a:pt x="10554" y="3655"/>
                    <a:pt x="10554" y="3876"/>
                  </a:cubicBezTo>
                  <a:cubicBezTo>
                    <a:pt x="10554" y="4065"/>
                    <a:pt x="10397" y="4223"/>
                    <a:pt x="10208" y="4223"/>
                  </a:cubicBezTo>
                  <a:lnTo>
                    <a:pt x="9830" y="4223"/>
                  </a:lnTo>
                  <a:lnTo>
                    <a:pt x="9830" y="5640"/>
                  </a:lnTo>
                  <a:lnTo>
                    <a:pt x="10901" y="5640"/>
                  </a:lnTo>
                  <a:cubicBezTo>
                    <a:pt x="11499" y="5640"/>
                    <a:pt x="11972" y="5168"/>
                    <a:pt x="11972" y="4569"/>
                  </a:cubicBezTo>
                  <a:lnTo>
                    <a:pt x="11972" y="1072"/>
                  </a:lnTo>
                  <a:cubicBezTo>
                    <a:pt x="11972" y="473"/>
                    <a:pt x="11499" y="1"/>
                    <a:pt x="10901" y="1"/>
                  </a:cubicBezTo>
                  <a:lnTo>
                    <a:pt x="9830" y="1"/>
                  </a:lnTo>
                  <a:lnTo>
                    <a:pt x="9830" y="1072"/>
                  </a:lnTo>
                  <a:cubicBezTo>
                    <a:pt x="9830" y="1261"/>
                    <a:pt x="9672" y="1419"/>
                    <a:pt x="9483" y="1419"/>
                  </a:cubicBezTo>
                  <a:lnTo>
                    <a:pt x="2489" y="1419"/>
                  </a:lnTo>
                  <a:cubicBezTo>
                    <a:pt x="2268" y="1419"/>
                    <a:pt x="2111" y="1261"/>
                    <a:pt x="2111" y="1072"/>
                  </a:cubicBez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0" name="Google Shape;7900;p84"/>
            <p:cNvSpPr/>
            <p:nvPr/>
          </p:nvSpPr>
          <p:spPr>
            <a:xfrm>
              <a:off x="-47083125" y="3939275"/>
              <a:ext cx="158325" cy="106350"/>
            </a:xfrm>
            <a:custGeom>
              <a:avLst/>
              <a:gdLst/>
              <a:ahLst/>
              <a:cxnLst/>
              <a:rect l="l" t="t" r="r" b="b"/>
              <a:pathLst>
                <a:path w="6333" h="425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6333" y="4254"/>
                  </a:lnTo>
                  <a:lnTo>
                    <a:pt x="6333" y="3498"/>
                  </a:lnTo>
                  <a:lnTo>
                    <a:pt x="6301" y="3498"/>
                  </a:lnTo>
                  <a:lnTo>
                    <a:pt x="6301" y="2805"/>
                  </a:lnTo>
                  <a:lnTo>
                    <a:pt x="3844" y="2805"/>
                  </a:lnTo>
                  <a:cubicBezTo>
                    <a:pt x="3655" y="2805"/>
                    <a:pt x="3498" y="2647"/>
                    <a:pt x="3498" y="2427"/>
                  </a:cubicBezTo>
                  <a:lnTo>
                    <a:pt x="34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1" name="Google Shape;7901;p84"/>
          <p:cNvGrpSpPr/>
          <p:nvPr/>
        </p:nvGrpSpPr>
        <p:grpSpPr>
          <a:xfrm>
            <a:off x="3548633" y="2904744"/>
            <a:ext cx="312375" cy="354341"/>
            <a:chOff x="-45286550" y="3200500"/>
            <a:chExt cx="263875" cy="299325"/>
          </a:xfrm>
        </p:grpSpPr>
        <p:sp>
          <p:nvSpPr>
            <p:cNvPr id="7902" name="Google Shape;7902;p84"/>
            <p:cNvSpPr/>
            <p:nvPr/>
          </p:nvSpPr>
          <p:spPr>
            <a:xfrm>
              <a:off x="-45233000" y="3200500"/>
              <a:ext cx="210325" cy="247325"/>
            </a:xfrm>
            <a:custGeom>
              <a:avLst/>
              <a:gdLst/>
              <a:ahLst/>
              <a:cxnLst/>
              <a:rect l="l" t="t" r="r" b="b"/>
              <a:pathLst>
                <a:path w="8413" h="9893" extrusionOk="0">
                  <a:moveTo>
                    <a:pt x="3151" y="0"/>
                  </a:moveTo>
                  <a:cubicBezTo>
                    <a:pt x="1891" y="0"/>
                    <a:pt x="851" y="945"/>
                    <a:pt x="694" y="2174"/>
                  </a:cubicBezTo>
                  <a:cubicBezTo>
                    <a:pt x="347" y="2300"/>
                    <a:pt x="64" y="2615"/>
                    <a:pt x="1" y="2962"/>
                  </a:cubicBezTo>
                  <a:cubicBezTo>
                    <a:pt x="316" y="2899"/>
                    <a:pt x="662" y="2804"/>
                    <a:pt x="1009" y="2804"/>
                  </a:cubicBezTo>
                  <a:cubicBezTo>
                    <a:pt x="1355" y="2804"/>
                    <a:pt x="1733" y="2836"/>
                    <a:pt x="2048" y="2962"/>
                  </a:cubicBezTo>
                  <a:cubicBezTo>
                    <a:pt x="1954" y="2615"/>
                    <a:pt x="1733" y="2332"/>
                    <a:pt x="1355" y="2174"/>
                  </a:cubicBezTo>
                  <a:cubicBezTo>
                    <a:pt x="1481" y="1355"/>
                    <a:pt x="2237" y="693"/>
                    <a:pt x="3088" y="693"/>
                  </a:cubicBezTo>
                  <a:cubicBezTo>
                    <a:pt x="4096" y="693"/>
                    <a:pt x="4884" y="1481"/>
                    <a:pt x="4884" y="2458"/>
                  </a:cubicBezTo>
                  <a:lnTo>
                    <a:pt x="4884" y="8475"/>
                  </a:lnTo>
                  <a:cubicBezTo>
                    <a:pt x="4884" y="9263"/>
                    <a:pt x="5514" y="9893"/>
                    <a:pt x="6302" y="9893"/>
                  </a:cubicBezTo>
                  <a:cubicBezTo>
                    <a:pt x="7089" y="9893"/>
                    <a:pt x="7719" y="9263"/>
                    <a:pt x="7719" y="8475"/>
                  </a:cubicBezTo>
                  <a:lnTo>
                    <a:pt x="7719" y="6270"/>
                  </a:lnTo>
                  <a:cubicBezTo>
                    <a:pt x="8097" y="6112"/>
                    <a:pt x="8412" y="5766"/>
                    <a:pt x="8412" y="5293"/>
                  </a:cubicBezTo>
                  <a:lnTo>
                    <a:pt x="8412" y="3875"/>
                  </a:lnTo>
                  <a:cubicBezTo>
                    <a:pt x="8412" y="3686"/>
                    <a:pt x="8255" y="3529"/>
                    <a:pt x="8066" y="3529"/>
                  </a:cubicBezTo>
                  <a:lnTo>
                    <a:pt x="7688" y="3529"/>
                  </a:lnTo>
                  <a:lnTo>
                    <a:pt x="7688" y="2458"/>
                  </a:lnTo>
                  <a:cubicBezTo>
                    <a:pt x="7688" y="2269"/>
                    <a:pt x="7562" y="2111"/>
                    <a:pt x="7341" y="2111"/>
                  </a:cubicBezTo>
                  <a:cubicBezTo>
                    <a:pt x="7152" y="2111"/>
                    <a:pt x="6995" y="2269"/>
                    <a:pt x="6995" y="2458"/>
                  </a:cubicBezTo>
                  <a:lnTo>
                    <a:pt x="6995" y="3529"/>
                  </a:lnTo>
                  <a:lnTo>
                    <a:pt x="6648" y="3529"/>
                  </a:lnTo>
                  <a:cubicBezTo>
                    <a:pt x="6459" y="3529"/>
                    <a:pt x="6302" y="3686"/>
                    <a:pt x="6302" y="3875"/>
                  </a:cubicBezTo>
                  <a:lnTo>
                    <a:pt x="6302" y="5293"/>
                  </a:lnTo>
                  <a:cubicBezTo>
                    <a:pt x="6302" y="5766"/>
                    <a:pt x="6554" y="6112"/>
                    <a:pt x="6995" y="6270"/>
                  </a:cubicBezTo>
                  <a:lnTo>
                    <a:pt x="6995" y="8475"/>
                  </a:lnTo>
                  <a:cubicBezTo>
                    <a:pt x="6995" y="8885"/>
                    <a:pt x="6680" y="9200"/>
                    <a:pt x="6302" y="9200"/>
                  </a:cubicBezTo>
                  <a:cubicBezTo>
                    <a:pt x="5892" y="9200"/>
                    <a:pt x="5577" y="8885"/>
                    <a:pt x="5577" y="8475"/>
                  </a:cubicBezTo>
                  <a:lnTo>
                    <a:pt x="5577" y="2458"/>
                  </a:lnTo>
                  <a:cubicBezTo>
                    <a:pt x="5577" y="1103"/>
                    <a:pt x="4474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3" name="Google Shape;7903;p84"/>
            <p:cNvSpPr/>
            <p:nvPr/>
          </p:nvSpPr>
          <p:spPr>
            <a:xfrm>
              <a:off x="-45216450" y="3340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4" name="Google Shape;7904;p84"/>
            <p:cNvSpPr/>
            <p:nvPr/>
          </p:nvSpPr>
          <p:spPr>
            <a:xfrm>
              <a:off x="-45286550" y="3289500"/>
              <a:ext cx="158325" cy="210325"/>
            </a:xfrm>
            <a:custGeom>
              <a:avLst/>
              <a:gdLst/>
              <a:ahLst/>
              <a:cxnLst/>
              <a:rect l="l" t="t" r="r" b="b"/>
              <a:pathLst>
                <a:path w="6333" h="8413" extrusionOk="0">
                  <a:moveTo>
                    <a:pt x="2804" y="0"/>
                  </a:moveTo>
                  <a:cubicBezTo>
                    <a:pt x="1229" y="189"/>
                    <a:pt x="0" y="1481"/>
                    <a:pt x="0" y="3119"/>
                  </a:cubicBezTo>
                  <a:lnTo>
                    <a:pt x="0" y="5262"/>
                  </a:lnTo>
                  <a:cubicBezTo>
                    <a:pt x="0" y="6994"/>
                    <a:pt x="1418" y="8412"/>
                    <a:pt x="3151" y="8412"/>
                  </a:cubicBezTo>
                  <a:cubicBezTo>
                    <a:pt x="4884" y="8412"/>
                    <a:pt x="6301" y="6994"/>
                    <a:pt x="6301" y="5262"/>
                  </a:cubicBezTo>
                  <a:lnTo>
                    <a:pt x="6301" y="3119"/>
                  </a:lnTo>
                  <a:cubicBezTo>
                    <a:pt x="6333" y="1481"/>
                    <a:pt x="5073" y="158"/>
                    <a:pt x="3497" y="0"/>
                  </a:cubicBezTo>
                  <a:lnTo>
                    <a:pt x="3497" y="1418"/>
                  </a:lnTo>
                  <a:cubicBezTo>
                    <a:pt x="3907" y="1576"/>
                    <a:pt x="4222" y="1954"/>
                    <a:pt x="4222" y="2395"/>
                  </a:cubicBezTo>
                  <a:cubicBezTo>
                    <a:pt x="4222" y="2836"/>
                    <a:pt x="3938" y="3214"/>
                    <a:pt x="3497" y="3371"/>
                  </a:cubicBezTo>
                  <a:lnTo>
                    <a:pt x="3497" y="3844"/>
                  </a:lnTo>
                  <a:cubicBezTo>
                    <a:pt x="3497" y="4065"/>
                    <a:pt x="3340" y="4191"/>
                    <a:pt x="3151" y="4191"/>
                  </a:cubicBezTo>
                  <a:cubicBezTo>
                    <a:pt x="2962" y="4191"/>
                    <a:pt x="2804" y="4065"/>
                    <a:pt x="2804" y="3844"/>
                  </a:cubicBezTo>
                  <a:lnTo>
                    <a:pt x="2804" y="3371"/>
                  </a:lnTo>
                  <a:cubicBezTo>
                    <a:pt x="2395" y="3214"/>
                    <a:pt x="2080" y="2836"/>
                    <a:pt x="2080" y="2395"/>
                  </a:cubicBezTo>
                  <a:cubicBezTo>
                    <a:pt x="2080" y="1954"/>
                    <a:pt x="2363" y="1576"/>
                    <a:pt x="2804" y="1418"/>
                  </a:cubicBezTo>
                  <a:lnTo>
                    <a:pt x="28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5" name="Google Shape;7905;p84"/>
          <p:cNvGrpSpPr/>
          <p:nvPr/>
        </p:nvGrpSpPr>
        <p:grpSpPr>
          <a:xfrm>
            <a:off x="3548633" y="3342039"/>
            <a:ext cx="312375" cy="354311"/>
            <a:chOff x="-45286550" y="3569900"/>
            <a:chExt cx="263875" cy="299300"/>
          </a:xfrm>
        </p:grpSpPr>
        <p:sp>
          <p:nvSpPr>
            <p:cNvPr id="7906" name="Google Shape;7906;p84"/>
            <p:cNvSpPr/>
            <p:nvPr/>
          </p:nvSpPr>
          <p:spPr>
            <a:xfrm>
              <a:off x="-45234575" y="372820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1" y="1"/>
                  </a:moveTo>
                  <a:lnTo>
                    <a:pt x="1" y="725"/>
                  </a:lnTo>
                  <a:lnTo>
                    <a:pt x="347" y="725"/>
                  </a:lnTo>
                  <a:cubicBezTo>
                    <a:pt x="568" y="725"/>
                    <a:pt x="725" y="568"/>
                    <a:pt x="725" y="379"/>
                  </a:cubicBezTo>
                  <a:cubicBezTo>
                    <a:pt x="725" y="127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7" name="Google Shape;7907;p84"/>
            <p:cNvSpPr/>
            <p:nvPr/>
          </p:nvSpPr>
          <p:spPr>
            <a:xfrm>
              <a:off x="-45286550" y="3692750"/>
              <a:ext cx="263875" cy="122900"/>
            </a:xfrm>
            <a:custGeom>
              <a:avLst/>
              <a:gdLst/>
              <a:ahLst/>
              <a:cxnLst/>
              <a:rect l="l" t="t" r="r" b="b"/>
              <a:pathLst>
                <a:path w="10555" h="4916" extrusionOk="0">
                  <a:moveTo>
                    <a:pt x="2458" y="725"/>
                  </a:moveTo>
                  <a:cubicBezTo>
                    <a:pt x="3025" y="725"/>
                    <a:pt x="3497" y="1198"/>
                    <a:pt x="3497" y="1765"/>
                  </a:cubicBezTo>
                  <a:cubicBezTo>
                    <a:pt x="3497" y="2364"/>
                    <a:pt x="3025" y="2805"/>
                    <a:pt x="2426" y="2805"/>
                  </a:cubicBezTo>
                  <a:lnTo>
                    <a:pt x="2080" y="2805"/>
                  </a:lnTo>
                  <a:lnTo>
                    <a:pt x="2080" y="3876"/>
                  </a:lnTo>
                  <a:cubicBezTo>
                    <a:pt x="2080" y="4065"/>
                    <a:pt x="1922" y="4222"/>
                    <a:pt x="1733" y="4222"/>
                  </a:cubicBezTo>
                  <a:cubicBezTo>
                    <a:pt x="1544" y="4222"/>
                    <a:pt x="1387" y="4065"/>
                    <a:pt x="1387" y="3876"/>
                  </a:cubicBezTo>
                  <a:lnTo>
                    <a:pt x="1387" y="1072"/>
                  </a:lnTo>
                  <a:cubicBezTo>
                    <a:pt x="1387" y="883"/>
                    <a:pt x="1544" y="725"/>
                    <a:pt x="1733" y="725"/>
                  </a:cubicBezTo>
                  <a:close/>
                  <a:moveTo>
                    <a:pt x="5262" y="694"/>
                  </a:moveTo>
                  <a:cubicBezTo>
                    <a:pt x="5860" y="694"/>
                    <a:pt x="6333" y="1167"/>
                    <a:pt x="6333" y="1734"/>
                  </a:cubicBezTo>
                  <a:cubicBezTo>
                    <a:pt x="6333" y="1954"/>
                    <a:pt x="6175" y="2112"/>
                    <a:pt x="5986" y="2112"/>
                  </a:cubicBezTo>
                  <a:cubicBezTo>
                    <a:pt x="5797" y="2112"/>
                    <a:pt x="5640" y="1954"/>
                    <a:pt x="5640" y="1734"/>
                  </a:cubicBezTo>
                  <a:cubicBezTo>
                    <a:pt x="5640" y="1545"/>
                    <a:pt x="5482" y="1387"/>
                    <a:pt x="5262" y="1387"/>
                  </a:cubicBezTo>
                  <a:cubicBezTo>
                    <a:pt x="5073" y="1387"/>
                    <a:pt x="4915" y="1545"/>
                    <a:pt x="4915" y="1734"/>
                  </a:cubicBezTo>
                  <a:cubicBezTo>
                    <a:pt x="4915" y="1954"/>
                    <a:pt x="5073" y="2112"/>
                    <a:pt x="5262" y="2112"/>
                  </a:cubicBezTo>
                  <a:cubicBezTo>
                    <a:pt x="5860" y="2112"/>
                    <a:pt x="6333" y="2553"/>
                    <a:pt x="6333" y="3151"/>
                  </a:cubicBezTo>
                  <a:cubicBezTo>
                    <a:pt x="6333" y="3750"/>
                    <a:pt x="5860" y="4222"/>
                    <a:pt x="5262" y="4222"/>
                  </a:cubicBezTo>
                  <a:cubicBezTo>
                    <a:pt x="4695" y="4222"/>
                    <a:pt x="4222" y="3750"/>
                    <a:pt x="4222" y="3151"/>
                  </a:cubicBezTo>
                  <a:cubicBezTo>
                    <a:pt x="4222" y="2962"/>
                    <a:pt x="4379" y="2805"/>
                    <a:pt x="4569" y="2805"/>
                  </a:cubicBezTo>
                  <a:cubicBezTo>
                    <a:pt x="4758" y="2805"/>
                    <a:pt x="4915" y="2962"/>
                    <a:pt x="4915" y="3151"/>
                  </a:cubicBezTo>
                  <a:cubicBezTo>
                    <a:pt x="4915" y="3340"/>
                    <a:pt x="5073" y="3498"/>
                    <a:pt x="5262" y="3498"/>
                  </a:cubicBezTo>
                  <a:cubicBezTo>
                    <a:pt x="5482" y="3498"/>
                    <a:pt x="5640" y="3340"/>
                    <a:pt x="5640" y="3151"/>
                  </a:cubicBezTo>
                  <a:cubicBezTo>
                    <a:pt x="5640" y="2962"/>
                    <a:pt x="5482" y="2805"/>
                    <a:pt x="5262" y="2805"/>
                  </a:cubicBezTo>
                  <a:cubicBezTo>
                    <a:pt x="4695" y="2805"/>
                    <a:pt x="4222" y="2332"/>
                    <a:pt x="4222" y="1734"/>
                  </a:cubicBezTo>
                  <a:cubicBezTo>
                    <a:pt x="4222" y="1167"/>
                    <a:pt x="4695" y="694"/>
                    <a:pt x="5262" y="694"/>
                  </a:cubicBezTo>
                  <a:close/>
                  <a:moveTo>
                    <a:pt x="8066" y="725"/>
                  </a:moveTo>
                  <a:cubicBezTo>
                    <a:pt x="8664" y="725"/>
                    <a:pt x="9137" y="1198"/>
                    <a:pt x="9137" y="1765"/>
                  </a:cubicBezTo>
                  <a:lnTo>
                    <a:pt x="9137" y="3151"/>
                  </a:lnTo>
                  <a:cubicBezTo>
                    <a:pt x="9137" y="3750"/>
                    <a:pt x="8664" y="4222"/>
                    <a:pt x="8066" y="4222"/>
                  </a:cubicBezTo>
                  <a:lnTo>
                    <a:pt x="7372" y="4222"/>
                  </a:lnTo>
                  <a:cubicBezTo>
                    <a:pt x="7152" y="4222"/>
                    <a:pt x="6994" y="4065"/>
                    <a:pt x="6994" y="3876"/>
                  </a:cubicBezTo>
                  <a:lnTo>
                    <a:pt x="6994" y="1072"/>
                  </a:lnTo>
                  <a:cubicBezTo>
                    <a:pt x="6994" y="883"/>
                    <a:pt x="7152" y="725"/>
                    <a:pt x="7372" y="725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0208" y="4916"/>
                  </a:lnTo>
                  <a:cubicBezTo>
                    <a:pt x="10397" y="4916"/>
                    <a:pt x="10554" y="4758"/>
                    <a:pt x="10554" y="4569"/>
                  </a:cubicBezTo>
                  <a:lnTo>
                    <a:pt x="10554" y="347"/>
                  </a:lnTo>
                  <a:cubicBezTo>
                    <a:pt x="10554" y="158"/>
                    <a:pt x="10397" y="1"/>
                    <a:pt x="102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8" name="Google Shape;7908;p84"/>
            <p:cNvSpPr/>
            <p:nvPr/>
          </p:nvSpPr>
          <p:spPr>
            <a:xfrm>
              <a:off x="-45093575" y="3728200"/>
              <a:ext cx="17325" cy="53575"/>
            </a:xfrm>
            <a:custGeom>
              <a:avLst/>
              <a:gdLst/>
              <a:ahLst/>
              <a:cxnLst/>
              <a:rect l="l" t="t" r="r" b="b"/>
              <a:pathLst>
                <a:path w="693" h="2143" extrusionOk="0">
                  <a:moveTo>
                    <a:pt x="0" y="1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536" y="2143"/>
                    <a:pt x="693" y="1985"/>
                    <a:pt x="693" y="1796"/>
                  </a:cubicBezTo>
                  <a:lnTo>
                    <a:pt x="693" y="347"/>
                  </a:lnTo>
                  <a:cubicBezTo>
                    <a:pt x="693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9" name="Google Shape;7909;p84"/>
            <p:cNvSpPr/>
            <p:nvPr/>
          </p:nvSpPr>
          <p:spPr>
            <a:xfrm>
              <a:off x="-45268450" y="3569900"/>
              <a:ext cx="228450" cy="106350"/>
            </a:xfrm>
            <a:custGeom>
              <a:avLst/>
              <a:gdLst/>
              <a:ahLst/>
              <a:cxnLst/>
              <a:rect l="l" t="t" r="r" b="b"/>
              <a:pathLst>
                <a:path w="9138" h="425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53"/>
                  </a:lnTo>
                  <a:lnTo>
                    <a:pt x="9137" y="4253"/>
                  </a:lnTo>
                  <a:lnTo>
                    <a:pt x="9137" y="2804"/>
                  </a:lnTo>
                  <a:lnTo>
                    <a:pt x="6680" y="2804"/>
                  </a:lnTo>
                  <a:cubicBezTo>
                    <a:pt x="6491" y="2804"/>
                    <a:pt x="6333" y="2647"/>
                    <a:pt x="6333" y="2457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0" name="Google Shape;7910;p84"/>
            <p:cNvSpPr/>
            <p:nvPr/>
          </p:nvSpPr>
          <p:spPr>
            <a:xfrm>
              <a:off x="-450935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0" y="0"/>
                  </a:moveTo>
                  <a:lnTo>
                    <a:pt x="0" y="1890"/>
                  </a:lnTo>
                  <a:lnTo>
                    <a:pt x="1890" y="1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1" name="Google Shape;7911;p84"/>
            <p:cNvSpPr/>
            <p:nvPr/>
          </p:nvSpPr>
          <p:spPr>
            <a:xfrm>
              <a:off x="-45269225" y="3833750"/>
              <a:ext cx="228425" cy="35450"/>
            </a:xfrm>
            <a:custGeom>
              <a:avLst/>
              <a:gdLst/>
              <a:ahLst/>
              <a:cxnLst/>
              <a:rect l="l" t="t" r="r" b="b"/>
              <a:pathLst>
                <a:path w="9137" h="1418" extrusionOk="0">
                  <a:moveTo>
                    <a:pt x="0" y="0"/>
                  </a:move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8790" y="1418"/>
                  </a:lnTo>
                  <a:cubicBezTo>
                    <a:pt x="8979" y="1418"/>
                    <a:pt x="9137" y="1260"/>
                    <a:pt x="9137" y="1071"/>
                  </a:cubicBezTo>
                  <a:lnTo>
                    <a:pt x="91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2" name="Google Shape;7912;p84"/>
          <p:cNvGrpSpPr/>
          <p:nvPr/>
        </p:nvGrpSpPr>
        <p:grpSpPr>
          <a:xfrm>
            <a:off x="3559820" y="3778388"/>
            <a:ext cx="290001" cy="355258"/>
            <a:chOff x="-45277900" y="3938500"/>
            <a:chExt cx="244975" cy="300100"/>
          </a:xfrm>
        </p:grpSpPr>
        <p:sp>
          <p:nvSpPr>
            <p:cNvPr id="7913" name="Google Shape;7913;p84"/>
            <p:cNvSpPr/>
            <p:nvPr/>
          </p:nvSpPr>
          <p:spPr>
            <a:xfrm>
              <a:off x="-45210950" y="4107825"/>
              <a:ext cx="23650" cy="24450"/>
            </a:xfrm>
            <a:custGeom>
              <a:avLst/>
              <a:gdLst/>
              <a:ahLst/>
              <a:cxnLst/>
              <a:rect l="l" t="t" r="r" b="b"/>
              <a:pathLst>
                <a:path w="946" h="978" extrusionOk="0">
                  <a:moveTo>
                    <a:pt x="473" y="1"/>
                  </a:moveTo>
                  <a:lnTo>
                    <a:pt x="1" y="978"/>
                  </a:lnTo>
                  <a:lnTo>
                    <a:pt x="946" y="978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4" name="Google Shape;7914;p84"/>
            <p:cNvSpPr/>
            <p:nvPr/>
          </p:nvSpPr>
          <p:spPr>
            <a:xfrm>
              <a:off x="-45084925" y="39432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5" name="Google Shape;7915;p84"/>
            <p:cNvSpPr/>
            <p:nvPr/>
          </p:nvSpPr>
          <p:spPr>
            <a:xfrm>
              <a:off x="-45260575" y="3938500"/>
              <a:ext cx="227650" cy="300100"/>
            </a:xfrm>
            <a:custGeom>
              <a:avLst/>
              <a:gdLst/>
              <a:ahLst/>
              <a:cxnLst/>
              <a:rect l="l" t="t" r="r" b="b"/>
              <a:pathLst>
                <a:path w="9106" h="1200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22"/>
                  </a:lnTo>
                  <a:lnTo>
                    <a:pt x="7342" y="4222"/>
                  </a:lnTo>
                  <a:cubicBezTo>
                    <a:pt x="7562" y="4222"/>
                    <a:pt x="7720" y="4380"/>
                    <a:pt x="7720" y="4600"/>
                  </a:cubicBezTo>
                  <a:lnTo>
                    <a:pt x="7720" y="10208"/>
                  </a:lnTo>
                  <a:cubicBezTo>
                    <a:pt x="7720" y="10428"/>
                    <a:pt x="7562" y="10586"/>
                    <a:pt x="7342" y="10586"/>
                  </a:cubicBezTo>
                  <a:lnTo>
                    <a:pt x="1" y="10586"/>
                  </a:lnTo>
                  <a:lnTo>
                    <a:pt x="1" y="11626"/>
                  </a:lnTo>
                  <a:cubicBezTo>
                    <a:pt x="1" y="11846"/>
                    <a:pt x="158" y="12004"/>
                    <a:pt x="348" y="12004"/>
                  </a:cubicBezTo>
                  <a:lnTo>
                    <a:pt x="8759" y="12004"/>
                  </a:lnTo>
                  <a:cubicBezTo>
                    <a:pt x="8980" y="12004"/>
                    <a:pt x="9106" y="11846"/>
                    <a:pt x="9106" y="11626"/>
                  </a:cubicBezTo>
                  <a:lnTo>
                    <a:pt x="9106" y="2804"/>
                  </a:lnTo>
                  <a:lnTo>
                    <a:pt x="6680" y="2804"/>
                  </a:lnTo>
                  <a:lnTo>
                    <a:pt x="6680" y="2773"/>
                  </a:lnTo>
                  <a:cubicBezTo>
                    <a:pt x="6491" y="2773"/>
                    <a:pt x="6333" y="2615"/>
                    <a:pt x="6333" y="2426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6" name="Google Shape;7916;p84"/>
            <p:cNvSpPr/>
            <p:nvPr/>
          </p:nvSpPr>
          <p:spPr>
            <a:xfrm>
              <a:off x="-45277900" y="4061375"/>
              <a:ext cx="193000" cy="122875"/>
            </a:xfrm>
            <a:custGeom>
              <a:avLst/>
              <a:gdLst/>
              <a:ahLst/>
              <a:cxnLst/>
              <a:rect l="l" t="t" r="r" b="b"/>
              <a:pathLst>
                <a:path w="7720" h="4915" extrusionOk="0">
                  <a:moveTo>
                    <a:pt x="5987" y="693"/>
                  </a:moveTo>
                  <a:cubicBezTo>
                    <a:pt x="6207" y="693"/>
                    <a:pt x="6333" y="851"/>
                    <a:pt x="6333" y="1071"/>
                  </a:cubicBezTo>
                  <a:cubicBezTo>
                    <a:pt x="6302" y="1260"/>
                    <a:pt x="6144" y="1418"/>
                    <a:pt x="5987" y="1418"/>
                  </a:cubicBezTo>
                  <a:cubicBezTo>
                    <a:pt x="5798" y="1418"/>
                    <a:pt x="5640" y="1260"/>
                    <a:pt x="5640" y="1071"/>
                  </a:cubicBezTo>
                  <a:cubicBezTo>
                    <a:pt x="5640" y="851"/>
                    <a:pt x="5798" y="693"/>
                    <a:pt x="5987" y="693"/>
                  </a:cubicBezTo>
                  <a:close/>
                  <a:moveTo>
                    <a:pt x="3246" y="701"/>
                  </a:moveTo>
                  <a:cubicBezTo>
                    <a:pt x="3372" y="701"/>
                    <a:pt x="3498" y="772"/>
                    <a:pt x="3561" y="914"/>
                  </a:cubicBezTo>
                  <a:lnTo>
                    <a:pt x="4979" y="3686"/>
                  </a:lnTo>
                  <a:cubicBezTo>
                    <a:pt x="4979" y="3907"/>
                    <a:pt x="4884" y="4096"/>
                    <a:pt x="4727" y="4159"/>
                  </a:cubicBezTo>
                  <a:cubicBezTo>
                    <a:pt x="4695" y="4222"/>
                    <a:pt x="4601" y="4222"/>
                    <a:pt x="4569" y="4222"/>
                  </a:cubicBezTo>
                  <a:cubicBezTo>
                    <a:pt x="4443" y="4222"/>
                    <a:pt x="4349" y="4127"/>
                    <a:pt x="4254" y="4001"/>
                  </a:cubicBezTo>
                  <a:lnTo>
                    <a:pt x="4033" y="3497"/>
                  </a:lnTo>
                  <a:lnTo>
                    <a:pt x="2364" y="3497"/>
                  </a:lnTo>
                  <a:lnTo>
                    <a:pt x="2143" y="4001"/>
                  </a:lnTo>
                  <a:cubicBezTo>
                    <a:pt x="2075" y="4115"/>
                    <a:pt x="1940" y="4196"/>
                    <a:pt x="1811" y="4196"/>
                  </a:cubicBezTo>
                  <a:cubicBezTo>
                    <a:pt x="1762" y="4196"/>
                    <a:pt x="1714" y="4185"/>
                    <a:pt x="1671" y="4159"/>
                  </a:cubicBezTo>
                  <a:cubicBezTo>
                    <a:pt x="1513" y="4096"/>
                    <a:pt x="1419" y="3844"/>
                    <a:pt x="1513" y="3686"/>
                  </a:cubicBezTo>
                  <a:lnTo>
                    <a:pt x="2931" y="914"/>
                  </a:lnTo>
                  <a:cubicBezTo>
                    <a:pt x="2994" y="772"/>
                    <a:pt x="3120" y="701"/>
                    <a:pt x="3246" y="701"/>
                  </a:cubicBezTo>
                  <a:close/>
                  <a:moveTo>
                    <a:pt x="5955" y="2079"/>
                  </a:moveTo>
                  <a:cubicBezTo>
                    <a:pt x="6144" y="2079"/>
                    <a:pt x="6302" y="2237"/>
                    <a:pt x="6302" y="2426"/>
                  </a:cubicBezTo>
                  <a:lnTo>
                    <a:pt x="6302" y="3844"/>
                  </a:lnTo>
                  <a:cubicBezTo>
                    <a:pt x="6302" y="4064"/>
                    <a:pt x="6144" y="4222"/>
                    <a:pt x="5955" y="4222"/>
                  </a:cubicBezTo>
                  <a:cubicBezTo>
                    <a:pt x="5766" y="4222"/>
                    <a:pt x="5609" y="4064"/>
                    <a:pt x="5609" y="3844"/>
                  </a:cubicBezTo>
                  <a:lnTo>
                    <a:pt x="5609" y="2426"/>
                  </a:lnTo>
                  <a:cubicBezTo>
                    <a:pt x="5609" y="2237"/>
                    <a:pt x="5766" y="2079"/>
                    <a:pt x="5955" y="2079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68"/>
                  </a:lnTo>
                  <a:cubicBezTo>
                    <a:pt x="1" y="4757"/>
                    <a:pt x="158" y="4915"/>
                    <a:pt x="347" y="4915"/>
                  </a:cubicBezTo>
                  <a:lnTo>
                    <a:pt x="7720" y="4915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7" name="Google Shape;7917;p84"/>
          <p:cNvGrpSpPr/>
          <p:nvPr/>
        </p:nvGrpSpPr>
        <p:grpSpPr>
          <a:xfrm>
            <a:off x="2645769" y="4247490"/>
            <a:ext cx="355258" cy="355258"/>
            <a:chOff x="-44502875" y="3576975"/>
            <a:chExt cx="300100" cy="300100"/>
          </a:xfrm>
        </p:grpSpPr>
        <p:sp>
          <p:nvSpPr>
            <p:cNvPr id="7918" name="Google Shape;7918;p84"/>
            <p:cNvSpPr/>
            <p:nvPr/>
          </p:nvSpPr>
          <p:spPr>
            <a:xfrm>
              <a:off x="-44466650" y="3576975"/>
              <a:ext cx="53600" cy="18925"/>
            </a:xfrm>
            <a:custGeom>
              <a:avLst/>
              <a:gdLst/>
              <a:ahLst/>
              <a:cxnLst/>
              <a:rect l="l" t="t" r="r" b="b"/>
              <a:pathLst>
                <a:path w="2144" h="757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57"/>
                  </a:lnTo>
                  <a:lnTo>
                    <a:pt x="2143" y="757"/>
                  </a:lnTo>
                  <a:lnTo>
                    <a:pt x="2143" y="347"/>
                  </a:lnTo>
                  <a:cubicBezTo>
                    <a:pt x="2143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9" name="Google Shape;7919;p84"/>
            <p:cNvSpPr/>
            <p:nvPr/>
          </p:nvSpPr>
          <p:spPr>
            <a:xfrm>
              <a:off x="-44502875" y="3595100"/>
              <a:ext cx="283575" cy="281975"/>
            </a:xfrm>
            <a:custGeom>
              <a:avLst/>
              <a:gdLst/>
              <a:ahLst/>
              <a:cxnLst/>
              <a:rect l="l" t="t" r="r" b="b"/>
              <a:pathLst>
                <a:path w="11343" h="11279" extrusionOk="0">
                  <a:moveTo>
                    <a:pt x="10945" y="0"/>
                  </a:moveTo>
                  <a:cubicBezTo>
                    <a:pt x="10854" y="0"/>
                    <a:pt x="10760" y="32"/>
                    <a:pt x="10681" y="95"/>
                  </a:cubicBezTo>
                  <a:lnTo>
                    <a:pt x="10082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40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7940" y="2804"/>
                  </a:lnTo>
                  <a:lnTo>
                    <a:pt x="3561" y="7215"/>
                  </a:lnTo>
                  <a:lnTo>
                    <a:pt x="3561" y="3529"/>
                  </a:lnTo>
                  <a:lnTo>
                    <a:pt x="1418" y="3529"/>
                  </a:lnTo>
                  <a:lnTo>
                    <a:pt x="1418" y="9357"/>
                  </a:lnTo>
                  <a:lnTo>
                    <a:pt x="820" y="9956"/>
                  </a:lnTo>
                  <a:cubicBezTo>
                    <a:pt x="725" y="10050"/>
                    <a:pt x="725" y="10302"/>
                    <a:pt x="820" y="10460"/>
                  </a:cubicBezTo>
                  <a:cubicBezTo>
                    <a:pt x="914" y="10523"/>
                    <a:pt x="977" y="10586"/>
                    <a:pt x="1072" y="10586"/>
                  </a:cubicBezTo>
                  <a:cubicBezTo>
                    <a:pt x="1135" y="10586"/>
                    <a:pt x="1261" y="10523"/>
                    <a:pt x="1292" y="10460"/>
                  </a:cubicBezTo>
                  <a:lnTo>
                    <a:pt x="1891" y="9861"/>
                  </a:lnTo>
                  <a:lnTo>
                    <a:pt x="7719" y="9861"/>
                  </a:lnTo>
                  <a:lnTo>
                    <a:pt x="7719" y="7750"/>
                  </a:lnTo>
                  <a:lnTo>
                    <a:pt x="4033" y="7750"/>
                  </a:lnTo>
                  <a:lnTo>
                    <a:pt x="8444" y="3340"/>
                  </a:lnTo>
                  <a:lnTo>
                    <a:pt x="8444" y="10932"/>
                  </a:lnTo>
                  <a:cubicBezTo>
                    <a:pt x="8444" y="11121"/>
                    <a:pt x="8602" y="11279"/>
                    <a:pt x="8791" y="11279"/>
                  </a:cubicBezTo>
                  <a:lnTo>
                    <a:pt x="10208" y="11279"/>
                  </a:lnTo>
                  <a:cubicBezTo>
                    <a:pt x="10397" y="11279"/>
                    <a:pt x="10555" y="11121"/>
                    <a:pt x="10555" y="10932"/>
                  </a:cubicBezTo>
                  <a:lnTo>
                    <a:pt x="10555" y="1197"/>
                  </a:lnTo>
                  <a:lnTo>
                    <a:pt x="11153" y="599"/>
                  </a:lnTo>
                  <a:cubicBezTo>
                    <a:pt x="11343" y="441"/>
                    <a:pt x="11343" y="252"/>
                    <a:pt x="11185" y="95"/>
                  </a:cubicBezTo>
                  <a:cubicBezTo>
                    <a:pt x="11122" y="32"/>
                    <a:pt x="11035" y="0"/>
                    <a:pt x="109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84"/>
            <p:cNvSpPr/>
            <p:nvPr/>
          </p:nvSpPr>
          <p:spPr>
            <a:xfrm>
              <a:off x="-44221675" y="3788850"/>
              <a:ext cx="18900" cy="52800"/>
            </a:xfrm>
            <a:custGeom>
              <a:avLst/>
              <a:gdLst/>
              <a:ahLst/>
              <a:cxnLst/>
              <a:rect l="l" t="t" r="r" b="b"/>
              <a:pathLst>
                <a:path w="756" h="2112" extrusionOk="0">
                  <a:moveTo>
                    <a:pt x="0" y="0"/>
                  </a:moveTo>
                  <a:lnTo>
                    <a:pt x="0" y="2111"/>
                  </a:lnTo>
                  <a:lnTo>
                    <a:pt x="410" y="2111"/>
                  </a:lnTo>
                  <a:cubicBezTo>
                    <a:pt x="599" y="2111"/>
                    <a:pt x="756" y="1954"/>
                    <a:pt x="756" y="1765"/>
                  </a:cubicBezTo>
                  <a:lnTo>
                    <a:pt x="756" y="347"/>
                  </a:ln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1" name="Google Shape;7921;p84"/>
          <p:cNvGrpSpPr/>
          <p:nvPr/>
        </p:nvGrpSpPr>
        <p:grpSpPr>
          <a:xfrm>
            <a:off x="4858968" y="1532275"/>
            <a:ext cx="356221" cy="354973"/>
            <a:chOff x="-13947000" y="3212800"/>
            <a:chExt cx="353675" cy="352400"/>
          </a:xfrm>
        </p:grpSpPr>
        <p:sp>
          <p:nvSpPr>
            <p:cNvPr id="7922" name="Google Shape;7922;p84"/>
            <p:cNvSpPr/>
            <p:nvPr/>
          </p:nvSpPr>
          <p:spPr>
            <a:xfrm>
              <a:off x="-13947000" y="3212800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3" name="Google Shape;7923;p84"/>
            <p:cNvSpPr/>
            <p:nvPr/>
          </p:nvSpPr>
          <p:spPr>
            <a:xfrm>
              <a:off x="-13821775" y="3295600"/>
              <a:ext cx="228450" cy="269600"/>
            </a:xfrm>
            <a:custGeom>
              <a:avLst/>
              <a:gdLst/>
              <a:ahLst/>
              <a:cxnLst/>
              <a:rect l="l" t="t" r="r" b="b"/>
              <a:pathLst>
                <a:path w="9138" h="10784" extrusionOk="0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4" name="Google Shape;7924;p84"/>
          <p:cNvGrpSpPr/>
          <p:nvPr/>
        </p:nvGrpSpPr>
        <p:grpSpPr>
          <a:xfrm>
            <a:off x="4858981" y="1973145"/>
            <a:ext cx="356196" cy="354670"/>
            <a:chOff x="-13946200" y="3647075"/>
            <a:chExt cx="353650" cy="352100"/>
          </a:xfrm>
        </p:grpSpPr>
        <p:sp>
          <p:nvSpPr>
            <p:cNvPr id="7925" name="Google Shape;7925;p84"/>
            <p:cNvSpPr/>
            <p:nvPr/>
          </p:nvSpPr>
          <p:spPr>
            <a:xfrm>
              <a:off x="-13717000" y="3647075"/>
              <a:ext cx="124450" cy="144150"/>
            </a:xfrm>
            <a:custGeom>
              <a:avLst/>
              <a:gdLst/>
              <a:ahLst/>
              <a:cxnLst/>
              <a:rect l="l" t="t" r="r" b="b"/>
              <a:pathLst>
                <a:path w="4978" h="5766" extrusionOk="0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6" name="Google Shape;7926;p84"/>
            <p:cNvSpPr/>
            <p:nvPr/>
          </p:nvSpPr>
          <p:spPr>
            <a:xfrm>
              <a:off x="-13801275" y="3647075"/>
              <a:ext cx="63025" cy="61075"/>
            </a:xfrm>
            <a:custGeom>
              <a:avLst/>
              <a:gdLst/>
              <a:ahLst/>
              <a:cxnLst/>
              <a:rect l="l" t="t" r="r" b="b"/>
              <a:pathLst>
                <a:path w="2521" h="2443" extrusionOk="0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7" name="Google Shape;7927;p84"/>
            <p:cNvSpPr/>
            <p:nvPr/>
          </p:nvSpPr>
          <p:spPr>
            <a:xfrm>
              <a:off x="-13946200" y="3647075"/>
              <a:ext cx="124450" cy="143400"/>
            </a:xfrm>
            <a:custGeom>
              <a:avLst/>
              <a:gdLst/>
              <a:ahLst/>
              <a:cxnLst/>
              <a:rect l="l" t="t" r="r" b="b"/>
              <a:pathLst>
                <a:path w="4978" h="5736" extrusionOk="0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8" name="Google Shape;7928;p84"/>
            <p:cNvSpPr/>
            <p:nvPr/>
          </p:nvSpPr>
          <p:spPr>
            <a:xfrm>
              <a:off x="-13946200" y="3873900"/>
              <a:ext cx="352875" cy="125275"/>
            </a:xfrm>
            <a:custGeom>
              <a:avLst/>
              <a:gdLst/>
              <a:ahLst/>
              <a:cxnLst/>
              <a:rect l="l" t="t" r="r" b="b"/>
              <a:pathLst>
                <a:path w="14115" h="5011" extrusionOk="0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9" name="Google Shape;7929;p84"/>
            <p:cNvSpPr/>
            <p:nvPr/>
          </p:nvSpPr>
          <p:spPr>
            <a:xfrm>
              <a:off x="-13713850" y="3810125"/>
              <a:ext cx="120525" cy="105075"/>
            </a:xfrm>
            <a:custGeom>
              <a:avLst/>
              <a:gdLst/>
              <a:ahLst/>
              <a:cxnLst/>
              <a:rect l="l" t="t" r="r" b="b"/>
              <a:pathLst>
                <a:path w="4821" h="4203" extrusionOk="0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84"/>
            <p:cNvSpPr/>
            <p:nvPr/>
          </p:nvSpPr>
          <p:spPr>
            <a:xfrm>
              <a:off x="-13946200" y="3810125"/>
              <a:ext cx="121300" cy="105175"/>
            </a:xfrm>
            <a:custGeom>
              <a:avLst/>
              <a:gdLst/>
              <a:ahLst/>
              <a:cxnLst/>
              <a:rect l="l" t="t" r="r" b="b"/>
              <a:pathLst>
                <a:path w="4852" h="4207" extrusionOk="0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31" name="Google Shape;7931;p84"/>
          <p:cNvSpPr/>
          <p:nvPr/>
        </p:nvSpPr>
        <p:spPr>
          <a:xfrm>
            <a:off x="4902088" y="2417809"/>
            <a:ext cx="271340" cy="353864"/>
          </a:xfrm>
          <a:custGeom>
            <a:avLst/>
            <a:gdLst/>
            <a:ahLst/>
            <a:cxnLst/>
            <a:rect l="l" t="t" r="r" b="b"/>
            <a:pathLst>
              <a:path w="10776" h="14052" extrusionOk="0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32" name="Google Shape;7932;p84"/>
          <p:cNvGrpSpPr/>
          <p:nvPr/>
        </p:nvGrpSpPr>
        <p:grpSpPr>
          <a:xfrm>
            <a:off x="6642374" y="1532628"/>
            <a:ext cx="357002" cy="354267"/>
            <a:chOff x="-12163025" y="3214275"/>
            <a:chExt cx="354450" cy="351700"/>
          </a:xfrm>
        </p:grpSpPr>
        <p:sp>
          <p:nvSpPr>
            <p:cNvPr id="7933" name="Google Shape;7933;p84"/>
            <p:cNvSpPr/>
            <p:nvPr/>
          </p:nvSpPr>
          <p:spPr>
            <a:xfrm>
              <a:off x="-12163025" y="3214275"/>
              <a:ext cx="354450" cy="165025"/>
            </a:xfrm>
            <a:custGeom>
              <a:avLst/>
              <a:gdLst/>
              <a:ahLst/>
              <a:cxnLst/>
              <a:rect l="l" t="t" r="r" b="b"/>
              <a:pathLst>
                <a:path w="14178" h="6601" extrusionOk="0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84"/>
            <p:cNvSpPr/>
            <p:nvPr/>
          </p:nvSpPr>
          <p:spPr>
            <a:xfrm>
              <a:off x="-12161450" y="3503725"/>
              <a:ext cx="41775" cy="62250"/>
            </a:xfrm>
            <a:custGeom>
              <a:avLst/>
              <a:gdLst/>
              <a:ahLst/>
              <a:cxnLst/>
              <a:rect l="l" t="t" r="r" b="b"/>
              <a:pathLst>
                <a:path w="1671" h="2490" extrusionOk="0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84"/>
            <p:cNvSpPr/>
            <p:nvPr/>
          </p:nvSpPr>
          <p:spPr>
            <a:xfrm>
              <a:off x="-12161450" y="3350150"/>
              <a:ext cx="41775" cy="133125"/>
            </a:xfrm>
            <a:custGeom>
              <a:avLst/>
              <a:gdLst/>
              <a:ahLst/>
              <a:cxnLst/>
              <a:rect l="l" t="t" r="r" b="b"/>
              <a:pathLst>
                <a:path w="1671" h="5325" extrusionOk="0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6" name="Google Shape;7936;p84"/>
          <p:cNvGrpSpPr/>
          <p:nvPr/>
        </p:nvGrpSpPr>
        <p:grpSpPr>
          <a:xfrm>
            <a:off x="6643154" y="1972365"/>
            <a:ext cx="355441" cy="356232"/>
            <a:chOff x="-12160675" y="3647875"/>
            <a:chExt cx="352900" cy="353650"/>
          </a:xfrm>
        </p:grpSpPr>
        <p:sp>
          <p:nvSpPr>
            <p:cNvPr id="7937" name="Google Shape;7937;p84"/>
            <p:cNvSpPr/>
            <p:nvPr/>
          </p:nvSpPr>
          <p:spPr>
            <a:xfrm>
              <a:off x="-12059850" y="3958975"/>
              <a:ext cx="149675" cy="42550"/>
            </a:xfrm>
            <a:custGeom>
              <a:avLst/>
              <a:gdLst/>
              <a:ahLst/>
              <a:cxnLst/>
              <a:rect l="l" t="t" r="r" b="b"/>
              <a:pathLst>
                <a:path w="5987" h="1702" extrusionOk="0">
                  <a:moveTo>
                    <a:pt x="1" y="0"/>
                  </a:moveTo>
                  <a:lnTo>
                    <a:pt x="1009" y="1481"/>
                  </a:lnTo>
                  <a:cubicBezTo>
                    <a:pt x="1072" y="1607"/>
                    <a:pt x="1198" y="1702"/>
                    <a:pt x="1355" y="1702"/>
                  </a:cubicBezTo>
                  <a:lnTo>
                    <a:pt x="4663" y="1702"/>
                  </a:lnTo>
                  <a:cubicBezTo>
                    <a:pt x="4821" y="1702"/>
                    <a:pt x="4947" y="1607"/>
                    <a:pt x="5010" y="1481"/>
                  </a:cubicBezTo>
                  <a:lnTo>
                    <a:pt x="598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84"/>
            <p:cNvSpPr/>
            <p:nvPr/>
          </p:nvSpPr>
          <p:spPr>
            <a:xfrm>
              <a:off x="-11850350" y="3749475"/>
              <a:ext cx="42575" cy="149675"/>
            </a:xfrm>
            <a:custGeom>
              <a:avLst/>
              <a:gdLst/>
              <a:ahLst/>
              <a:cxnLst/>
              <a:rect l="l" t="t" r="r" b="b"/>
              <a:pathLst>
                <a:path w="1703" h="5987" extrusionOk="0">
                  <a:moveTo>
                    <a:pt x="1" y="0"/>
                  </a:moveTo>
                  <a:lnTo>
                    <a:pt x="1" y="5986"/>
                  </a:lnTo>
                  <a:lnTo>
                    <a:pt x="1513" y="4978"/>
                  </a:lnTo>
                  <a:cubicBezTo>
                    <a:pt x="1639" y="4915"/>
                    <a:pt x="1702" y="4789"/>
                    <a:pt x="1702" y="4631"/>
                  </a:cubicBezTo>
                  <a:lnTo>
                    <a:pt x="1702" y="1323"/>
                  </a:lnTo>
                  <a:cubicBezTo>
                    <a:pt x="1702" y="1166"/>
                    <a:pt x="1639" y="1040"/>
                    <a:pt x="1513" y="97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84"/>
            <p:cNvSpPr/>
            <p:nvPr/>
          </p:nvSpPr>
          <p:spPr>
            <a:xfrm>
              <a:off x="-12059850" y="3647875"/>
              <a:ext cx="148875" cy="42550"/>
            </a:xfrm>
            <a:custGeom>
              <a:avLst/>
              <a:gdLst/>
              <a:ahLst/>
              <a:cxnLst/>
              <a:rect l="l" t="t" r="r" b="b"/>
              <a:pathLst>
                <a:path w="5955" h="1702" extrusionOk="0">
                  <a:moveTo>
                    <a:pt x="1355" y="0"/>
                  </a:moveTo>
                  <a:cubicBezTo>
                    <a:pt x="1198" y="0"/>
                    <a:pt x="1072" y="63"/>
                    <a:pt x="977" y="189"/>
                  </a:cubicBezTo>
                  <a:lnTo>
                    <a:pt x="1" y="1701"/>
                  </a:lnTo>
                  <a:lnTo>
                    <a:pt x="5955" y="1701"/>
                  </a:lnTo>
                  <a:lnTo>
                    <a:pt x="4978" y="189"/>
                  </a:lnTo>
                  <a:cubicBezTo>
                    <a:pt x="4947" y="63"/>
                    <a:pt x="4821" y="0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0" name="Google Shape;7940;p84"/>
            <p:cNvSpPr/>
            <p:nvPr/>
          </p:nvSpPr>
          <p:spPr>
            <a:xfrm>
              <a:off x="-12160675" y="3750250"/>
              <a:ext cx="41775" cy="148900"/>
            </a:xfrm>
            <a:custGeom>
              <a:avLst/>
              <a:gdLst/>
              <a:ahLst/>
              <a:cxnLst/>
              <a:rect l="l" t="t" r="r" b="b"/>
              <a:pathLst>
                <a:path w="1671" h="5956" extrusionOk="0">
                  <a:moveTo>
                    <a:pt x="1671" y="1"/>
                  </a:moveTo>
                  <a:lnTo>
                    <a:pt x="190" y="977"/>
                  </a:lnTo>
                  <a:cubicBezTo>
                    <a:pt x="64" y="1040"/>
                    <a:pt x="1" y="1166"/>
                    <a:pt x="1" y="1324"/>
                  </a:cubicBezTo>
                  <a:lnTo>
                    <a:pt x="1" y="4632"/>
                  </a:lnTo>
                  <a:cubicBezTo>
                    <a:pt x="1" y="4789"/>
                    <a:pt x="64" y="4915"/>
                    <a:pt x="190" y="4978"/>
                  </a:cubicBezTo>
                  <a:lnTo>
                    <a:pt x="1671" y="5955"/>
                  </a:lnTo>
                  <a:lnTo>
                    <a:pt x="167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1" name="Google Shape;7941;p84"/>
            <p:cNvSpPr/>
            <p:nvPr/>
          </p:nvSpPr>
          <p:spPr>
            <a:xfrm>
              <a:off x="-12099225" y="3710875"/>
              <a:ext cx="228425" cy="226200"/>
            </a:xfrm>
            <a:custGeom>
              <a:avLst/>
              <a:gdLst/>
              <a:ahLst/>
              <a:cxnLst/>
              <a:rect l="l" t="t" r="r" b="b"/>
              <a:pathLst>
                <a:path w="9137" h="9048" extrusionOk="0">
                  <a:moveTo>
                    <a:pt x="4569" y="820"/>
                  </a:moveTo>
                  <a:cubicBezTo>
                    <a:pt x="6616" y="820"/>
                    <a:pt x="8318" y="2489"/>
                    <a:pt x="8318" y="4537"/>
                  </a:cubicBezTo>
                  <a:cubicBezTo>
                    <a:pt x="8318" y="6553"/>
                    <a:pt x="6616" y="8255"/>
                    <a:pt x="4569" y="8255"/>
                  </a:cubicBezTo>
                  <a:cubicBezTo>
                    <a:pt x="2521" y="8255"/>
                    <a:pt x="882" y="6616"/>
                    <a:pt x="882" y="4537"/>
                  </a:cubicBezTo>
                  <a:cubicBezTo>
                    <a:pt x="882" y="2426"/>
                    <a:pt x="2521" y="820"/>
                    <a:pt x="4569" y="820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29"/>
                  </a:cubicBezTo>
                  <a:lnTo>
                    <a:pt x="0" y="7845"/>
                  </a:lnTo>
                  <a:cubicBezTo>
                    <a:pt x="0" y="8507"/>
                    <a:pt x="567" y="9042"/>
                    <a:pt x="1260" y="9042"/>
                  </a:cubicBezTo>
                  <a:lnTo>
                    <a:pt x="7877" y="9042"/>
                  </a:lnTo>
                  <a:cubicBezTo>
                    <a:pt x="7910" y="9046"/>
                    <a:pt x="7944" y="9047"/>
                    <a:pt x="7977" y="9047"/>
                  </a:cubicBezTo>
                  <a:cubicBezTo>
                    <a:pt x="8598" y="9047"/>
                    <a:pt x="9137" y="8503"/>
                    <a:pt x="9137" y="7845"/>
                  </a:cubicBezTo>
                  <a:lnTo>
                    <a:pt x="9137" y="1229"/>
                  </a:lnTo>
                  <a:cubicBezTo>
                    <a:pt x="9137" y="536"/>
                    <a:pt x="8601" y="0"/>
                    <a:pt x="78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2" name="Google Shape;7942;p84"/>
            <p:cNvSpPr/>
            <p:nvPr/>
          </p:nvSpPr>
          <p:spPr>
            <a:xfrm>
              <a:off x="-12056700" y="3751825"/>
              <a:ext cx="144950" cy="144950"/>
            </a:xfrm>
            <a:custGeom>
              <a:avLst/>
              <a:gdLst/>
              <a:ahLst/>
              <a:cxnLst/>
              <a:rect l="l" t="t" r="r" b="b"/>
              <a:pathLst>
                <a:path w="5798" h="5798" extrusionOk="0">
                  <a:moveTo>
                    <a:pt x="2868" y="788"/>
                  </a:moveTo>
                  <a:cubicBezTo>
                    <a:pt x="4033" y="788"/>
                    <a:pt x="4947" y="1733"/>
                    <a:pt x="4947" y="2899"/>
                  </a:cubicBezTo>
                  <a:cubicBezTo>
                    <a:pt x="4947" y="4033"/>
                    <a:pt x="4033" y="4978"/>
                    <a:pt x="2868" y="4978"/>
                  </a:cubicBezTo>
                  <a:cubicBezTo>
                    <a:pt x="1733" y="4978"/>
                    <a:pt x="788" y="4033"/>
                    <a:pt x="788" y="2899"/>
                  </a:cubicBezTo>
                  <a:cubicBezTo>
                    <a:pt x="788" y="1733"/>
                    <a:pt x="1733" y="788"/>
                    <a:pt x="2868" y="788"/>
                  </a:cubicBezTo>
                  <a:close/>
                  <a:moveTo>
                    <a:pt x="2868" y="1"/>
                  </a:moveTo>
                  <a:cubicBezTo>
                    <a:pt x="1261" y="1"/>
                    <a:pt x="1" y="1324"/>
                    <a:pt x="1" y="2899"/>
                  </a:cubicBezTo>
                  <a:cubicBezTo>
                    <a:pt x="1" y="4506"/>
                    <a:pt x="1292" y="5798"/>
                    <a:pt x="2868" y="5798"/>
                  </a:cubicBezTo>
                  <a:cubicBezTo>
                    <a:pt x="4474" y="5798"/>
                    <a:pt x="5797" y="4506"/>
                    <a:pt x="5797" y="2899"/>
                  </a:cubicBezTo>
                  <a:cubicBezTo>
                    <a:pt x="5797" y="1324"/>
                    <a:pt x="4474" y="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3" name="Google Shape;7943;p84"/>
            <p:cNvSpPr/>
            <p:nvPr/>
          </p:nvSpPr>
          <p:spPr>
            <a:xfrm>
              <a:off x="-12016525" y="3792775"/>
              <a:ext cx="63025" cy="63050"/>
            </a:xfrm>
            <a:custGeom>
              <a:avLst/>
              <a:gdLst/>
              <a:ahLst/>
              <a:cxnLst/>
              <a:rect l="l" t="t" r="r" b="b"/>
              <a:pathLst>
                <a:path w="2521" h="2522" extrusionOk="0">
                  <a:moveTo>
                    <a:pt x="1261" y="1"/>
                  </a:moveTo>
                  <a:cubicBezTo>
                    <a:pt x="567" y="1"/>
                    <a:pt x="0" y="537"/>
                    <a:pt x="0" y="1261"/>
                  </a:cubicBezTo>
                  <a:cubicBezTo>
                    <a:pt x="0" y="1954"/>
                    <a:pt x="567" y="2521"/>
                    <a:pt x="1261" y="2521"/>
                  </a:cubicBezTo>
                  <a:cubicBezTo>
                    <a:pt x="1954" y="2521"/>
                    <a:pt x="2521" y="1954"/>
                    <a:pt x="2521" y="1261"/>
                  </a:cubicBezTo>
                  <a:cubicBezTo>
                    <a:pt x="2521" y="537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4" name="Google Shape;7944;p84"/>
          <p:cNvGrpSpPr/>
          <p:nvPr/>
        </p:nvGrpSpPr>
        <p:grpSpPr>
          <a:xfrm>
            <a:off x="6653870" y="2416821"/>
            <a:ext cx="354635" cy="356232"/>
            <a:chOff x="-12160675" y="4081850"/>
            <a:chExt cx="352100" cy="353650"/>
          </a:xfrm>
        </p:grpSpPr>
        <p:sp>
          <p:nvSpPr>
            <p:cNvPr id="7945" name="Google Shape;7945;p84"/>
            <p:cNvSpPr/>
            <p:nvPr/>
          </p:nvSpPr>
          <p:spPr>
            <a:xfrm>
              <a:off x="-12014950" y="4081850"/>
              <a:ext cx="61450" cy="62275"/>
            </a:xfrm>
            <a:custGeom>
              <a:avLst/>
              <a:gdLst/>
              <a:ahLst/>
              <a:cxnLst/>
              <a:rect l="l" t="t" r="r" b="b"/>
              <a:pathLst>
                <a:path w="2458" h="2491" extrusionOk="0">
                  <a:moveTo>
                    <a:pt x="1198" y="0"/>
                  </a:moveTo>
                  <a:cubicBezTo>
                    <a:pt x="536" y="0"/>
                    <a:pt x="0" y="599"/>
                    <a:pt x="0" y="1260"/>
                  </a:cubicBezTo>
                  <a:cubicBezTo>
                    <a:pt x="0" y="1922"/>
                    <a:pt x="536" y="2489"/>
                    <a:pt x="1198" y="2489"/>
                  </a:cubicBezTo>
                  <a:cubicBezTo>
                    <a:pt x="1216" y="2490"/>
                    <a:pt x="1235" y="2490"/>
                    <a:pt x="1253" y="2490"/>
                  </a:cubicBezTo>
                  <a:cubicBezTo>
                    <a:pt x="1892" y="2490"/>
                    <a:pt x="2458" y="1965"/>
                    <a:pt x="2458" y="1260"/>
                  </a:cubicBezTo>
                  <a:cubicBezTo>
                    <a:pt x="2458" y="599"/>
                    <a:pt x="1922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6" name="Google Shape;7946;p84"/>
            <p:cNvSpPr/>
            <p:nvPr/>
          </p:nvSpPr>
          <p:spPr>
            <a:xfrm>
              <a:off x="-12077175" y="4352000"/>
              <a:ext cx="186700" cy="83500"/>
            </a:xfrm>
            <a:custGeom>
              <a:avLst/>
              <a:gdLst/>
              <a:ahLst/>
              <a:cxnLst/>
              <a:rect l="l" t="t" r="r" b="b"/>
              <a:pathLst>
                <a:path w="7468" h="3340" extrusionOk="0">
                  <a:moveTo>
                    <a:pt x="1639" y="0"/>
                  </a:moveTo>
                  <a:cubicBezTo>
                    <a:pt x="1166" y="0"/>
                    <a:pt x="820" y="347"/>
                    <a:pt x="820" y="819"/>
                  </a:cubicBezTo>
                  <a:lnTo>
                    <a:pt x="820" y="1670"/>
                  </a:lnTo>
                  <a:cubicBezTo>
                    <a:pt x="347" y="1670"/>
                    <a:pt x="0" y="2048"/>
                    <a:pt x="0" y="2521"/>
                  </a:cubicBezTo>
                  <a:lnTo>
                    <a:pt x="0" y="2899"/>
                  </a:lnTo>
                  <a:cubicBezTo>
                    <a:pt x="0" y="3151"/>
                    <a:pt x="189" y="3340"/>
                    <a:pt x="410" y="3340"/>
                  </a:cubicBezTo>
                  <a:lnTo>
                    <a:pt x="7026" y="3340"/>
                  </a:lnTo>
                  <a:cubicBezTo>
                    <a:pt x="7278" y="3340"/>
                    <a:pt x="7467" y="3151"/>
                    <a:pt x="7467" y="2899"/>
                  </a:cubicBezTo>
                  <a:lnTo>
                    <a:pt x="7467" y="2521"/>
                  </a:lnTo>
                  <a:cubicBezTo>
                    <a:pt x="7467" y="2048"/>
                    <a:pt x="7121" y="1670"/>
                    <a:pt x="6648" y="1670"/>
                  </a:cubicBezTo>
                  <a:lnTo>
                    <a:pt x="6648" y="819"/>
                  </a:lnTo>
                  <a:cubicBezTo>
                    <a:pt x="6616" y="347"/>
                    <a:pt x="6207" y="0"/>
                    <a:pt x="57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7" name="Google Shape;7947;p84"/>
            <p:cNvSpPr/>
            <p:nvPr/>
          </p:nvSpPr>
          <p:spPr>
            <a:xfrm>
              <a:off x="-11911775" y="4186000"/>
              <a:ext cx="103200" cy="101425"/>
            </a:xfrm>
            <a:custGeom>
              <a:avLst/>
              <a:gdLst/>
              <a:ahLst/>
              <a:cxnLst/>
              <a:rect l="l" t="t" r="r" b="b"/>
              <a:pathLst>
                <a:path w="4128" h="4057" extrusionOk="0">
                  <a:moveTo>
                    <a:pt x="2060" y="1"/>
                  </a:moveTo>
                  <a:cubicBezTo>
                    <a:pt x="1914" y="1"/>
                    <a:pt x="1765" y="72"/>
                    <a:pt x="1670" y="213"/>
                  </a:cubicBezTo>
                  <a:lnTo>
                    <a:pt x="1198" y="1190"/>
                  </a:lnTo>
                  <a:lnTo>
                    <a:pt x="221" y="1663"/>
                  </a:lnTo>
                  <a:cubicBezTo>
                    <a:pt x="63" y="1757"/>
                    <a:pt x="0" y="1852"/>
                    <a:pt x="0" y="2009"/>
                  </a:cubicBezTo>
                  <a:cubicBezTo>
                    <a:pt x="0" y="2167"/>
                    <a:pt x="63" y="2324"/>
                    <a:pt x="221" y="2356"/>
                  </a:cubicBezTo>
                  <a:lnTo>
                    <a:pt x="1198" y="2828"/>
                  </a:lnTo>
                  <a:lnTo>
                    <a:pt x="1670" y="3836"/>
                  </a:lnTo>
                  <a:cubicBezTo>
                    <a:pt x="1765" y="3994"/>
                    <a:pt x="1891" y="4057"/>
                    <a:pt x="2048" y="4057"/>
                  </a:cubicBezTo>
                  <a:cubicBezTo>
                    <a:pt x="2206" y="4057"/>
                    <a:pt x="2363" y="3994"/>
                    <a:pt x="2395" y="3836"/>
                  </a:cubicBezTo>
                  <a:lnTo>
                    <a:pt x="2867" y="2828"/>
                  </a:lnTo>
                  <a:lnTo>
                    <a:pt x="3907" y="2356"/>
                  </a:lnTo>
                  <a:cubicBezTo>
                    <a:pt x="4065" y="2293"/>
                    <a:pt x="4128" y="2167"/>
                    <a:pt x="4128" y="2009"/>
                  </a:cubicBezTo>
                  <a:cubicBezTo>
                    <a:pt x="4128" y="1852"/>
                    <a:pt x="4033" y="1757"/>
                    <a:pt x="3939" y="1663"/>
                  </a:cubicBezTo>
                  <a:lnTo>
                    <a:pt x="2899" y="1190"/>
                  </a:lnTo>
                  <a:lnTo>
                    <a:pt x="2426" y="213"/>
                  </a:lnTo>
                  <a:cubicBezTo>
                    <a:pt x="2348" y="72"/>
                    <a:pt x="2206" y="1"/>
                    <a:pt x="20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8" name="Google Shape;7948;p84"/>
            <p:cNvSpPr/>
            <p:nvPr/>
          </p:nvSpPr>
          <p:spPr>
            <a:xfrm>
              <a:off x="-12160675" y="4186000"/>
              <a:ext cx="104000" cy="101425"/>
            </a:xfrm>
            <a:custGeom>
              <a:avLst/>
              <a:gdLst/>
              <a:ahLst/>
              <a:cxnLst/>
              <a:rect l="l" t="t" r="r" b="b"/>
              <a:pathLst>
                <a:path w="4160" h="4057" extrusionOk="0">
                  <a:moveTo>
                    <a:pt x="2092" y="1"/>
                  </a:moveTo>
                  <a:cubicBezTo>
                    <a:pt x="1946" y="1"/>
                    <a:pt x="1797" y="72"/>
                    <a:pt x="1702" y="213"/>
                  </a:cubicBezTo>
                  <a:lnTo>
                    <a:pt x="1230" y="1190"/>
                  </a:lnTo>
                  <a:lnTo>
                    <a:pt x="221" y="1663"/>
                  </a:lnTo>
                  <a:cubicBezTo>
                    <a:pt x="64" y="1757"/>
                    <a:pt x="1" y="1852"/>
                    <a:pt x="1" y="2009"/>
                  </a:cubicBezTo>
                  <a:cubicBezTo>
                    <a:pt x="1" y="2167"/>
                    <a:pt x="64" y="2324"/>
                    <a:pt x="221" y="2387"/>
                  </a:cubicBezTo>
                  <a:lnTo>
                    <a:pt x="1230" y="2860"/>
                  </a:lnTo>
                  <a:lnTo>
                    <a:pt x="1702" y="3836"/>
                  </a:lnTo>
                  <a:cubicBezTo>
                    <a:pt x="1797" y="3994"/>
                    <a:pt x="1923" y="4057"/>
                    <a:pt x="2080" y="4057"/>
                  </a:cubicBezTo>
                  <a:cubicBezTo>
                    <a:pt x="2238" y="4057"/>
                    <a:pt x="2395" y="3994"/>
                    <a:pt x="2427" y="3836"/>
                  </a:cubicBezTo>
                  <a:lnTo>
                    <a:pt x="2899" y="2860"/>
                  </a:lnTo>
                  <a:lnTo>
                    <a:pt x="3876" y="2387"/>
                  </a:lnTo>
                  <a:cubicBezTo>
                    <a:pt x="4034" y="2324"/>
                    <a:pt x="4160" y="2167"/>
                    <a:pt x="4160" y="2009"/>
                  </a:cubicBezTo>
                  <a:cubicBezTo>
                    <a:pt x="4160" y="1852"/>
                    <a:pt x="4065" y="1694"/>
                    <a:pt x="3939" y="1663"/>
                  </a:cubicBezTo>
                  <a:lnTo>
                    <a:pt x="2931" y="1190"/>
                  </a:lnTo>
                  <a:lnTo>
                    <a:pt x="2458" y="213"/>
                  </a:lnTo>
                  <a:cubicBezTo>
                    <a:pt x="2380" y="72"/>
                    <a:pt x="2238" y="1"/>
                    <a:pt x="20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9" name="Google Shape;7949;p84"/>
            <p:cNvSpPr/>
            <p:nvPr/>
          </p:nvSpPr>
          <p:spPr>
            <a:xfrm>
              <a:off x="-12049600" y="4144075"/>
              <a:ext cx="127600" cy="67750"/>
            </a:xfrm>
            <a:custGeom>
              <a:avLst/>
              <a:gdLst/>
              <a:ahLst/>
              <a:cxnLst/>
              <a:rect l="l" t="t" r="r" b="b"/>
              <a:pathLst>
                <a:path w="5104" h="2710" extrusionOk="0">
                  <a:moveTo>
                    <a:pt x="851" y="0"/>
                  </a:moveTo>
                  <a:cubicBezTo>
                    <a:pt x="819" y="32"/>
                    <a:pt x="662" y="63"/>
                    <a:pt x="599" y="189"/>
                  </a:cubicBezTo>
                  <a:cubicBezTo>
                    <a:pt x="63" y="945"/>
                    <a:pt x="0" y="1890"/>
                    <a:pt x="347" y="2710"/>
                  </a:cubicBezTo>
                  <a:lnTo>
                    <a:pt x="2394" y="1670"/>
                  </a:lnTo>
                  <a:cubicBezTo>
                    <a:pt x="2426" y="1638"/>
                    <a:pt x="2521" y="1638"/>
                    <a:pt x="2552" y="1638"/>
                  </a:cubicBezTo>
                  <a:cubicBezTo>
                    <a:pt x="2647" y="1638"/>
                    <a:pt x="2678" y="1638"/>
                    <a:pt x="2710" y="1670"/>
                  </a:cubicBezTo>
                  <a:lnTo>
                    <a:pt x="4757" y="2710"/>
                  </a:lnTo>
                  <a:cubicBezTo>
                    <a:pt x="5104" y="1890"/>
                    <a:pt x="5041" y="945"/>
                    <a:pt x="4537" y="189"/>
                  </a:cubicBezTo>
                  <a:cubicBezTo>
                    <a:pt x="4442" y="63"/>
                    <a:pt x="4316" y="0"/>
                    <a:pt x="41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0" name="Google Shape;7950;p84"/>
            <p:cNvSpPr/>
            <p:nvPr/>
          </p:nvSpPr>
          <p:spPr>
            <a:xfrm>
              <a:off x="-12033850" y="4212600"/>
              <a:ext cx="99250" cy="118150"/>
            </a:xfrm>
            <a:custGeom>
              <a:avLst/>
              <a:gdLst/>
              <a:ahLst/>
              <a:cxnLst/>
              <a:rect l="l" t="t" r="r" b="b"/>
              <a:pathLst>
                <a:path w="3970" h="4726" extrusionOk="0">
                  <a:moveTo>
                    <a:pt x="1575" y="0"/>
                  </a:moveTo>
                  <a:lnTo>
                    <a:pt x="0" y="788"/>
                  </a:lnTo>
                  <a:lnTo>
                    <a:pt x="662" y="4726"/>
                  </a:lnTo>
                  <a:lnTo>
                    <a:pt x="3308" y="4726"/>
                  </a:lnTo>
                  <a:lnTo>
                    <a:pt x="3970" y="788"/>
                  </a:lnTo>
                  <a:lnTo>
                    <a:pt x="2395" y="0"/>
                  </a:lnTo>
                  <a:lnTo>
                    <a:pt x="2395" y="1827"/>
                  </a:lnTo>
                  <a:cubicBezTo>
                    <a:pt x="2395" y="2048"/>
                    <a:pt x="2206" y="2268"/>
                    <a:pt x="1954" y="2268"/>
                  </a:cubicBezTo>
                  <a:cubicBezTo>
                    <a:pt x="1733" y="2268"/>
                    <a:pt x="1575" y="2048"/>
                    <a:pt x="1575" y="1827"/>
                  </a:cubicBezTo>
                  <a:lnTo>
                    <a:pt x="157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1" name="Google Shape;7951;p84"/>
          <p:cNvGrpSpPr/>
          <p:nvPr/>
        </p:nvGrpSpPr>
        <p:grpSpPr>
          <a:xfrm>
            <a:off x="4858836" y="2891264"/>
            <a:ext cx="355416" cy="355652"/>
            <a:chOff x="-10391650" y="3180600"/>
            <a:chExt cx="352875" cy="353075"/>
          </a:xfrm>
        </p:grpSpPr>
        <p:sp>
          <p:nvSpPr>
            <p:cNvPr id="7952" name="Google Shape;7952;p84"/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3" name="Google Shape;7953;p84"/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5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4" name="Google Shape;7954;p84"/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5" name="Google Shape;7955;p84"/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6" name="Google Shape;7956;p84"/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7" name="Google Shape;7957;p84"/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8" name="Google Shape;7958;p84"/>
          <p:cNvGrpSpPr/>
          <p:nvPr/>
        </p:nvGrpSpPr>
        <p:grpSpPr>
          <a:xfrm>
            <a:off x="4858835" y="3368062"/>
            <a:ext cx="354635" cy="353890"/>
            <a:chOff x="-10390875" y="3616350"/>
            <a:chExt cx="352100" cy="351325"/>
          </a:xfrm>
        </p:grpSpPr>
        <p:sp>
          <p:nvSpPr>
            <p:cNvPr id="7959" name="Google Shape;7959;p84"/>
            <p:cNvSpPr/>
            <p:nvPr/>
          </p:nvSpPr>
          <p:spPr>
            <a:xfrm>
              <a:off x="-10308950" y="3780175"/>
              <a:ext cx="186675" cy="104800"/>
            </a:xfrm>
            <a:custGeom>
              <a:avLst/>
              <a:gdLst/>
              <a:ahLst/>
              <a:cxnLst/>
              <a:rect l="l" t="t" r="r" b="b"/>
              <a:pathLst>
                <a:path w="7467" h="4192" extrusionOk="0">
                  <a:moveTo>
                    <a:pt x="0" y="1"/>
                  </a:moveTo>
                  <a:lnTo>
                    <a:pt x="0" y="4191"/>
                  </a:lnTo>
                  <a:lnTo>
                    <a:pt x="7467" y="4191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0" name="Google Shape;7960;p84"/>
            <p:cNvSpPr/>
            <p:nvPr/>
          </p:nvSpPr>
          <p:spPr>
            <a:xfrm>
              <a:off x="-10390875" y="3698275"/>
              <a:ext cx="352100" cy="269400"/>
            </a:xfrm>
            <a:custGeom>
              <a:avLst/>
              <a:gdLst/>
              <a:ahLst/>
              <a:cxnLst/>
              <a:rect l="l" t="t" r="r" b="b"/>
              <a:pathLst>
                <a:path w="14084" h="10776" extrusionOk="0">
                  <a:moveTo>
                    <a:pt x="11216" y="2426"/>
                  </a:moveTo>
                  <a:cubicBezTo>
                    <a:pt x="11468" y="2426"/>
                    <a:pt x="11626" y="2615"/>
                    <a:pt x="11626" y="2867"/>
                  </a:cubicBezTo>
                  <a:lnTo>
                    <a:pt x="11626" y="7845"/>
                  </a:lnTo>
                  <a:cubicBezTo>
                    <a:pt x="11626" y="8097"/>
                    <a:pt x="11437" y="8255"/>
                    <a:pt x="11216" y="8255"/>
                  </a:cubicBezTo>
                  <a:lnTo>
                    <a:pt x="2931" y="8255"/>
                  </a:lnTo>
                  <a:cubicBezTo>
                    <a:pt x="2678" y="8255"/>
                    <a:pt x="2489" y="8066"/>
                    <a:pt x="2489" y="7845"/>
                  </a:cubicBezTo>
                  <a:lnTo>
                    <a:pt x="2489" y="2867"/>
                  </a:lnTo>
                  <a:cubicBezTo>
                    <a:pt x="2489" y="2615"/>
                    <a:pt x="2678" y="2426"/>
                    <a:pt x="2931" y="2426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9"/>
                  </a:cubicBezTo>
                  <a:cubicBezTo>
                    <a:pt x="1" y="2237"/>
                    <a:pt x="316" y="2773"/>
                    <a:pt x="820" y="3056"/>
                  </a:cubicBezTo>
                  <a:lnTo>
                    <a:pt x="820" y="7719"/>
                  </a:lnTo>
                  <a:cubicBezTo>
                    <a:pt x="316" y="7971"/>
                    <a:pt x="1" y="8538"/>
                    <a:pt x="1" y="9137"/>
                  </a:cubicBezTo>
                  <a:cubicBezTo>
                    <a:pt x="1" y="10019"/>
                    <a:pt x="757" y="10775"/>
                    <a:pt x="1670" y="10775"/>
                  </a:cubicBezTo>
                  <a:cubicBezTo>
                    <a:pt x="2237" y="10775"/>
                    <a:pt x="2805" y="10460"/>
                    <a:pt x="3057" y="9956"/>
                  </a:cubicBezTo>
                  <a:lnTo>
                    <a:pt x="11027" y="9956"/>
                  </a:lnTo>
                  <a:cubicBezTo>
                    <a:pt x="11311" y="10460"/>
                    <a:pt x="11846" y="10775"/>
                    <a:pt x="12445" y="10775"/>
                  </a:cubicBezTo>
                  <a:cubicBezTo>
                    <a:pt x="13359" y="10775"/>
                    <a:pt x="14083" y="10019"/>
                    <a:pt x="14083" y="9137"/>
                  </a:cubicBezTo>
                  <a:cubicBezTo>
                    <a:pt x="14083" y="8538"/>
                    <a:pt x="13800" y="7971"/>
                    <a:pt x="13264" y="7719"/>
                  </a:cubicBezTo>
                  <a:lnTo>
                    <a:pt x="13264" y="3056"/>
                  </a:lnTo>
                  <a:cubicBezTo>
                    <a:pt x="13800" y="2741"/>
                    <a:pt x="14083" y="2237"/>
                    <a:pt x="14083" y="1639"/>
                  </a:cubicBezTo>
                  <a:cubicBezTo>
                    <a:pt x="14083" y="725"/>
                    <a:pt x="13359" y="0"/>
                    <a:pt x="12445" y="0"/>
                  </a:cubicBezTo>
                  <a:cubicBezTo>
                    <a:pt x="11846" y="0"/>
                    <a:pt x="11311" y="315"/>
                    <a:pt x="11027" y="820"/>
                  </a:cubicBezTo>
                  <a:lnTo>
                    <a:pt x="3057" y="820"/>
                  </a:lnTo>
                  <a:cubicBezTo>
                    <a:pt x="2805" y="315"/>
                    <a:pt x="2237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84"/>
            <p:cNvSpPr/>
            <p:nvPr/>
          </p:nvSpPr>
          <p:spPr>
            <a:xfrm>
              <a:off x="-10268000" y="3616350"/>
              <a:ext cx="103975" cy="81150"/>
            </a:xfrm>
            <a:custGeom>
              <a:avLst/>
              <a:gdLst/>
              <a:ahLst/>
              <a:cxnLst/>
              <a:rect l="l" t="t" r="r" b="b"/>
              <a:pathLst>
                <a:path w="4159" h="3246" extrusionOk="0">
                  <a:moveTo>
                    <a:pt x="2048" y="1"/>
                  </a:moveTo>
                  <a:cubicBezTo>
                    <a:pt x="1387" y="1"/>
                    <a:pt x="851" y="536"/>
                    <a:pt x="851" y="1230"/>
                  </a:cubicBezTo>
                  <a:cubicBezTo>
                    <a:pt x="851" y="1450"/>
                    <a:pt x="914" y="1671"/>
                    <a:pt x="1040" y="1891"/>
                  </a:cubicBezTo>
                  <a:lnTo>
                    <a:pt x="0" y="3246"/>
                  </a:lnTo>
                  <a:lnTo>
                    <a:pt x="1072" y="3246"/>
                  </a:lnTo>
                  <a:lnTo>
                    <a:pt x="1733" y="2364"/>
                  </a:lnTo>
                  <a:cubicBezTo>
                    <a:pt x="1859" y="2395"/>
                    <a:pt x="1985" y="2427"/>
                    <a:pt x="2080" y="2427"/>
                  </a:cubicBezTo>
                  <a:cubicBezTo>
                    <a:pt x="2206" y="2427"/>
                    <a:pt x="2332" y="2395"/>
                    <a:pt x="2458" y="2364"/>
                  </a:cubicBezTo>
                  <a:lnTo>
                    <a:pt x="3119" y="3246"/>
                  </a:lnTo>
                  <a:lnTo>
                    <a:pt x="4159" y="3246"/>
                  </a:lnTo>
                  <a:lnTo>
                    <a:pt x="3119" y="1891"/>
                  </a:lnTo>
                  <a:cubicBezTo>
                    <a:pt x="3245" y="1671"/>
                    <a:pt x="3308" y="1450"/>
                    <a:pt x="3308" y="1230"/>
                  </a:cubicBezTo>
                  <a:cubicBezTo>
                    <a:pt x="3308" y="536"/>
                    <a:pt x="2773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2" name="Google Shape;7962;p84"/>
          <p:cNvGrpSpPr/>
          <p:nvPr/>
        </p:nvGrpSpPr>
        <p:grpSpPr>
          <a:xfrm>
            <a:off x="7525810" y="2892727"/>
            <a:ext cx="312585" cy="354670"/>
            <a:chOff x="-10370400" y="4049550"/>
            <a:chExt cx="310350" cy="352100"/>
          </a:xfrm>
        </p:grpSpPr>
        <p:sp>
          <p:nvSpPr>
            <p:cNvPr id="7963" name="Google Shape;7963;p84"/>
            <p:cNvSpPr/>
            <p:nvPr/>
          </p:nvSpPr>
          <p:spPr>
            <a:xfrm>
              <a:off x="-10308175" y="4224400"/>
              <a:ext cx="185900" cy="115800"/>
            </a:xfrm>
            <a:custGeom>
              <a:avLst/>
              <a:gdLst/>
              <a:ahLst/>
              <a:cxnLst/>
              <a:rect l="l" t="t" r="r" b="b"/>
              <a:pathLst>
                <a:path w="7436" h="4632" extrusionOk="0">
                  <a:moveTo>
                    <a:pt x="1" y="1"/>
                  </a:moveTo>
                  <a:lnTo>
                    <a:pt x="1" y="4632"/>
                  </a:lnTo>
                  <a:lnTo>
                    <a:pt x="1639" y="4632"/>
                  </a:lnTo>
                  <a:lnTo>
                    <a:pt x="1639" y="1261"/>
                  </a:lnTo>
                  <a:cubicBezTo>
                    <a:pt x="1639" y="1040"/>
                    <a:pt x="1859" y="883"/>
                    <a:pt x="2048" y="883"/>
                  </a:cubicBezTo>
                  <a:cubicBezTo>
                    <a:pt x="2269" y="883"/>
                    <a:pt x="2489" y="1072"/>
                    <a:pt x="2489" y="1261"/>
                  </a:cubicBezTo>
                  <a:lnTo>
                    <a:pt x="2489" y="4632"/>
                  </a:lnTo>
                  <a:lnTo>
                    <a:pt x="3309" y="4632"/>
                  </a:lnTo>
                  <a:lnTo>
                    <a:pt x="3309" y="1261"/>
                  </a:lnTo>
                  <a:cubicBezTo>
                    <a:pt x="3309" y="1040"/>
                    <a:pt x="3498" y="883"/>
                    <a:pt x="3750" y="883"/>
                  </a:cubicBezTo>
                  <a:cubicBezTo>
                    <a:pt x="3970" y="883"/>
                    <a:pt x="4128" y="1072"/>
                    <a:pt x="4128" y="1261"/>
                  </a:cubicBezTo>
                  <a:lnTo>
                    <a:pt x="4128" y="4632"/>
                  </a:lnTo>
                  <a:lnTo>
                    <a:pt x="4947" y="4632"/>
                  </a:lnTo>
                  <a:lnTo>
                    <a:pt x="4947" y="1261"/>
                  </a:lnTo>
                  <a:cubicBezTo>
                    <a:pt x="4947" y="1040"/>
                    <a:pt x="5167" y="883"/>
                    <a:pt x="5388" y="883"/>
                  </a:cubicBezTo>
                  <a:cubicBezTo>
                    <a:pt x="5640" y="883"/>
                    <a:pt x="5829" y="1072"/>
                    <a:pt x="5829" y="1261"/>
                  </a:cubicBezTo>
                  <a:lnTo>
                    <a:pt x="5829" y="4632"/>
                  </a:lnTo>
                  <a:lnTo>
                    <a:pt x="7436" y="4632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84"/>
            <p:cNvSpPr/>
            <p:nvPr/>
          </p:nvSpPr>
          <p:spPr>
            <a:xfrm>
              <a:off x="-10292425" y="4121225"/>
              <a:ext cx="159125" cy="30750"/>
            </a:xfrm>
            <a:custGeom>
              <a:avLst/>
              <a:gdLst/>
              <a:ahLst/>
              <a:cxnLst/>
              <a:rect l="l" t="t" r="r" b="b"/>
              <a:pathLst>
                <a:path w="6365" h="1230" extrusionOk="0">
                  <a:moveTo>
                    <a:pt x="694" y="0"/>
                  </a:moveTo>
                  <a:cubicBezTo>
                    <a:pt x="694" y="158"/>
                    <a:pt x="662" y="316"/>
                    <a:pt x="631" y="442"/>
                  </a:cubicBezTo>
                  <a:cubicBezTo>
                    <a:pt x="505" y="757"/>
                    <a:pt x="284" y="1040"/>
                    <a:pt x="1" y="1229"/>
                  </a:cubicBezTo>
                  <a:lnTo>
                    <a:pt x="6365" y="1229"/>
                  </a:lnTo>
                  <a:cubicBezTo>
                    <a:pt x="6018" y="1040"/>
                    <a:pt x="5798" y="788"/>
                    <a:pt x="5672" y="442"/>
                  </a:cubicBezTo>
                  <a:cubicBezTo>
                    <a:pt x="5577" y="284"/>
                    <a:pt x="5577" y="126"/>
                    <a:pt x="55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84"/>
            <p:cNvSpPr/>
            <p:nvPr/>
          </p:nvSpPr>
          <p:spPr>
            <a:xfrm>
              <a:off x="-10370400" y="4049550"/>
              <a:ext cx="310350" cy="91400"/>
            </a:xfrm>
            <a:custGeom>
              <a:avLst/>
              <a:gdLst/>
              <a:ahLst/>
              <a:cxnLst/>
              <a:rect l="l" t="t" r="r" b="b"/>
              <a:pathLst>
                <a:path w="12414" h="3656" extrusionOk="0">
                  <a:moveTo>
                    <a:pt x="2049" y="1"/>
                  </a:moveTo>
                  <a:cubicBezTo>
                    <a:pt x="977" y="1"/>
                    <a:pt x="95" y="820"/>
                    <a:pt x="1" y="1891"/>
                  </a:cubicBezTo>
                  <a:cubicBezTo>
                    <a:pt x="95" y="2867"/>
                    <a:pt x="946" y="3655"/>
                    <a:pt x="1954" y="3655"/>
                  </a:cubicBezTo>
                  <a:cubicBezTo>
                    <a:pt x="2427" y="3655"/>
                    <a:pt x="2773" y="3340"/>
                    <a:pt x="2899" y="3025"/>
                  </a:cubicBezTo>
                  <a:cubicBezTo>
                    <a:pt x="2931" y="2867"/>
                    <a:pt x="2962" y="2678"/>
                    <a:pt x="2805" y="2521"/>
                  </a:cubicBezTo>
                  <a:cubicBezTo>
                    <a:pt x="2729" y="2461"/>
                    <a:pt x="2618" y="2422"/>
                    <a:pt x="2520" y="2422"/>
                  </a:cubicBezTo>
                  <a:cubicBezTo>
                    <a:pt x="2411" y="2422"/>
                    <a:pt x="2317" y="2469"/>
                    <a:pt x="2301" y="2584"/>
                  </a:cubicBezTo>
                  <a:cubicBezTo>
                    <a:pt x="2274" y="2793"/>
                    <a:pt x="2097" y="2915"/>
                    <a:pt x="1911" y="2915"/>
                  </a:cubicBezTo>
                  <a:cubicBezTo>
                    <a:pt x="1873" y="2915"/>
                    <a:pt x="1834" y="2910"/>
                    <a:pt x="1796" y="2899"/>
                  </a:cubicBezTo>
                  <a:cubicBezTo>
                    <a:pt x="1544" y="2867"/>
                    <a:pt x="1418" y="2647"/>
                    <a:pt x="1481" y="2395"/>
                  </a:cubicBezTo>
                  <a:cubicBezTo>
                    <a:pt x="1595" y="1848"/>
                    <a:pt x="2036" y="1594"/>
                    <a:pt x="2500" y="1594"/>
                  </a:cubicBezTo>
                  <a:cubicBezTo>
                    <a:pt x="2811" y="1594"/>
                    <a:pt x="3132" y="1708"/>
                    <a:pt x="3372" y="1922"/>
                  </a:cubicBezTo>
                  <a:lnTo>
                    <a:pt x="3466" y="2048"/>
                  </a:lnTo>
                  <a:lnTo>
                    <a:pt x="8917" y="2048"/>
                  </a:lnTo>
                  <a:lnTo>
                    <a:pt x="9043" y="1922"/>
                  </a:lnTo>
                  <a:cubicBezTo>
                    <a:pt x="9262" y="1715"/>
                    <a:pt x="9561" y="1612"/>
                    <a:pt x="9856" y="1612"/>
                  </a:cubicBezTo>
                  <a:cubicBezTo>
                    <a:pt x="10325" y="1612"/>
                    <a:pt x="10785" y="1873"/>
                    <a:pt x="10901" y="2395"/>
                  </a:cubicBezTo>
                  <a:cubicBezTo>
                    <a:pt x="10964" y="2647"/>
                    <a:pt x="10838" y="2836"/>
                    <a:pt x="10618" y="2899"/>
                  </a:cubicBezTo>
                  <a:cubicBezTo>
                    <a:pt x="10575" y="2910"/>
                    <a:pt x="10533" y="2915"/>
                    <a:pt x="10494" y="2915"/>
                  </a:cubicBezTo>
                  <a:cubicBezTo>
                    <a:pt x="10304" y="2915"/>
                    <a:pt x="10161" y="2793"/>
                    <a:pt x="10082" y="2584"/>
                  </a:cubicBezTo>
                  <a:cubicBezTo>
                    <a:pt x="10066" y="2469"/>
                    <a:pt x="9963" y="2422"/>
                    <a:pt x="9851" y="2422"/>
                  </a:cubicBezTo>
                  <a:cubicBezTo>
                    <a:pt x="9749" y="2422"/>
                    <a:pt x="9638" y="2461"/>
                    <a:pt x="9578" y="2521"/>
                  </a:cubicBezTo>
                  <a:cubicBezTo>
                    <a:pt x="9421" y="2678"/>
                    <a:pt x="9452" y="2867"/>
                    <a:pt x="9515" y="3025"/>
                  </a:cubicBezTo>
                  <a:cubicBezTo>
                    <a:pt x="9610" y="3340"/>
                    <a:pt x="10019" y="3655"/>
                    <a:pt x="10460" y="3655"/>
                  </a:cubicBezTo>
                  <a:cubicBezTo>
                    <a:pt x="11311" y="3655"/>
                    <a:pt x="12067" y="3056"/>
                    <a:pt x="12288" y="2269"/>
                  </a:cubicBezTo>
                  <a:cubicBezTo>
                    <a:pt x="12288" y="2206"/>
                    <a:pt x="12351" y="2111"/>
                    <a:pt x="12351" y="2048"/>
                  </a:cubicBezTo>
                  <a:cubicBezTo>
                    <a:pt x="12414" y="883"/>
                    <a:pt x="11468" y="1"/>
                    <a:pt x="103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84"/>
            <p:cNvSpPr/>
            <p:nvPr/>
          </p:nvSpPr>
          <p:spPr>
            <a:xfrm>
              <a:off x="-10328650" y="4173200"/>
              <a:ext cx="226850" cy="30750"/>
            </a:xfrm>
            <a:custGeom>
              <a:avLst/>
              <a:gdLst/>
              <a:ahLst/>
              <a:cxnLst/>
              <a:rect l="l" t="t" r="r" b="b"/>
              <a:pathLst>
                <a:path w="9074" h="1230" extrusionOk="0">
                  <a:moveTo>
                    <a:pt x="0" y="1"/>
                  </a:moveTo>
                  <a:cubicBezTo>
                    <a:pt x="0" y="694"/>
                    <a:pt x="536" y="1229"/>
                    <a:pt x="1198" y="1229"/>
                  </a:cubicBezTo>
                  <a:lnTo>
                    <a:pt x="7814" y="1229"/>
                  </a:lnTo>
                  <a:cubicBezTo>
                    <a:pt x="8507" y="1229"/>
                    <a:pt x="9074" y="694"/>
                    <a:pt x="90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84"/>
            <p:cNvSpPr/>
            <p:nvPr/>
          </p:nvSpPr>
          <p:spPr>
            <a:xfrm>
              <a:off x="-10328650" y="4360650"/>
              <a:ext cx="226850" cy="41000"/>
            </a:xfrm>
            <a:custGeom>
              <a:avLst/>
              <a:gdLst/>
              <a:ahLst/>
              <a:cxnLst/>
              <a:rect l="l" t="t" r="r" b="b"/>
              <a:pathLst>
                <a:path w="9074" h="1640" extrusionOk="0">
                  <a:moveTo>
                    <a:pt x="410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1230"/>
                  </a:lnTo>
                  <a:cubicBezTo>
                    <a:pt x="0" y="1450"/>
                    <a:pt x="189" y="1639"/>
                    <a:pt x="410" y="1639"/>
                  </a:cubicBezTo>
                  <a:lnTo>
                    <a:pt x="8696" y="1639"/>
                  </a:lnTo>
                  <a:cubicBezTo>
                    <a:pt x="8916" y="1639"/>
                    <a:pt x="9074" y="1450"/>
                    <a:pt x="9074" y="1230"/>
                  </a:cubicBezTo>
                  <a:lnTo>
                    <a:pt x="9074" y="379"/>
                  </a:ln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8" name="Google Shape;7968;p84"/>
          <p:cNvGrpSpPr/>
          <p:nvPr/>
        </p:nvGrpSpPr>
        <p:grpSpPr>
          <a:xfrm>
            <a:off x="6630066" y="2891668"/>
            <a:ext cx="379236" cy="354847"/>
            <a:chOff x="-8674650" y="3210975"/>
            <a:chExt cx="376525" cy="352275"/>
          </a:xfrm>
        </p:grpSpPr>
        <p:sp>
          <p:nvSpPr>
            <p:cNvPr id="7969" name="Google Shape;7969;p84"/>
            <p:cNvSpPr/>
            <p:nvPr/>
          </p:nvSpPr>
          <p:spPr>
            <a:xfrm>
              <a:off x="-8542325" y="3335375"/>
              <a:ext cx="112650" cy="104375"/>
            </a:xfrm>
            <a:custGeom>
              <a:avLst/>
              <a:gdLst/>
              <a:ahLst/>
              <a:cxnLst/>
              <a:rect l="l" t="t" r="r" b="b"/>
              <a:pathLst>
                <a:path w="4506" h="4175" extrusionOk="0">
                  <a:moveTo>
                    <a:pt x="2226" y="843"/>
                  </a:moveTo>
                  <a:cubicBezTo>
                    <a:pt x="2537" y="843"/>
                    <a:pt x="2852" y="969"/>
                    <a:pt x="3120" y="1221"/>
                  </a:cubicBezTo>
                  <a:cubicBezTo>
                    <a:pt x="3624" y="1694"/>
                    <a:pt x="3624" y="2545"/>
                    <a:pt x="3120" y="3017"/>
                  </a:cubicBezTo>
                  <a:cubicBezTo>
                    <a:pt x="2883" y="3238"/>
                    <a:pt x="2568" y="3348"/>
                    <a:pt x="2249" y="3348"/>
                  </a:cubicBezTo>
                  <a:cubicBezTo>
                    <a:pt x="1930" y="3348"/>
                    <a:pt x="1607" y="3238"/>
                    <a:pt x="1355" y="3017"/>
                  </a:cubicBezTo>
                  <a:cubicBezTo>
                    <a:pt x="883" y="2545"/>
                    <a:pt x="883" y="1694"/>
                    <a:pt x="1355" y="1221"/>
                  </a:cubicBezTo>
                  <a:cubicBezTo>
                    <a:pt x="1607" y="969"/>
                    <a:pt x="1915" y="843"/>
                    <a:pt x="2226" y="843"/>
                  </a:cubicBezTo>
                  <a:close/>
                  <a:moveTo>
                    <a:pt x="2277" y="1"/>
                  </a:moveTo>
                  <a:cubicBezTo>
                    <a:pt x="1749" y="1"/>
                    <a:pt x="1214" y="197"/>
                    <a:pt x="788" y="591"/>
                  </a:cubicBezTo>
                  <a:cubicBezTo>
                    <a:pt x="1" y="1379"/>
                    <a:pt x="1" y="2765"/>
                    <a:pt x="788" y="3584"/>
                  </a:cubicBezTo>
                  <a:cubicBezTo>
                    <a:pt x="1182" y="3978"/>
                    <a:pt x="1718" y="4175"/>
                    <a:pt x="2253" y="4175"/>
                  </a:cubicBezTo>
                  <a:cubicBezTo>
                    <a:pt x="2789" y="4175"/>
                    <a:pt x="3324" y="3978"/>
                    <a:pt x="3718" y="3584"/>
                  </a:cubicBezTo>
                  <a:cubicBezTo>
                    <a:pt x="4506" y="2797"/>
                    <a:pt x="4506" y="1442"/>
                    <a:pt x="3718" y="591"/>
                  </a:cubicBezTo>
                  <a:cubicBezTo>
                    <a:pt x="3324" y="197"/>
                    <a:pt x="2805" y="1"/>
                    <a:pt x="22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84"/>
            <p:cNvSpPr/>
            <p:nvPr/>
          </p:nvSpPr>
          <p:spPr>
            <a:xfrm>
              <a:off x="-8496650" y="3377125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58" y="0"/>
                  </a:moveTo>
                  <a:cubicBezTo>
                    <a:pt x="348" y="0"/>
                    <a:pt x="237" y="40"/>
                    <a:pt x="159" y="118"/>
                  </a:cubicBezTo>
                  <a:cubicBezTo>
                    <a:pt x="1" y="276"/>
                    <a:pt x="1" y="560"/>
                    <a:pt x="159" y="717"/>
                  </a:cubicBezTo>
                  <a:cubicBezTo>
                    <a:pt x="237" y="796"/>
                    <a:pt x="348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5" y="560"/>
                    <a:pt x="915" y="276"/>
                    <a:pt x="757" y="118"/>
                  </a:cubicBez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84"/>
            <p:cNvSpPr/>
            <p:nvPr/>
          </p:nvSpPr>
          <p:spPr>
            <a:xfrm>
              <a:off x="-8540750" y="3332825"/>
              <a:ext cx="242625" cy="230425"/>
            </a:xfrm>
            <a:custGeom>
              <a:avLst/>
              <a:gdLst/>
              <a:ahLst/>
              <a:cxnLst/>
              <a:rect l="l" t="t" r="r" b="b"/>
              <a:pathLst>
                <a:path w="9705" h="9217" extrusionOk="0">
                  <a:moveTo>
                    <a:pt x="8917" y="0"/>
                  </a:moveTo>
                  <a:lnTo>
                    <a:pt x="4978" y="1449"/>
                  </a:lnTo>
                  <a:cubicBezTo>
                    <a:pt x="5262" y="2521"/>
                    <a:pt x="4947" y="3529"/>
                    <a:pt x="4254" y="4253"/>
                  </a:cubicBezTo>
                  <a:cubicBezTo>
                    <a:pt x="3721" y="4763"/>
                    <a:pt x="2999" y="5069"/>
                    <a:pt x="2241" y="5069"/>
                  </a:cubicBezTo>
                  <a:cubicBezTo>
                    <a:pt x="1969" y="5069"/>
                    <a:pt x="1693" y="5030"/>
                    <a:pt x="1418" y="4946"/>
                  </a:cubicBezTo>
                  <a:lnTo>
                    <a:pt x="1" y="8853"/>
                  </a:lnTo>
                  <a:cubicBezTo>
                    <a:pt x="727" y="9095"/>
                    <a:pt x="1483" y="9216"/>
                    <a:pt x="2238" y="9216"/>
                  </a:cubicBezTo>
                  <a:cubicBezTo>
                    <a:pt x="4038" y="9216"/>
                    <a:pt x="5830" y="8528"/>
                    <a:pt x="7184" y="7152"/>
                  </a:cubicBezTo>
                  <a:cubicBezTo>
                    <a:pt x="9137" y="5230"/>
                    <a:pt x="9704" y="2426"/>
                    <a:pt x="89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84"/>
            <p:cNvSpPr/>
            <p:nvPr/>
          </p:nvSpPr>
          <p:spPr>
            <a:xfrm>
              <a:off x="-8645500" y="3428125"/>
              <a:ext cx="120525" cy="118950"/>
            </a:xfrm>
            <a:custGeom>
              <a:avLst/>
              <a:gdLst/>
              <a:ahLst/>
              <a:cxnLst/>
              <a:rect l="l" t="t" r="r" b="b"/>
              <a:pathLst>
                <a:path w="4821" h="4758" extrusionOk="0">
                  <a:moveTo>
                    <a:pt x="3939" y="0"/>
                  </a:moveTo>
                  <a:lnTo>
                    <a:pt x="1" y="1418"/>
                  </a:lnTo>
                  <a:cubicBezTo>
                    <a:pt x="347" y="2143"/>
                    <a:pt x="788" y="2804"/>
                    <a:pt x="1387" y="3403"/>
                  </a:cubicBezTo>
                  <a:cubicBezTo>
                    <a:pt x="1985" y="3970"/>
                    <a:pt x="2678" y="4442"/>
                    <a:pt x="3403" y="4757"/>
                  </a:cubicBezTo>
                  <a:lnTo>
                    <a:pt x="4821" y="819"/>
                  </a:lnTo>
                  <a:cubicBezTo>
                    <a:pt x="4663" y="756"/>
                    <a:pt x="4506" y="599"/>
                    <a:pt x="4348" y="473"/>
                  </a:cubicBezTo>
                  <a:cubicBezTo>
                    <a:pt x="4191" y="315"/>
                    <a:pt x="4065" y="158"/>
                    <a:pt x="39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84"/>
            <p:cNvSpPr/>
            <p:nvPr/>
          </p:nvSpPr>
          <p:spPr>
            <a:xfrm>
              <a:off x="-8448600" y="3227275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1419" y="1"/>
                  </a:moveTo>
                  <a:lnTo>
                    <a:pt x="1" y="3939"/>
                  </a:lnTo>
                  <a:cubicBezTo>
                    <a:pt x="190" y="4065"/>
                    <a:pt x="410" y="4191"/>
                    <a:pt x="568" y="4380"/>
                  </a:cubicBezTo>
                  <a:cubicBezTo>
                    <a:pt x="725" y="4537"/>
                    <a:pt x="883" y="4726"/>
                    <a:pt x="977" y="4915"/>
                  </a:cubicBezTo>
                  <a:lnTo>
                    <a:pt x="4916" y="3466"/>
                  </a:lnTo>
                  <a:cubicBezTo>
                    <a:pt x="4569" y="2710"/>
                    <a:pt x="4096" y="2017"/>
                    <a:pt x="3498" y="1418"/>
                  </a:cubicBezTo>
                  <a:cubicBezTo>
                    <a:pt x="2931" y="820"/>
                    <a:pt x="2175" y="347"/>
                    <a:pt x="14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84"/>
            <p:cNvSpPr/>
            <p:nvPr/>
          </p:nvSpPr>
          <p:spPr>
            <a:xfrm>
              <a:off x="-8674650" y="3210975"/>
              <a:ext cx="241825" cy="232925"/>
            </a:xfrm>
            <a:custGeom>
              <a:avLst/>
              <a:gdLst/>
              <a:ahLst/>
              <a:cxnLst/>
              <a:rect l="l" t="t" r="r" b="b"/>
              <a:pathLst>
                <a:path w="9673" h="9317" extrusionOk="0">
                  <a:moveTo>
                    <a:pt x="7515" y="0"/>
                  </a:moveTo>
                  <a:cubicBezTo>
                    <a:pt x="5700" y="0"/>
                    <a:pt x="3894" y="698"/>
                    <a:pt x="2521" y="2070"/>
                  </a:cubicBezTo>
                  <a:cubicBezTo>
                    <a:pt x="568" y="3992"/>
                    <a:pt x="1" y="6827"/>
                    <a:pt x="820" y="9316"/>
                  </a:cubicBezTo>
                  <a:lnTo>
                    <a:pt x="4758" y="7899"/>
                  </a:lnTo>
                  <a:cubicBezTo>
                    <a:pt x="4475" y="6796"/>
                    <a:pt x="4790" y="5693"/>
                    <a:pt x="5514" y="5000"/>
                  </a:cubicBezTo>
                  <a:cubicBezTo>
                    <a:pt x="6037" y="4454"/>
                    <a:pt x="6793" y="4194"/>
                    <a:pt x="7538" y="4194"/>
                  </a:cubicBezTo>
                  <a:cubicBezTo>
                    <a:pt x="7781" y="4194"/>
                    <a:pt x="8023" y="4221"/>
                    <a:pt x="8255" y="4276"/>
                  </a:cubicBezTo>
                  <a:lnTo>
                    <a:pt x="9673" y="337"/>
                  </a:lnTo>
                  <a:cubicBezTo>
                    <a:pt x="8970" y="112"/>
                    <a:pt x="8242" y="0"/>
                    <a:pt x="7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5" name="Google Shape;7975;p84"/>
          <p:cNvGrpSpPr/>
          <p:nvPr/>
        </p:nvGrpSpPr>
        <p:grpSpPr>
          <a:xfrm>
            <a:off x="5301563" y="1531633"/>
            <a:ext cx="356221" cy="356257"/>
            <a:chOff x="-13512225" y="3211525"/>
            <a:chExt cx="353675" cy="353675"/>
          </a:xfrm>
        </p:grpSpPr>
        <p:sp>
          <p:nvSpPr>
            <p:cNvPr id="7976" name="Google Shape;7976;p84"/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84"/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84"/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84"/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84"/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1" name="Google Shape;7981;p84"/>
          <p:cNvGrpSpPr/>
          <p:nvPr/>
        </p:nvGrpSpPr>
        <p:grpSpPr>
          <a:xfrm>
            <a:off x="5301563" y="1973145"/>
            <a:ext cx="356221" cy="354670"/>
            <a:chOff x="-13512225" y="3647075"/>
            <a:chExt cx="353675" cy="352100"/>
          </a:xfrm>
        </p:grpSpPr>
        <p:sp>
          <p:nvSpPr>
            <p:cNvPr id="7982" name="Google Shape;7982;p84"/>
            <p:cNvSpPr/>
            <p:nvPr/>
          </p:nvSpPr>
          <p:spPr>
            <a:xfrm>
              <a:off x="-13344475" y="38762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411" y="0"/>
                  </a:moveTo>
                  <a:cubicBezTo>
                    <a:pt x="190" y="0"/>
                    <a:pt x="1" y="158"/>
                    <a:pt x="1" y="379"/>
                  </a:cubicBezTo>
                  <a:cubicBezTo>
                    <a:pt x="1" y="599"/>
                    <a:pt x="190" y="788"/>
                    <a:pt x="411" y="788"/>
                  </a:cubicBezTo>
                  <a:cubicBezTo>
                    <a:pt x="600" y="788"/>
                    <a:pt x="789" y="599"/>
                    <a:pt x="789" y="379"/>
                  </a:cubicBezTo>
                  <a:cubicBezTo>
                    <a:pt x="789" y="158"/>
                    <a:pt x="600" y="0"/>
                    <a:pt x="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84"/>
            <p:cNvSpPr/>
            <p:nvPr/>
          </p:nvSpPr>
          <p:spPr>
            <a:xfrm>
              <a:off x="-13268850" y="3854225"/>
              <a:ext cx="110300" cy="62250"/>
            </a:xfrm>
            <a:custGeom>
              <a:avLst/>
              <a:gdLst/>
              <a:ahLst/>
              <a:cxnLst/>
              <a:rect l="l" t="t" r="r" b="b"/>
              <a:pathLst>
                <a:path w="4412" h="2490" extrusionOk="0">
                  <a:moveTo>
                    <a:pt x="0" y="0"/>
                  </a:moveTo>
                  <a:cubicBezTo>
                    <a:pt x="189" y="410"/>
                    <a:pt x="284" y="788"/>
                    <a:pt x="284" y="1229"/>
                  </a:cubicBezTo>
                  <a:cubicBezTo>
                    <a:pt x="284" y="1670"/>
                    <a:pt x="158" y="2111"/>
                    <a:pt x="0" y="2489"/>
                  </a:cubicBezTo>
                  <a:lnTo>
                    <a:pt x="4411" y="2489"/>
                  </a:lnTo>
                  <a:lnTo>
                    <a:pt x="44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84"/>
            <p:cNvSpPr/>
            <p:nvPr/>
          </p:nvSpPr>
          <p:spPr>
            <a:xfrm>
              <a:off x="-13512225" y="3936925"/>
              <a:ext cx="353675" cy="62250"/>
            </a:xfrm>
            <a:custGeom>
              <a:avLst/>
              <a:gdLst/>
              <a:ahLst/>
              <a:cxnLst/>
              <a:rect l="l" t="t" r="r" b="b"/>
              <a:pathLst>
                <a:path w="14147" h="2490" extrusionOk="0">
                  <a:moveTo>
                    <a:pt x="63" y="0"/>
                  </a:moveTo>
                  <a:lnTo>
                    <a:pt x="63" y="1261"/>
                  </a:lnTo>
                  <a:cubicBezTo>
                    <a:pt x="0" y="1954"/>
                    <a:pt x="568" y="2489"/>
                    <a:pt x="1261" y="2489"/>
                  </a:cubicBezTo>
                  <a:lnTo>
                    <a:pt x="12886" y="2489"/>
                  </a:lnTo>
                  <a:cubicBezTo>
                    <a:pt x="13548" y="2489"/>
                    <a:pt x="14146" y="1954"/>
                    <a:pt x="14146" y="1261"/>
                  </a:cubicBezTo>
                  <a:lnTo>
                    <a:pt x="14146" y="0"/>
                  </a:lnTo>
                  <a:lnTo>
                    <a:pt x="9137" y="0"/>
                  </a:lnTo>
                  <a:cubicBezTo>
                    <a:pt x="8633" y="536"/>
                    <a:pt x="7877" y="851"/>
                    <a:pt x="7089" y="851"/>
                  </a:cubicBezTo>
                  <a:cubicBezTo>
                    <a:pt x="6301" y="851"/>
                    <a:pt x="5608" y="536"/>
                    <a:pt x="51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84"/>
            <p:cNvSpPr/>
            <p:nvPr/>
          </p:nvSpPr>
          <p:spPr>
            <a:xfrm>
              <a:off x="-13387000" y="3833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819"/>
                  </a:moveTo>
                  <a:cubicBezTo>
                    <a:pt x="2773" y="819"/>
                    <a:pt x="3340" y="1386"/>
                    <a:pt x="3340" y="2048"/>
                  </a:cubicBezTo>
                  <a:cubicBezTo>
                    <a:pt x="3340" y="2710"/>
                    <a:pt x="2773" y="3308"/>
                    <a:pt x="2080" y="3308"/>
                  </a:cubicBezTo>
                  <a:cubicBezTo>
                    <a:pt x="1418" y="3308"/>
                    <a:pt x="820" y="2773"/>
                    <a:pt x="820" y="2048"/>
                  </a:cubicBezTo>
                  <a:cubicBezTo>
                    <a:pt x="820" y="1355"/>
                    <a:pt x="1387" y="819"/>
                    <a:pt x="2080" y="819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cubicBezTo>
                    <a:pt x="1" y="3214"/>
                    <a:pt x="946" y="4190"/>
                    <a:pt x="2080" y="4190"/>
                  </a:cubicBezTo>
                  <a:cubicBezTo>
                    <a:pt x="3246" y="4190"/>
                    <a:pt x="4191" y="3245"/>
                    <a:pt x="4191" y="2080"/>
                  </a:cubicBezTo>
                  <a:cubicBezTo>
                    <a:pt x="4191" y="945"/>
                    <a:pt x="3183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84"/>
            <p:cNvSpPr/>
            <p:nvPr/>
          </p:nvSpPr>
          <p:spPr>
            <a:xfrm>
              <a:off x="-13512225" y="3855000"/>
              <a:ext cx="111875" cy="62250"/>
            </a:xfrm>
            <a:custGeom>
              <a:avLst/>
              <a:gdLst/>
              <a:ahLst/>
              <a:cxnLst/>
              <a:rect l="l" t="t" r="r" b="b"/>
              <a:pathLst>
                <a:path w="4475" h="2490" extrusionOk="0">
                  <a:moveTo>
                    <a:pt x="0" y="1"/>
                  </a:moveTo>
                  <a:lnTo>
                    <a:pt x="0" y="2490"/>
                  </a:lnTo>
                  <a:lnTo>
                    <a:pt x="4474" y="2490"/>
                  </a:lnTo>
                  <a:cubicBezTo>
                    <a:pt x="4317" y="2112"/>
                    <a:pt x="4191" y="1671"/>
                    <a:pt x="4191" y="1230"/>
                  </a:cubicBezTo>
                  <a:cubicBezTo>
                    <a:pt x="4191" y="788"/>
                    <a:pt x="4317" y="379"/>
                    <a:pt x="4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84"/>
            <p:cNvSpPr/>
            <p:nvPr/>
          </p:nvSpPr>
          <p:spPr>
            <a:xfrm>
              <a:off x="-13490175" y="3730575"/>
              <a:ext cx="62250" cy="40975"/>
            </a:xfrm>
            <a:custGeom>
              <a:avLst/>
              <a:gdLst/>
              <a:ahLst/>
              <a:cxnLst/>
              <a:rect l="l" t="t" r="r" b="b"/>
              <a:pathLst>
                <a:path w="2490" h="1639" extrusionOk="0">
                  <a:moveTo>
                    <a:pt x="1261" y="0"/>
                  </a:moveTo>
                  <a:cubicBezTo>
                    <a:pt x="536" y="0"/>
                    <a:pt x="1" y="536"/>
                    <a:pt x="1" y="1260"/>
                  </a:cubicBezTo>
                  <a:lnTo>
                    <a:pt x="1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84"/>
            <p:cNvSpPr/>
            <p:nvPr/>
          </p:nvSpPr>
          <p:spPr>
            <a:xfrm>
              <a:off x="-13241275" y="3730575"/>
              <a:ext cx="62225" cy="40975"/>
            </a:xfrm>
            <a:custGeom>
              <a:avLst/>
              <a:gdLst/>
              <a:ahLst/>
              <a:cxnLst/>
              <a:rect l="l" t="t" r="r" b="b"/>
              <a:pathLst>
                <a:path w="2489" h="1639" extrusionOk="0">
                  <a:moveTo>
                    <a:pt x="1260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84"/>
            <p:cNvSpPr/>
            <p:nvPr/>
          </p:nvSpPr>
          <p:spPr>
            <a:xfrm>
              <a:off x="-13427950" y="3647075"/>
              <a:ext cx="186700" cy="63025"/>
            </a:xfrm>
            <a:custGeom>
              <a:avLst/>
              <a:gdLst/>
              <a:ahLst/>
              <a:cxnLst/>
              <a:rect l="l" t="t" r="r" b="b"/>
              <a:pathLst>
                <a:path w="7468" h="2521" extrusionOk="0">
                  <a:moveTo>
                    <a:pt x="820" y="1"/>
                  </a:moveTo>
                  <a:cubicBezTo>
                    <a:pt x="347" y="1"/>
                    <a:pt x="0" y="347"/>
                    <a:pt x="0" y="820"/>
                  </a:cubicBezTo>
                  <a:lnTo>
                    <a:pt x="0" y="1670"/>
                  </a:lnTo>
                  <a:cubicBezTo>
                    <a:pt x="0" y="2143"/>
                    <a:pt x="347" y="2521"/>
                    <a:pt x="820" y="2521"/>
                  </a:cubicBezTo>
                  <a:lnTo>
                    <a:pt x="6648" y="2521"/>
                  </a:lnTo>
                  <a:cubicBezTo>
                    <a:pt x="7089" y="2521"/>
                    <a:pt x="7467" y="2143"/>
                    <a:pt x="7467" y="1670"/>
                  </a:cubicBezTo>
                  <a:lnTo>
                    <a:pt x="7467" y="820"/>
                  </a:lnTo>
                  <a:cubicBezTo>
                    <a:pt x="7467" y="347"/>
                    <a:pt x="7121" y="1"/>
                    <a:pt x="66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84"/>
            <p:cNvSpPr/>
            <p:nvPr/>
          </p:nvSpPr>
          <p:spPr>
            <a:xfrm>
              <a:off x="-13512225" y="3773100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4726" y="0"/>
                  </a:moveTo>
                  <a:lnTo>
                    <a:pt x="4348" y="819"/>
                  </a:lnTo>
                  <a:lnTo>
                    <a:pt x="1261" y="819"/>
                  </a:lnTo>
                  <a:cubicBezTo>
                    <a:pt x="599" y="819"/>
                    <a:pt x="0" y="1355"/>
                    <a:pt x="0" y="2048"/>
                  </a:cubicBezTo>
                  <a:lnTo>
                    <a:pt x="0" y="2426"/>
                  </a:lnTo>
                  <a:lnTo>
                    <a:pt x="5041" y="2426"/>
                  </a:lnTo>
                  <a:cubicBezTo>
                    <a:pt x="5608" y="1922"/>
                    <a:pt x="6301" y="1607"/>
                    <a:pt x="7089" y="1607"/>
                  </a:cubicBezTo>
                  <a:cubicBezTo>
                    <a:pt x="7877" y="1607"/>
                    <a:pt x="8633" y="1922"/>
                    <a:pt x="9137" y="2426"/>
                  </a:cubicBezTo>
                  <a:lnTo>
                    <a:pt x="14146" y="2426"/>
                  </a:lnTo>
                  <a:lnTo>
                    <a:pt x="14146" y="2048"/>
                  </a:lnTo>
                  <a:cubicBezTo>
                    <a:pt x="14146" y="1355"/>
                    <a:pt x="13611" y="819"/>
                    <a:pt x="12886" y="819"/>
                  </a:cubicBezTo>
                  <a:lnTo>
                    <a:pt x="9830" y="819"/>
                  </a:lnTo>
                  <a:lnTo>
                    <a:pt x="94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84"/>
            <p:cNvSpPr/>
            <p:nvPr/>
          </p:nvSpPr>
          <p:spPr>
            <a:xfrm>
              <a:off x="-13411400" y="3730575"/>
              <a:ext cx="153600" cy="20500"/>
            </a:xfrm>
            <a:custGeom>
              <a:avLst/>
              <a:gdLst/>
              <a:ahLst/>
              <a:cxnLst/>
              <a:rect l="l" t="t" r="r" b="b"/>
              <a:pathLst>
                <a:path w="6144" h="820" extrusionOk="0">
                  <a:moveTo>
                    <a:pt x="0" y="0"/>
                  </a:moveTo>
                  <a:lnTo>
                    <a:pt x="599" y="819"/>
                  </a:lnTo>
                  <a:lnTo>
                    <a:pt x="5545" y="819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2" name="Google Shape;7992;p84"/>
          <p:cNvGrpSpPr/>
          <p:nvPr/>
        </p:nvGrpSpPr>
        <p:grpSpPr>
          <a:xfrm>
            <a:off x="5311876" y="2417211"/>
            <a:ext cx="356221" cy="355451"/>
            <a:chOff x="-13512225" y="4080275"/>
            <a:chExt cx="353675" cy="352875"/>
          </a:xfrm>
        </p:grpSpPr>
        <p:sp>
          <p:nvSpPr>
            <p:cNvPr id="7993" name="Google Shape;7993;p84"/>
            <p:cNvSpPr/>
            <p:nvPr/>
          </p:nvSpPr>
          <p:spPr>
            <a:xfrm>
              <a:off x="-13512225" y="4203925"/>
              <a:ext cx="353675" cy="229225"/>
            </a:xfrm>
            <a:custGeom>
              <a:avLst/>
              <a:gdLst/>
              <a:ahLst/>
              <a:cxnLst/>
              <a:rect l="l" t="t" r="r" b="b"/>
              <a:pathLst>
                <a:path w="14147" h="9169" extrusionOk="0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84"/>
            <p:cNvSpPr/>
            <p:nvPr/>
          </p:nvSpPr>
          <p:spPr>
            <a:xfrm>
              <a:off x="-13366525" y="4275600"/>
              <a:ext cx="73275" cy="88225"/>
            </a:xfrm>
            <a:custGeom>
              <a:avLst/>
              <a:gdLst/>
              <a:ahLst/>
              <a:cxnLst/>
              <a:rect l="l" t="t" r="r" b="b"/>
              <a:pathLst>
                <a:path w="2931" h="3529" extrusionOk="0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84"/>
            <p:cNvSpPr/>
            <p:nvPr/>
          </p:nvSpPr>
          <p:spPr>
            <a:xfrm>
              <a:off x="-13398800" y="4143275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84"/>
            <p:cNvSpPr/>
            <p:nvPr/>
          </p:nvSpPr>
          <p:spPr>
            <a:xfrm>
              <a:off x="-13336575" y="4143275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84"/>
            <p:cNvSpPr/>
            <p:nvPr/>
          </p:nvSpPr>
          <p:spPr>
            <a:xfrm>
              <a:off x="-13398800" y="4081050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84"/>
            <p:cNvSpPr/>
            <p:nvPr/>
          </p:nvSpPr>
          <p:spPr>
            <a:xfrm>
              <a:off x="-13274375" y="4143275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84"/>
            <p:cNvSpPr/>
            <p:nvPr/>
          </p:nvSpPr>
          <p:spPr>
            <a:xfrm>
              <a:off x="-13212925" y="4081050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84"/>
            <p:cNvSpPr/>
            <p:nvPr/>
          </p:nvSpPr>
          <p:spPr>
            <a:xfrm>
              <a:off x="-13212925" y="4143275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84"/>
            <p:cNvSpPr/>
            <p:nvPr/>
          </p:nvSpPr>
          <p:spPr>
            <a:xfrm>
              <a:off x="-13274375" y="4081050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84"/>
            <p:cNvSpPr/>
            <p:nvPr/>
          </p:nvSpPr>
          <p:spPr>
            <a:xfrm>
              <a:off x="-13336575" y="4081050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84"/>
            <p:cNvSpPr/>
            <p:nvPr/>
          </p:nvSpPr>
          <p:spPr>
            <a:xfrm>
              <a:off x="-13512225" y="408027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4" name="Google Shape;8004;p84"/>
          <p:cNvGrpSpPr/>
          <p:nvPr/>
        </p:nvGrpSpPr>
        <p:grpSpPr>
          <a:xfrm>
            <a:off x="7084956" y="1564572"/>
            <a:ext cx="356196" cy="290379"/>
            <a:chOff x="-11728250" y="3245400"/>
            <a:chExt cx="353650" cy="288275"/>
          </a:xfrm>
        </p:grpSpPr>
        <p:sp>
          <p:nvSpPr>
            <p:cNvPr id="8005" name="Google Shape;8005;p84"/>
            <p:cNvSpPr/>
            <p:nvPr/>
          </p:nvSpPr>
          <p:spPr>
            <a:xfrm>
              <a:off x="-11603025" y="3389725"/>
              <a:ext cx="104775" cy="143950"/>
            </a:xfrm>
            <a:custGeom>
              <a:avLst/>
              <a:gdLst/>
              <a:ahLst/>
              <a:cxnLst/>
              <a:rect l="l" t="t" r="r" b="b"/>
              <a:pathLst>
                <a:path w="4191" h="5758" extrusionOk="0">
                  <a:moveTo>
                    <a:pt x="2096" y="0"/>
                  </a:moveTo>
                  <a:cubicBezTo>
                    <a:pt x="1560" y="0"/>
                    <a:pt x="1024" y="197"/>
                    <a:pt x="631" y="591"/>
                  </a:cubicBezTo>
                  <a:cubicBezTo>
                    <a:pt x="252" y="1001"/>
                    <a:pt x="63" y="1505"/>
                    <a:pt x="63" y="2040"/>
                  </a:cubicBezTo>
                  <a:cubicBezTo>
                    <a:pt x="63" y="2261"/>
                    <a:pt x="95" y="2418"/>
                    <a:pt x="126" y="2576"/>
                  </a:cubicBezTo>
                  <a:lnTo>
                    <a:pt x="1387" y="3048"/>
                  </a:lnTo>
                  <a:lnTo>
                    <a:pt x="158" y="4372"/>
                  </a:lnTo>
                  <a:cubicBezTo>
                    <a:pt x="0" y="4561"/>
                    <a:pt x="0" y="4813"/>
                    <a:pt x="158" y="4970"/>
                  </a:cubicBezTo>
                  <a:cubicBezTo>
                    <a:pt x="662" y="5474"/>
                    <a:pt x="1387" y="5758"/>
                    <a:pt x="2111" y="5758"/>
                  </a:cubicBezTo>
                  <a:cubicBezTo>
                    <a:pt x="2836" y="5758"/>
                    <a:pt x="3497" y="5474"/>
                    <a:pt x="4033" y="4970"/>
                  </a:cubicBezTo>
                  <a:cubicBezTo>
                    <a:pt x="4191" y="4813"/>
                    <a:pt x="4191" y="4561"/>
                    <a:pt x="4033" y="4372"/>
                  </a:cubicBezTo>
                  <a:lnTo>
                    <a:pt x="2804" y="3048"/>
                  </a:lnTo>
                  <a:lnTo>
                    <a:pt x="4065" y="2576"/>
                  </a:lnTo>
                  <a:cubicBezTo>
                    <a:pt x="4096" y="2418"/>
                    <a:pt x="4159" y="2198"/>
                    <a:pt x="4159" y="2040"/>
                  </a:cubicBezTo>
                  <a:cubicBezTo>
                    <a:pt x="4159" y="1505"/>
                    <a:pt x="3939" y="1001"/>
                    <a:pt x="3560" y="591"/>
                  </a:cubicBezTo>
                  <a:cubicBezTo>
                    <a:pt x="3167" y="197"/>
                    <a:pt x="2631" y="0"/>
                    <a:pt x="2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84"/>
            <p:cNvSpPr/>
            <p:nvPr/>
          </p:nvSpPr>
          <p:spPr>
            <a:xfrm>
              <a:off x="-11647125" y="3246175"/>
              <a:ext cx="86650" cy="133925"/>
            </a:xfrm>
            <a:custGeom>
              <a:avLst/>
              <a:gdLst/>
              <a:ahLst/>
              <a:cxnLst/>
              <a:rect l="l" t="t" r="r" b="b"/>
              <a:pathLst>
                <a:path w="3466" h="5357" extrusionOk="0">
                  <a:moveTo>
                    <a:pt x="3466" y="1"/>
                  </a:moveTo>
                  <a:cubicBezTo>
                    <a:pt x="2205" y="64"/>
                    <a:pt x="1008" y="473"/>
                    <a:pt x="0" y="1135"/>
                  </a:cubicBezTo>
                  <a:lnTo>
                    <a:pt x="2426" y="5356"/>
                  </a:lnTo>
                  <a:cubicBezTo>
                    <a:pt x="2741" y="5167"/>
                    <a:pt x="3056" y="5041"/>
                    <a:pt x="3466" y="50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84"/>
            <p:cNvSpPr/>
            <p:nvPr/>
          </p:nvSpPr>
          <p:spPr>
            <a:xfrm>
              <a:off x="-11540025" y="3245400"/>
              <a:ext cx="86675" cy="133900"/>
            </a:xfrm>
            <a:custGeom>
              <a:avLst/>
              <a:gdLst/>
              <a:ahLst/>
              <a:cxnLst/>
              <a:rect l="l" t="t" r="r" b="b"/>
              <a:pathLst>
                <a:path w="3467" h="5356" extrusionOk="0">
                  <a:moveTo>
                    <a:pt x="1" y="0"/>
                  </a:moveTo>
                  <a:lnTo>
                    <a:pt x="1" y="4978"/>
                  </a:lnTo>
                  <a:cubicBezTo>
                    <a:pt x="379" y="5041"/>
                    <a:pt x="725" y="5135"/>
                    <a:pt x="1040" y="5356"/>
                  </a:cubicBezTo>
                  <a:lnTo>
                    <a:pt x="3466" y="1134"/>
                  </a:lnTo>
                  <a:cubicBezTo>
                    <a:pt x="2458" y="473"/>
                    <a:pt x="1261" y="63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84"/>
            <p:cNvSpPr/>
            <p:nvPr/>
          </p:nvSpPr>
          <p:spPr>
            <a:xfrm>
              <a:off x="-11498275" y="3285550"/>
              <a:ext cx="123675" cy="160700"/>
            </a:xfrm>
            <a:custGeom>
              <a:avLst/>
              <a:gdLst/>
              <a:ahLst/>
              <a:cxnLst/>
              <a:rect l="l" t="t" r="r" b="b"/>
              <a:pathLst>
                <a:path w="4947" h="6428" extrusionOk="0">
                  <a:moveTo>
                    <a:pt x="2426" y="1"/>
                  </a:moveTo>
                  <a:lnTo>
                    <a:pt x="1" y="4254"/>
                  </a:lnTo>
                  <a:cubicBezTo>
                    <a:pt x="505" y="4790"/>
                    <a:pt x="788" y="5483"/>
                    <a:pt x="788" y="6207"/>
                  </a:cubicBezTo>
                  <a:lnTo>
                    <a:pt x="788" y="6428"/>
                  </a:lnTo>
                  <a:lnTo>
                    <a:pt x="4663" y="4947"/>
                  </a:lnTo>
                  <a:cubicBezTo>
                    <a:pt x="4884" y="4884"/>
                    <a:pt x="4947" y="4727"/>
                    <a:pt x="4947" y="4538"/>
                  </a:cubicBezTo>
                  <a:cubicBezTo>
                    <a:pt x="4726" y="2710"/>
                    <a:pt x="3781" y="1135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84"/>
            <p:cNvSpPr/>
            <p:nvPr/>
          </p:nvSpPr>
          <p:spPr>
            <a:xfrm>
              <a:off x="-11728250" y="3286350"/>
              <a:ext cx="125250" cy="160700"/>
            </a:xfrm>
            <a:custGeom>
              <a:avLst/>
              <a:gdLst/>
              <a:ahLst/>
              <a:cxnLst/>
              <a:rect l="l" t="t" r="r" b="b"/>
              <a:pathLst>
                <a:path w="5010" h="6428" extrusionOk="0">
                  <a:moveTo>
                    <a:pt x="2584" y="0"/>
                  </a:moveTo>
                  <a:cubicBezTo>
                    <a:pt x="1229" y="1103"/>
                    <a:pt x="284" y="2678"/>
                    <a:pt x="63" y="4537"/>
                  </a:cubicBezTo>
                  <a:cubicBezTo>
                    <a:pt x="0" y="4726"/>
                    <a:pt x="126" y="4884"/>
                    <a:pt x="315" y="4978"/>
                  </a:cubicBezTo>
                  <a:lnTo>
                    <a:pt x="4222" y="6427"/>
                  </a:lnTo>
                  <a:lnTo>
                    <a:pt x="4222" y="6238"/>
                  </a:lnTo>
                  <a:cubicBezTo>
                    <a:pt x="4222" y="5482"/>
                    <a:pt x="4505" y="4758"/>
                    <a:pt x="5009" y="4254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10" name="Google Shape;8010;p84"/>
          <p:cNvSpPr/>
          <p:nvPr/>
        </p:nvSpPr>
        <p:spPr>
          <a:xfrm>
            <a:off x="7242366" y="2108233"/>
            <a:ext cx="40464" cy="84135"/>
          </a:xfrm>
          <a:custGeom>
            <a:avLst/>
            <a:gdLst/>
            <a:ahLst/>
            <a:cxnLst/>
            <a:rect l="l" t="t" r="r" b="b"/>
            <a:pathLst>
              <a:path w="1607" h="3341" extrusionOk="0">
                <a:moveTo>
                  <a:pt x="0" y="1"/>
                </a:moveTo>
                <a:lnTo>
                  <a:pt x="0" y="2804"/>
                </a:lnTo>
                <a:cubicBezTo>
                  <a:pt x="158" y="2962"/>
                  <a:pt x="315" y="3183"/>
                  <a:pt x="504" y="3340"/>
                </a:cubicBezTo>
                <a:lnTo>
                  <a:pt x="1607" y="1891"/>
                </a:lnTo>
                <a:cubicBezTo>
                  <a:pt x="630" y="1418"/>
                  <a:pt x="0" y="788"/>
                  <a:pt x="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11" name="Google Shape;8011;p84"/>
          <p:cNvGrpSpPr/>
          <p:nvPr/>
        </p:nvGrpSpPr>
        <p:grpSpPr>
          <a:xfrm>
            <a:off x="7083760" y="1971660"/>
            <a:ext cx="358588" cy="357642"/>
            <a:chOff x="-11729050" y="3646475"/>
            <a:chExt cx="356025" cy="355050"/>
          </a:xfrm>
        </p:grpSpPr>
        <p:sp>
          <p:nvSpPr>
            <p:cNvPr id="8012" name="Google Shape;8012;p84"/>
            <p:cNvSpPr/>
            <p:nvPr/>
          </p:nvSpPr>
          <p:spPr>
            <a:xfrm>
              <a:off x="-11460475" y="3648050"/>
              <a:ext cx="86675" cy="80175"/>
            </a:xfrm>
            <a:custGeom>
              <a:avLst/>
              <a:gdLst/>
              <a:ahLst/>
              <a:cxnLst/>
              <a:rect l="l" t="t" r="r" b="b"/>
              <a:pathLst>
                <a:path w="3467" h="3207" extrusionOk="0">
                  <a:moveTo>
                    <a:pt x="3025" y="1"/>
                  </a:moveTo>
                  <a:cubicBezTo>
                    <a:pt x="2923" y="1"/>
                    <a:pt x="2821" y="40"/>
                    <a:pt x="2742" y="119"/>
                  </a:cubicBezTo>
                  <a:lnTo>
                    <a:pt x="1" y="2955"/>
                  </a:lnTo>
                  <a:cubicBezTo>
                    <a:pt x="316" y="3018"/>
                    <a:pt x="631" y="3112"/>
                    <a:pt x="914" y="3207"/>
                  </a:cubicBezTo>
                  <a:lnTo>
                    <a:pt x="3309" y="749"/>
                  </a:lnTo>
                  <a:cubicBezTo>
                    <a:pt x="3466" y="529"/>
                    <a:pt x="3466" y="277"/>
                    <a:pt x="3309" y="119"/>
                  </a:cubicBezTo>
                  <a:cubicBezTo>
                    <a:pt x="3230" y="40"/>
                    <a:pt x="3128" y="1"/>
                    <a:pt x="30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013;p84"/>
            <p:cNvSpPr/>
            <p:nvPr/>
          </p:nvSpPr>
          <p:spPr>
            <a:xfrm>
              <a:off x="-11601450" y="37738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99"/>
                    <a:pt x="158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014;p84"/>
            <p:cNvSpPr/>
            <p:nvPr/>
          </p:nvSpPr>
          <p:spPr>
            <a:xfrm>
              <a:off x="-11729050" y="3646475"/>
              <a:ext cx="353675" cy="209350"/>
            </a:xfrm>
            <a:custGeom>
              <a:avLst/>
              <a:gdLst/>
              <a:ahLst/>
              <a:cxnLst/>
              <a:rect l="l" t="t" r="r" b="b"/>
              <a:pathLst>
                <a:path w="14147" h="8374" extrusionOk="0">
                  <a:moveTo>
                    <a:pt x="457" y="1"/>
                  </a:moveTo>
                  <a:cubicBezTo>
                    <a:pt x="347" y="1"/>
                    <a:pt x="237" y="40"/>
                    <a:pt x="158" y="119"/>
                  </a:cubicBezTo>
                  <a:cubicBezTo>
                    <a:pt x="1" y="277"/>
                    <a:pt x="1" y="560"/>
                    <a:pt x="158" y="718"/>
                  </a:cubicBezTo>
                  <a:lnTo>
                    <a:pt x="2553" y="3207"/>
                  </a:lnTo>
                  <a:cubicBezTo>
                    <a:pt x="1103" y="3679"/>
                    <a:pt x="32" y="4435"/>
                    <a:pt x="32" y="5443"/>
                  </a:cubicBezTo>
                  <a:cubicBezTo>
                    <a:pt x="32" y="7334"/>
                    <a:pt x="3718" y="8373"/>
                    <a:pt x="7089" y="8373"/>
                  </a:cubicBezTo>
                  <a:cubicBezTo>
                    <a:pt x="10523" y="8373"/>
                    <a:pt x="14146" y="7334"/>
                    <a:pt x="14146" y="5443"/>
                  </a:cubicBezTo>
                  <a:cubicBezTo>
                    <a:pt x="14146" y="4467"/>
                    <a:pt x="13075" y="3679"/>
                    <a:pt x="11626" y="3207"/>
                  </a:cubicBezTo>
                  <a:lnTo>
                    <a:pt x="9893" y="4971"/>
                  </a:lnTo>
                  <a:cubicBezTo>
                    <a:pt x="10019" y="5160"/>
                    <a:pt x="10051" y="5317"/>
                    <a:pt x="10051" y="5475"/>
                  </a:cubicBezTo>
                  <a:cubicBezTo>
                    <a:pt x="10051" y="6168"/>
                    <a:pt x="9484" y="6704"/>
                    <a:pt x="8791" y="6704"/>
                  </a:cubicBezTo>
                  <a:cubicBezTo>
                    <a:pt x="8129" y="6704"/>
                    <a:pt x="7530" y="6168"/>
                    <a:pt x="7530" y="5475"/>
                  </a:cubicBezTo>
                  <a:cubicBezTo>
                    <a:pt x="7530" y="4813"/>
                    <a:pt x="8066" y="4278"/>
                    <a:pt x="8791" y="4278"/>
                  </a:cubicBezTo>
                  <a:cubicBezTo>
                    <a:pt x="8980" y="4278"/>
                    <a:pt x="9232" y="4341"/>
                    <a:pt x="9389" y="4404"/>
                  </a:cubicBezTo>
                  <a:lnTo>
                    <a:pt x="10744" y="2986"/>
                  </a:lnTo>
                  <a:cubicBezTo>
                    <a:pt x="9641" y="2734"/>
                    <a:pt x="8349" y="2608"/>
                    <a:pt x="7121" y="2608"/>
                  </a:cubicBezTo>
                  <a:cubicBezTo>
                    <a:pt x="5861" y="2608"/>
                    <a:pt x="4600" y="2765"/>
                    <a:pt x="3498" y="2986"/>
                  </a:cubicBezTo>
                  <a:lnTo>
                    <a:pt x="4884" y="4404"/>
                  </a:lnTo>
                  <a:cubicBezTo>
                    <a:pt x="5073" y="4341"/>
                    <a:pt x="5293" y="4278"/>
                    <a:pt x="5482" y="4278"/>
                  </a:cubicBezTo>
                  <a:cubicBezTo>
                    <a:pt x="6144" y="4278"/>
                    <a:pt x="6743" y="4813"/>
                    <a:pt x="6743" y="5475"/>
                  </a:cubicBezTo>
                  <a:cubicBezTo>
                    <a:pt x="6743" y="6168"/>
                    <a:pt x="6176" y="6704"/>
                    <a:pt x="5482" y="6704"/>
                  </a:cubicBezTo>
                  <a:cubicBezTo>
                    <a:pt x="4821" y="6704"/>
                    <a:pt x="4222" y="6168"/>
                    <a:pt x="4222" y="5475"/>
                  </a:cubicBezTo>
                  <a:cubicBezTo>
                    <a:pt x="4222" y="5317"/>
                    <a:pt x="4254" y="5160"/>
                    <a:pt x="4285" y="5002"/>
                  </a:cubicBezTo>
                  <a:lnTo>
                    <a:pt x="2553" y="3238"/>
                  </a:lnTo>
                  <a:cubicBezTo>
                    <a:pt x="2836" y="3112"/>
                    <a:pt x="3151" y="3049"/>
                    <a:pt x="3466" y="2955"/>
                  </a:cubicBezTo>
                  <a:lnTo>
                    <a:pt x="757" y="119"/>
                  </a:lnTo>
                  <a:cubicBezTo>
                    <a:pt x="678" y="40"/>
                    <a:pt x="568" y="1"/>
                    <a:pt x="4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015;p84"/>
            <p:cNvSpPr/>
            <p:nvPr/>
          </p:nvSpPr>
          <p:spPr>
            <a:xfrm>
              <a:off x="-11518750" y="37738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99"/>
                    <a:pt x="158" y="788"/>
                    <a:pt x="379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016;p84"/>
            <p:cNvSpPr/>
            <p:nvPr/>
          </p:nvSpPr>
          <p:spPr>
            <a:xfrm>
              <a:off x="-11698325" y="3858150"/>
              <a:ext cx="67750" cy="69350"/>
            </a:xfrm>
            <a:custGeom>
              <a:avLst/>
              <a:gdLst/>
              <a:ahLst/>
              <a:cxnLst/>
              <a:rect l="l" t="t" r="r" b="b"/>
              <a:pathLst>
                <a:path w="2710" h="2774" extrusionOk="0">
                  <a:moveTo>
                    <a:pt x="1261" y="1"/>
                  </a:moveTo>
                  <a:lnTo>
                    <a:pt x="0" y="1639"/>
                  </a:lnTo>
                  <a:cubicBezTo>
                    <a:pt x="756" y="2112"/>
                    <a:pt x="1702" y="2490"/>
                    <a:pt x="2710" y="2773"/>
                  </a:cubicBezTo>
                  <a:lnTo>
                    <a:pt x="1859" y="221"/>
                  </a:lnTo>
                  <a:cubicBezTo>
                    <a:pt x="1639" y="158"/>
                    <a:pt x="1450" y="95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84"/>
            <p:cNvSpPr/>
            <p:nvPr/>
          </p:nvSpPr>
          <p:spPr>
            <a:xfrm>
              <a:off x="-11627450" y="3869175"/>
              <a:ext cx="47300" cy="55175"/>
            </a:xfrm>
            <a:custGeom>
              <a:avLst/>
              <a:gdLst/>
              <a:ahLst/>
              <a:cxnLst/>
              <a:rect l="l" t="t" r="r" b="b"/>
              <a:pathLst>
                <a:path w="1892" h="2207" extrusionOk="0">
                  <a:moveTo>
                    <a:pt x="1" y="1"/>
                  </a:moveTo>
                  <a:lnTo>
                    <a:pt x="694" y="2206"/>
                  </a:lnTo>
                  <a:lnTo>
                    <a:pt x="1891" y="221"/>
                  </a:lnTo>
                  <a:cubicBezTo>
                    <a:pt x="1229" y="190"/>
                    <a:pt x="599" y="127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018;p84"/>
            <p:cNvSpPr/>
            <p:nvPr/>
          </p:nvSpPr>
          <p:spPr>
            <a:xfrm>
              <a:off x="-11414775" y="3803025"/>
              <a:ext cx="41750" cy="83525"/>
            </a:xfrm>
            <a:custGeom>
              <a:avLst/>
              <a:gdLst/>
              <a:ahLst/>
              <a:cxnLst/>
              <a:rect l="l" t="t" r="r" b="b"/>
              <a:pathLst>
                <a:path w="1670" h="3341" extrusionOk="0">
                  <a:moveTo>
                    <a:pt x="1670" y="1"/>
                  </a:moveTo>
                  <a:cubicBezTo>
                    <a:pt x="1607" y="851"/>
                    <a:pt x="977" y="1481"/>
                    <a:pt x="0" y="1891"/>
                  </a:cubicBezTo>
                  <a:lnTo>
                    <a:pt x="1134" y="3340"/>
                  </a:lnTo>
                  <a:cubicBezTo>
                    <a:pt x="1355" y="3214"/>
                    <a:pt x="1512" y="3025"/>
                    <a:pt x="1670" y="2836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019;p84"/>
            <p:cNvSpPr/>
            <p:nvPr/>
          </p:nvSpPr>
          <p:spPr>
            <a:xfrm>
              <a:off x="-11592800" y="3876275"/>
              <a:ext cx="84300" cy="62250"/>
            </a:xfrm>
            <a:custGeom>
              <a:avLst/>
              <a:gdLst/>
              <a:ahLst/>
              <a:cxnLst/>
              <a:rect l="l" t="t" r="r" b="b"/>
              <a:pathLst>
                <a:path w="3372" h="2490" extrusionOk="0">
                  <a:moveTo>
                    <a:pt x="1419" y="0"/>
                  </a:moveTo>
                  <a:lnTo>
                    <a:pt x="1" y="2363"/>
                  </a:lnTo>
                  <a:cubicBezTo>
                    <a:pt x="537" y="2426"/>
                    <a:pt x="1104" y="2489"/>
                    <a:pt x="1671" y="2489"/>
                  </a:cubicBezTo>
                  <a:cubicBezTo>
                    <a:pt x="2269" y="2489"/>
                    <a:pt x="2836" y="2426"/>
                    <a:pt x="3372" y="2363"/>
                  </a:cubicBezTo>
                  <a:lnTo>
                    <a:pt x="195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020;p84"/>
            <p:cNvSpPr/>
            <p:nvPr/>
          </p:nvSpPr>
          <p:spPr>
            <a:xfrm>
              <a:off x="-11520325" y="3869175"/>
              <a:ext cx="47275" cy="55175"/>
            </a:xfrm>
            <a:custGeom>
              <a:avLst/>
              <a:gdLst/>
              <a:ahLst/>
              <a:cxnLst/>
              <a:rect l="l" t="t" r="r" b="b"/>
              <a:pathLst>
                <a:path w="1891" h="2207" extrusionOk="0">
                  <a:moveTo>
                    <a:pt x="1891" y="1"/>
                  </a:moveTo>
                  <a:cubicBezTo>
                    <a:pt x="1292" y="127"/>
                    <a:pt x="631" y="190"/>
                    <a:pt x="0" y="253"/>
                  </a:cubicBezTo>
                  <a:lnTo>
                    <a:pt x="1198" y="2206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021;p84"/>
            <p:cNvSpPr/>
            <p:nvPr/>
          </p:nvSpPr>
          <p:spPr>
            <a:xfrm>
              <a:off x="-11726675" y="3903850"/>
              <a:ext cx="352075" cy="97675"/>
            </a:xfrm>
            <a:custGeom>
              <a:avLst/>
              <a:gdLst/>
              <a:ahLst/>
              <a:cxnLst/>
              <a:rect l="l" t="t" r="r" b="b"/>
              <a:pathLst>
                <a:path w="14083" h="3907" extrusionOk="0">
                  <a:moveTo>
                    <a:pt x="0" y="0"/>
                  </a:moveTo>
                  <a:lnTo>
                    <a:pt x="0" y="977"/>
                  </a:lnTo>
                  <a:cubicBezTo>
                    <a:pt x="0" y="2867"/>
                    <a:pt x="3655" y="3907"/>
                    <a:pt x="7057" y="3907"/>
                  </a:cubicBezTo>
                  <a:cubicBezTo>
                    <a:pt x="10460" y="3907"/>
                    <a:pt x="14083" y="2867"/>
                    <a:pt x="14083" y="977"/>
                  </a:cubicBezTo>
                  <a:lnTo>
                    <a:pt x="14083" y="32"/>
                  </a:lnTo>
                  <a:cubicBezTo>
                    <a:pt x="12508" y="1386"/>
                    <a:pt x="9956" y="2237"/>
                    <a:pt x="7057" y="2237"/>
                  </a:cubicBezTo>
                  <a:cubicBezTo>
                    <a:pt x="4568" y="2205"/>
                    <a:pt x="1796" y="1575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022;p84"/>
            <p:cNvSpPr/>
            <p:nvPr/>
          </p:nvSpPr>
          <p:spPr>
            <a:xfrm>
              <a:off x="-11470700" y="3859725"/>
              <a:ext cx="66975" cy="68550"/>
            </a:xfrm>
            <a:custGeom>
              <a:avLst/>
              <a:gdLst/>
              <a:ahLst/>
              <a:cxnLst/>
              <a:rect l="l" t="t" r="r" b="b"/>
              <a:pathLst>
                <a:path w="2679" h="2742" extrusionOk="0">
                  <a:moveTo>
                    <a:pt x="1449" y="1"/>
                  </a:moveTo>
                  <a:cubicBezTo>
                    <a:pt x="1260" y="32"/>
                    <a:pt x="1071" y="95"/>
                    <a:pt x="851" y="158"/>
                  </a:cubicBezTo>
                  <a:lnTo>
                    <a:pt x="0" y="2742"/>
                  </a:lnTo>
                  <a:cubicBezTo>
                    <a:pt x="1008" y="2458"/>
                    <a:pt x="1922" y="2080"/>
                    <a:pt x="2678" y="1608"/>
                  </a:cubicBezTo>
                  <a:lnTo>
                    <a:pt x="14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3" name="Google Shape;8023;p84"/>
          <p:cNvGrpSpPr/>
          <p:nvPr/>
        </p:nvGrpSpPr>
        <p:grpSpPr>
          <a:xfrm>
            <a:off x="7117464" y="2417211"/>
            <a:ext cx="311804" cy="355451"/>
            <a:chOff x="-11703850" y="4081850"/>
            <a:chExt cx="309575" cy="352875"/>
          </a:xfrm>
        </p:grpSpPr>
        <p:sp>
          <p:nvSpPr>
            <p:cNvPr id="8024" name="Google Shape;8024;p84"/>
            <p:cNvSpPr/>
            <p:nvPr/>
          </p:nvSpPr>
          <p:spPr>
            <a:xfrm>
              <a:off x="-11703850" y="4081850"/>
              <a:ext cx="309575" cy="125250"/>
            </a:xfrm>
            <a:custGeom>
              <a:avLst/>
              <a:gdLst/>
              <a:ahLst/>
              <a:cxnLst/>
              <a:rect l="l" t="t" r="r" b="b"/>
              <a:pathLst>
                <a:path w="12383" h="5010" extrusionOk="0">
                  <a:moveTo>
                    <a:pt x="6932" y="2552"/>
                  </a:moveTo>
                  <a:cubicBezTo>
                    <a:pt x="7593" y="2552"/>
                    <a:pt x="8192" y="3119"/>
                    <a:pt x="8192" y="3781"/>
                  </a:cubicBezTo>
                  <a:cubicBezTo>
                    <a:pt x="8224" y="3970"/>
                    <a:pt x="8035" y="4190"/>
                    <a:pt x="7783" y="4190"/>
                  </a:cubicBezTo>
                  <a:cubicBezTo>
                    <a:pt x="7530" y="4190"/>
                    <a:pt x="7341" y="3970"/>
                    <a:pt x="7341" y="3781"/>
                  </a:cubicBezTo>
                  <a:cubicBezTo>
                    <a:pt x="7341" y="3560"/>
                    <a:pt x="7152" y="3403"/>
                    <a:pt x="6963" y="3403"/>
                  </a:cubicBezTo>
                  <a:cubicBezTo>
                    <a:pt x="6743" y="3403"/>
                    <a:pt x="6522" y="3592"/>
                    <a:pt x="6522" y="3781"/>
                  </a:cubicBezTo>
                  <a:cubicBezTo>
                    <a:pt x="6522" y="4033"/>
                    <a:pt x="6333" y="4190"/>
                    <a:pt x="6144" y="4190"/>
                  </a:cubicBezTo>
                  <a:cubicBezTo>
                    <a:pt x="5892" y="4190"/>
                    <a:pt x="5703" y="3970"/>
                    <a:pt x="5703" y="3781"/>
                  </a:cubicBezTo>
                  <a:cubicBezTo>
                    <a:pt x="5703" y="3560"/>
                    <a:pt x="5514" y="3403"/>
                    <a:pt x="5262" y="3403"/>
                  </a:cubicBezTo>
                  <a:cubicBezTo>
                    <a:pt x="5042" y="3403"/>
                    <a:pt x="4884" y="3592"/>
                    <a:pt x="4884" y="3781"/>
                  </a:cubicBezTo>
                  <a:cubicBezTo>
                    <a:pt x="4884" y="4033"/>
                    <a:pt x="4664" y="4190"/>
                    <a:pt x="4443" y="4190"/>
                  </a:cubicBezTo>
                  <a:cubicBezTo>
                    <a:pt x="4191" y="4190"/>
                    <a:pt x="4033" y="3970"/>
                    <a:pt x="4033" y="3781"/>
                  </a:cubicBezTo>
                  <a:cubicBezTo>
                    <a:pt x="4033" y="3119"/>
                    <a:pt x="4601" y="2552"/>
                    <a:pt x="5262" y="2552"/>
                  </a:cubicBezTo>
                  <a:cubicBezTo>
                    <a:pt x="5577" y="2552"/>
                    <a:pt x="5861" y="2678"/>
                    <a:pt x="6081" y="2867"/>
                  </a:cubicBezTo>
                  <a:cubicBezTo>
                    <a:pt x="6333" y="2678"/>
                    <a:pt x="6617" y="2552"/>
                    <a:pt x="6932" y="2552"/>
                  </a:cubicBezTo>
                  <a:close/>
                  <a:moveTo>
                    <a:pt x="5357" y="0"/>
                  </a:moveTo>
                  <a:cubicBezTo>
                    <a:pt x="4348" y="0"/>
                    <a:pt x="3498" y="725"/>
                    <a:pt x="3340" y="1670"/>
                  </a:cubicBezTo>
                  <a:cubicBezTo>
                    <a:pt x="3304" y="1668"/>
                    <a:pt x="3267" y="1666"/>
                    <a:pt x="3231" y="1666"/>
                  </a:cubicBezTo>
                  <a:cubicBezTo>
                    <a:pt x="2310" y="1666"/>
                    <a:pt x="1639" y="2430"/>
                    <a:pt x="1639" y="3340"/>
                  </a:cubicBezTo>
                  <a:cubicBezTo>
                    <a:pt x="725" y="3340"/>
                    <a:pt x="1" y="4096"/>
                    <a:pt x="1" y="5009"/>
                  </a:cubicBezTo>
                  <a:lnTo>
                    <a:pt x="12382" y="5009"/>
                  </a:lnTo>
                  <a:cubicBezTo>
                    <a:pt x="12351" y="4096"/>
                    <a:pt x="11595" y="3340"/>
                    <a:pt x="10681" y="3340"/>
                  </a:cubicBezTo>
                  <a:cubicBezTo>
                    <a:pt x="10681" y="2395"/>
                    <a:pt x="9956" y="1670"/>
                    <a:pt x="9011" y="1670"/>
                  </a:cubicBezTo>
                  <a:cubicBezTo>
                    <a:pt x="8822" y="725"/>
                    <a:pt x="7972" y="0"/>
                    <a:pt x="6995" y="0"/>
                  </a:cubicBezTo>
                  <a:cubicBezTo>
                    <a:pt x="6711" y="0"/>
                    <a:pt x="6459" y="95"/>
                    <a:pt x="6176" y="189"/>
                  </a:cubicBezTo>
                  <a:cubicBezTo>
                    <a:pt x="5892" y="95"/>
                    <a:pt x="5609" y="0"/>
                    <a:pt x="53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025;p84"/>
            <p:cNvSpPr/>
            <p:nvPr/>
          </p:nvSpPr>
          <p:spPr>
            <a:xfrm>
              <a:off x="-11622725" y="4288975"/>
              <a:ext cx="144175" cy="63050"/>
            </a:xfrm>
            <a:custGeom>
              <a:avLst/>
              <a:gdLst/>
              <a:ahLst/>
              <a:cxnLst/>
              <a:rect l="l" t="t" r="r" b="b"/>
              <a:pathLst>
                <a:path w="5767" h="2522" extrusionOk="0">
                  <a:moveTo>
                    <a:pt x="2868" y="1"/>
                  </a:moveTo>
                  <a:cubicBezTo>
                    <a:pt x="1293" y="1"/>
                    <a:pt x="1" y="537"/>
                    <a:pt x="1" y="1261"/>
                  </a:cubicBezTo>
                  <a:cubicBezTo>
                    <a:pt x="1" y="1954"/>
                    <a:pt x="1293" y="2521"/>
                    <a:pt x="2868" y="2521"/>
                  </a:cubicBezTo>
                  <a:cubicBezTo>
                    <a:pt x="4475" y="2521"/>
                    <a:pt x="5766" y="1954"/>
                    <a:pt x="5766" y="1261"/>
                  </a:cubicBezTo>
                  <a:cubicBezTo>
                    <a:pt x="5766" y="537"/>
                    <a:pt x="4475" y="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026;p84"/>
            <p:cNvSpPr/>
            <p:nvPr/>
          </p:nvSpPr>
          <p:spPr>
            <a:xfrm>
              <a:off x="-11596725" y="4364600"/>
              <a:ext cx="36250" cy="70125"/>
            </a:xfrm>
            <a:custGeom>
              <a:avLst/>
              <a:gdLst/>
              <a:ahLst/>
              <a:cxnLst/>
              <a:rect l="l" t="t" r="r" b="b"/>
              <a:pathLst>
                <a:path w="1450" h="2805" extrusionOk="0">
                  <a:moveTo>
                    <a:pt x="0" y="0"/>
                  </a:moveTo>
                  <a:lnTo>
                    <a:pt x="253" y="2804"/>
                  </a:lnTo>
                  <a:lnTo>
                    <a:pt x="1450" y="2804"/>
                  </a:lnTo>
                  <a:lnTo>
                    <a:pt x="1450" y="284"/>
                  </a:lnTo>
                  <a:cubicBezTo>
                    <a:pt x="883" y="221"/>
                    <a:pt x="410" y="158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84"/>
            <p:cNvSpPr/>
            <p:nvPr/>
          </p:nvSpPr>
          <p:spPr>
            <a:xfrm>
              <a:off x="-11540025" y="4364600"/>
              <a:ext cx="37050" cy="70125"/>
            </a:xfrm>
            <a:custGeom>
              <a:avLst/>
              <a:gdLst/>
              <a:ahLst/>
              <a:cxnLst/>
              <a:rect l="l" t="t" r="r" b="b"/>
              <a:pathLst>
                <a:path w="1482" h="2805" extrusionOk="0">
                  <a:moveTo>
                    <a:pt x="1482" y="0"/>
                  </a:moveTo>
                  <a:lnTo>
                    <a:pt x="1482" y="0"/>
                  </a:lnTo>
                  <a:cubicBezTo>
                    <a:pt x="1040" y="126"/>
                    <a:pt x="505" y="221"/>
                    <a:pt x="1" y="221"/>
                  </a:cubicBezTo>
                  <a:lnTo>
                    <a:pt x="1" y="2741"/>
                  </a:lnTo>
                  <a:lnTo>
                    <a:pt x="1198" y="2741"/>
                  </a:lnTo>
                  <a:lnTo>
                    <a:pt x="1198" y="2804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8" name="Google Shape;8028;p84"/>
            <p:cNvSpPr/>
            <p:nvPr/>
          </p:nvSpPr>
          <p:spPr>
            <a:xfrm>
              <a:off x="-11610900" y="4227550"/>
              <a:ext cx="50425" cy="51225"/>
            </a:xfrm>
            <a:custGeom>
              <a:avLst/>
              <a:gdLst/>
              <a:ahLst/>
              <a:cxnLst/>
              <a:rect l="l" t="t" r="r" b="b"/>
              <a:pathLst>
                <a:path w="2017" h="2049" extrusionOk="0">
                  <a:moveTo>
                    <a:pt x="0" y="1"/>
                  </a:moveTo>
                  <a:lnTo>
                    <a:pt x="189" y="2048"/>
                  </a:lnTo>
                  <a:cubicBezTo>
                    <a:pt x="725" y="1859"/>
                    <a:pt x="1355" y="1702"/>
                    <a:pt x="2017" y="1670"/>
                  </a:cubicBezTo>
                  <a:lnTo>
                    <a:pt x="201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9" name="Google Shape;8029;p84"/>
            <p:cNvSpPr/>
            <p:nvPr/>
          </p:nvSpPr>
          <p:spPr>
            <a:xfrm>
              <a:off x="-11540025" y="4228350"/>
              <a:ext cx="50450" cy="51200"/>
            </a:xfrm>
            <a:custGeom>
              <a:avLst/>
              <a:gdLst/>
              <a:ahLst/>
              <a:cxnLst/>
              <a:rect l="l" t="t" r="r" b="b"/>
              <a:pathLst>
                <a:path w="2018" h="2048" extrusionOk="0">
                  <a:moveTo>
                    <a:pt x="1" y="0"/>
                  </a:moveTo>
                  <a:lnTo>
                    <a:pt x="1" y="1670"/>
                  </a:lnTo>
                  <a:cubicBezTo>
                    <a:pt x="694" y="1701"/>
                    <a:pt x="1293" y="1827"/>
                    <a:pt x="1828" y="2048"/>
                  </a:cubicBezTo>
                  <a:lnTo>
                    <a:pt x="20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0" name="Google Shape;8030;p84"/>
            <p:cNvSpPr/>
            <p:nvPr/>
          </p:nvSpPr>
          <p:spPr>
            <a:xfrm>
              <a:off x="-1148960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819" y="1"/>
                  </a:moveTo>
                  <a:lnTo>
                    <a:pt x="599" y="2489"/>
                  </a:lnTo>
                  <a:cubicBezTo>
                    <a:pt x="1040" y="2836"/>
                    <a:pt x="1292" y="3246"/>
                    <a:pt x="1292" y="3718"/>
                  </a:cubicBezTo>
                  <a:cubicBezTo>
                    <a:pt x="1292" y="4254"/>
                    <a:pt x="945" y="4758"/>
                    <a:pt x="315" y="5136"/>
                  </a:cubicBezTo>
                  <a:lnTo>
                    <a:pt x="0" y="8286"/>
                  </a:lnTo>
                  <a:lnTo>
                    <a:pt x="1040" y="8286"/>
                  </a:lnTo>
                  <a:cubicBezTo>
                    <a:pt x="1607" y="8286"/>
                    <a:pt x="2111" y="7877"/>
                    <a:pt x="2237" y="7278"/>
                  </a:cubicBezTo>
                  <a:lnTo>
                    <a:pt x="36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1" name="Google Shape;8031;p84"/>
            <p:cNvSpPr/>
            <p:nvPr/>
          </p:nvSpPr>
          <p:spPr>
            <a:xfrm>
              <a:off x="-1170385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1" y="1"/>
                  </a:moveTo>
                  <a:lnTo>
                    <a:pt x="1450" y="7278"/>
                  </a:lnTo>
                  <a:cubicBezTo>
                    <a:pt x="1576" y="7877"/>
                    <a:pt x="2080" y="8286"/>
                    <a:pt x="2679" y="8286"/>
                  </a:cubicBezTo>
                  <a:lnTo>
                    <a:pt x="3687" y="8286"/>
                  </a:lnTo>
                  <a:lnTo>
                    <a:pt x="3372" y="5136"/>
                  </a:lnTo>
                  <a:cubicBezTo>
                    <a:pt x="2773" y="4758"/>
                    <a:pt x="2395" y="4254"/>
                    <a:pt x="2395" y="3718"/>
                  </a:cubicBezTo>
                  <a:cubicBezTo>
                    <a:pt x="2427" y="3246"/>
                    <a:pt x="2647" y="2836"/>
                    <a:pt x="3088" y="2489"/>
                  </a:cubicBezTo>
                  <a:lnTo>
                    <a:pt x="28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2" name="Google Shape;8032;p84"/>
          <p:cNvGrpSpPr/>
          <p:nvPr/>
        </p:nvGrpSpPr>
        <p:grpSpPr>
          <a:xfrm>
            <a:off x="5306120" y="2891364"/>
            <a:ext cx="357002" cy="355451"/>
            <a:chOff x="-9958475" y="3180025"/>
            <a:chExt cx="354450" cy="352875"/>
          </a:xfrm>
        </p:grpSpPr>
        <p:sp>
          <p:nvSpPr>
            <p:cNvPr id="8033" name="Google Shape;8033;p84"/>
            <p:cNvSpPr/>
            <p:nvPr/>
          </p:nvSpPr>
          <p:spPr>
            <a:xfrm>
              <a:off x="-9958475" y="3491125"/>
              <a:ext cx="354450" cy="41775"/>
            </a:xfrm>
            <a:custGeom>
              <a:avLst/>
              <a:gdLst/>
              <a:ahLst/>
              <a:cxnLst/>
              <a:rect l="l" t="t" r="r" b="b"/>
              <a:pathLst>
                <a:path w="14178" h="1671" extrusionOk="0">
                  <a:moveTo>
                    <a:pt x="1702" y="1"/>
                  </a:moveTo>
                  <a:cubicBezTo>
                    <a:pt x="1387" y="1"/>
                    <a:pt x="1135" y="158"/>
                    <a:pt x="977" y="442"/>
                  </a:cubicBezTo>
                  <a:lnTo>
                    <a:pt x="442" y="442"/>
                  </a:lnTo>
                  <a:cubicBezTo>
                    <a:pt x="190" y="442"/>
                    <a:pt x="1" y="631"/>
                    <a:pt x="1" y="820"/>
                  </a:cubicBezTo>
                  <a:cubicBezTo>
                    <a:pt x="1" y="1072"/>
                    <a:pt x="190" y="1261"/>
                    <a:pt x="442" y="1261"/>
                  </a:cubicBezTo>
                  <a:lnTo>
                    <a:pt x="977" y="1261"/>
                  </a:lnTo>
                  <a:cubicBezTo>
                    <a:pt x="1135" y="1513"/>
                    <a:pt x="1387" y="1670"/>
                    <a:pt x="1702" y="1670"/>
                  </a:cubicBezTo>
                  <a:lnTo>
                    <a:pt x="12477" y="1670"/>
                  </a:lnTo>
                  <a:cubicBezTo>
                    <a:pt x="12792" y="1670"/>
                    <a:pt x="13044" y="1513"/>
                    <a:pt x="13170" y="1261"/>
                  </a:cubicBezTo>
                  <a:lnTo>
                    <a:pt x="13737" y="1261"/>
                  </a:lnTo>
                  <a:cubicBezTo>
                    <a:pt x="13957" y="1261"/>
                    <a:pt x="14178" y="1072"/>
                    <a:pt x="14178" y="820"/>
                  </a:cubicBezTo>
                  <a:cubicBezTo>
                    <a:pt x="14178" y="631"/>
                    <a:pt x="13957" y="442"/>
                    <a:pt x="13737" y="442"/>
                  </a:cubicBezTo>
                  <a:lnTo>
                    <a:pt x="13170" y="442"/>
                  </a:lnTo>
                  <a:cubicBezTo>
                    <a:pt x="13044" y="190"/>
                    <a:pt x="12792" y="1"/>
                    <a:pt x="124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4" name="Google Shape;8034;p84"/>
            <p:cNvSpPr/>
            <p:nvPr/>
          </p:nvSpPr>
          <p:spPr>
            <a:xfrm>
              <a:off x="-9958475" y="3180025"/>
              <a:ext cx="354450" cy="42550"/>
            </a:xfrm>
            <a:custGeom>
              <a:avLst/>
              <a:gdLst/>
              <a:ahLst/>
              <a:cxnLst/>
              <a:rect l="l" t="t" r="r" b="b"/>
              <a:pathLst>
                <a:path w="14178" h="1702" extrusionOk="0">
                  <a:moveTo>
                    <a:pt x="1702" y="0"/>
                  </a:moveTo>
                  <a:cubicBezTo>
                    <a:pt x="1387" y="0"/>
                    <a:pt x="1135" y="158"/>
                    <a:pt x="977" y="441"/>
                  </a:cubicBezTo>
                  <a:lnTo>
                    <a:pt x="442" y="441"/>
                  </a:lnTo>
                  <a:cubicBezTo>
                    <a:pt x="190" y="441"/>
                    <a:pt x="1" y="630"/>
                    <a:pt x="1" y="819"/>
                  </a:cubicBezTo>
                  <a:cubicBezTo>
                    <a:pt x="1" y="1040"/>
                    <a:pt x="190" y="1260"/>
                    <a:pt x="442" y="1260"/>
                  </a:cubicBezTo>
                  <a:lnTo>
                    <a:pt x="977" y="1260"/>
                  </a:lnTo>
                  <a:cubicBezTo>
                    <a:pt x="1135" y="1512"/>
                    <a:pt x="1387" y="1701"/>
                    <a:pt x="1702" y="1701"/>
                  </a:cubicBezTo>
                  <a:lnTo>
                    <a:pt x="12477" y="1701"/>
                  </a:lnTo>
                  <a:cubicBezTo>
                    <a:pt x="12792" y="1701"/>
                    <a:pt x="13044" y="1544"/>
                    <a:pt x="13170" y="1260"/>
                  </a:cubicBezTo>
                  <a:lnTo>
                    <a:pt x="13737" y="1260"/>
                  </a:lnTo>
                  <a:cubicBezTo>
                    <a:pt x="13957" y="1260"/>
                    <a:pt x="14178" y="1071"/>
                    <a:pt x="14178" y="819"/>
                  </a:cubicBezTo>
                  <a:cubicBezTo>
                    <a:pt x="14178" y="599"/>
                    <a:pt x="13957" y="441"/>
                    <a:pt x="13737" y="441"/>
                  </a:cubicBezTo>
                  <a:lnTo>
                    <a:pt x="13170" y="441"/>
                  </a:lnTo>
                  <a:cubicBezTo>
                    <a:pt x="13044" y="189"/>
                    <a:pt x="12792" y="0"/>
                    <a:pt x="124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5" name="Google Shape;8035;p84"/>
            <p:cNvSpPr/>
            <p:nvPr/>
          </p:nvSpPr>
          <p:spPr>
            <a:xfrm>
              <a:off x="-9916725" y="3243025"/>
              <a:ext cx="270175" cy="228425"/>
            </a:xfrm>
            <a:custGeom>
              <a:avLst/>
              <a:gdLst/>
              <a:ahLst/>
              <a:cxnLst/>
              <a:rect l="l" t="t" r="r" b="b"/>
              <a:pathLst>
                <a:path w="10807" h="9137" extrusionOk="0">
                  <a:moveTo>
                    <a:pt x="7940" y="820"/>
                  </a:moveTo>
                  <a:cubicBezTo>
                    <a:pt x="8160" y="820"/>
                    <a:pt x="8349" y="1040"/>
                    <a:pt x="8349" y="1261"/>
                  </a:cubicBezTo>
                  <a:cubicBezTo>
                    <a:pt x="8349" y="1513"/>
                    <a:pt x="8160" y="1670"/>
                    <a:pt x="7940" y="1670"/>
                  </a:cubicBezTo>
                  <a:lnTo>
                    <a:pt x="2962" y="1670"/>
                  </a:lnTo>
                  <a:cubicBezTo>
                    <a:pt x="2741" y="1670"/>
                    <a:pt x="2521" y="1450"/>
                    <a:pt x="2521" y="1261"/>
                  </a:cubicBezTo>
                  <a:cubicBezTo>
                    <a:pt x="2521" y="1040"/>
                    <a:pt x="2741" y="820"/>
                    <a:pt x="2962" y="820"/>
                  </a:cubicBezTo>
                  <a:close/>
                  <a:moveTo>
                    <a:pt x="6270" y="2489"/>
                  </a:moveTo>
                  <a:cubicBezTo>
                    <a:pt x="6459" y="2489"/>
                    <a:pt x="6680" y="2679"/>
                    <a:pt x="6680" y="2931"/>
                  </a:cubicBezTo>
                  <a:cubicBezTo>
                    <a:pt x="6680" y="3151"/>
                    <a:pt x="6459" y="3340"/>
                    <a:pt x="6270" y="3340"/>
                  </a:cubicBezTo>
                  <a:lnTo>
                    <a:pt x="3781" y="3340"/>
                  </a:lnTo>
                  <a:cubicBezTo>
                    <a:pt x="3561" y="3340"/>
                    <a:pt x="3403" y="3151"/>
                    <a:pt x="3403" y="2931"/>
                  </a:cubicBezTo>
                  <a:cubicBezTo>
                    <a:pt x="3403" y="2679"/>
                    <a:pt x="3592" y="2489"/>
                    <a:pt x="3781" y="2489"/>
                  </a:cubicBezTo>
                  <a:close/>
                  <a:moveTo>
                    <a:pt x="7940" y="4128"/>
                  </a:moveTo>
                  <a:cubicBezTo>
                    <a:pt x="8160" y="4128"/>
                    <a:pt x="8349" y="4348"/>
                    <a:pt x="8349" y="4569"/>
                  </a:cubicBezTo>
                  <a:cubicBezTo>
                    <a:pt x="8349" y="4789"/>
                    <a:pt x="8160" y="5010"/>
                    <a:pt x="7940" y="5010"/>
                  </a:cubicBezTo>
                  <a:lnTo>
                    <a:pt x="2962" y="5010"/>
                  </a:lnTo>
                  <a:cubicBezTo>
                    <a:pt x="2741" y="5010"/>
                    <a:pt x="2521" y="4789"/>
                    <a:pt x="2521" y="4569"/>
                  </a:cubicBezTo>
                  <a:cubicBezTo>
                    <a:pt x="2521" y="4348"/>
                    <a:pt x="2741" y="4128"/>
                    <a:pt x="2962" y="4128"/>
                  </a:cubicBezTo>
                  <a:close/>
                  <a:moveTo>
                    <a:pt x="6312" y="5826"/>
                  </a:moveTo>
                  <a:cubicBezTo>
                    <a:pt x="6490" y="5826"/>
                    <a:pt x="6680" y="6005"/>
                    <a:pt x="6680" y="6239"/>
                  </a:cubicBezTo>
                  <a:cubicBezTo>
                    <a:pt x="6680" y="6459"/>
                    <a:pt x="6459" y="6617"/>
                    <a:pt x="6270" y="6617"/>
                  </a:cubicBezTo>
                  <a:lnTo>
                    <a:pt x="3781" y="6617"/>
                  </a:lnTo>
                  <a:cubicBezTo>
                    <a:pt x="3561" y="6617"/>
                    <a:pt x="3403" y="6428"/>
                    <a:pt x="3403" y="6239"/>
                  </a:cubicBezTo>
                  <a:cubicBezTo>
                    <a:pt x="3403" y="5987"/>
                    <a:pt x="3592" y="5829"/>
                    <a:pt x="3781" y="5829"/>
                  </a:cubicBezTo>
                  <a:lnTo>
                    <a:pt x="6270" y="5829"/>
                  </a:lnTo>
                  <a:cubicBezTo>
                    <a:pt x="6284" y="5827"/>
                    <a:pt x="6298" y="5826"/>
                    <a:pt x="6312" y="5826"/>
                  </a:cubicBezTo>
                  <a:close/>
                  <a:moveTo>
                    <a:pt x="7940" y="7436"/>
                  </a:moveTo>
                  <a:cubicBezTo>
                    <a:pt x="8160" y="7436"/>
                    <a:pt x="8349" y="7656"/>
                    <a:pt x="8349" y="7877"/>
                  </a:cubicBezTo>
                  <a:cubicBezTo>
                    <a:pt x="8349" y="8129"/>
                    <a:pt x="8160" y="8286"/>
                    <a:pt x="7940" y="8286"/>
                  </a:cubicBezTo>
                  <a:lnTo>
                    <a:pt x="2962" y="8286"/>
                  </a:lnTo>
                  <a:cubicBezTo>
                    <a:pt x="2741" y="8286"/>
                    <a:pt x="2521" y="8066"/>
                    <a:pt x="2521" y="7877"/>
                  </a:cubicBezTo>
                  <a:cubicBezTo>
                    <a:pt x="2521" y="7656"/>
                    <a:pt x="2741" y="7436"/>
                    <a:pt x="2962" y="7436"/>
                  </a:cubicBezTo>
                  <a:close/>
                  <a:moveTo>
                    <a:pt x="1" y="1"/>
                  </a:moveTo>
                  <a:lnTo>
                    <a:pt x="1" y="5388"/>
                  </a:lnTo>
                  <a:cubicBezTo>
                    <a:pt x="1" y="5545"/>
                    <a:pt x="95" y="5703"/>
                    <a:pt x="253" y="5766"/>
                  </a:cubicBezTo>
                  <a:lnTo>
                    <a:pt x="1166" y="6239"/>
                  </a:lnTo>
                  <a:lnTo>
                    <a:pt x="253" y="6711"/>
                  </a:lnTo>
                  <a:cubicBezTo>
                    <a:pt x="127" y="6743"/>
                    <a:pt x="1" y="6900"/>
                    <a:pt x="1" y="7058"/>
                  </a:cubicBezTo>
                  <a:lnTo>
                    <a:pt x="1" y="9137"/>
                  </a:lnTo>
                  <a:lnTo>
                    <a:pt x="10807" y="9137"/>
                  </a:lnTo>
                  <a:lnTo>
                    <a:pt x="10807" y="3750"/>
                  </a:lnTo>
                  <a:cubicBezTo>
                    <a:pt x="10807" y="3592"/>
                    <a:pt x="10712" y="3435"/>
                    <a:pt x="10555" y="3403"/>
                  </a:cubicBezTo>
                  <a:lnTo>
                    <a:pt x="9673" y="2931"/>
                  </a:lnTo>
                  <a:lnTo>
                    <a:pt x="10555" y="2458"/>
                  </a:lnTo>
                  <a:cubicBezTo>
                    <a:pt x="10712" y="2363"/>
                    <a:pt x="10807" y="2237"/>
                    <a:pt x="10807" y="2080"/>
                  </a:cubicBezTo>
                  <a:lnTo>
                    <a:pt x="108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6" name="Google Shape;8036;p84"/>
          <p:cNvGrpSpPr/>
          <p:nvPr/>
        </p:nvGrpSpPr>
        <p:grpSpPr>
          <a:xfrm>
            <a:off x="5315247" y="3367345"/>
            <a:ext cx="337966" cy="355325"/>
            <a:chOff x="-9949025" y="3615575"/>
            <a:chExt cx="335550" cy="352750"/>
          </a:xfrm>
        </p:grpSpPr>
        <p:sp>
          <p:nvSpPr>
            <p:cNvPr id="8037" name="Google Shape;8037;p84"/>
            <p:cNvSpPr/>
            <p:nvPr/>
          </p:nvSpPr>
          <p:spPr>
            <a:xfrm>
              <a:off x="-9800950" y="3615575"/>
              <a:ext cx="61475" cy="61450"/>
            </a:xfrm>
            <a:custGeom>
              <a:avLst/>
              <a:gdLst/>
              <a:ahLst/>
              <a:cxnLst/>
              <a:rect l="l" t="t" r="r" b="b"/>
              <a:pathLst>
                <a:path w="2459" h="2458" extrusionOk="0">
                  <a:moveTo>
                    <a:pt x="1261" y="0"/>
                  </a:moveTo>
                  <a:cubicBezTo>
                    <a:pt x="568" y="0"/>
                    <a:pt x="1" y="567"/>
                    <a:pt x="1" y="1261"/>
                  </a:cubicBezTo>
                  <a:cubicBezTo>
                    <a:pt x="1" y="1922"/>
                    <a:pt x="536" y="2458"/>
                    <a:pt x="1261" y="2458"/>
                  </a:cubicBezTo>
                  <a:cubicBezTo>
                    <a:pt x="1891" y="2458"/>
                    <a:pt x="2458" y="1922"/>
                    <a:pt x="2458" y="1261"/>
                  </a:cubicBezTo>
                  <a:cubicBezTo>
                    <a:pt x="2458" y="567"/>
                    <a:pt x="1923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8" name="Google Shape;8038;p84"/>
            <p:cNvSpPr/>
            <p:nvPr/>
          </p:nvSpPr>
          <p:spPr>
            <a:xfrm>
              <a:off x="-9949025" y="3688650"/>
              <a:ext cx="335550" cy="279675"/>
            </a:xfrm>
            <a:custGeom>
              <a:avLst/>
              <a:gdLst/>
              <a:ahLst/>
              <a:cxnLst/>
              <a:rect l="l" t="t" r="r" b="b"/>
              <a:pathLst>
                <a:path w="13422" h="11187" extrusionOk="0">
                  <a:moveTo>
                    <a:pt x="5523" y="1"/>
                  </a:moveTo>
                  <a:cubicBezTo>
                    <a:pt x="5383" y="1"/>
                    <a:pt x="5245" y="34"/>
                    <a:pt x="5136" y="102"/>
                  </a:cubicBezTo>
                  <a:lnTo>
                    <a:pt x="599" y="2969"/>
                  </a:lnTo>
                  <a:cubicBezTo>
                    <a:pt x="158" y="3158"/>
                    <a:pt x="1" y="3630"/>
                    <a:pt x="190" y="4071"/>
                  </a:cubicBezTo>
                  <a:cubicBezTo>
                    <a:pt x="360" y="4370"/>
                    <a:pt x="617" y="4538"/>
                    <a:pt x="892" y="4538"/>
                  </a:cubicBezTo>
                  <a:cubicBezTo>
                    <a:pt x="1024" y="4538"/>
                    <a:pt x="1160" y="4500"/>
                    <a:pt x="1293" y="4418"/>
                  </a:cubicBezTo>
                  <a:lnTo>
                    <a:pt x="4727" y="2055"/>
                  </a:lnTo>
                  <a:cubicBezTo>
                    <a:pt x="5073" y="3441"/>
                    <a:pt x="5231" y="3851"/>
                    <a:pt x="5987" y="4985"/>
                  </a:cubicBezTo>
                  <a:lnTo>
                    <a:pt x="4033" y="6812"/>
                  </a:lnTo>
                  <a:cubicBezTo>
                    <a:pt x="3750" y="7096"/>
                    <a:pt x="3655" y="7505"/>
                    <a:pt x="3876" y="7852"/>
                  </a:cubicBezTo>
                  <a:lnTo>
                    <a:pt x="5703" y="10750"/>
                  </a:lnTo>
                  <a:cubicBezTo>
                    <a:pt x="5873" y="11026"/>
                    <a:pt x="6141" y="11187"/>
                    <a:pt x="6433" y="11187"/>
                  </a:cubicBezTo>
                  <a:cubicBezTo>
                    <a:pt x="6576" y="11187"/>
                    <a:pt x="6724" y="11148"/>
                    <a:pt x="6869" y="11066"/>
                  </a:cubicBezTo>
                  <a:cubicBezTo>
                    <a:pt x="7247" y="10845"/>
                    <a:pt x="7373" y="10372"/>
                    <a:pt x="7121" y="9931"/>
                  </a:cubicBezTo>
                  <a:lnTo>
                    <a:pt x="5640" y="7568"/>
                  </a:lnTo>
                  <a:lnTo>
                    <a:pt x="7594" y="5678"/>
                  </a:lnTo>
                  <a:lnTo>
                    <a:pt x="12886" y="2780"/>
                  </a:lnTo>
                  <a:cubicBezTo>
                    <a:pt x="13264" y="2591"/>
                    <a:pt x="13422" y="2055"/>
                    <a:pt x="13233" y="1677"/>
                  </a:cubicBezTo>
                  <a:cubicBezTo>
                    <a:pt x="13102" y="1394"/>
                    <a:pt x="12822" y="1217"/>
                    <a:pt x="12526" y="1217"/>
                  </a:cubicBezTo>
                  <a:cubicBezTo>
                    <a:pt x="12393" y="1217"/>
                    <a:pt x="12257" y="1252"/>
                    <a:pt x="12130" y="1331"/>
                  </a:cubicBezTo>
                  <a:lnTo>
                    <a:pt x="7342" y="4008"/>
                  </a:lnTo>
                  <a:cubicBezTo>
                    <a:pt x="6774" y="3158"/>
                    <a:pt x="6302" y="2307"/>
                    <a:pt x="6302" y="889"/>
                  </a:cubicBezTo>
                  <a:cubicBezTo>
                    <a:pt x="6270" y="574"/>
                    <a:pt x="6239" y="322"/>
                    <a:pt x="6018" y="165"/>
                  </a:cubicBezTo>
                  <a:cubicBezTo>
                    <a:pt x="5893" y="58"/>
                    <a:pt x="5707" y="1"/>
                    <a:pt x="55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9" name="Google Shape;8039;p84"/>
            <p:cNvSpPr/>
            <p:nvPr/>
          </p:nvSpPr>
          <p:spPr>
            <a:xfrm>
              <a:off x="-9947450" y="3657100"/>
              <a:ext cx="106350" cy="50650"/>
            </a:xfrm>
            <a:custGeom>
              <a:avLst/>
              <a:gdLst/>
              <a:ahLst/>
              <a:cxnLst/>
              <a:rect l="l" t="t" r="r" b="b"/>
              <a:pathLst>
                <a:path w="4254" h="2026" extrusionOk="0">
                  <a:moveTo>
                    <a:pt x="910" y="0"/>
                  </a:moveTo>
                  <a:cubicBezTo>
                    <a:pt x="499" y="0"/>
                    <a:pt x="178" y="268"/>
                    <a:pt x="64" y="639"/>
                  </a:cubicBezTo>
                  <a:cubicBezTo>
                    <a:pt x="1" y="1112"/>
                    <a:pt x="253" y="1553"/>
                    <a:pt x="694" y="1616"/>
                  </a:cubicBezTo>
                  <a:lnTo>
                    <a:pt x="2427" y="2025"/>
                  </a:lnTo>
                  <a:lnTo>
                    <a:pt x="4254" y="891"/>
                  </a:lnTo>
                  <a:lnTo>
                    <a:pt x="1041" y="9"/>
                  </a:lnTo>
                  <a:cubicBezTo>
                    <a:pt x="996" y="3"/>
                    <a:pt x="953" y="0"/>
                    <a:pt x="9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0" name="Google Shape;8040;p84"/>
          <p:cNvGrpSpPr/>
          <p:nvPr/>
        </p:nvGrpSpPr>
        <p:grpSpPr>
          <a:xfrm>
            <a:off x="7950093" y="2890851"/>
            <a:ext cx="360175" cy="358423"/>
            <a:chOff x="-9961625" y="4048175"/>
            <a:chExt cx="357600" cy="355825"/>
          </a:xfrm>
        </p:grpSpPr>
        <p:sp>
          <p:nvSpPr>
            <p:cNvPr id="8041" name="Google Shape;8041;p84"/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2" name="Google Shape;8042;p84"/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3" name="Google Shape;8043;p84"/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4" name="Google Shape;8044;p84"/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5" name="Google Shape;8045;p84"/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6" name="Google Shape;8046;p84"/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7" name="Google Shape;8047;p84"/>
          <p:cNvGrpSpPr/>
          <p:nvPr/>
        </p:nvGrpSpPr>
        <p:grpSpPr>
          <a:xfrm>
            <a:off x="6636814" y="3366363"/>
            <a:ext cx="364959" cy="357289"/>
            <a:chOff x="-8680950" y="3624225"/>
            <a:chExt cx="362350" cy="354700"/>
          </a:xfrm>
        </p:grpSpPr>
        <p:sp>
          <p:nvSpPr>
            <p:cNvPr id="8048" name="Google Shape;8048;p84"/>
            <p:cNvSpPr/>
            <p:nvPr/>
          </p:nvSpPr>
          <p:spPr>
            <a:xfrm>
              <a:off x="-8512400" y="3686450"/>
              <a:ext cx="130775" cy="129800"/>
            </a:xfrm>
            <a:custGeom>
              <a:avLst/>
              <a:gdLst/>
              <a:ahLst/>
              <a:cxnLst/>
              <a:rect l="l" t="t" r="r" b="b"/>
              <a:pathLst>
                <a:path w="5231" h="5192" extrusionOk="0">
                  <a:moveTo>
                    <a:pt x="4065" y="1"/>
                  </a:moveTo>
                  <a:lnTo>
                    <a:pt x="158" y="3876"/>
                  </a:lnTo>
                  <a:cubicBezTo>
                    <a:pt x="1" y="4096"/>
                    <a:pt x="1" y="4317"/>
                    <a:pt x="158" y="4474"/>
                  </a:cubicBezTo>
                  <a:lnTo>
                    <a:pt x="757" y="5073"/>
                  </a:lnTo>
                  <a:cubicBezTo>
                    <a:pt x="836" y="5152"/>
                    <a:pt x="938" y="5191"/>
                    <a:pt x="1041" y="5191"/>
                  </a:cubicBezTo>
                  <a:cubicBezTo>
                    <a:pt x="1143" y="5191"/>
                    <a:pt x="1245" y="5152"/>
                    <a:pt x="1324" y="5073"/>
                  </a:cubicBezTo>
                  <a:lnTo>
                    <a:pt x="5231" y="1166"/>
                  </a:lnTo>
                  <a:lnTo>
                    <a:pt x="406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9" name="Google Shape;8049;p84"/>
            <p:cNvSpPr/>
            <p:nvPr/>
          </p:nvSpPr>
          <p:spPr>
            <a:xfrm>
              <a:off x="-8395825" y="3624225"/>
              <a:ext cx="77225" cy="77225"/>
            </a:xfrm>
            <a:custGeom>
              <a:avLst/>
              <a:gdLst/>
              <a:ahLst/>
              <a:cxnLst/>
              <a:rect l="l" t="t" r="r" b="b"/>
              <a:pathLst>
                <a:path w="3089" h="3089" extrusionOk="0">
                  <a:moveTo>
                    <a:pt x="1607" y="1"/>
                  </a:moveTo>
                  <a:cubicBezTo>
                    <a:pt x="1481" y="1"/>
                    <a:pt x="1355" y="64"/>
                    <a:pt x="1292" y="158"/>
                  </a:cubicBezTo>
                  <a:lnTo>
                    <a:pt x="1" y="1891"/>
                  </a:lnTo>
                  <a:lnTo>
                    <a:pt x="1198" y="3088"/>
                  </a:lnTo>
                  <a:lnTo>
                    <a:pt x="2931" y="1797"/>
                  </a:lnTo>
                  <a:cubicBezTo>
                    <a:pt x="3057" y="1734"/>
                    <a:pt x="3088" y="1608"/>
                    <a:pt x="3088" y="1482"/>
                  </a:cubicBezTo>
                  <a:lnTo>
                    <a:pt x="3088" y="442"/>
                  </a:lnTo>
                  <a:cubicBezTo>
                    <a:pt x="3057" y="190"/>
                    <a:pt x="2868" y="1"/>
                    <a:pt x="26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0" name="Google Shape;8050;p84"/>
            <p:cNvSpPr/>
            <p:nvPr/>
          </p:nvSpPr>
          <p:spPr>
            <a:xfrm>
              <a:off x="-8676125" y="3883875"/>
              <a:ext cx="98375" cy="92925"/>
            </a:xfrm>
            <a:custGeom>
              <a:avLst/>
              <a:gdLst/>
              <a:ahLst/>
              <a:cxnLst/>
              <a:rect l="l" t="t" r="r" b="b"/>
              <a:pathLst>
                <a:path w="3935" h="3717" extrusionOk="0">
                  <a:moveTo>
                    <a:pt x="2478" y="0"/>
                  </a:moveTo>
                  <a:cubicBezTo>
                    <a:pt x="2338" y="0"/>
                    <a:pt x="2197" y="75"/>
                    <a:pt x="2108" y="201"/>
                  </a:cubicBezTo>
                  <a:lnTo>
                    <a:pt x="154" y="3130"/>
                  </a:lnTo>
                  <a:cubicBezTo>
                    <a:pt x="0" y="3413"/>
                    <a:pt x="244" y="3717"/>
                    <a:pt x="527" y="3717"/>
                  </a:cubicBezTo>
                  <a:cubicBezTo>
                    <a:pt x="591" y="3717"/>
                    <a:pt x="657" y="3701"/>
                    <a:pt x="721" y="3666"/>
                  </a:cubicBezTo>
                  <a:lnTo>
                    <a:pt x="3620" y="1744"/>
                  </a:lnTo>
                  <a:cubicBezTo>
                    <a:pt x="3903" y="1618"/>
                    <a:pt x="3935" y="1303"/>
                    <a:pt x="3746" y="1114"/>
                  </a:cubicBezTo>
                  <a:lnTo>
                    <a:pt x="2769" y="138"/>
                  </a:lnTo>
                  <a:cubicBezTo>
                    <a:pt x="2688" y="43"/>
                    <a:pt x="2583" y="0"/>
                    <a:pt x="24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84"/>
            <p:cNvSpPr/>
            <p:nvPr/>
          </p:nvSpPr>
          <p:spPr>
            <a:xfrm>
              <a:off x="-8680950" y="3708850"/>
              <a:ext cx="282800" cy="270075"/>
            </a:xfrm>
            <a:custGeom>
              <a:avLst/>
              <a:gdLst/>
              <a:ahLst/>
              <a:cxnLst/>
              <a:rect l="l" t="t" r="r" b="b"/>
              <a:pathLst>
                <a:path w="11312" h="10803" extrusionOk="0">
                  <a:moveTo>
                    <a:pt x="4337" y="4327"/>
                  </a:moveTo>
                  <a:cubicBezTo>
                    <a:pt x="4656" y="4327"/>
                    <a:pt x="4979" y="4445"/>
                    <a:pt x="5231" y="4681"/>
                  </a:cubicBezTo>
                  <a:cubicBezTo>
                    <a:pt x="5388" y="4839"/>
                    <a:pt x="5388" y="5122"/>
                    <a:pt x="5231" y="5280"/>
                  </a:cubicBezTo>
                  <a:cubicBezTo>
                    <a:pt x="5152" y="5359"/>
                    <a:pt x="5050" y="5398"/>
                    <a:pt x="4947" y="5398"/>
                  </a:cubicBezTo>
                  <a:cubicBezTo>
                    <a:pt x="4845" y="5398"/>
                    <a:pt x="4742" y="5359"/>
                    <a:pt x="4664" y="5280"/>
                  </a:cubicBezTo>
                  <a:cubicBezTo>
                    <a:pt x="4585" y="5201"/>
                    <a:pt x="4475" y="5162"/>
                    <a:pt x="4364" y="5162"/>
                  </a:cubicBezTo>
                  <a:cubicBezTo>
                    <a:pt x="4254" y="5162"/>
                    <a:pt x="4144" y="5201"/>
                    <a:pt x="4065" y="5280"/>
                  </a:cubicBezTo>
                  <a:cubicBezTo>
                    <a:pt x="3829" y="5516"/>
                    <a:pt x="3514" y="5634"/>
                    <a:pt x="3195" y="5634"/>
                  </a:cubicBezTo>
                  <a:cubicBezTo>
                    <a:pt x="2876" y="5634"/>
                    <a:pt x="2553" y="5516"/>
                    <a:pt x="2301" y="5280"/>
                  </a:cubicBezTo>
                  <a:cubicBezTo>
                    <a:pt x="2143" y="5122"/>
                    <a:pt x="2143" y="4839"/>
                    <a:pt x="2301" y="4681"/>
                  </a:cubicBezTo>
                  <a:cubicBezTo>
                    <a:pt x="2379" y="4602"/>
                    <a:pt x="2482" y="4563"/>
                    <a:pt x="2584" y="4563"/>
                  </a:cubicBezTo>
                  <a:cubicBezTo>
                    <a:pt x="2687" y="4563"/>
                    <a:pt x="2789" y="4602"/>
                    <a:pt x="2868" y="4681"/>
                  </a:cubicBezTo>
                  <a:cubicBezTo>
                    <a:pt x="2947" y="4760"/>
                    <a:pt x="3057" y="4799"/>
                    <a:pt x="3167" y="4799"/>
                  </a:cubicBezTo>
                  <a:cubicBezTo>
                    <a:pt x="3277" y="4799"/>
                    <a:pt x="3388" y="4760"/>
                    <a:pt x="3466" y="4681"/>
                  </a:cubicBezTo>
                  <a:cubicBezTo>
                    <a:pt x="3703" y="4445"/>
                    <a:pt x="4018" y="4327"/>
                    <a:pt x="4337" y="4327"/>
                  </a:cubicBezTo>
                  <a:close/>
                  <a:moveTo>
                    <a:pt x="6097" y="5697"/>
                  </a:moveTo>
                  <a:cubicBezTo>
                    <a:pt x="6207" y="5697"/>
                    <a:pt x="6318" y="5737"/>
                    <a:pt x="6396" y="5815"/>
                  </a:cubicBezTo>
                  <a:cubicBezTo>
                    <a:pt x="6869" y="6288"/>
                    <a:pt x="6869" y="7076"/>
                    <a:pt x="6396" y="7611"/>
                  </a:cubicBezTo>
                  <a:cubicBezTo>
                    <a:pt x="6239" y="7769"/>
                    <a:pt x="6239" y="8021"/>
                    <a:pt x="6396" y="8178"/>
                  </a:cubicBezTo>
                  <a:cubicBezTo>
                    <a:pt x="6554" y="8336"/>
                    <a:pt x="6554" y="8619"/>
                    <a:pt x="6396" y="8777"/>
                  </a:cubicBezTo>
                  <a:cubicBezTo>
                    <a:pt x="6318" y="8856"/>
                    <a:pt x="6207" y="8895"/>
                    <a:pt x="6097" y="8895"/>
                  </a:cubicBezTo>
                  <a:cubicBezTo>
                    <a:pt x="5987" y="8895"/>
                    <a:pt x="5877" y="8856"/>
                    <a:pt x="5798" y="8777"/>
                  </a:cubicBezTo>
                  <a:cubicBezTo>
                    <a:pt x="5325" y="8304"/>
                    <a:pt x="5325" y="7517"/>
                    <a:pt x="5798" y="7013"/>
                  </a:cubicBezTo>
                  <a:cubicBezTo>
                    <a:pt x="5955" y="6855"/>
                    <a:pt x="5955" y="6571"/>
                    <a:pt x="5798" y="6414"/>
                  </a:cubicBezTo>
                  <a:cubicBezTo>
                    <a:pt x="5640" y="6256"/>
                    <a:pt x="5640" y="5973"/>
                    <a:pt x="5798" y="5815"/>
                  </a:cubicBezTo>
                  <a:cubicBezTo>
                    <a:pt x="5877" y="5737"/>
                    <a:pt x="5987" y="5697"/>
                    <a:pt x="6097" y="5697"/>
                  </a:cubicBezTo>
                  <a:close/>
                  <a:moveTo>
                    <a:pt x="6968" y="1"/>
                  </a:moveTo>
                  <a:cubicBezTo>
                    <a:pt x="6230" y="1"/>
                    <a:pt x="5491" y="269"/>
                    <a:pt x="4916" y="806"/>
                  </a:cubicBezTo>
                  <a:lnTo>
                    <a:pt x="4286" y="1468"/>
                  </a:lnTo>
                  <a:cubicBezTo>
                    <a:pt x="4191" y="1562"/>
                    <a:pt x="4128" y="1783"/>
                    <a:pt x="4222" y="1909"/>
                  </a:cubicBezTo>
                  <a:cubicBezTo>
                    <a:pt x="4380" y="2255"/>
                    <a:pt x="4286" y="2633"/>
                    <a:pt x="4065" y="2854"/>
                  </a:cubicBezTo>
                  <a:cubicBezTo>
                    <a:pt x="3892" y="3027"/>
                    <a:pt x="3643" y="3124"/>
                    <a:pt x="3401" y="3124"/>
                  </a:cubicBezTo>
                  <a:cubicBezTo>
                    <a:pt x="3203" y="3124"/>
                    <a:pt x="3010" y="3059"/>
                    <a:pt x="2868" y="2917"/>
                  </a:cubicBezTo>
                  <a:lnTo>
                    <a:pt x="2616" y="2633"/>
                  </a:lnTo>
                  <a:cubicBezTo>
                    <a:pt x="2537" y="2555"/>
                    <a:pt x="2427" y="2515"/>
                    <a:pt x="2316" y="2515"/>
                  </a:cubicBezTo>
                  <a:cubicBezTo>
                    <a:pt x="2206" y="2515"/>
                    <a:pt x="2096" y="2555"/>
                    <a:pt x="2017" y="2633"/>
                  </a:cubicBezTo>
                  <a:lnTo>
                    <a:pt x="1419" y="3232"/>
                  </a:lnTo>
                  <a:cubicBezTo>
                    <a:pt x="158" y="4492"/>
                    <a:pt x="1" y="6445"/>
                    <a:pt x="946" y="7895"/>
                  </a:cubicBezTo>
                  <a:lnTo>
                    <a:pt x="1608" y="6792"/>
                  </a:lnTo>
                  <a:cubicBezTo>
                    <a:pt x="1765" y="6477"/>
                    <a:pt x="2143" y="6256"/>
                    <a:pt x="2521" y="6225"/>
                  </a:cubicBezTo>
                  <a:cubicBezTo>
                    <a:pt x="2590" y="6214"/>
                    <a:pt x="2659" y="6209"/>
                    <a:pt x="2726" y="6209"/>
                  </a:cubicBezTo>
                  <a:cubicBezTo>
                    <a:pt x="3056" y="6209"/>
                    <a:pt x="3357" y="6336"/>
                    <a:pt x="3592" y="6571"/>
                  </a:cubicBezTo>
                  <a:lnTo>
                    <a:pt x="4569" y="7548"/>
                  </a:lnTo>
                  <a:cubicBezTo>
                    <a:pt x="4853" y="7832"/>
                    <a:pt x="4979" y="8210"/>
                    <a:pt x="4916" y="8619"/>
                  </a:cubicBezTo>
                  <a:cubicBezTo>
                    <a:pt x="4884" y="8997"/>
                    <a:pt x="4601" y="9312"/>
                    <a:pt x="4286" y="9533"/>
                  </a:cubicBezTo>
                  <a:lnTo>
                    <a:pt x="3246" y="10195"/>
                  </a:lnTo>
                  <a:cubicBezTo>
                    <a:pt x="3867" y="10600"/>
                    <a:pt x="4575" y="10802"/>
                    <a:pt x="5283" y="10802"/>
                  </a:cubicBezTo>
                  <a:cubicBezTo>
                    <a:pt x="6227" y="10802"/>
                    <a:pt x="7170" y="10442"/>
                    <a:pt x="7909" y="9722"/>
                  </a:cubicBezTo>
                  <a:lnTo>
                    <a:pt x="8507" y="9123"/>
                  </a:lnTo>
                  <a:cubicBezTo>
                    <a:pt x="8665" y="8966"/>
                    <a:pt x="8665" y="8682"/>
                    <a:pt x="8507" y="8525"/>
                  </a:cubicBezTo>
                  <a:lnTo>
                    <a:pt x="8224" y="8273"/>
                  </a:lnTo>
                  <a:cubicBezTo>
                    <a:pt x="7909" y="7958"/>
                    <a:pt x="7972" y="7391"/>
                    <a:pt x="8287" y="7076"/>
                  </a:cubicBezTo>
                  <a:cubicBezTo>
                    <a:pt x="8432" y="6930"/>
                    <a:pt x="8659" y="6840"/>
                    <a:pt x="8887" y="6840"/>
                  </a:cubicBezTo>
                  <a:cubicBezTo>
                    <a:pt x="9005" y="6840"/>
                    <a:pt x="9124" y="6864"/>
                    <a:pt x="9232" y="6918"/>
                  </a:cubicBezTo>
                  <a:cubicBezTo>
                    <a:pt x="9294" y="6955"/>
                    <a:pt x="9361" y="6973"/>
                    <a:pt x="9427" y="6973"/>
                  </a:cubicBezTo>
                  <a:cubicBezTo>
                    <a:pt x="9529" y="6973"/>
                    <a:pt x="9628" y="6931"/>
                    <a:pt x="9704" y="6855"/>
                  </a:cubicBezTo>
                  <a:lnTo>
                    <a:pt x="10334" y="6225"/>
                  </a:lnTo>
                  <a:cubicBezTo>
                    <a:pt x="11154" y="5185"/>
                    <a:pt x="11311" y="3831"/>
                    <a:pt x="10713" y="2696"/>
                  </a:cubicBezTo>
                  <a:lnTo>
                    <a:pt x="10713" y="2696"/>
                  </a:lnTo>
                  <a:lnTo>
                    <a:pt x="8665" y="4744"/>
                  </a:lnTo>
                  <a:cubicBezTo>
                    <a:pt x="8428" y="4980"/>
                    <a:pt x="8113" y="5099"/>
                    <a:pt x="7794" y="5099"/>
                  </a:cubicBezTo>
                  <a:cubicBezTo>
                    <a:pt x="7475" y="5099"/>
                    <a:pt x="7152" y="4980"/>
                    <a:pt x="6900" y="4744"/>
                  </a:cubicBezTo>
                  <a:lnTo>
                    <a:pt x="6302" y="4177"/>
                  </a:lnTo>
                  <a:cubicBezTo>
                    <a:pt x="5829" y="3705"/>
                    <a:pt x="5829" y="2917"/>
                    <a:pt x="6302" y="2381"/>
                  </a:cubicBezTo>
                  <a:lnTo>
                    <a:pt x="8350" y="334"/>
                  </a:lnTo>
                  <a:cubicBezTo>
                    <a:pt x="7918" y="112"/>
                    <a:pt x="7443" y="1"/>
                    <a:pt x="69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84"/>
            <p:cNvSpPr/>
            <p:nvPr/>
          </p:nvSpPr>
          <p:spPr>
            <a:xfrm>
              <a:off x="-8440725" y="3857375"/>
              <a:ext cx="117400" cy="86450"/>
            </a:xfrm>
            <a:custGeom>
              <a:avLst/>
              <a:gdLst/>
              <a:ahLst/>
              <a:cxnLst/>
              <a:rect l="l" t="t" r="r" b="b"/>
              <a:pathLst>
                <a:path w="4696" h="3458" extrusionOk="0">
                  <a:moveTo>
                    <a:pt x="1765" y="0"/>
                  </a:moveTo>
                  <a:cubicBezTo>
                    <a:pt x="1608" y="284"/>
                    <a:pt x="1419" y="567"/>
                    <a:pt x="1198" y="788"/>
                  </a:cubicBezTo>
                  <a:lnTo>
                    <a:pt x="568" y="1418"/>
                  </a:lnTo>
                  <a:cubicBezTo>
                    <a:pt x="410" y="1576"/>
                    <a:pt x="190" y="1702"/>
                    <a:pt x="1" y="1733"/>
                  </a:cubicBezTo>
                  <a:lnTo>
                    <a:pt x="442" y="2174"/>
                  </a:lnTo>
                  <a:cubicBezTo>
                    <a:pt x="830" y="2563"/>
                    <a:pt x="1382" y="2767"/>
                    <a:pt x="1930" y="2767"/>
                  </a:cubicBezTo>
                  <a:cubicBezTo>
                    <a:pt x="2316" y="2767"/>
                    <a:pt x="2700" y="2666"/>
                    <a:pt x="3025" y="2458"/>
                  </a:cubicBezTo>
                  <a:lnTo>
                    <a:pt x="3939" y="3340"/>
                  </a:lnTo>
                  <a:cubicBezTo>
                    <a:pt x="4018" y="3419"/>
                    <a:pt x="4128" y="3458"/>
                    <a:pt x="4238" y="3458"/>
                  </a:cubicBezTo>
                  <a:cubicBezTo>
                    <a:pt x="4349" y="3458"/>
                    <a:pt x="4459" y="3419"/>
                    <a:pt x="4538" y="3340"/>
                  </a:cubicBezTo>
                  <a:cubicBezTo>
                    <a:pt x="4695" y="3182"/>
                    <a:pt x="4695" y="2930"/>
                    <a:pt x="4538" y="2773"/>
                  </a:cubicBezTo>
                  <a:lnTo>
                    <a:pt x="176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84"/>
            <p:cNvSpPr/>
            <p:nvPr/>
          </p:nvSpPr>
          <p:spPr>
            <a:xfrm>
              <a:off x="-8638400" y="3630725"/>
              <a:ext cx="86650" cy="115625"/>
            </a:xfrm>
            <a:custGeom>
              <a:avLst/>
              <a:gdLst/>
              <a:ahLst/>
              <a:cxnLst/>
              <a:rect l="l" t="t" r="r" b="b"/>
              <a:pathLst>
                <a:path w="3466" h="4625" extrusionOk="0">
                  <a:moveTo>
                    <a:pt x="457" y="1"/>
                  </a:moveTo>
                  <a:cubicBezTo>
                    <a:pt x="347" y="1"/>
                    <a:pt x="236" y="40"/>
                    <a:pt x="158" y="119"/>
                  </a:cubicBezTo>
                  <a:cubicBezTo>
                    <a:pt x="0" y="277"/>
                    <a:pt x="0" y="560"/>
                    <a:pt x="158" y="718"/>
                  </a:cubicBezTo>
                  <a:lnTo>
                    <a:pt x="1071" y="1631"/>
                  </a:lnTo>
                  <a:cubicBezTo>
                    <a:pt x="819" y="1978"/>
                    <a:pt x="693" y="2387"/>
                    <a:pt x="693" y="2765"/>
                  </a:cubicBezTo>
                  <a:cubicBezTo>
                    <a:pt x="693" y="3269"/>
                    <a:pt x="914" y="3805"/>
                    <a:pt x="1292" y="4183"/>
                  </a:cubicBezTo>
                  <a:lnTo>
                    <a:pt x="1733" y="4624"/>
                  </a:lnTo>
                  <a:cubicBezTo>
                    <a:pt x="1764" y="4435"/>
                    <a:pt x="1890" y="4215"/>
                    <a:pt x="2048" y="4057"/>
                  </a:cubicBezTo>
                  <a:lnTo>
                    <a:pt x="2678" y="3427"/>
                  </a:lnTo>
                  <a:cubicBezTo>
                    <a:pt x="2899" y="3206"/>
                    <a:pt x="3182" y="3017"/>
                    <a:pt x="3466" y="2860"/>
                  </a:cubicBezTo>
                  <a:lnTo>
                    <a:pt x="756" y="119"/>
                  </a:lnTo>
                  <a:cubicBezTo>
                    <a:pt x="677" y="40"/>
                    <a:pt x="567" y="1"/>
                    <a:pt x="4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4" name="Google Shape;8054;p84"/>
          <p:cNvGrpSpPr/>
          <p:nvPr/>
        </p:nvGrpSpPr>
        <p:grpSpPr>
          <a:xfrm>
            <a:off x="5773058" y="1532024"/>
            <a:ext cx="313365" cy="355476"/>
            <a:chOff x="-13056975" y="3212300"/>
            <a:chExt cx="311125" cy="352900"/>
          </a:xfrm>
        </p:grpSpPr>
        <p:sp>
          <p:nvSpPr>
            <p:cNvPr id="8055" name="Google Shape;8055;p84"/>
            <p:cNvSpPr/>
            <p:nvPr/>
          </p:nvSpPr>
          <p:spPr>
            <a:xfrm>
              <a:off x="-12972700" y="3273750"/>
              <a:ext cx="144950" cy="229225"/>
            </a:xfrm>
            <a:custGeom>
              <a:avLst/>
              <a:gdLst/>
              <a:ahLst/>
              <a:cxnLst/>
              <a:rect l="l" t="t" r="r" b="b"/>
              <a:pathLst>
                <a:path w="5798" h="9169" extrusionOk="0">
                  <a:moveTo>
                    <a:pt x="0" y="0"/>
                  </a:moveTo>
                  <a:lnTo>
                    <a:pt x="0" y="819"/>
                  </a:lnTo>
                  <a:lnTo>
                    <a:pt x="851" y="819"/>
                  </a:lnTo>
                  <a:lnTo>
                    <a:pt x="851" y="8538"/>
                  </a:lnTo>
                  <a:lnTo>
                    <a:pt x="788" y="8538"/>
                  </a:lnTo>
                  <a:cubicBezTo>
                    <a:pt x="1071" y="8696"/>
                    <a:pt x="1355" y="8853"/>
                    <a:pt x="1639" y="8948"/>
                  </a:cubicBezTo>
                  <a:lnTo>
                    <a:pt x="1639" y="851"/>
                  </a:lnTo>
                  <a:lnTo>
                    <a:pt x="2458" y="851"/>
                  </a:lnTo>
                  <a:lnTo>
                    <a:pt x="2458" y="9137"/>
                  </a:lnTo>
                  <a:cubicBezTo>
                    <a:pt x="2615" y="9137"/>
                    <a:pt x="2741" y="9168"/>
                    <a:pt x="2899" y="9168"/>
                  </a:cubicBezTo>
                  <a:cubicBezTo>
                    <a:pt x="3056" y="9168"/>
                    <a:pt x="3151" y="9137"/>
                    <a:pt x="3308" y="9137"/>
                  </a:cubicBezTo>
                  <a:lnTo>
                    <a:pt x="3308" y="851"/>
                  </a:lnTo>
                  <a:lnTo>
                    <a:pt x="4159" y="851"/>
                  </a:lnTo>
                  <a:lnTo>
                    <a:pt x="4159" y="8948"/>
                  </a:lnTo>
                  <a:cubicBezTo>
                    <a:pt x="4411" y="8822"/>
                    <a:pt x="4695" y="8696"/>
                    <a:pt x="4978" y="8538"/>
                  </a:cubicBezTo>
                  <a:lnTo>
                    <a:pt x="4978" y="819"/>
                  </a:lnTo>
                  <a:lnTo>
                    <a:pt x="5797" y="819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6" name="Google Shape;8056;p84"/>
            <p:cNvSpPr/>
            <p:nvPr/>
          </p:nvSpPr>
          <p:spPr>
            <a:xfrm>
              <a:off x="-128088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lnTo>
                    <a:pt x="0" y="5514"/>
                  </a:lnTo>
                  <a:cubicBezTo>
                    <a:pt x="0" y="5672"/>
                    <a:pt x="32" y="5829"/>
                    <a:pt x="158" y="5987"/>
                  </a:cubicBezTo>
                  <a:cubicBezTo>
                    <a:pt x="536" y="6617"/>
                    <a:pt x="788" y="7310"/>
                    <a:pt x="851" y="8003"/>
                  </a:cubicBezTo>
                  <a:cubicBezTo>
                    <a:pt x="945" y="8759"/>
                    <a:pt x="756" y="9452"/>
                    <a:pt x="347" y="10114"/>
                  </a:cubicBezTo>
                  <a:lnTo>
                    <a:pt x="1607" y="11122"/>
                  </a:lnTo>
                  <a:cubicBezTo>
                    <a:pt x="2174" y="10208"/>
                    <a:pt x="2521" y="9137"/>
                    <a:pt x="2521" y="8003"/>
                  </a:cubicBezTo>
                  <a:cubicBezTo>
                    <a:pt x="2489" y="7026"/>
                    <a:pt x="2174" y="6113"/>
                    <a:pt x="1702" y="5294"/>
                  </a:cubicBezTo>
                  <a:lnTo>
                    <a:pt x="1702" y="4979"/>
                  </a:lnTo>
                  <a:lnTo>
                    <a:pt x="1702" y="2395"/>
                  </a:lnTo>
                  <a:lnTo>
                    <a:pt x="1891" y="2301"/>
                  </a:lnTo>
                  <a:cubicBezTo>
                    <a:pt x="2269" y="2049"/>
                    <a:pt x="2521" y="1671"/>
                    <a:pt x="2521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84"/>
            <p:cNvSpPr/>
            <p:nvPr/>
          </p:nvSpPr>
          <p:spPr>
            <a:xfrm>
              <a:off x="-130569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0" y="1"/>
                  </a:moveTo>
                  <a:cubicBezTo>
                    <a:pt x="567" y="1"/>
                    <a:pt x="0" y="568"/>
                    <a:pt x="0" y="1230"/>
                  </a:cubicBezTo>
                  <a:cubicBezTo>
                    <a:pt x="32" y="1671"/>
                    <a:pt x="284" y="2112"/>
                    <a:pt x="662" y="2301"/>
                  </a:cubicBezTo>
                  <a:lnTo>
                    <a:pt x="851" y="2427"/>
                  </a:lnTo>
                  <a:lnTo>
                    <a:pt x="851" y="4979"/>
                  </a:lnTo>
                  <a:lnTo>
                    <a:pt x="851" y="5294"/>
                  </a:lnTo>
                  <a:cubicBezTo>
                    <a:pt x="378" y="6113"/>
                    <a:pt x="63" y="7026"/>
                    <a:pt x="32" y="8003"/>
                  </a:cubicBezTo>
                  <a:cubicBezTo>
                    <a:pt x="32" y="9137"/>
                    <a:pt x="378" y="10208"/>
                    <a:pt x="945" y="11122"/>
                  </a:cubicBezTo>
                  <a:lnTo>
                    <a:pt x="2206" y="10145"/>
                  </a:lnTo>
                  <a:cubicBezTo>
                    <a:pt x="1859" y="9515"/>
                    <a:pt x="1639" y="8791"/>
                    <a:pt x="1702" y="8035"/>
                  </a:cubicBezTo>
                  <a:lnTo>
                    <a:pt x="1702" y="8003"/>
                  </a:lnTo>
                  <a:cubicBezTo>
                    <a:pt x="1733" y="7279"/>
                    <a:pt x="1954" y="6585"/>
                    <a:pt x="2363" y="5987"/>
                  </a:cubicBezTo>
                  <a:cubicBezTo>
                    <a:pt x="2458" y="5829"/>
                    <a:pt x="2521" y="5672"/>
                    <a:pt x="2521" y="5514"/>
                  </a:cubicBezTo>
                  <a:lnTo>
                    <a:pt x="2521" y="1230"/>
                  </a:ln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84"/>
            <p:cNvSpPr/>
            <p:nvPr/>
          </p:nvSpPr>
          <p:spPr>
            <a:xfrm>
              <a:off x="-13020750" y="3483250"/>
              <a:ext cx="240250" cy="81950"/>
            </a:xfrm>
            <a:custGeom>
              <a:avLst/>
              <a:gdLst/>
              <a:ahLst/>
              <a:cxnLst/>
              <a:rect l="l" t="t" r="r" b="b"/>
              <a:pathLst>
                <a:path w="9610" h="3278" extrusionOk="0">
                  <a:moveTo>
                    <a:pt x="1261" y="1"/>
                  </a:moveTo>
                  <a:lnTo>
                    <a:pt x="0" y="977"/>
                  </a:lnTo>
                  <a:cubicBezTo>
                    <a:pt x="1103" y="2395"/>
                    <a:pt x="2867" y="3277"/>
                    <a:pt x="4821" y="3277"/>
                  </a:cubicBezTo>
                  <a:cubicBezTo>
                    <a:pt x="6743" y="3277"/>
                    <a:pt x="8475" y="2363"/>
                    <a:pt x="9610" y="977"/>
                  </a:cubicBezTo>
                  <a:lnTo>
                    <a:pt x="8349" y="1"/>
                  </a:lnTo>
                  <a:cubicBezTo>
                    <a:pt x="7530" y="946"/>
                    <a:pt x="6270" y="1639"/>
                    <a:pt x="4821" y="1639"/>
                  </a:cubicBezTo>
                  <a:cubicBezTo>
                    <a:pt x="3466" y="1639"/>
                    <a:pt x="2143" y="1009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9" name="Google Shape;8059;p84"/>
          <p:cNvGrpSpPr/>
          <p:nvPr/>
        </p:nvGrpSpPr>
        <p:grpSpPr>
          <a:xfrm>
            <a:off x="5750446" y="1972818"/>
            <a:ext cx="358588" cy="355325"/>
            <a:chOff x="-13077450" y="3647075"/>
            <a:chExt cx="356025" cy="352750"/>
          </a:xfrm>
        </p:grpSpPr>
        <p:sp>
          <p:nvSpPr>
            <p:cNvPr id="8060" name="Google Shape;8060;p84"/>
            <p:cNvSpPr/>
            <p:nvPr/>
          </p:nvSpPr>
          <p:spPr>
            <a:xfrm>
              <a:off x="-13014450" y="3708500"/>
              <a:ext cx="104000" cy="145750"/>
            </a:xfrm>
            <a:custGeom>
              <a:avLst/>
              <a:gdLst/>
              <a:ahLst/>
              <a:cxnLst/>
              <a:rect l="l" t="t" r="r" b="b"/>
              <a:pathLst>
                <a:path w="4160" h="5830" extrusionOk="0">
                  <a:moveTo>
                    <a:pt x="2899" y="820"/>
                  </a:moveTo>
                  <a:cubicBezTo>
                    <a:pt x="3151" y="820"/>
                    <a:pt x="3309" y="1041"/>
                    <a:pt x="3309" y="1261"/>
                  </a:cubicBezTo>
                  <a:cubicBezTo>
                    <a:pt x="3309" y="1513"/>
                    <a:pt x="3088" y="1671"/>
                    <a:pt x="2899" y="1671"/>
                  </a:cubicBezTo>
                  <a:lnTo>
                    <a:pt x="1198" y="1671"/>
                  </a:lnTo>
                  <a:cubicBezTo>
                    <a:pt x="977" y="1671"/>
                    <a:pt x="788" y="1482"/>
                    <a:pt x="788" y="1261"/>
                  </a:cubicBezTo>
                  <a:cubicBezTo>
                    <a:pt x="788" y="1041"/>
                    <a:pt x="977" y="820"/>
                    <a:pt x="1198" y="820"/>
                  </a:cubicBezTo>
                  <a:close/>
                  <a:moveTo>
                    <a:pt x="2899" y="2490"/>
                  </a:moveTo>
                  <a:cubicBezTo>
                    <a:pt x="3151" y="2490"/>
                    <a:pt x="3309" y="2679"/>
                    <a:pt x="3309" y="2868"/>
                  </a:cubicBezTo>
                  <a:cubicBezTo>
                    <a:pt x="3309" y="3151"/>
                    <a:pt x="3088" y="3309"/>
                    <a:pt x="2899" y="3309"/>
                  </a:cubicBezTo>
                  <a:lnTo>
                    <a:pt x="1198" y="3309"/>
                  </a:lnTo>
                  <a:cubicBezTo>
                    <a:pt x="977" y="3309"/>
                    <a:pt x="788" y="3120"/>
                    <a:pt x="788" y="2868"/>
                  </a:cubicBezTo>
                  <a:cubicBezTo>
                    <a:pt x="788" y="2647"/>
                    <a:pt x="977" y="2490"/>
                    <a:pt x="1198" y="2490"/>
                  </a:cubicBezTo>
                  <a:close/>
                  <a:moveTo>
                    <a:pt x="2899" y="4191"/>
                  </a:moveTo>
                  <a:cubicBezTo>
                    <a:pt x="3151" y="4191"/>
                    <a:pt x="3309" y="4380"/>
                    <a:pt x="3309" y="4632"/>
                  </a:cubicBezTo>
                  <a:cubicBezTo>
                    <a:pt x="3309" y="4821"/>
                    <a:pt x="3088" y="5010"/>
                    <a:pt x="2899" y="5010"/>
                  </a:cubicBezTo>
                  <a:lnTo>
                    <a:pt x="1198" y="5010"/>
                  </a:lnTo>
                  <a:cubicBezTo>
                    <a:pt x="977" y="5010"/>
                    <a:pt x="788" y="4821"/>
                    <a:pt x="788" y="4632"/>
                  </a:cubicBezTo>
                  <a:cubicBezTo>
                    <a:pt x="788" y="4380"/>
                    <a:pt x="977" y="4191"/>
                    <a:pt x="1198" y="4191"/>
                  </a:cubicBezTo>
                  <a:close/>
                  <a:moveTo>
                    <a:pt x="1" y="1"/>
                  </a:moveTo>
                  <a:lnTo>
                    <a:pt x="1" y="5829"/>
                  </a:lnTo>
                  <a:lnTo>
                    <a:pt x="4159" y="5829"/>
                  </a:lnTo>
                  <a:lnTo>
                    <a:pt x="4159" y="1261"/>
                  </a:lnTo>
                  <a:cubicBezTo>
                    <a:pt x="4128" y="600"/>
                    <a:pt x="3561" y="1"/>
                    <a:pt x="28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84"/>
            <p:cNvSpPr/>
            <p:nvPr/>
          </p:nvSpPr>
          <p:spPr>
            <a:xfrm>
              <a:off x="-12890800" y="3708500"/>
              <a:ext cx="104775" cy="145750"/>
            </a:xfrm>
            <a:custGeom>
              <a:avLst/>
              <a:gdLst/>
              <a:ahLst/>
              <a:cxnLst/>
              <a:rect l="l" t="t" r="r" b="b"/>
              <a:pathLst>
                <a:path w="4191" h="5830" extrusionOk="0">
                  <a:moveTo>
                    <a:pt x="2931" y="820"/>
                  </a:moveTo>
                  <a:cubicBezTo>
                    <a:pt x="3151" y="852"/>
                    <a:pt x="3340" y="1041"/>
                    <a:pt x="3340" y="1261"/>
                  </a:cubicBezTo>
                  <a:cubicBezTo>
                    <a:pt x="3340" y="1513"/>
                    <a:pt x="3151" y="1671"/>
                    <a:pt x="2931" y="1671"/>
                  </a:cubicBezTo>
                  <a:lnTo>
                    <a:pt x="1230" y="1671"/>
                  </a:lnTo>
                  <a:cubicBezTo>
                    <a:pt x="1009" y="1671"/>
                    <a:pt x="820" y="1482"/>
                    <a:pt x="820" y="1261"/>
                  </a:cubicBezTo>
                  <a:cubicBezTo>
                    <a:pt x="820" y="1041"/>
                    <a:pt x="1040" y="820"/>
                    <a:pt x="1230" y="820"/>
                  </a:cubicBezTo>
                  <a:close/>
                  <a:moveTo>
                    <a:pt x="2931" y="2490"/>
                  </a:moveTo>
                  <a:cubicBezTo>
                    <a:pt x="3151" y="2490"/>
                    <a:pt x="3340" y="2679"/>
                    <a:pt x="3340" y="2868"/>
                  </a:cubicBezTo>
                  <a:cubicBezTo>
                    <a:pt x="3340" y="3151"/>
                    <a:pt x="3151" y="3309"/>
                    <a:pt x="2931" y="3309"/>
                  </a:cubicBezTo>
                  <a:lnTo>
                    <a:pt x="1230" y="3309"/>
                  </a:lnTo>
                  <a:cubicBezTo>
                    <a:pt x="1009" y="3309"/>
                    <a:pt x="820" y="3120"/>
                    <a:pt x="820" y="2868"/>
                  </a:cubicBezTo>
                  <a:cubicBezTo>
                    <a:pt x="820" y="2647"/>
                    <a:pt x="1040" y="2490"/>
                    <a:pt x="1230" y="2490"/>
                  </a:cubicBezTo>
                  <a:close/>
                  <a:moveTo>
                    <a:pt x="2931" y="4191"/>
                  </a:moveTo>
                  <a:cubicBezTo>
                    <a:pt x="3151" y="4191"/>
                    <a:pt x="3340" y="4380"/>
                    <a:pt x="3340" y="4632"/>
                  </a:cubicBezTo>
                  <a:cubicBezTo>
                    <a:pt x="3340" y="4821"/>
                    <a:pt x="3151" y="5010"/>
                    <a:pt x="2931" y="5010"/>
                  </a:cubicBezTo>
                  <a:lnTo>
                    <a:pt x="1230" y="5010"/>
                  </a:lnTo>
                  <a:cubicBezTo>
                    <a:pt x="1009" y="5010"/>
                    <a:pt x="820" y="4821"/>
                    <a:pt x="820" y="4632"/>
                  </a:cubicBezTo>
                  <a:cubicBezTo>
                    <a:pt x="820" y="4380"/>
                    <a:pt x="1040" y="4191"/>
                    <a:pt x="1230" y="4191"/>
                  </a:cubicBezTo>
                  <a:close/>
                  <a:moveTo>
                    <a:pt x="1261" y="1"/>
                  </a:moveTo>
                  <a:cubicBezTo>
                    <a:pt x="568" y="1"/>
                    <a:pt x="1" y="600"/>
                    <a:pt x="1" y="1261"/>
                  </a:cubicBezTo>
                  <a:lnTo>
                    <a:pt x="1" y="5829"/>
                  </a:lnTo>
                  <a:lnTo>
                    <a:pt x="4191" y="5829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84"/>
            <p:cNvSpPr/>
            <p:nvPr/>
          </p:nvSpPr>
          <p:spPr>
            <a:xfrm>
              <a:off x="-13077450" y="3647075"/>
              <a:ext cx="356025" cy="352750"/>
            </a:xfrm>
            <a:custGeom>
              <a:avLst/>
              <a:gdLst/>
              <a:ahLst/>
              <a:cxnLst/>
              <a:rect l="l" t="t" r="r" b="b"/>
              <a:pathLst>
                <a:path w="14241" h="14110" extrusionOk="0">
                  <a:moveTo>
                    <a:pt x="12130" y="1670"/>
                  </a:moveTo>
                  <a:cubicBezTo>
                    <a:pt x="12350" y="1670"/>
                    <a:pt x="12508" y="1891"/>
                    <a:pt x="12508" y="2080"/>
                  </a:cubicBezTo>
                  <a:lnTo>
                    <a:pt x="12508" y="8727"/>
                  </a:lnTo>
                  <a:lnTo>
                    <a:pt x="12476" y="8727"/>
                  </a:lnTo>
                  <a:cubicBezTo>
                    <a:pt x="12476" y="8979"/>
                    <a:pt x="12287" y="9168"/>
                    <a:pt x="12067" y="9168"/>
                  </a:cubicBezTo>
                  <a:lnTo>
                    <a:pt x="2111" y="9168"/>
                  </a:lnTo>
                  <a:cubicBezTo>
                    <a:pt x="1890" y="9168"/>
                    <a:pt x="1733" y="8979"/>
                    <a:pt x="1733" y="8727"/>
                  </a:cubicBezTo>
                  <a:lnTo>
                    <a:pt x="1733" y="2080"/>
                  </a:lnTo>
                  <a:cubicBezTo>
                    <a:pt x="1733" y="1828"/>
                    <a:pt x="1922" y="1670"/>
                    <a:pt x="2111" y="1670"/>
                  </a:cubicBezTo>
                  <a:lnTo>
                    <a:pt x="5450" y="1670"/>
                  </a:lnTo>
                  <a:cubicBezTo>
                    <a:pt x="6144" y="1670"/>
                    <a:pt x="6711" y="1985"/>
                    <a:pt x="7120" y="2521"/>
                  </a:cubicBezTo>
                  <a:cubicBezTo>
                    <a:pt x="7498" y="1985"/>
                    <a:pt x="8097" y="1670"/>
                    <a:pt x="8790" y="1670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36"/>
                    <a:pt x="0" y="1229"/>
                  </a:cubicBezTo>
                  <a:lnTo>
                    <a:pt x="0" y="9547"/>
                  </a:lnTo>
                  <a:cubicBezTo>
                    <a:pt x="0" y="10240"/>
                    <a:pt x="536" y="10775"/>
                    <a:pt x="1260" y="10775"/>
                  </a:cubicBezTo>
                  <a:lnTo>
                    <a:pt x="6238" y="10775"/>
                  </a:lnTo>
                  <a:lnTo>
                    <a:pt x="4285" y="13422"/>
                  </a:lnTo>
                  <a:cubicBezTo>
                    <a:pt x="4159" y="13611"/>
                    <a:pt x="4159" y="13863"/>
                    <a:pt x="4348" y="14020"/>
                  </a:cubicBezTo>
                  <a:cubicBezTo>
                    <a:pt x="4439" y="14059"/>
                    <a:pt x="4531" y="14082"/>
                    <a:pt x="4617" y="14082"/>
                  </a:cubicBezTo>
                  <a:cubicBezTo>
                    <a:pt x="4740" y="14082"/>
                    <a:pt x="4854" y="14036"/>
                    <a:pt x="4946" y="13926"/>
                  </a:cubicBezTo>
                  <a:lnTo>
                    <a:pt x="6679" y="11594"/>
                  </a:lnTo>
                  <a:lnTo>
                    <a:pt x="6679" y="12855"/>
                  </a:lnTo>
                  <a:cubicBezTo>
                    <a:pt x="6679" y="13107"/>
                    <a:pt x="6900" y="13296"/>
                    <a:pt x="7120" y="13296"/>
                  </a:cubicBezTo>
                  <a:cubicBezTo>
                    <a:pt x="7341" y="13296"/>
                    <a:pt x="7561" y="13107"/>
                    <a:pt x="7561" y="12855"/>
                  </a:cubicBezTo>
                  <a:lnTo>
                    <a:pt x="7561" y="11594"/>
                  </a:lnTo>
                  <a:lnTo>
                    <a:pt x="9294" y="13926"/>
                  </a:lnTo>
                  <a:cubicBezTo>
                    <a:pt x="9352" y="14041"/>
                    <a:pt x="9480" y="14109"/>
                    <a:pt x="9614" y="14109"/>
                  </a:cubicBezTo>
                  <a:cubicBezTo>
                    <a:pt x="9700" y="14109"/>
                    <a:pt x="9788" y="14082"/>
                    <a:pt x="9861" y="14020"/>
                  </a:cubicBezTo>
                  <a:cubicBezTo>
                    <a:pt x="10082" y="13894"/>
                    <a:pt x="10113" y="13611"/>
                    <a:pt x="9956" y="13422"/>
                  </a:cubicBezTo>
                  <a:lnTo>
                    <a:pt x="8002" y="10775"/>
                  </a:lnTo>
                  <a:lnTo>
                    <a:pt x="12980" y="10775"/>
                  </a:lnTo>
                  <a:cubicBezTo>
                    <a:pt x="13673" y="10775"/>
                    <a:pt x="14240" y="10240"/>
                    <a:pt x="14240" y="9547"/>
                  </a:cubicBezTo>
                  <a:lnTo>
                    <a:pt x="14240" y="1229"/>
                  </a:lnTo>
                  <a:cubicBezTo>
                    <a:pt x="14114" y="536"/>
                    <a:pt x="13579" y="1"/>
                    <a:pt x="128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63" name="Google Shape;8063;p84"/>
          <p:cNvGrpSpPr/>
          <p:nvPr/>
        </p:nvGrpSpPr>
        <p:grpSpPr>
          <a:xfrm>
            <a:off x="5761552" y="2416418"/>
            <a:ext cx="357002" cy="357037"/>
            <a:chOff x="-13079025" y="4079475"/>
            <a:chExt cx="354450" cy="354450"/>
          </a:xfrm>
        </p:grpSpPr>
        <p:sp>
          <p:nvSpPr>
            <p:cNvPr id="8064" name="Google Shape;8064;p84"/>
            <p:cNvSpPr/>
            <p:nvPr/>
          </p:nvSpPr>
          <p:spPr>
            <a:xfrm>
              <a:off x="-13004200" y="4079475"/>
              <a:ext cx="207150" cy="63050"/>
            </a:xfrm>
            <a:custGeom>
              <a:avLst/>
              <a:gdLst/>
              <a:ahLst/>
              <a:cxnLst/>
              <a:rect l="l" t="t" r="r" b="b"/>
              <a:pathLst>
                <a:path w="8286" h="2522" extrusionOk="0">
                  <a:moveTo>
                    <a:pt x="4159" y="1"/>
                  </a:moveTo>
                  <a:cubicBezTo>
                    <a:pt x="1859" y="1"/>
                    <a:pt x="0" y="568"/>
                    <a:pt x="0" y="1261"/>
                  </a:cubicBezTo>
                  <a:cubicBezTo>
                    <a:pt x="0" y="1986"/>
                    <a:pt x="1859" y="2521"/>
                    <a:pt x="4159" y="2521"/>
                  </a:cubicBezTo>
                  <a:cubicBezTo>
                    <a:pt x="6427" y="2521"/>
                    <a:pt x="8286" y="1986"/>
                    <a:pt x="8286" y="1261"/>
                  </a:cubicBezTo>
                  <a:cubicBezTo>
                    <a:pt x="8286" y="568"/>
                    <a:pt x="6427" y="1"/>
                    <a:pt x="4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84"/>
            <p:cNvSpPr/>
            <p:nvPr/>
          </p:nvSpPr>
          <p:spPr>
            <a:xfrm>
              <a:off x="-13079025" y="4303175"/>
              <a:ext cx="354450" cy="130750"/>
            </a:xfrm>
            <a:custGeom>
              <a:avLst/>
              <a:gdLst/>
              <a:ahLst/>
              <a:cxnLst/>
              <a:rect l="l" t="t" r="r" b="b"/>
              <a:pathLst>
                <a:path w="14178" h="5230" extrusionOk="0">
                  <a:moveTo>
                    <a:pt x="2773" y="0"/>
                  </a:moveTo>
                  <a:cubicBezTo>
                    <a:pt x="1040" y="536"/>
                    <a:pt x="0" y="1355"/>
                    <a:pt x="0" y="2331"/>
                  </a:cubicBezTo>
                  <a:cubicBezTo>
                    <a:pt x="0" y="4222"/>
                    <a:pt x="3686" y="5230"/>
                    <a:pt x="7057" y="5230"/>
                  </a:cubicBezTo>
                  <a:cubicBezTo>
                    <a:pt x="10460" y="5230"/>
                    <a:pt x="14114" y="4222"/>
                    <a:pt x="14114" y="2331"/>
                  </a:cubicBezTo>
                  <a:cubicBezTo>
                    <a:pt x="14177" y="1355"/>
                    <a:pt x="13169" y="567"/>
                    <a:pt x="11436" y="0"/>
                  </a:cubicBezTo>
                  <a:lnTo>
                    <a:pt x="11247" y="1985"/>
                  </a:lnTo>
                  <a:cubicBezTo>
                    <a:pt x="11216" y="2993"/>
                    <a:pt x="9830" y="3560"/>
                    <a:pt x="7089" y="3560"/>
                  </a:cubicBezTo>
                  <a:cubicBezTo>
                    <a:pt x="5577" y="3560"/>
                    <a:pt x="2962" y="3371"/>
                    <a:pt x="2962" y="1890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84"/>
            <p:cNvSpPr/>
            <p:nvPr/>
          </p:nvSpPr>
          <p:spPr>
            <a:xfrm>
              <a:off x="-12986875" y="4313400"/>
              <a:ext cx="173300" cy="58300"/>
            </a:xfrm>
            <a:custGeom>
              <a:avLst/>
              <a:gdLst/>
              <a:ahLst/>
              <a:cxnLst/>
              <a:rect l="l" t="t" r="r" b="b"/>
              <a:pathLst>
                <a:path w="6932" h="2332" extrusionOk="0">
                  <a:moveTo>
                    <a:pt x="0" y="1"/>
                  </a:moveTo>
                  <a:lnTo>
                    <a:pt x="158" y="1481"/>
                  </a:lnTo>
                  <a:cubicBezTo>
                    <a:pt x="158" y="1954"/>
                    <a:pt x="1638" y="2332"/>
                    <a:pt x="3466" y="2332"/>
                  </a:cubicBezTo>
                  <a:cubicBezTo>
                    <a:pt x="4159" y="2332"/>
                    <a:pt x="6774" y="2206"/>
                    <a:pt x="6774" y="1481"/>
                  </a:cubicBezTo>
                  <a:lnTo>
                    <a:pt x="6931" y="1"/>
                  </a:lnTo>
                  <a:lnTo>
                    <a:pt x="6931" y="1"/>
                  </a:lnTo>
                  <a:cubicBezTo>
                    <a:pt x="5860" y="442"/>
                    <a:pt x="4694" y="662"/>
                    <a:pt x="3466" y="662"/>
                  </a:cubicBezTo>
                  <a:cubicBezTo>
                    <a:pt x="2237" y="662"/>
                    <a:pt x="1040" y="442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84"/>
            <p:cNvSpPr/>
            <p:nvPr/>
          </p:nvSpPr>
          <p:spPr>
            <a:xfrm>
              <a:off x="-13004200" y="4143275"/>
              <a:ext cx="206375" cy="166225"/>
            </a:xfrm>
            <a:custGeom>
              <a:avLst/>
              <a:gdLst/>
              <a:ahLst/>
              <a:cxnLst/>
              <a:rect l="l" t="t" r="r" b="b"/>
              <a:pathLst>
                <a:path w="8255" h="6649" extrusionOk="0">
                  <a:moveTo>
                    <a:pt x="8254" y="1"/>
                  </a:moveTo>
                  <a:lnTo>
                    <a:pt x="8254" y="1"/>
                  </a:lnTo>
                  <a:cubicBezTo>
                    <a:pt x="6994" y="725"/>
                    <a:pt x="4694" y="820"/>
                    <a:pt x="4096" y="820"/>
                  </a:cubicBezTo>
                  <a:cubicBezTo>
                    <a:pt x="3529" y="820"/>
                    <a:pt x="1260" y="788"/>
                    <a:pt x="0" y="32"/>
                  </a:cubicBezTo>
                  <a:lnTo>
                    <a:pt x="0" y="32"/>
                  </a:lnTo>
                  <a:lnTo>
                    <a:pt x="567" y="5892"/>
                  </a:lnTo>
                  <a:cubicBezTo>
                    <a:pt x="1638" y="6365"/>
                    <a:pt x="2836" y="6648"/>
                    <a:pt x="4096" y="6648"/>
                  </a:cubicBezTo>
                  <a:cubicBezTo>
                    <a:pt x="5356" y="6648"/>
                    <a:pt x="6585" y="6365"/>
                    <a:pt x="7656" y="5892"/>
                  </a:cubicBezTo>
                  <a:lnTo>
                    <a:pt x="825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68" name="Google Shape;8068;p84"/>
          <p:cNvGrpSpPr/>
          <p:nvPr/>
        </p:nvGrpSpPr>
        <p:grpSpPr>
          <a:xfrm>
            <a:off x="7534619" y="1532427"/>
            <a:ext cx="356221" cy="354670"/>
            <a:chOff x="-11292700" y="3213875"/>
            <a:chExt cx="353675" cy="352100"/>
          </a:xfrm>
        </p:grpSpPr>
        <p:sp>
          <p:nvSpPr>
            <p:cNvPr id="8069" name="Google Shape;8069;p84"/>
            <p:cNvSpPr/>
            <p:nvPr/>
          </p:nvSpPr>
          <p:spPr>
            <a:xfrm>
              <a:off x="-11178500" y="3213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2489" y="1671"/>
                  </a:moveTo>
                  <a:cubicBezTo>
                    <a:pt x="2962" y="1671"/>
                    <a:pt x="3309" y="2049"/>
                    <a:pt x="3309" y="2521"/>
                  </a:cubicBezTo>
                  <a:cubicBezTo>
                    <a:pt x="3309" y="2994"/>
                    <a:pt x="2962" y="3340"/>
                    <a:pt x="2489" y="3340"/>
                  </a:cubicBezTo>
                  <a:cubicBezTo>
                    <a:pt x="2017" y="3340"/>
                    <a:pt x="1670" y="2994"/>
                    <a:pt x="1670" y="2521"/>
                  </a:cubicBezTo>
                  <a:cubicBezTo>
                    <a:pt x="1639" y="2049"/>
                    <a:pt x="2017" y="1671"/>
                    <a:pt x="2489" y="1671"/>
                  </a:cubicBezTo>
                  <a:close/>
                  <a:moveTo>
                    <a:pt x="2489" y="1"/>
                  </a:moveTo>
                  <a:cubicBezTo>
                    <a:pt x="2048" y="1"/>
                    <a:pt x="1891" y="221"/>
                    <a:pt x="1702" y="537"/>
                  </a:cubicBezTo>
                  <a:cubicBezTo>
                    <a:pt x="1555" y="523"/>
                    <a:pt x="1414" y="498"/>
                    <a:pt x="1278" y="498"/>
                  </a:cubicBezTo>
                  <a:cubicBezTo>
                    <a:pt x="1094" y="498"/>
                    <a:pt x="920" y="544"/>
                    <a:pt x="757" y="726"/>
                  </a:cubicBezTo>
                  <a:cubicBezTo>
                    <a:pt x="442" y="1041"/>
                    <a:pt x="505" y="1324"/>
                    <a:pt x="568" y="1734"/>
                  </a:cubicBezTo>
                  <a:cubicBezTo>
                    <a:pt x="221" y="1923"/>
                    <a:pt x="1" y="2080"/>
                    <a:pt x="1" y="2521"/>
                  </a:cubicBezTo>
                  <a:cubicBezTo>
                    <a:pt x="1" y="2931"/>
                    <a:pt x="221" y="3088"/>
                    <a:pt x="568" y="3309"/>
                  </a:cubicBezTo>
                  <a:cubicBezTo>
                    <a:pt x="473" y="3687"/>
                    <a:pt x="442" y="3939"/>
                    <a:pt x="757" y="4254"/>
                  </a:cubicBezTo>
                  <a:cubicBezTo>
                    <a:pt x="938" y="4436"/>
                    <a:pt x="1109" y="4481"/>
                    <a:pt x="1288" y="4481"/>
                  </a:cubicBezTo>
                  <a:cubicBezTo>
                    <a:pt x="1419" y="4481"/>
                    <a:pt x="1555" y="4456"/>
                    <a:pt x="1702" y="4443"/>
                  </a:cubicBezTo>
                  <a:cubicBezTo>
                    <a:pt x="1922" y="4758"/>
                    <a:pt x="2080" y="4979"/>
                    <a:pt x="2489" y="4979"/>
                  </a:cubicBezTo>
                  <a:cubicBezTo>
                    <a:pt x="2931" y="4979"/>
                    <a:pt x="3088" y="4758"/>
                    <a:pt x="3277" y="4443"/>
                  </a:cubicBezTo>
                  <a:cubicBezTo>
                    <a:pt x="3431" y="4469"/>
                    <a:pt x="3565" y="4495"/>
                    <a:pt x="3690" y="4495"/>
                  </a:cubicBezTo>
                  <a:cubicBezTo>
                    <a:pt x="3871" y="4495"/>
                    <a:pt x="4036" y="4441"/>
                    <a:pt x="4222" y="4254"/>
                  </a:cubicBezTo>
                  <a:cubicBezTo>
                    <a:pt x="4537" y="3939"/>
                    <a:pt x="4443" y="3655"/>
                    <a:pt x="4411" y="3309"/>
                  </a:cubicBezTo>
                  <a:cubicBezTo>
                    <a:pt x="4726" y="3057"/>
                    <a:pt x="4978" y="2899"/>
                    <a:pt x="4978" y="2521"/>
                  </a:cubicBezTo>
                  <a:cubicBezTo>
                    <a:pt x="4978" y="2080"/>
                    <a:pt x="4726" y="1923"/>
                    <a:pt x="4411" y="1734"/>
                  </a:cubicBezTo>
                  <a:cubicBezTo>
                    <a:pt x="4506" y="1324"/>
                    <a:pt x="4537" y="1041"/>
                    <a:pt x="4222" y="726"/>
                  </a:cubicBezTo>
                  <a:cubicBezTo>
                    <a:pt x="4041" y="544"/>
                    <a:pt x="3870" y="498"/>
                    <a:pt x="3691" y="498"/>
                  </a:cubicBezTo>
                  <a:cubicBezTo>
                    <a:pt x="3560" y="498"/>
                    <a:pt x="3424" y="523"/>
                    <a:pt x="3277" y="537"/>
                  </a:cubicBezTo>
                  <a:cubicBezTo>
                    <a:pt x="3025" y="221"/>
                    <a:pt x="2868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84"/>
            <p:cNvSpPr/>
            <p:nvPr/>
          </p:nvSpPr>
          <p:spPr>
            <a:xfrm>
              <a:off x="-11292700" y="3255625"/>
              <a:ext cx="117375" cy="124475"/>
            </a:xfrm>
            <a:custGeom>
              <a:avLst/>
              <a:gdLst/>
              <a:ahLst/>
              <a:cxnLst/>
              <a:rect l="l" t="t" r="r" b="b"/>
              <a:pathLst>
                <a:path w="4695" h="4979" extrusionOk="0">
                  <a:moveTo>
                    <a:pt x="2521" y="1670"/>
                  </a:moveTo>
                  <a:cubicBezTo>
                    <a:pt x="2993" y="1670"/>
                    <a:pt x="3340" y="2017"/>
                    <a:pt x="3340" y="2490"/>
                  </a:cubicBezTo>
                  <a:cubicBezTo>
                    <a:pt x="3340" y="2962"/>
                    <a:pt x="2993" y="3309"/>
                    <a:pt x="2521" y="3309"/>
                  </a:cubicBezTo>
                  <a:cubicBezTo>
                    <a:pt x="2048" y="3309"/>
                    <a:pt x="1702" y="2962"/>
                    <a:pt x="1702" y="2490"/>
                  </a:cubicBezTo>
                  <a:cubicBezTo>
                    <a:pt x="1702" y="2017"/>
                    <a:pt x="2048" y="1670"/>
                    <a:pt x="2521" y="1670"/>
                  </a:cubicBezTo>
                  <a:close/>
                  <a:moveTo>
                    <a:pt x="2552" y="1"/>
                  </a:moveTo>
                  <a:cubicBezTo>
                    <a:pt x="2111" y="1"/>
                    <a:pt x="1954" y="253"/>
                    <a:pt x="1765" y="568"/>
                  </a:cubicBezTo>
                  <a:cubicBezTo>
                    <a:pt x="1618" y="554"/>
                    <a:pt x="1476" y="530"/>
                    <a:pt x="1339" y="530"/>
                  </a:cubicBezTo>
                  <a:cubicBezTo>
                    <a:pt x="1151" y="530"/>
                    <a:pt x="969" y="575"/>
                    <a:pt x="788" y="757"/>
                  </a:cubicBezTo>
                  <a:cubicBezTo>
                    <a:pt x="473" y="1072"/>
                    <a:pt x="536" y="1355"/>
                    <a:pt x="599" y="1702"/>
                  </a:cubicBezTo>
                  <a:cubicBezTo>
                    <a:pt x="252" y="1891"/>
                    <a:pt x="0" y="2048"/>
                    <a:pt x="0" y="2490"/>
                  </a:cubicBezTo>
                  <a:cubicBezTo>
                    <a:pt x="0" y="2931"/>
                    <a:pt x="221" y="3088"/>
                    <a:pt x="536" y="3277"/>
                  </a:cubicBezTo>
                  <a:cubicBezTo>
                    <a:pt x="473" y="3687"/>
                    <a:pt x="441" y="3907"/>
                    <a:pt x="756" y="4222"/>
                  </a:cubicBezTo>
                  <a:cubicBezTo>
                    <a:pt x="943" y="4409"/>
                    <a:pt x="1107" y="4463"/>
                    <a:pt x="1295" y="4463"/>
                  </a:cubicBezTo>
                  <a:cubicBezTo>
                    <a:pt x="1425" y="4463"/>
                    <a:pt x="1566" y="4437"/>
                    <a:pt x="1733" y="4411"/>
                  </a:cubicBezTo>
                  <a:cubicBezTo>
                    <a:pt x="1954" y="4726"/>
                    <a:pt x="2111" y="4978"/>
                    <a:pt x="2521" y="4978"/>
                  </a:cubicBezTo>
                  <a:cubicBezTo>
                    <a:pt x="2962" y="4978"/>
                    <a:pt x="3119" y="4726"/>
                    <a:pt x="3308" y="4411"/>
                  </a:cubicBezTo>
                  <a:cubicBezTo>
                    <a:pt x="3458" y="4449"/>
                    <a:pt x="3588" y="4476"/>
                    <a:pt x="3710" y="4476"/>
                  </a:cubicBezTo>
                  <a:cubicBezTo>
                    <a:pt x="3896" y="4476"/>
                    <a:pt x="4063" y="4412"/>
                    <a:pt x="4254" y="4222"/>
                  </a:cubicBezTo>
                  <a:cubicBezTo>
                    <a:pt x="4569" y="3907"/>
                    <a:pt x="4474" y="3624"/>
                    <a:pt x="4443" y="3277"/>
                  </a:cubicBezTo>
                  <a:cubicBezTo>
                    <a:pt x="4583" y="3183"/>
                    <a:pt x="4592" y="3175"/>
                    <a:pt x="4592" y="3175"/>
                  </a:cubicBezTo>
                  <a:lnTo>
                    <a:pt x="4592" y="3175"/>
                  </a:lnTo>
                  <a:cubicBezTo>
                    <a:pt x="4592" y="3175"/>
                    <a:pt x="4592" y="3175"/>
                    <a:pt x="4592" y="3175"/>
                  </a:cubicBezTo>
                  <a:cubicBezTo>
                    <a:pt x="4594" y="3175"/>
                    <a:pt x="4606" y="3170"/>
                    <a:pt x="4695" y="3120"/>
                  </a:cubicBezTo>
                  <a:cubicBezTo>
                    <a:pt x="4411" y="2805"/>
                    <a:pt x="4254" y="2427"/>
                    <a:pt x="4254" y="2017"/>
                  </a:cubicBezTo>
                  <a:cubicBezTo>
                    <a:pt x="3939" y="1702"/>
                    <a:pt x="3781" y="1324"/>
                    <a:pt x="3781" y="851"/>
                  </a:cubicBezTo>
                  <a:cubicBezTo>
                    <a:pt x="3781" y="725"/>
                    <a:pt x="3781" y="631"/>
                    <a:pt x="3812" y="536"/>
                  </a:cubicBezTo>
                  <a:cubicBezTo>
                    <a:pt x="3754" y="517"/>
                    <a:pt x="3710" y="509"/>
                    <a:pt x="3671" y="509"/>
                  </a:cubicBezTo>
                  <a:cubicBezTo>
                    <a:pt x="3583" y="509"/>
                    <a:pt x="3514" y="546"/>
                    <a:pt x="3340" y="568"/>
                  </a:cubicBezTo>
                  <a:cubicBezTo>
                    <a:pt x="3119" y="253"/>
                    <a:pt x="2962" y="1"/>
                    <a:pt x="25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84"/>
            <p:cNvSpPr/>
            <p:nvPr/>
          </p:nvSpPr>
          <p:spPr>
            <a:xfrm>
              <a:off x="-11056425" y="3254850"/>
              <a:ext cx="117400" cy="125250"/>
            </a:xfrm>
            <a:custGeom>
              <a:avLst/>
              <a:gdLst/>
              <a:ahLst/>
              <a:cxnLst/>
              <a:rect l="l" t="t" r="r" b="b"/>
              <a:pathLst>
                <a:path w="4696" h="5010" extrusionOk="0">
                  <a:moveTo>
                    <a:pt x="2175" y="1701"/>
                  </a:moveTo>
                  <a:cubicBezTo>
                    <a:pt x="2647" y="1701"/>
                    <a:pt x="2994" y="2048"/>
                    <a:pt x="2994" y="2521"/>
                  </a:cubicBezTo>
                  <a:cubicBezTo>
                    <a:pt x="2994" y="2962"/>
                    <a:pt x="2616" y="3340"/>
                    <a:pt x="2175" y="3340"/>
                  </a:cubicBezTo>
                  <a:cubicBezTo>
                    <a:pt x="1702" y="3340"/>
                    <a:pt x="1324" y="2993"/>
                    <a:pt x="1324" y="2521"/>
                  </a:cubicBezTo>
                  <a:cubicBezTo>
                    <a:pt x="1324" y="2048"/>
                    <a:pt x="1702" y="1701"/>
                    <a:pt x="2175" y="1701"/>
                  </a:cubicBezTo>
                  <a:close/>
                  <a:moveTo>
                    <a:pt x="2112" y="0"/>
                  </a:moveTo>
                  <a:cubicBezTo>
                    <a:pt x="1702" y="0"/>
                    <a:pt x="1545" y="221"/>
                    <a:pt x="1324" y="567"/>
                  </a:cubicBezTo>
                  <a:cubicBezTo>
                    <a:pt x="1022" y="511"/>
                    <a:pt x="957" y="499"/>
                    <a:pt x="927" y="499"/>
                  </a:cubicBezTo>
                  <a:cubicBezTo>
                    <a:pt x="907" y="499"/>
                    <a:pt x="902" y="504"/>
                    <a:pt x="852" y="504"/>
                  </a:cubicBezTo>
                  <a:cubicBezTo>
                    <a:pt x="915" y="630"/>
                    <a:pt x="915" y="725"/>
                    <a:pt x="915" y="819"/>
                  </a:cubicBezTo>
                  <a:cubicBezTo>
                    <a:pt x="915" y="1260"/>
                    <a:pt x="757" y="1701"/>
                    <a:pt x="442" y="2016"/>
                  </a:cubicBezTo>
                  <a:cubicBezTo>
                    <a:pt x="442" y="2458"/>
                    <a:pt x="284" y="2836"/>
                    <a:pt x="1" y="3119"/>
                  </a:cubicBezTo>
                  <a:lnTo>
                    <a:pt x="32" y="3151"/>
                  </a:lnTo>
                  <a:lnTo>
                    <a:pt x="221" y="3308"/>
                  </a:lnTo>
                  <a:cubicBezTo>
                    <a:pt x="158" y="3718"/>
                    <a:pt x="127" y="3938"/>
                    <a:pt x="442" y="4253"/>
                  </a:cubicBezTo>
                  <a:cubicBezTo>
                    <a:pt x="628" y="4440"/>
                    <a:pt x="793" y="4494"/>
                    <a:pt x="974" y="4494"/>
                  </a:cubicBezTo>
                  <a:cubicBezTo>
                    <a:pt x="1099" y="4494"/>
                    <a:pt x="1233" y="4468"/>
                    <a:pt x="1387" y="4442"/>
                  </a:cubicBezTo>
                  <a:cubicBezTo>
                    <a:pt x="1608" y="4757"/>
                    <a:pt x="1765" y="5009"/>
                    <a:pt x="2175" y="5009"/>
                  </a:cubicBezTo>
                  <a:cubicBezTo>
                    <a:pt x="2584" y="5009"/>
                    <a:pt x="2742" y="4757"/>
                    <a:pt x="2962" y="4442"/>
                  </a:cubicBezTo>
                  <a:cubicBezTo>
                    <a:pt x="3112" y="4480"/>
                    <a:pt x="3247" y="4507"/>
                    <a:pt x="3375" y="4507"/>
                  </a:cubicBezTo>
                  <a:cubicBezTo>
                    <a:pt x="3570" y="4507"/>
                    <a:pt x="3749" y="4443"/>
                    <a:pt x="3939" y="4253"/>
                  </a:cubicBezTo>
                  <a:cubicBezTo>
                    <a:pt x="4254" y="3938"/>
                    <a:pt x="4160" y="3655"/>
                    <a:pt x="4128" y="3308"/>
                  </a:cubicBezTo>
                  <a:cubicBezTo>
                    <a:pt x="4443" y="3088"/>
                    <a:pt x="4695" y="2930"/>
                    <a:pt x="4695" y="2521"/>
                  </a:cubicBezTo>
                  <a:cubicBezTo>
                    <a:pt x="4632" y="2079"/>
                    <a:pt x="4412" y="1922"/>
                    <a:pt x="4097" y="1701"/>
                  </a:cubicBezTo>
                  <a:cubicBezTo>
                    <a:pt x="4191" y="1292"/>
                    <a:pt x="4223" y="1071"/>
                    <a:pt x="3907" y="756"/>
                  </a:cubicBezTo>
                  <a:cubicBezTo>
                    <a:pt x="3721" y="570"/>
                    <a:pt x="3546" y="516"/>
                    <a:pt x="3349" y="516"/>
                  </a:cubicBezTo>
                  <a:cubicBezTo>
                    <a:pt x="3213" y="516"/>
                    <a:pt x="3067" y="542"/>
                    <a:pt x="2899" y="567"/>
                  </a:cubicBezTo>
                  <a:cubicBezTo>
                    <a:pt x="2679" y="221"/>
                    <a:pt x="2521" y="0"/>
                    <a:pt x="2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84"/>
            <p:cNvSpPr/>
            <p:nvPr/>
          </p:nvSpPr>
          <p:spPr>
            <a:xfrm>
              <a:off x="-11209225" y="3503725"/>
              <a:ext cx="188275" cy="62250"/>
            </a:xfrm>
            <a:custGeom>
              <a:avLst/>
              <a:gdLst/>
              <a:ahLst/>
              <a:cxnLst/>
              <a:rect l="l" t="t" r="r" b="b"/>
              <a:pathLst>
                <a:path w="7531" h="2490" extrusionOk="0">
                  <a:moveTo>
                    <a:pt x="1356" y="1"/>
                  </a:moveTo>
                  <a:lnTo>
                    <a:pt x="127" y="1859"/>
                  </a:lnTo>
                  <a:cubicBezTo>
                    <a:pt x="1" y="2017"/>
                    <a:pt x="32" y="2206"/>
                    <a:pt x="158" y="2364"/>
                  </a:cubicBezTo>
                  <a:cubicBezTo>
                    <a:pt x="179" y="2448"/>
                    <a:pt x="284" y="2490"/>
                    <a:pt x="408" y="2490"/>
                  </a:cubicBezTo>
                  <a:cubicBezTo>
                    <a:pt x="470" y="2490"/>
                    <a:pt x="536" y="2479"/>
                    <a:pt x="600" y="2458"/>
                  </a:cubicBezTo>
                  <a:lnTo>
                    <a:pt x="1419" y="2017"/>
                  </a:lnTo>
                  <a:cubicBezTo>
                    <a:pt x="1623" y="1922"/>
                    <a:pt x="1844" y="1875"/>
                    <a:pt x="2064" y="1875"/>
                  </a:cubicBezTo>
                  <a:cubicBezTo>
                    <a:pt x="2285" y="1875"/>
                    <a:pt x="2506" y="1922"/>
                    <a:pt x="2710" y="2017"/>
                  </a:cubicBezTo>
                  <a:cubicBezTo>
                    <a:pt x="3025" y="2175"/>
                    <a:pt x="3372" y="2253"/>
                    <a:pt x="3718" y="2253"/>
                  </a:cubicBezTo>
                  <a:cubicBezTo>
                    <a:pt x="4065" y="2253"/>
                    <a:pt x="4412" y="2175"/>
                    <a:pt x="4727" y="2017"/>
                  </a:cubicBezTo>
                  <a:cubicBezTo>
                    <a:pt x="4931" y="1922"/>
                    <a:pt x="5152" y="1875"/>
                    <a:pt x="5373" y="1875"/>
                  </a:cubicBezTo>
                  <a:cubicBezTo>
                    <a:pt x="5593" y="1875"/>
                    <a:pt x="5814" y="1922"/>
                    <a:pt x="6018" y="2017"/>
                  </a:cubicBezTo>
                  <a:lnTo>
                    <a:pt x="6869" y="2458"/>
                  </a:lnTo>
                  <a:cubicBezTo>
                    <a:pt x="6921" y="2479"/>
                    <a:pt x="6978" y="2490"/>
                    <a:pt x="7035" y="2490"/>
                  </a:cubicBezTo>
                  <a:cubicBezTo>
                    <a:pt x="7149" y="2490"/>
                    <a:pt x="7268" y="2448"/>
                    <a:pt x="7373" y="2364"/>
                  </a:cubicBezTo>
                  <a:cubicBezTo>
                    <a:pt x="7499" y="2206"/>
                    <a:pt x="7531" y="2017"/>
                    <a:pt x="7405" y="1859"/>
                  </a:cubicBezTo>
                  <a:lnTo>
                    <a:pt x="617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84"/>
            <p:cNvSpPr/>
            <p:nvPr/>
          </p:nvSpPr>
          <p:spPr>
            <a:xfrm>
              <a:off x="-11167475" y="3462775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20"/>
                  </a:lnTo>
                  <a:lnTo>
                    <a:pt x="4128" y="820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4" name="Google Shape;8074;p84"/>
            <p:cNvSpPr/>
            <p:nvPr/>
          </p:nvSpPr>
          <p:spPr>
            <a:xfrm>
              <a:off x="-11213150" y="3344625"/>
              <a:ext cx="141000" cy="97700"/>
            </a:xfrm>
            <a:custGeom>
              <a:avLst/>
              <a:gdLst/>
              <a:ahLst/>
              <a:cxnLst/>
              <a:rect l="l" t="t" r="r" b="b"/>
              <a:pathLst>
                <a:path w="5640" h="3908" extrusionOk="0">
                  <a:moveTo>
                    <a:pt x="2206" y="1"/>
                  </a:moveTo>
                  <a:lnTo>
                    <a:pt x="2080" y="64"/>
                  </a:lnTo>
                  <a:cubicBezTo>
                    <a:pt x="2080" y="442"/>
                    <a:pt x="2017" y="851"/>
                    <a:pt x="1607" y="1261"/>
                  </a:cubicBezTo>
                  <a:cubicBezTo>
                    <a:pt x="1292" y="1576"/>
                    <a:pt x="946" y="1733"/>
                    <a:pt x="504" y="1733"/>
                  </a:cubicBezTo>
                  <a:lnTo>
                    <a:pt x="441" y="1733"/>
                  </a:lnTo>
                  <a:cubicBezTo>
                    <a:pt x="315" y="1860"/>
                    <a:pt x="158" y="1954"/>
                    <a:pt x="0" y="2080"/>
                  </a:cubicBezTo>
                  <a:lnTo>
                    <a:pt x="1355" y="3907"/>
                  </a:lnTo>
                  <a:lnTo>
                    <a:pt x="4411" y="3907"/>
                  </a:lnTo>
                  <a:lnTo>
                    <a:pt x="5608" y="536"/>
                  </a:lnTo>
                  <a:cubicBezTo>
                    <a:pt x="5640" y="379"/>
                    <a:pt x="5608" y="221"/>
                    <a:pt x="5608" y="127"/>
                  </a:cubicBezTo>
                  <a:lnTo>
                    <a:pt x="5482" y="32"/>
                  </a:lnTo>
                  <a:cubicBezTo>
                    <a:pt x="5356" y="64"/>
                    <a:pt x="5199" y="64"/>
                    <a:pt x="5073" y="64"/>
                  </a:cubicBezTo>
                  <a:lnTo>
                    <a:pt x="5010" y="64"/>
                  </a:lnTo>
                  <a:cubicBezTo>
                    <a:pt x="4758" y="347"/>
                    <a:pt x="4411" y="599"/>
                    <a:pt x="3875" y="599"/>
                  </a:cubicBezTo>
                  <a:cubicBezTo>
                    <a:pt x="3308" y="599"/>
                    <a:pt x="2962" y="347"/>
                    <a:pt x="2678" y="64"/>
                  </a:cubicBezTo>
                  <a:lnTo>
                    <a:pt x="2647" y="64"/>
                  </a:lnTo>
                  <a:cubicBezTo>
                    <a:pt x="2489" y="64"/>
                    <a:pt x="2363" y="32"/>
                    <a:pt x="22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5" name="Google Shape;8075;p84"/>
            <p:cNvSpPr/>
            <p:nvPr/>
          </p:nvSpPr>
          <p:spPr>
            <a:xfrm>
              <a:off x="-11080825" y="3379275"/>
              <a:ext cx="59100" cy="61475"/>
            </a:xfrm>
            <a:custGeom>
              <a:avLst/>
              <a:gdLst/>
              <a:ahLst/>
              <a:cxnLst/>
              <a:rect l="l" t="t" r="r" b="b"/>
              <a:pathLst>
                <a:path w="2364" h="2459" extrusionOk="0">
                  <a:moveTo>
                    <a:pt x="882" y="1"/>
                  </a:moveTo>
                  <a:lnTo>
                    <a:pt x="0" y="2458"/>
                  </a:lnTo>
                  <a:lnTo>
                    <a:pt x="1008" y="2458"/>
                  </a:lnTo>
                  <a:lnTo>
                    <a:pt x="2363" y="663"/>
                  </a:lnTo>
                  <a:cubicBezTo>
                    <a:pt x="2237" y="568"/>
                    <a:pt x="2080" y="474"/>
                    <a:pt x="1954" y="347"/>
                  </a:cubicBezTo>
                  <a:lnTo>
                    <a:pt x="1891" y="347"/>
                  </a:lnTo>
                  <a:cubicBezTo>
                    <a:pt x="1512" y="347"/>
                    <a:pt x="1197" y="221"/>
                    <a:pt x="8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6" name="Google Shape;8076;p84"/>
          <p:cNvGrpSpPr/>
          <p:nvPr/>
        </p:nvGrpSpPr>
        <p:grpSpPr>
          <a:xfrm>
            <a:off x="7528677" y="1972365"/>
            <a:ext cx="368106" cy="356232"/>
            <a:chOff x="-11299000" y="3647875"/>
            <a:chExt cx="365475" cy="353650"/>
          </a:xfrm>
        </p:grpSpPr>
        <p:sp>
          <p:nvSpPr>
            <p:cNvPr id="8077" name="Google Shape;8077;p84"/>
            <p:cNvSpPr/>
            <p:nvPr/>
          </p:nvSpPr>
          <p:spPr>
            <a:xfrm>
              <a:off x="-11299000" y="3734700"/>
              <a:ext cx="142575" cy="134325"/>
            </a:xfrm>
            <a:custGeom>
              <a:avLst/>
              <a:gdLst/>
              <a:ahLst/>
              <a:cxnLst/>
              <a:rect l="l" t="t" r="r" b="b"/>
              <a:pathLst>
                <a:path w="5703" h="5373" extrusionOk="0">
                  <a:moveTo>
                    <a:pt x="2300" y="0"/>
                  </a:moveTo>
                  <a:cubicBezTo>
                    <a:pt x="1772" y="0"/>
                    <a:pt x="1245" y="197"/>
                    <a:pt x="851" y="591"/>
                  </a:cubicBezTo>
                  <a:cubicBezTo>
                    <a:pt x="0" y="1379"/>
                    <a:pt x="0" y="2702"/>
                    <a:pt x="851" y="3490"/>
                  </a:cubicBezTo>
                  <a:lnTo>
                    <a:pt x="2615" y="5254"/>
                  </a:lnTo>
                  <a:cubicBezTo>
                    <a:pt x="2694" y="5333"/>
                    <a:pt x="2804" y="5372"/>
                    <a:pt x="2915" y="5372"/>
                  </a:cubicBezTo>
                  <a:cubicBezTo>
                    <a:pt x="3025" y="5372"/>
                    <a:pt x="3135" y="5333"/>
                    <a:pt x="3214" y="5254"/>
                  </a:cubicBezTo>
                  <a:lnTo>
                    <a:pt x="5514" y="2954"/>
                  </a:lnTo>
                  <a:cubicBezTo>
                    <a:pt x="5703" y="2797"/>
                    <a:pt x="5703" y="2513"/>
                    <a:pt x="5514" y="2355"/>
                  </a:cubicBezTo>
                  <a:lnTo>
                    <a:pt x="3749" y="591"/>
                  </a:lnTo>
                  <a:cubicBezTo>
                    <a:pt x="3356" y="197"/>
                    <a:pt x="2828" y="0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8" name="Google Shape;8078;p84"/>
            <p:cNvSpPr/>
            <p:nvPr/>
          </p:nvSpPr>
          <p:spPr>
            <a:xfrm>
              <a:off x="-11076100" y="3734700"/>
              <a:ext cx="142575" cy="134325"/>
            </a:xfrm>
            <a:custGeom>
              <a:avLst/>
              <a:gdLst/>
              <a:ahLst/>
              <a:cxnLst/>
              <a:rect l="l" t="t" r="r" b="b"/>
              <a:pathLst>
                <a:path w="5703" h="5373" extrusionOk="0">
                  <a:moveTo>
                    <a:pt x="3379" y="0"/>
                  </a:moveTo>
                  <a:cubicBezTo>
                    <a:pt x="2836" y="0"/>
                    <a:pt x="2300" y="197"/>
                    <a:pt x="1922" y="591"/>
                  </a:cubicBezTo>
                  <a:lnTo>
                    <a:pt x="158" y="2355"/>
                  </a:lnTo>
                  <a:cubicBezTo>
                    <a:pt x="0" y="2513"/>
                    <a:pt x="0" y="2797"/>
                    <a:pt x="158" y="2954"/>
                  </a:cubicBezTo>
                  <a:lnTo>
                    <a:pt x="2521" y="5254"/>
                  </a:lnTo>
                  <a:cubicBezTo>
                    <a:pt x="2599" y="5333"/>
                    <a:pt x="2710" y="5372"/>
                    <a:pt x="2820" y="5372"/>
                  </a:cubicBezTo>
                  <a:cubicBezTo>
                    <a:pt x="2930" y="5372"/>
                    <a:pt x="3040" y="5333"/>
                    <a:pt x="3119" y="5254"/>
                  </a:cubicBezTo>
                  <a:lnTo>
                    <a:pt x="4884" y="3490"/>
                  </a:lnTo>
                  <a:cubicBezTo>
                    <a:pt x="5703" y="2702"/>
                    <a:pt x="5703" y="1379"/>
                    <a:pt x="4884" y="591"/>
                  </a:cubicBezTo>
                  <a:cubicBezTo>
                    <a:pt x="4474" y="197"/>
                    <a:pt x="3923" y="0"/>
                    <a:pt x="3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9" name="Google Shape;8079;p84"/>
            <p:cNvSpPr/>
            <p:nvPr/>
          </p:nvSpPr>
          <p:spPr>
            <a:xfrm>
              <a:off x="-11254900" y="3917225"/>
              <a:ext cx="124475" cy="84300"/>
            </a:xfrm>
            <a:custGeom>
              <a:avLst/>
              <a:gdLst/>
              <a:ahLst/>
              <a:cxnLst/>
              <a:rect l="l" t="t" r="r" b="b"/>
              <a:pathLst>
                <a:path w="4979" h="3372" extrusionOk="0">
                  <a:moveTo>
                    <a:pt x="3466" y="1"/>
                  </a:moveTo>
                  <a:lnTo>
                    <a:pt x="316" y="2616"/>
                  </a:lnTo>
                  <a:cubicBezTo>
                    <a:pt x="1" y="2836"/>
                    <a:pt x="190" y="3372"/>
                    <a:pt x="568" y="3372"/>
                  </a:cubicBezTo>
                  <a:lnTo>
                    <a:pt x="3372" y="3372"/>
                  </a:lnTo>
                  <a:cubicBezTo>
                    <a:pt x="3466" y="3309"/>
                    <a:pt x="3561" y="3277"/>
                    <a:pt x="3655" y="3214"/>
                  </a:cubicBezTo>
                  <a:lnTo>
                    <a:pt x="4978" y="1702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0" name="Google Shape;8080;p84"/>
            <p:cNvSpPr/>
            <p:nvPr/>
          </p:nvSpPr>
          <p:spPr>
            <a:xfrm>
              <a:off x="-11099725" y="3838475"/>
              <a:ext cx="55150" cy="50425"/>
            </a:xfrm>
            <a:custGeom>
              <a:avLst/>
              <a:gdLst/>
              <a:ahLst/>
              <a:cxnLst/>
              <a:rect l="l" t="t" r="r" b="b"/>
              <a:pathLst>
                <a:path w="2206" h="2017" extrusionOk="0">
                  <a:moveTo>
                    <a:pt x="1197" y="0"/>
                  </a:moveTo>
                  <a:lnTo>
                    <a:pt x="0" y="914"/>
                  </a:lnTo>
                  <a:lnTo>
                    <a:pt x="1323" y="2017"/>
                  </a:lnTo>
                  <a:lnTo>
                    <a:pt x="2205" y="1040"/>
                  </a:lnTo>
                  <a:lnTo>
                    <a:pt x="11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1" name="Google Shape;8081;p84"/>
            <p:cNvSpPr/>
            <p:nvPr/>
          </p:nvSpPr>
          <p:spPr>
            <a:xfrm>
              <a:off x="-11187950" y="3836900"/>
              <a:ext cx="210325" cy="162275"/>
            </a:xfrm>
            <a:custGeom>
              <a:avLst/>
              <a:gdLst/>
              <a:ahLst/>
              <a:cxnLst/>
              <a:rect l="l" t="t" r="r" b="b"/>
              <a:pathLst>
                <a:path w="8413" h="6491" extrusionOk="0">
                  <a:moveTo>
                    <a:pt x="1040" y="0"/>
                  </a:moveTo>
                  <a:lnTo>
                    <a:pt x="1" y="1103"/>
                  </a:lnTo>
                  <a:lnTo>
                    <a:pt x="4758" y="6364"/>
                  </a:lnTo>
                  <a:cubicBezTo>
                    <a:pt x="4821" y="6459"/>
                    <a:pt x="4947" y="6490"/>
                    <a:pt x="5073" y="6490"/>
                  </a:cubicBezTo>
                  <a:lnTo>
                    <a:pt x="7845" y="6490"/>
                  </a:lnTo>
                  <a:cubicBezTo>
                    <a:pt x="8255" y="6490"/>
                    <a:pt x="8412" y="6018"/>
                    <a:pt x="8129" y="5734"/>
                  </a:cubicBezTo>
                  <a:lnTo>
                    <a:pt x="10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2" name="Google Shape;8082;p84"/>
            <p:cNvSpPr/>
            <p:nvPr/>
          </p:nvSpPr>
          <p:spPr>
            <a:xfrm>
              <a:off x="-11292700" y="3647875"/>
              <a:ext cx="353675" cy="87450"/>
            </a:xfrm>
            <a:custGeom>
              <a:avLst/>
              <a:gdLst/>
              <a:ahLst/>
              <a:cxnLst/>
              <a:rect l="l" t="t" r="r" b="b"/>
              <a:pathLst>
                <a:path w="14147" h="3498" extrusionOk="0"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630"/>
                    <a:pt x="189" y="819"/>
                    <a:pt x="441" y="819"/>
                  </a:cubicBezTo>
                  <a:lnTo>
                    <a:pt x="1639" y="819"/>
                  </a:lnTo>
                  <a:lnTo>
                    <a:pt x="1639" y="1670"/>
                  </a:lnTo>
                  <a:lnTo>
                    <a:pt x="1261" y="1670"/>
                  </a:lnTo>
                  <a:cubicBezTo>
                    <a:pt x="599" y="1670"/>
                    <a:pt x="0" y="2237"/>
                    <a:pt x="0" y="2899"/>
                  </a:cubicBezTo>
                  <a:lnTo>
                    <a:pt x="0" y="3497"/>
                  </a:lnTo>
                  <a:lnTo>
                    <a:pt x="32" y="3466"/>
                  </a:lnTo>
                  <a:cubicBezTo>
                    <a:pt x="536" y="2930"/>
                    <a:pt x="1292" y="2615"/>
                    <a:pt x="2080" y="2615"/>
                  </a:cubicBezTo>
                  <a:cubicBezTo>
                    <a:pt x="2867" y="2615"/>
                    <a:pt x="3623" y="2930"/>
                    <a:pt x="4128" y="3466"/>
                  </a:cubicBezTo>
                  <a:lnTo>
                    <a:pt x="4159" y="3497"/>
                  </a:lnTo>
                  <a:lnTo>
                    <a:pt x="4159" y="2899"/>
                  </a:lnTo>
                  <a:cubicBezTo>
                    <a:pt x="4159" y="2237"/>
                    <a:pt x="3623" y="1670"/>
                    <a:pt x="2899" y="1670"/>
                  </a:cubicBezTo>
                  <a:lnTo>
                    <a:pt x="2521" y="1670"/>
                  </a:lnTo>
                  <a:lnTo>
                    <a:pt x="2521" y="819"/>
                  </a:lnTo>
                  <a:lnTo>
                    <a:pt x="11657" y="819"/>
                  </a:lnTo>
                  <a:lnTo>
                    <a:pt x="11657" y="1670"/>
                  </a:lnTo>
                  <a:lnTo>
                    <a:pt x="11216" y="1670"/>
                  </a:lnTo>
                  <a:cubicBezTo>
                    <a:pt x="10555" y="1670"/>
                    <a:pt x="9956" y="2237"/>
                    <a:pt x="9956" y="2899"/>
                  </a:cubicBezTo>
                  <a:lnTo>
                    <a:pt x="9956" y="3497"/>
                  </a:lnTo>
                  <a:lnTo>
                    <a:pt x="9987" y="3466"/>
                  </a:lnTo>
                  <a:cubicBezTo>
                    <a:pt x="10523" y="2930"/>
                    <a:pt x="11248" y="2615"/>
                    <a:pt x="12035" y="2615"/>
                  </a:cubicBezTo>
                  <a:cubicBezTo>
                    <a:pt x="12823" y="2615"/>
                    <a:pt x="13579" y="2930"/>
                    <a:pt x="14083" y="3466"/>
                  </a:cubicBezTo>
                  <a:lnTo>
                    <a:pt x="14146" y="3497"/>
                  </a:lnTo>
                  <a:lnTo>
                    <a:pt x="14146" y="2899"/>
                  </a:lnTo>
                  <a:cubicBezTo>
                    <a:pt x="14146" y="2237"/>
                    <a:pt x="13579" y="1670"/>
                    <a:pt x="12917" y="1670"/>
                  </a:cubicBezTo>
                  <a:lnTo>
                    <a:pt x="12476" y="1670"/>
                  </a:lnTo>
                  <a:lnTo>
                    <a:pt x="12476" y="819"/>
                  </a:lnTo>
                  <a:lnTo>
                    <a:pt x="13705" y="819"/>
                  </a:lnTo>
                  <a:cubicBezTo>
                    <a:pt x="13926" y="819"/>
                    <a:pt x="14083" y="630"/>
                    <a:pt x="14083" y="378"/>
                  </a:cubicBezTo>
                  <a:cubicBezTo>
                    <a:pt x="14083" y="158"/>
                    <a:pt x="13894" y="0"/>
                    <a:pt x="137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3" name="Google Shape;8083;p84"/>
          <p:cNvGrpSpPr/>
          <p:nvPr/>
        </p:nvGrpSpPr>
        <p:grpSpPr>
          <a:xfrm>
            <a:off x="7544139" y="2428316"/>
            <a:ext cx="357808" cy="333240"/>
            <a:chOff x="-11295075" y="4092875"/>
            <a:chExt cx="355250" cy="330825"/>
          </a:xfrm>
        </p:grpSpPr>
        <p:sp>
          <p:nvSpPr>
            <p:cNvPr id="8084" name="Google Shape;8084;p84"/>
            <p:cNvSpPr/>
            <p:nvPr/>
          </p:nvSpPr>
          <p:spPr>
            <a:xfrm>
              <a:off x="-11084775" y="4196825"/>
              <a:ext cx="61475" cy="61475"/>
            </a:xfrm>
            <a:custGeom>
              <a:avLst/>
              <a:gdLst/>
              <a:ahLst/>
              <a:cxnLst/>
              <a:rect l="l" t="t" r="r" b="b"/>
              <a:pathLst>
                <a:path w="2459" h="2459" extrusionOk="0">
                  <a:moveTo>
                    <a:pt x="64" y="1"/>
                  </a:moveTo>
                  <a:cubicBezTo>
                    <a:pt x="32" y="410"/>
                    <a:pt x="1" y="852"/>
                    <a:pt x="1" y="1230"/>
                  </a:cubicBezTo>
                  <a:cubicBezTo>
                    <a:pt x="1" y="1639"/>
                    <a:pt x="32" y="2049"/>
                    <a:pt x="64" y="2458"/>
                  </a:cubicBezTo>
                  <a:lnTo>
                    <a:pt x="1198" y="2458"/>
                  </a:lnTo>
                  <a:cubicBezTo>
                    <a:pt x="1891" y="2458"/>
                    <a:pt x="2458" y="1891"/>
                    <a:pt x="2458" y="1230"/>
                  </a:cubicBezTo>
                  <a:cubicBezTo>
                    <a:pt x="2458" y="568"/>
                    <a:pt x="1922" y="1"/>
                    <a:pt x="11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5" name="Google Shape;8085;p84"/>
            <p:cNvSpPr/>
            <p:nvPr/>
          </p:nvSpPr>
          <p:spPr>
            <a:xfrm>
              <a:off x="-11080050" y="4092875"/>
              <a:ext cx="140225" cy="269375"/>
            </a:xfrm>
            <a:custGeom>
              <a:avLst/>
              <a:gdLst/>
              <a:ahLst/>
              <a:cxnLst/>
              <a:rect l="l" t="t" r="r" b="b"/>
              <a:pathLst>
                <a:path w="5609" h="10775" extrusionOk="0">
                  <a:moveTo>
                    <a:pt x="2679" y="0"/>
                  </a:moveTo>
                  <a:cubicBezTo>
                    <a:pt x="1450" y="0"/>
                    <a:pt x="442" y="1387"/>
                    <a:pt x="1" y="3308"/>
                  </a:cubicBezTo>
                  <a:lnTo>
                    <a:pt x="1009" y="3308"/>
                  </a:lnTo>
                  <a:cubicBezTo>
                    <a:pt x="2175" y="3308"/>
                    <a:pt x="3120" y="4253"/>
                    <a:pt x="3120" y="5388"/>
                  </a:cubicBezTo>
                  <a:cubicBezTo>
                    <a:pt x="3120" y="6522"/>
                    <a:pt x="2175" y="7467"/>
                    <a:pt x="1009" y="7467"/>
                  </a:cubicBezTo>
                  <a:lnTo>
                    <a:pt x="1" y="7467"/>
                  </a:lnTo>
                  <a:cubicBezTo>
                    <a:pt x="442" y="9420"/>
                    <a:pt x="1450" y="10775"/>
                    <a:pt x="2679" y="10775"/>
                  </a:cubicBezTo>
                  <a:cubicBezTo>
                    <a:pt x="4285" y="10775"/>
                    <a:pt x="5609" y="8381"/>
                    <a:pt x="5609" y="5419"/>
                  </a:cubicBezTo>
                  <a:cubicBezTo>
                    <a:pt x="5609" y="2458"/>
                    <a:pt x="4285" y="0"/>
                    <a:pt x="26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84"/>
            <p:cNvSpPr/>
            <p:nvPr/>
          </p:nvSpPr>
          <p:spPr>
            <a:xfrm>
              <a:off x="-11230475" y="4320500"/>
              <a:ext cx="103975" cy="103200"/>
            </a:xfrm>
            <a:custGeom>
              <a:avLst/>
              <a:gdLst/>
              <a:ahLst/>
              <a:cxnLst/>
              <a:rect l="l" t="t" r="r" b="b"/>
              <a:pathLst>
                <a:path w="4159" h="4128" extrusionOk="0">
                  <a:moveTo>
                    <a:pt x="0" y="0"/>
                  </a:moveTo>
                  <a:lnTo>
                    <a:pt x="0" y="2867"/>
                  </a:lnTo>
                  <a:cubicBezTo>
                    <a:pt x="0" y="3529"/>
                    <a:pt x="536" y="4127"/>
                    <a:pt x="1260" y="4127"/>
                  </a:cubicBezTo>
                  <a:cubicBezTo>
                    <a:pt x="1922" y="4127"/>
                    <a:pt x="2521" y="3560"/>
                    <a:pt x="2521" y="2867"/>
                  </a:cubicBezTo>
                  <a:lnTo>
                    <a:pt x="2521" y="1638"/>
                  </a:lnTo>
                  <a:lnTo>
                    <a:pt x="2962" y="1638"/>
                  </a:lnTo>
                  <a:cubicBezTo>
                    <a:pt x="3623" y="1638"/>
                    <a:pt x="4127" y="1134"/>
                    <a:pt x="4159" y="473"/>
                  </a:cubicBezTo>
                  <a:cubicBezTo>
                    <a:pt x="3875" y="347"/>
                    <a:pt x="3623" y="221"/>
                    <a:pt x="3340" y="158"/>
                  </a:cubicBezTo>
                  <a:lnTo>
                    <a:pt x="3340" y="378"/>
                  </a:lnTo>
                  <a:cubicBezTo>
                    <a:pt x="3340" y="630"/>
                    <a:pt x="3151" y="788"/>
                    <a:pt x="2962" y="788"/>
                  </a:cubicBezTo>
                  <a:lnTo>
                    <a:pt x="2521" y="788"/>
                  </a:lnTo>
                  <a:lnTo>
                    <a:pt x="2521" y="0"/>
                  </a:lnTo>
                  <a:cubicBezTo>
                    <a:pt x="2468" y="11"/>
                    <a:pt x="2416" y="14"/>
                    <a:pt x="2364" y="14"/>
                  </a:cubicBezTo>
                  <a:cubicBezTo>
                    <a:pt x="2262" y="14"/>
                    <a:pt x="2164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7" name="Google Shape;8087;p84"/>
            <p:cNvSpPr/>
            <p:nvPr/>
          </p:nvSpPr>
          <p:spPr>
            <a:xfrm>
              <a:off x="-11210000" y="4113350"/>
              <a:ext cx="137850" cy="226075"/>
            </a:xfrm>
            <a:custGeom>
              <a:avLst/>
              <a:gdLst/>
              <a:ahLst/>
              <a:cxnLst/>
              <a:rect l="l" t="t" r="r" b="b"/>
              <a:pathLst>
                <a:path w="5514" h="9043" extrusionOk="0">
                  <a:moveTo>
                    <a:pt x="5514" y="0"/>
                  </a:moveTo>
                  <a:lnTo>
                    <a:pt x="4096" y="883"/>
                  </a:lnTo>
                  <a:cubicBezTo>
                    <a:pt x="3308" y="1355"/>
                    <a:pt x="2363" y="1607"/>
                    <a:pt x="1418" y="1607"/>
                  </a:cubicBezTo>
                  <a:cubicBezTo>
                    <a:pt x="536" y="2300"/>
                    <a:pt x="0" y="3340"/>
                    <a:pt x="0" y="4537"/>
                  </a:cubicBezTo>
                  <a:cubicBezTo>
                    <a:pt x="0" y="5703"/>
                    <a:pt x="567" y="6774"/>
                    <a:pt x="1418" y="7436"/>
                  </a:cubicBezTo>
                  <a:cubicBezTo>
                    <a:pt x="2363" y="7499"/>
                    <a:pt x="3308" y="7719"/>
                    <a:pt x="4096" y="8192"/>
                  </a:cubicBezTo>
                  <a:lnTo>
                    <a:pt x="5514" y="9042"/>
                  </a:lnTo>
                  <a:cubicBezTo>
                    <a:pt x="4695" y="8097"/>
                    <a:pt x="4159" y="6427"/>
                    <a:pt x="4159" y="4537"/>
                  </a:cubicBezTo>
                  <a:cubicBezTo>
                    <a:pt x="4159" y="2647"/>
                    <a:pt x="4726" y="946"/>
                    <a:pt x="55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8" name="Google Shape;8088;p84"/>
            <p:cNvSpPr/>
            <p:nvPr/>
          </p:nvSpPr>
          <p:spPr>
            <a:xfrm>
              <a:off x="-11295075" y="4153525"/>
              <a:ext cx="89825" cy="145725"/>
            </a:xfrm>
            <a:custGeom>
              <a:avLst/>
              <a:gdLst/>
              <a:ahLst/>
              <a:cxnLst/>
              <a:rect l="l" t="t" r="r" b="b"/>
              <a:pathLst>
                <a:path w="3593" h="5829" extrusionOk="0">
                  <a:moveTo>
                    <a:pt x="3088" y="0"/>
                  </a:moveTo>
                  <a:cubicBezTo>
                    <a:pt x="1482" y="0"/>
                    <a:pt x="127" y="1229"/>
                    <a:pt x="64" y="2773"/>
                  </a:cubicBezTo>
                  <a:cubicBezTo>
                    <a:pt x="1" y="4505"/>
                    <a:pt x="1356" y="5829"/>
                    <a:pt x="2962" y="5829"/>
                  </a:cubicBezTo>
                  <a:lnTo>
                    <a:pt x="3592" y="5829"/>
                  </a:lnTo>
                  <a:cubicBezTo>
                    <a:pt x="2931" y="5041"/>
                    <a:pt x="2521" y="4064"/>
                    <a:pt x="2521" y="2930"/>
                  </a:cubicBezTo>
                  <a:cubicBezTo>
                    <a:pt x="2521" y="1796"/>
                    <a:pt x="2931" y="788"/>
                    <a:pt x="35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9" name="Google Shape;8089;p84"/>
          <p:cNvGrpSpPr/>
          <p:nvPr/>
        </p:nvGrpSpPr>
        <p:grpSpPr>
          <a:xfrm>
            <a:off x="5769739" y="2891364"/>
            <a:ext cx="312585" cy="355451"/>
            <a:chOff x="-9500075" y="3180800"/>
            <a:chExt cx="310350" cy="352875"/>
          </a:xfrm>
        </p:grpSpPr>
        <p:sp>
          <p:nvSpPr>
            <p:cNvPr id="8090" name="Google Shape;8090;p84"/>
            <p:cNvSpPr/>
            <p:nvPr/>
          </p:nvSpPr>
          <p:spPr>
            <a:xfrm>
              <a:off x="-9429175" y="3332825"/>
              <a:ext cx="82725" cy="55150"/>
            </a:xfrm>
            <a:custGeom>
              <a:avLst/>
              <a:gdLst/>
              <a:ahLst/>
              <a:cxnLst/>
              <a:rect l="l" t="t" r="r" b="b"/>
              <a:pathLst>
                <a:path w="3309" h="2206" extrusionOk="0">
                  <a:moveTo>
                    <a:pt x="1670" y="0"/>
                  </a:moveTo>
                  <a:lnTo>
                    <a:pt x="0" y="2205"/>
                  </a:lnTo>
                  <a:lnTo>
                    <a:pt x="3308" y="2205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1" name="Google Shape;8091;p84"/>
            <p:cNvSpPr/>
            <p:nvPr/>
          </p:nvSpPr>
          <p:spPr>
            <a:xfrm>
              <a:off x="-9335450" y="3274525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cubicBezTo>
                    <a:pt x="0" y="599"/>
                    <a:pt x="189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90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2" name="Google Shape;8092;p84"/>
            <p:cNvSpPr/>
            <p:nvPr/>
          </p:nvSpPr>
          <p:spPr>
            <a:xfrm>
              <a:off x="-9330725" y="3351725"/>
              <a:ext cx="62250" cy="36250"/>
            </a:xfrm>
            <a:custGeom>
              <a:avLst/>
              <a:gdLst/>
              <a:ahLst/>
              <a:cxnLst/>
              <a:rect l="l" t="t" r="r" b="b"/>
              <a:pathLst>
                <a:path w="2490" h="1450" extrusionOk="0">
                  <a:moveTo>
                    <a:pt x="1040" y="0"/>
                  </a:moveTo>
                  <a:lnTo>
                    <a:pt x="0" y="977"/>
                  </a:lnTo>
                  <a:lnTo>
                    <a:pt x="410" y="1449"/>
                  </a:lnTo>
                  <a:lnTo>
                    <a:pt x="2489" y="1449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3" name="Google Shape;8093;p84"/>
            <p:cNvSpPr/>
            <p:nvPr/>
          </p:nvSpPr>
          <p:spPr>
            <a:xfrm>
              <a:off x="-9440200" y="3220975"/>
              <a:ext cx="186675" cy="152025"/>
            </a:xfrm>
            <a:custGeom>
              <a:avLst/>
              <a:gdLst/>
              <a:ahLst/>
              <a:cxnLst/>
              <a:rect l="l" t="t" r="r" b="b"/>
              <a:pathLst>
                <a:path w="7467" h="6081" extrusionOk="0">
                  <a:moveTo>
                    <a:pt x="4568" y="1324"/>
                  </a:moveTo>
                  <a:cubicBezTo>
                    <a:pt x="5261" y="1324"/>
                    <a:pt x="5828" y="1859"/>
                    <a:pt x="5828" y="2552"/>
                  </a:cubicBezTo>
                  <a:cubicBezTo>
                    <a:pt x="5828" y="3214"/>
                    <a:pt x="5293" y="3813"/>
                    <a:pt x="4568" y="3813"/>
                  </a:cubicBezTo>
                  <a:cubicBezTo>
                    <a:pt x="3875" y="3813"/>
                    <a:pt x="3308" y="3245"/>
                    <a:pt x="3308" y="2552"/>
                  </a:cubicBezTo>
                  <a:cubicBezTo>
                    <a:pt x="3308" y="1828"/>
                    <a:pt x="3875" y="1324"/>
                    <a:pt x="4568" y="1324"/>
                  </a:cubicBezTo>
                  <a:close/>
                  <a:moveTo>
                    <a:pt x="0" y="0"/>
                  </a:moveTo>
                  <a:lnTo>
                    <a:pt x="0" y="5860"/>
                  </a:lnTo>
                  <a:lnTo>
                    <a:pt x="1733" y="3529"/>
                  </a:lnTo>
                  <a:cubicBezTo>
                    <a:pt x="1812" y="3434"/>
                    <a:pt x="1945" y="3387"/>
                    <a:pt x="2079" y="3387"/>
                  </a:cubicBezTo>
                  <a:cubicBezTo>
                    <a:pt x="2213" y="3387"/>
                    <a:pt x="2347" y="3434"/>
                    <a:pt x="2426" y="3529"/>
                  </a:cubicBezTo>
                  <a:lnTo>
                    <a:pt x="3907" y="5482"/>
                  </a:lnTo>
                  <a:lnTo>
                    <a:pt x="5104" y="4317"/>
                  </a:lnTo>
                  <a:cubicBezTo>
                    <a:pt x="5183" y="4238"/>
                    <a:pt x="5285" y="4198"/>
                    <a:pt x="5387" y="4198"/>
                  </a:cubicBezTo>
                  <a:cubicBezTo>
                    <a:pt x="5490" y="4198"/>
                    <a:pt x="5592" y="4238"/>
                    <a:pt x="5671" y="4317"/>
                  </a:cubicBezTo>
                  <a:lnTo>
                    <a:pt x="7467" y="6081"/>
                  </a:lnTo>
                  <a:lnTo>
                    <a:pt x="746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84"/>
            <p:cNvSpPr/>
            <p:nvPr/>
          </p:nvSpPr>
          <p:spPr>
            <a:xfrm>
              <a:off x="-9500075" y="3222550"/>
              <a:ext cx="310350" cy="228425"/>
            </a:xfrm>
            <a:custGeom>
              <a:avLst/>
              <a:gdLst/>
              <a:ahLst/>
              <a:cxnLst/>
              <a:rect l="l" t="t" r="r" b="b"/>
              <a:pathLst>
                <a:path w="12414" h="9137" extrusionOk="0">
                  <a:moveTo>
                    <a:pt x="1229" y="0"/>
                  </a:moveTo>
                  <a:cubicBezTo>
                    <a:pt x="568" y="0"/>
                    <a:pt x="1" y="599"/>
                    <a:pt x="1" y="1261"/>
                  </a:cubicBezTo>
                  <a:lnTo>
                    <a:pt x="1" y="7877"/>
                  </a:lnTo>
                  <a:cubicBezTo>
                    <a:pt x="1" y="8538"/>
                    <a:pt x="568" y="9137"/>
                    <a:pt x="1229" y="9137"/>
                  </a:cubicBezTo>
                  <a:lnTo>
                    <a:pt x="11153" y="9137"/>
                  </a:lnTo>
                  <a:cubicBezTo>
                    <a:pt x="11815" y="9137"/>
                    <a:pt x="12414" y="8538"/>
                    <a:pt x="12414" y="7877"/>
                  </a:cubicBezTo>
                  <a:lnTo>
                    <a:pt x="12414" y="1261"/>
                  </a:lnTo>
                  <a:cubicBezTo>
                    <a:pt x="12319" y="536"/>
                    <a:pt x="11784" y="0"/>
                    <a:pt x="11122" y="0"/>
                  </a:cubicBezTo>
                  <a:lnTo>
                    <a:pt x="10712" y="0"/>
                  </a:lnTo>
                  <a:lnTo>
                    <a:pt x="10712" y="7058"/>
                  </a:lnTo>
                  <a:cubicBezTo>
                    <a:pt x="10712" y="7278"/>
                    <a:pt x="10523" y="7436"/>
                    <a:pt x="10334" y="7436"/>
                  </a:cubicBezTo>
                  <a:lnTo>
                    <a:pt x="2048" y="7436"/>
                  </a:lnTo>
                  <a:cubicBezTo>
                    <a:pt x="1828" y="7436"/>
                    <a:pt x="1607" y="7247"/>
                    <a:pt x="1607" y="7058"/>
                  </a:cubicBezTo>
                  <a:lnTo>
                    <a:pt x="16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84"/>
            <p:cNvSpPr/>
            <p:nvPr/>
          </p:nvSpPr>
          <p:spPr>
            <a:xfrm>
              <a:off x="-9398475" y="31808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4128" y="851"/>
                  </a:lnTo>
                  <a:cubicBezTo>
                    <a:pt x="4128" y="379"/>
                    <a:pt x="3781" y="1"/>
                    <a:pt x="3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84"/>
            <p:cNvSpPr/>
            <p:nvPr/>
          </p:nvSpPr>
          <p:spPr>
            <a:xfrm>
              <a:off x="-9460700" y="3471450"/>
              <a:ext cx="41775" cy="62225"/>
            </a:xfrm>
            <a:custGeom>
              <a:avLst/>
              <a:gdLst/>
              <a:ahLst/>
              <a:cxnLst/>
              <a:rect l="l" t="t" r="r" b="b"/>
              <a:pathLst>
                <a:path w="1671" h="2489" extrusionOk="0">
                  <a:moveTo>
                    <a:pt x="1" y="0"/>
                  </a:moveTo>
                  <a:lnTo>
                    <a:pt x="1" y="1670"/>
                  </a:lnTo>
                  <a:cubicBezTo>
                    <a:pt x="1" y="2142"/>
                    <a:pt x="347" y="2489"/>
                    <a:pt x="820" y="2489"/>
                  </a:cubicBezTo>
                  <a:cubicBezTo>
                    <a:pt x="1293" y="2489"/>
                    <a:pt x="1671" y="2142"/>
                    <a:pt x="1671" y="1670"/>
                  </a:cubicBezTo>
                  <a:lnTo>
                    <a:pt x="167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84"/>
            <p:cNvSpPr/>
            <p:nvPr/>
          </p:nvSpPr>
          <p:spPr>
            <a:xfrm>
              <a:off x="-9274800" y="3471450"/>
              <a:ext cx="41750" cy="62225"/>
            </a:xfrm>
            <a:custGeom>
              <a:avLst/>
              <a:gdLst/>
              <a:ahLst/>
              <a:cxnLst/>
              <a:rect l="l" t="t" r="r" b="b"/>
              <a:pathLst>
                <a:path w="1670" h="2489" extrusionOk="0">
                  <a:moveTo>
                    <a:pt x="0" y="0"/>
                  </a:moveTo>
                  <a:lnTo>
                    <a:pt x="0" y="1670"/>
                  </a:lnTo>
                  <a:cubicBezTo>
                    <a:pt x="0" y="2142"/>
                    <a:pt x="378" y="2489"/>
                    <a:pt x="851" y="2489"/>
                  </a:cubicBezTo>
                  <a:cubicBezTo>
                    <a:pt x="1323" y="2489"/>
                    <a:pt x="1670" y="2142"/>
                    <a:pt x="1670" y="1670"/>
                  </a:cubicBezTo>
                  <a:lnTo>
                    <a:pt x="16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84"/>
            <p:cNvSpPr/>
            <p:nvPr/>
          </p:nvSpPr>
          <p:spPr>
            <a:xfrm>
              <a:off x="-9398475" y="3471450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19"/>
                  </a:lnTo>
                  <a:lnTo>
                    <a:pt x="4128" y="819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9" name="Google Shape;8099;p84"/>
          <p:cNvGrpSpPr/>
          <p:nvPr/>
        </p:nvGrpSpPr>
        <p:grpSpPr>
          <a:xfrm>
            <a:off x="5747530" y="3366879"/>
            <a:ext cx="356221" cy="356257"/>
            <a:chOff x="-9523700" y="3614000"/>
            <a:chExt cx="353675" cy="353675"/>
          </a:xfrm>
        </p:grpSpPr>
        <p:sp>
          <p:nvSpPr>
            <p:cNvPr id="8100" name="Google Shape;8100;p84"/>
            <p:cNvSpPr/>
            <p:nvPr/>
          </p:nvSpPr>
          <p:spPr>
            <a:xfrm>
              <a:off x="-95237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828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35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84"/>
            <p:cNvSpPr/>
            <p:nvPr/>
          </p:nvSpPr>
          <p:spPr>
            <a:xfrm>
              <a:off x="-9515825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2994" y="1"/>
                  </a:moveTo>
                  <a:cubicBezTo>
                    <a:pt x="2206" y="1"/>
                    <a:pt x="1513" y="536"/>
                    <a:pt x="1387" y="1324"/>
                  </a:cubicBezTo>
                  <a:lnTo>
                    <a:pt x="1" y="7499"/>
                  </a:lnTo>
                  <a:cubicBezTo>
                    <a:pt x="599" y="6963"/>
                    <a:pt x="1355" y="6648"/>
                    <a:pt x="2174" y="6648"/>
                  </a:cubicBezTo>
                  <a:cubicBezTo>
                    <a:pt x="3151" y="6648"/>
                    <a:pt x="4065" y="7089"/>
                    <a:pt x="4663" y="7814"/>
                  </a:cubicBezTo>
                  <a:lnTo>
                    <a:pt x="4663" y="1639"/>
                  </a:lnTo>
                  <a:cubicBezTo>
                    <a:pt x="4663" y="757"/>
                    <a:pt x="3907" y="1"/>
                    <a:pt x="29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84"/>
            <p:cNvSpPr/>
            <p:nvPr/>
          </p:nvSpPr>
          <p:spPr>
            <a:xfrm>
              <a:off x="-9481175" y="3614000"/>
              <a:ext cx="80375" cy="37050"/>
            </a:xfrm>
            <a:custGeom>
              <a:avLst/>
              <a:gdLst/>
              <a:ahLst/>
              <a:cxnLst/>
              <a:rect l="l" t="t" r="r" b="b"/>
              <a:pathLst>
                <a:path w="3215" h="1482" extrusionOk="0">
                  <a:moveTo>
                    <a:pt x="1608" y="0"/>
                  </a:moveTo>
                  <a:cubicBezTo>
                    <a:pt x="788" y="63"/>
                    <a:pt x="127" y="693"/>
                    <a:pt x="1" y="1481"/>
                  </a:cubicBezTo>
                  <a:cubicBezTo>
                    <a:pt x="442" y="1072"/>
                    <a:pt x="1009" y="851"/>
                    <a:pt x="1608" y="851"/>
                  </a:cubicBezTo>
                  <a:cubicBezTo>
                    <a:pt x="2238" y="851"/>
                    <a:pt x="2805" y="1072"/>
                    <a:pt x="3214" y="1481"/>
                  </a:cubicBezTo>
                  <a:cubicBezTo>
                    <a:pt x="3120" y="630"/>
                    <a:pt x="2427" y="0"/>
                    <a:pt x="16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84"/>
            <p:cNvSpPr/>
            <p:nvPr/>
          </p:nvSpPr>
          <p:spPr>
            <a:xfrm>
              <a:off x="-92945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796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3"/>
                    <a:pt x="0" y="2458"/>
                  </a:cubicBezTo>
                  <a:cubicBezTo>
                    <a:pt x="0" y="3844"/>
                    <a:pt x="1103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84"/>
            <p:cNvSpPr/>
            <p:nvPr/>
          </p:nvSpPr>
          <p:spPr>
            <a:xfrm>
              <a:off x="-9294500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1670" y="1"/>
                  </a:moveTo>
                  <a:cubicBezTo>
                    <a:pt x="757" y="1"/>
                    <a:pt x="0" y="757"/>
                    <a:pt x="0" y="1639"/>
                  </a:cubicBezTo>
                  <a:lnTo>
                    <a:pt x="0" y="7814"/>
                  </a:lnTo>
                  <a:cubicBezTo>
                    <a:pt x="599" y="7089"/>
                    <a:pt x="1513" y="6648"/>
                    <a:pt x="2489" y="6648"/>
                  </a:cubicBezTo>
                  <a:cubicBezTo>
                    <a:pt x="3308" y="6648"/>
                    <a:pt x="4065" y="6963"/>
                    <a:pt x="4663" y="7499"/>
                  </a:cubicBezTo>
                  <a:lnTo>
                    <a:pt x="3277" y="1324"/>
                  </a:lnTo>
                  <a:cubicBezTo>
                    <a:pt x="3119" y="536"/>
                    <a:pt x="2458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84"/>
            <p:cNvSpPr/>
            <p:nvPr/>
          </p:nvSpPr>
          <p:spPr>
            <a:xfrm>
              <a:off x="-9294500" y="3615575"/>
              <a:ext cx="81150" cy="36250"/>
            </a:xfrm>
            <a:custGeom>
              <a:avLst/>
              <a:gdLst/>
              <a:ahLst/>
              <a:cxnLst/>
              <a:rect l="l" t="t" r="r" b="b"/>
              <a:pathLst>
                <a:path w="3246" h="1450" extrusionOk="0">
                  <a:moveTo>
                    <a:pt x="1639" y="0"/>
                  </a:moveTo>
                  <a:cubicBezTo>
                    <a:pt x="788" y="0"/>
                    <a:pt x="126" y="630"/>
                    <a:pt x="0" y="1450"/>
                  </a:cubicBezTo>
                  <a:cubicBezTo>
                    <a:pt x="442" y="1040"/>
                    <a:pt x="1040" y="820"/>
                    <a:pt x="1639" y="820"/>
                  </a:cubicBezTo>
                  <a:cubicBezTo>
                    <a:pt x="2269" y="820"/>
                    <a:pt x="2804" y="1040"/>
                    <a:pt x="3245" y="1450"/>
                  </a:cubicBezTo>
                  <a:cubicBezTo>
                    <a:pt x="3119" y="599"/>
                    <a:pt x="2458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84"/>
            <p:cNvSpPr/>
            <p:nvPr/>
          </p:nvSpPr>
          <p:spPr>
            <a:xfrm>
              <a:off x="-9378775" y="3822725"/>
              <a:ext cx="63025" cy="41750"/>
            </a:xfrm>
            <a:custGeom>
              <a:avLst/>
              <a:gdLst/>
              <a:ahLst/>
              <a:cxnLst/>
              <a:rect l="l" t="t" r="r" b="b"/>
              <a:pathLst>
                <a:path w="2521" h="1670" extrusionOk="0">
                  <a:moveTo>
                    <a:pt x="0" y="0"/>
                  </a:moveTo>
                  <a:lnTo>
                    <a:pt x="0" y="1670"/>
                  </a:lnTo>
                  <a:lnTo>
                    <a:pt x="2521" y="1670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84"/>
            <p:cNvSpPr/>
            <p:nvPr/>
          </p:nvSpPr>
          <p:spPr>
            <a:xfrm>
              <a:off x="-9336250" y="3739225"/>
              <a:ext cx="21300" cy="63050"/>
            </a:xfrm>
            <a:custGeom>
              <a:avLst/>
              <a:gdLst/>
              <a:ahLst/>
              <a:cxnLst/>
              <a:rect l="l" t="t" r="r" b="b"/>
              <a:pathLst>
                <a:path w="852" h="2522" extrusionOk="0">
                  <a:moveTo>
                    <a:pt x="1" y="1"/>
                  </a:moveTo>
                  <a:lnTo>
                    <a:pt x="1" y="2521"/>
                  </a:lnTo>
                  <a:lnTo>
                    <a:pt x="851" y="2521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84"/>
            <p:cNvSpPr/>
            <p:nvPr/>
          </p:nvSpPr>
          <p:spPr>
            <a:xfrm>
              <a:off x="-9378775" y="3739225"/>
              <a:ext cx="20500" cy="63050"/>
            </a:xfrm>
            <a:custGeom>
              <a:avLst/>
              <a:gdLst/>
              <a:ahLst/>
              <a:cxnLst/>
              <a:rect l="l" t="t" r="r" b="b"/>
              <a:pathLst>
                <a:path w="820" h="2522" extrusionOk="0">
                  <a:moveTo>
                    <a:pt x="0" y="1"/>
                  </a:moveTo>
                  <a:lnTo>
                    <a:pt x="0" y="2521"/>
                  </a:lnTo>
                  <a:lnTo>
                    <a:pt x="820" y="2521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09" name="Google Shape;8109;p84"/>
          <p:cNvGrpSpPr/>
          <p:nvPr/>
        </p:nvGrpSpPr>
        <p:grpSpPr>
          <a:xfrm>
            <a:off x="7532481" y="3389521"/>
            <a:ext cx="356221" cy="354670"/>
            <a:chOff x="-9523700" y="4049550"/>
            <a:chExt cx="353675" cy="352100"/>
          </a:xfrm>
        </p:grpSpPr>
        <p:sp>
          <p:nvSpPr>
            <p:cNvPr id="8110" name="Google Shape;8110;p84"/>
            <p:cNvSpPr/>
            <p:nvPr/>
          </p:nvSpPr>
          <p:spPr>
            <a:xfrm>
              <a:off x="-9523700" y="40495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1"/>
                  </a:moveTo>
                  <a:cubicBezTo>
                    <a:pt x="757" y="1"/>
                    <a:pt x="1" y="725"/>
                    <a:pt x="1" y="1639"/>
                  </a:cubicBezTo>
                  <a:cubicBezTo>
                    <a:pt x="1" y="2552"/>
                    <a:pt x="757" y="3309"/>
                    <a:pt x="1670" y="3309"/>
                  </a:cubicBezTo>
                  <a:cubicBezTo>
                    <a:pt x="2584" y="3309"/>
                    <a:pt x="3309" y="2552"/>
                    <a:pt x="3309" y="1639"/>
                  </a:cubicBezTo>
                  <a:cubicBezTo>
                    <a:pt x="3309" y="725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84"/>
            <p:cNvSpPr/>
            <p:nvPr/>
          </p:nvSpPr>
          <p:spPr>
            <a:xfrm>
              <a:off x="-9523700" y="4148800"/>
              <a:ext cx="82725" cy="252850"/>
            </a:xfrm>
            <a:custGeom>
              <a:avLst/>
              <a:gdLst/>
              <a:ahLst/>
              <a:cxnLst/>
              <a:rect l="l" t="t" r="r" b="b"/>
              <a:pathLst>
                <a:path w="3309" h="10114" extrusionOk="0">
                  <a:moveTo>
                    <a:pt x="820" y="0"/>
                  </a:moveTo>
                  <a:lnTo>
                    <a:pt x="820" y="7876"/>
                  </a:lnTo>
                  <a:cubicBezTo>
                    <a:pt x="316" y="8160"/>
                    <a:pt x="1" y="8695"/>
                    <a:pt x="1" y="9294"/>
                  </a:cubicBezTo>
                  <a:lnTo>
                    <a:pt x="1" y="9672"/>
                  </a:lnTo>
                  <a:cubicBezTo>
                    <a:pt x="1" y="9924"/>
                    <a:pt x="190" y="10113"/>
                    <a:pt x="442" y="10113"/>
                  </a:cubicBezTo>
                  <a:lnTo>
                    <a:pt x="2930" y="10113"/>
                  </a:lnTo>
                  <a:cubicBezTo>
                    <a:pt x="3151" y="10113"/>
                    <a:pt x="3309" y="9924"/>
                    <a:pt x="3309" y="9672"/>
                  </a:cubicBezTo>
                  <a:lnTo>
                    <a:pt x="3309" y="9294"/>
                  </a:lnTo>
                  <a:cubicBezTo>
                    <a:pt x="3309" y="8664"/>
                    <a:pt x="2993" y="8160"/>
                    <a:pt x="2489" y="7876"/>
                  </a:cubicBezTo>
                  <a:lnTo>
                    <a:pt x="2489" y="0"/>
                  </a:lnTo>
                  <a:cubicBezTo>
                    <a:pt x="2206" y="63"/>
                    <a:pt x="1922" y="158"/>
                    <a:pt x="1670" y="158"/>
                  </a:cubicBezTo>
                  <a:cubicBezTo>
                    <a:pt x="1387" y="158"/>
                    <a:pt x="1103" y="63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84"/>
            <p:cNvSpPr/>
            <p:nvPr/>
          </p:nvSpPr>
          <p:spPr>
            <a:xfrm>
              <a:off x="-9252750" y="40495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1"/>
                  </a:moveTo>
                  <a:cubicBezTo>
                    <a:pt x="756" y="1"/>
                    <a:pt x="0" y="725"/>
                    <a:pt x="0" y="1639"/>
                  </a:cubicBezTo>
                  <a:cubicBezTo>
                    <a:pt x="0" y="2552"/>
                    <a:pt x="756" y="3309"/>
                    <a:pt x="1670" y="3309"/>
                  </a:cubicBezTo>
                  <a:cubicBezTo>
                    <a:pt x="2552" y="3309"/>
                    <a:pt x="3308" y="2552"/>
                    <a:pt x="3308" y="1639"/>
                  </a:cubicBezTo>
                  <a:cubicBezTo>
                    <a:pt x="3308" y="725"/>
                    <a:pt x="2552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84"/>
            <p:cNvSpPr/>
            <p:nvPr/>
          </p:nvSpPr>
          <p:spPr>
            <a:xfrm>
              <a:off x="-9252750" y="4148800"/>
              <a:ext cx="82725" cy="252850"/>
            </a:xfrm>
            <a:custGeom>
              <a:avLst/>
              <a:gdLst/>
              <a:ahLst/>
              <a:cxnLst/>
              <a:rect l="l" t="t" r="r" b="b"/>
              <a:pathLst>
                <a:path w="3309" h="10114" extrusionOk="0">
                  <a:moveTo>
                    <a:pt x="819" y="0"/>
                  </a:moveTo>
                  <a:lnTo>
                    <a:pt x="819" y="7876"/>
                  </a:lnTo>
                  <a:cubicBezTo>
                    <a:pt x="315" y="8160"/>
                    <a:pt x="0" y="8695"/>
                    <a:pt x="0" y="9294"/>
                  </a:cubicBezTo>
                  <a:lnTo>
                    <a:pt x="0" y="9704"/>
                  </a:lnTo>
                  <a:cubicBezTo>
                    <a:pt x="0" y="9924"/>
                    <a:pt x="189" y="10113"/>
                    <a:pt x="441" y="10113"/>
                  </a:cubicBezTo>
                  <a:lnTo>
                    <a:pt x="2899" y="10113"/>
                  </a:lnTo>
                  <a:cubicBezTo>
                    <a:pt x="3151" y="10113"/>
                    <a:pt x="3308" y="9924"/>
                    <a:pt x="3308" y="9704"/>
                  </a:cubicBezTo>
                  <a:lnTo>
                    <a:pt x="3308" y="9294"/>
                  </a:lnTo>
                  <a:cubicBezTo>
                    <a:pt x="3308" y="8664"/>
                    <a:pt x="2962" y="8160"/>
                    <a:pt x="2489" y="7876"/>
                  </a:cubicBezTo>
                  <a:lnTo>
                    <a:pt x="2489" y="0"/>
                  </a:lnTo>
                  <a:cubicBezTo>
                    <a:pt x="2206" y="95"/>
                    <a:pt x="1922" y="158"/>
                    <a:pt x="1638" y="158"/>
                  </a:cubicBezTo>
                  <a:cubicBezTo>
                    <a:pt x="1386" y="158"/>
                    <a:pt x="1103" y="95"/>
                    <a:pt x="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84"/>
            <p:cNvSpPr/>
            <p:nvPr/>
          </p:nvSpPr>
          <p:spPr>
            <a:xfrm>
              <a:off x="-9440200" y="4214950"/>
              <a:ext cx="187475" cy="167000"/>
            </a:xfrm>
            <a:custGeom>
              <a:avLst/>
              <a:gdLst/>
              <a:ahLst/>
              <a:cxnLst/>
              <a:rect l="l" t="t" r="r" b="b"/>
              <a:pathLst>
                <a:path w="7499" h="6680" extrusionOk="0">
                  <a:moveTo>
                    <a:pt x="1229" y="1"/>
                  </a:moveTo>
                  <a:cubicBezTo>
                    <a:pt x="1071" y="1"/>
                    <a:pt x="914" y="64"/>
                    <a:pt x="882" y="221"/>
                  </a:cubicBezTo>
                  <a:lnTo>
                    <a:pt x="0" y="1954"/>
                  </a:lnTo>
                  <a:lnTo>
                    <a:pt x="0" y="4852"/>
                  </a:lnTo>
                  <a:cubicBezTo>
                    <a:pt x="536" y="5325"/>
                    <a:pt x="851" y="5955"/>
                    <a:pt x="851" y="6680"/>
                  </a:cubicBezTo>
                  <a:lnTo>
                    <a:pt x="6679" y="6680"/>
                  </a:lnTo>
                  <a:cubicBezTo>
                    <a:pt x="6679" y="5955"/>
                    <a:pt x="6994" y="5325"/>
                    <a:pt x="7498" y="4852"/>
                  </a:cubicBezTo>
                  <a:lnTo>
                    <a:pt x="7498" y="1954"/>
                  </a:lnTo>
                  <a:lnTo>
                    <a:pt x="6616" y="221"/>
                  </a:lnTo>
                  <a:cubicBezTo>
                    <a:pt x="6553" y="64"/>
                    <a:pt x="6427" y="1"/>
                    <a:pt x="6270" y="1"/>
                  </a:cubicBezTo>
                  <a:lnTo>
                    <a:pt x="4726" y="1"/>
                  </a:lnTo>
                  <a:lnTo>
                    <a:pt x="6616" y="4443"/>
                  </a:lnTo>
                  <a:cubicBezTo>
                    <a:pt x="6679" y="4569"/>
                    <a:pt x="6679" y="4726"/>
                    <a:pt x="6585" y="4852"/>
                  </a:cubicBezTo>
                  <a:cubicBezTo>
                    <a:pt x="6522" y="4947"/>
                    <a:pt x="6396" y="5041"/>
                    <a:pt x="6238" y="5041"/>
                  </a:cubicBezTo>
                  <a:lnTo>
                    <a:pt x="1260" y="5041"/>
                  </a:lnTo>
                  <a:cubicBezTo>
                    <a:pt x="1103" y="5041"/>
                    <a:pt x="1008" y="4947"/>
                    <a:pt x="914" y="4852"/>
                  </a:cubicBezTo>
                  <a:cubicBezTo>
                    <a:pt x="851" y="4726"/>
                    <a:pt x="851" y="4569"/>
                    <a:pt x="882" y="4443"/>
                  </a:cubicBezTo>
                  <a:lnTo>
                    <a:pt x="27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84"/>
            <p:cNvSpPr/>
            <p:nvPr/>
          </p:nvSpPr>
          <p:spPr>
            <a:xfrm>
              <a:off x="-9393750" y="4214950"/>
              <a:ext cx="93750" cy="104000"/>
            </a:xfrm>
            <a:custGeom>
              <a:avLst/>
              <a:gdLst/>
              <a:ahLst/>
              <a:cxnLst/>
              <a:rect l="l" t="t" r="r" b="b"/>
              <a:pathLst>
                <a:path w="3750" h="4160" extrusionOk="0">
                  <a:moveTo>
                    <a:pt x="1828" y="1"/>
                  </a:moveTo>
                  <a:lnTo>
                    <a:pt x="1" y="4159"/>
                  </a:lnTo>
                  <a:lnTo>
                    <a:pt x="3750" y="4159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6" name="Google Shape;8116;p84"/>
            <p:cNvSpPr/>
            <p:nvPr/>
          </p:nvSpPr>
          <p:spPr>
            <a:xfrm>
              <a:off x="-9440200" y="4140125"/>
              <a:ext cx="187475" cy="32325"/>
            </a:xfrm>
            <a:custGeom>
              <a:avLst/>
              <a:gdLst/>
              <a:ahLst/>
              <a:cxnLst/>
              <a:rect l="l" t="t" r="r" b="b"/>
              <a:pathLst>
                <a:path w="7499" h="1293" extrusionOk="0">
                  <a:moveTo>
                    <a:pt x="0" y="1"/>
                  </a:moveTo>
                  <a:lnTo>
                    <a:pt x="0" y="851"/>
                  </a:lnTo>
                  <a:cubicBezTo>
                    <a:pt x="1229" y="1135"/>
                    <a:pt x="2489" y="1292"/>
                    <a:pt x="3749" y="1292"/>
                  </a:cubicBezTo>
                  <a:cubicBezTo>
                    <a:pt x="5009" y="1292"/>
                    <a:pt x="6270" y="1135"/>
                    <a:pt x="7498" y="851"/>
                  </a:cubicBezTo>
                  <a:lnTo>
                    <a:pt x="7498" y="1"/>
                  </a:lnTo>
                  <a:cubicBezTo>
                    <a:pt x="6270" y="300"/>
                    <a:pt x="5001" y="450"/>
                    <a:pt x="3737" y="450"/>
                  </a:cubicBezTo>
                  <a:cubicBezTo>
                    <a:pt x="2473" y="450"/>
                    <a:pt x="1213" y="300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7" name="Google Shape;8117;p84"/>
          <p:cNvGrpSpPr/>
          <p:nvPr/>
        </p:nvGrpSpPr>
        <p:grpSpPr>
          <a:xfrm>
            <a:off x="7088596" y="3389494"/>
            <a:ext cx="357002" cy="311029"/>
            <a:chOff x="-8209150" y="3659675"/>
            <a:chExt cx="354450" cy="308775"/>
          </a:xfrm>
        </p:grpSpPr>
        <p:sp>
          <p:nvSpPr>
            <p:cNvPr id="8118" name="Google Shape;8118;p84"/>
            <p:cNvSpPr/>
            <p:nvPr/>
          </p:nvSpPr>
          <p:spPr>
            <a:xfrm>
              <a:off x="-8209150" y="3907775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1261" y="1"/>
                  </a:moveTo>
                  <a:cubicBezTo>
                    <a:pt x="599" y="1"/>
                    <a:pt x="0" y="536"/>
                    <a:pt x="0" y="122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lnTo>
                    <a:pt x="13673" y="2427"/>
                  </a:lnTo>
                  <a:cubicBezTo>
                    <a:pt x="13894" y="2427"/>
                    <a:pt x="14052" y="2238"/>
                    <a:pt x="14052" y="2048"/>
                  </a:cubicBezTo>
                  <a:lnTo>
                    <a:pt x="14052" y="1229"/>
                  </a:lnTo>
                  <a:cubicBezTo>
                    <a:pt x="14146" y="599"/>
                    <a:pt x="13579" y="1"/>
                    <a:pt x="128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9" name="Google Shape;8119;p84"/>
            <p:cNvSpPr/>
            <p:nvPr/>
          </p:nvSpPr>
          <p:spPr>
            <a:xfrm>
              <a:off x="-8188675" y="3825075"/>
              <a:ext cx="311125" cy="63050"/>
            </a:xfrm>
            <a:custGeom>
              <a:avLst/>
              <a:gdLst/>
              <a:ahLst/>
              <a:cxnLst/>
              <a:rect l="l" t="t" r="r" b="b"/>
              <a:pathLst>
                <a:path w="12445" h="2522" extrusionOk="0">
                  <a:moveTo>
                    <a:pt x="442" y="1"/>
                  </a:moveTo>
                  <a:cubicBezTo>
                    <a:pt x="189" y="1"/>
                    <a:pt x="0" y="190"/>
                    <a:pt x="0" y="410"/>
                  </a:cubicBezTo>
                  <a:lnTo>
                    <a:pt x="0" y="2521"/>
                  </a:lnTo>
                  <a:lnTo>
                    <a:pt x="3308" y="2521"/>
                  </a:lnTo>
                  <a:lnTo>
                    <a:pt x="3308" y="2080"/>
                  </a:lnTo>
                  <a:cubicBezTo>
                    <a:pt x="3308" y="1828"/>
                    <a:pt x="3497" y="1670"/>
                    <a:pt x="3718" y="1670"/>
                  </a:cubicBezTo>
                  <a:cubicBezTo>
                    <a:pt x="3939" y="1670"/>
                    <a:pt x="4128" y="1891"/>
                    <a:pt x="4128" y="2080"/>
                  </a:cubicBezTo>
                  <a:lnTo>
                    <a:pt x="4128" y="2521"/>
                  </a:lnTo>
                  <a:lnTo>
                    <a:pt x="5797" y="2521"/>
                  </a:lnTo>
                  <a:lnTo>
                    <a:pt x="5797" y="2080"/>
                  </a:lnTo>
                  <a:cubicBezTo>
                    <a:pt x="5797" y="1828"/>
                    <a:pt x="5986" y="1670"/>
                    <a:pt x="6238" y="1670"/>
                  </a:cubicBezTo>
                  <a:cubicBezTo>
                    <a:pt x="6459" y="1670"/>
                    <a:pt x="6616" y="1891"/>
                    <a:pt x="6616" y="2080"/>
                  </a:cubicBezTo>
                  <a:lnTo>
                    <a:pt x="6616" y="2521"/>
                  </a:lnTo>
                  <a:lnTo>
                    <a:pt x="8318" y="2521"/>
                  </a:lnTo>
                  <a:lnTo>
                    <a:pt x="8318" y="2080"/>
                  </a:lnTo>
                  <a:cubicBezTo>
                    <a:pt x="8318" y="1828"/>
                    <a:pt x="8507" y="1670"/>
                    <a:pt x="8696" y="1670"/>
                  </a:cubicBezTo>
                  <a:cubicBezTo>
                    <a:pt x="8948" y="1670"/>
                    <a:pt x="9105" y="1891"/>
                    <a:pt x="9105" y="2080"/>
                  </a:cubicBezTo>
                  <a:lnTo>
                    <a:pt x="9105" y="2521"/>
                  </a:lnTo>
                  <a:lnTo>
                    <a:pt x="12445" y="2521"/>
                  </a:lnTo>
                  <a:lnTo>
                    <a:pt x="12445" y="410"/>
                  </a:lnTo>
                  <a:cubicBezTo>
                    <a:pt x="12445" y="190"/>
                    <a:pt x="12256" y="1"/>
                    <a:pt x="120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0" name="Google Shape;8120;p84"/>
            <p:cNvSpPr/>
            <p:nvPr/>
          </p:nvSpPr>
          <p:spPr>
            <a:xfrm>
              <a:off x="-7913800" y="3743175"/>
              <a:ext cx="59100" cy="62250"/>
            </a:xfrm>
            <a:custGeom>
              <a:avLst/>
              <a:gdLst/>
              <a:ahLst/>
              <a:cxnLst/>
              <a:rect l="l" t="t" r="r" b="b"/>
              <a:pathLst>
                <a:path w="2364" h="2490" extrusionOk="0">
                  <a:moveTo>
                    <a:pt x="1922" y="0"/>
                  </a:moveTo>
                  <a:cubicBezTo>
                    <a:pt x="1261" y="0"/>
                    <a:pt x="599" y="189"/>
                    <a:pt x="1" y="567"/>
                  </a:cubicBezTo>
                  <a:cubicBezTo>
                    <a:pt x="284" y="1134"/>
                    <a:pt x="473" y="1827"/>
                    <a:pt x="536" y="2489"/>
                  </a:cubicBezTo>
                  <a:lnTo>
                    <a:pt x="1796" y="2489"/>
                  </a:lnTo>
                  <a:lnTo>
                    <a:pt x="2332" y="504"/>
                  </a:lnTo>
                  <a:cubicBezTo>
                    <a:pt x="2364" y="410"/>
                    <a:pt x="2332" y="284"/>
                    <a:pt x="2238" y="158"/>
                  </a:cubicBezTo>
                  <a:cubicBezTo>
                    <a:pt x="2175" y="32"/>
                    <a:pt x="2048" y="0"/>
                    <a:pt x="19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84"/>
            <p:cNvSpPr/>
            <p:nvPr/>
          </p:nvSpPr>
          <p:spPr>
            <a:xfrm>
              <a:off x="-8105975" y="3659675"/>
              <a:ext cx="185125" cy="145750"/>
            </a:xfrm>
            <a:custGeom>
              <a:avLst/>
              <a:gdLst/>
              <a:ahLst/>
              <a:cxnLst/>
              <a:rect l="l" t="t" r="r" b="b"/>
              <a:pathLst>
                <a:path w="7405" h="5830" extrusionOk="0">
                  <a:moveTo>
                    <a:pt x="442" y="1"/>
                  </a:moveTo>
                  <a:cubicBezTo>
                    <a:pt x="316" y="1"/>
                    <a:pt x="158" y="64"/>
                    <a:pt x="95" y="190"/>
                  </a:cubicBezTo>
                  <a:cubicBezTo>
                    <a:pt x="0" y="316"/>
                    <a:pt x="0" y="442"/>
                    <a:pt x="32" y="599"/>
                  </a:cubicBezTo>
                  <a:lnTo>
                    <a:pt x="2017" y="5829"/>
                  </a:lnTo>
                  <a:lnTo>
                    <a:pt x="7404" y="5829"/>
                  </a:lnTo>
                  <a:cubicBezTo>
                    <a:pt x="6806" y="2521"/>
                    <a:pt x="3907" y="1"/>
                    <a:pt x="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2" name="Google Shape;8122;p84"/>
            <p:cNvSpPr/>
            <p:nvPr/>
          </p:nvSpPr>
          <p:spPr>
            <a:xfrm>
              <a:off x="-8168975" y="3700625"/>
              <a:ext cx="91375" cy="104000"/>
            </a:xfrm>
            <a:custGeom>
              <a:avLst/>
              <a:gdLst/>
              <a:ahLst/>
              <a:cxnLst/>
              <a:rect l="l" t="t" r="r" b="b"/>
              <a:pathLst>
                <a:path w="3655" h="4160" extrusionOk="0">
                  <a:moveTo>
                    <a:pt x="473" y="1"/>
                  </a:moveTo>
                  <a:cubicBezTo>
                    <a:pt x="347" y="1"/>
                    <a:pt x="189" y="95"/>
                    <a:pt x="126" y="158"/>
                  </a:cubicBezTo>
                  <a:cubicBezTo>
                    <a:pt x="32" y="284"/>
                    <a:pt x="0" y="410"/>
                    <a:pt x="95" y="505"/>
                  </a:cubicBezTo>
                  <a:lnTo>
                    <a:pt x="1260" y="4097"/>
                  </a:lnTo>
                  <a:lnTo>
                    <a:pt x="3631" y="4097"/>
                  </a:lnTo>
                  <a:lnTo>
                    <a:pt x="2205" y="284"/>
                  </a:lnTo>
                  <a:cubicBezTo>
                    <a:pt x="1670" y="95"/>
                    <a:pt x="1071" y="1"/>
                    <a:pt x="473" y="1"/>
                  </a:cubicBezTo>
                  <a:close/>
                  <a:moveTo>
                    <a:pt x="3631" y="4097"/>
                  </a:moveTo>
                  <a:lnTo>
                    <a:pt x="3655" y="4160"/>
                  </a:lnTo>
                  <a:lnTo>
                    <a:pt x="3655" y="4097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3" name="Google Shape;8123;p84"/>
            <p:cNvSpPr/>
            <p:nvPr/>
          </p:nvSpPr>
          <p:spPr>
            <a:xfrm>
              <a:off x="-8209150" y="3742375"/>
              <a:ext cx="50425" cy="61475"/>
            </a:xfrm>
            <a:custGeom>
              <a:avLst/>
              <a:gdLst/>
              <a:ahLst/>
              <a:cxnLst/>
              <a:rect l="l" t="t" r="r" b="b"/>
              <a:pathLst>
                <a:path w="2017" h="2459" extrusionOk="0">
                  <a:moveTo>
                    <a:pt x="441" y="1"/>
                  </a:moveTo>
                  <a:cubicBezTo>
                    <a:pt x="315" y="1"/>
                    <a:pt x="189" y="32"/>
                    <a:pt x="126" y="158"/>
                  </a:cubicBezTo>
                  <a:cubicBezTo>
                    <a:pt x="32" y="253"/>
                    <a:pt x="0" y="379"/>
                    <a:pt x="32" y="505"/>
                  </a:cubicBezTo>
                  <a:lnTo>
                    <a:pt x="504" y="2458"/>
                  </a:lnTo>
                  <a:lnTo>
                    <a:pt x="2017" y="2458"/>
                  </a:lnTo>
                  <a:lnTo>
                    <a:pt x="1229" y="64"/>
                  </a:lnTo>
                  <a:cubicBezTo>
                    <a:pt x="977" y="32"/>
                    <a:pt x="693" y="1"/>
                    <a:pt x="4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4" name="Google Shape;8124;p84"/>
          <p:cNvGrpSpPr/>
          <p:nvPr/>
        </p:nvGrpSpPr>
        <p:grpSpPr>
          <a:xfrm>
            <a:off x="6191845" y="1532024"/>
            <a:ext cx="356221" cy="355476"/>
            <a:chOff x="-12643475" y="3212300"/>
            <a:chExt cx="353675" cy="352900"/>
          </a:xfrm>
        </p:grpSpPr>
        <p:sp>
          <p:nvSpPr>
            <p:cNvPr id="8125" name="Google Shape;8125;p84"/>
            <p:cNvSpPr/>
            <p:nvPr/>
          </p:nvSpPr>
          <p:spPr>
            <a:xfrm>
              <a:off x="-12372525" y="3517125"/>
              <a:ext cx="20500" cy="48075"/>
            </a:xfrm>
            <a:custGeom>
              <a:avLst/>
              <a:gdLst/>
              <a:ahLst/>
              <a:cxnLst/>
              <a:rect l="l" t="t" r="r" b="b"/>
              <a:pathLst>
                <a:path w="820" h="1923" extrusionOk="0">
                  <a:moveTo>
                    <a:pt x="0" y="0"/>
                  </a:moveTo>
                  <a:lnTo>
                    <a:pt x="0" y="1513"/>
                  </a:lnTo>
                  <a:cubicBezTo>
                    <a:pt x="0" y="1765"/>
                    <a:pt x="189" y="1922"/>
                    <a:pt x="410" y="1922"/>
                  </a:cubicBezTo>
                  <a:cubicBezTo>
                    <a:pt x="662" y="1922"/>
                    <a:pt x="819" y="1702"/>
                    <a:pt x="819" y="1513"/>
                  </a:cubicBezTo>
                  <a:lnTo>
                    <a:pt x="819" y="0"/>
                  </a:lnTo>
                  <a:cubicBezTo>
                    <a:pt x="662" y="126"/>
                    <a:pt x="567" y="221"/>
                    <a:pt x="410" y="221"/>
                  </a:cubicBezTo>
                  <a:cubicBezTo>
                    <a:pt x="189" y="221"/>
                    <a:pt x="126" y="126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6" name="Google Shape;8126;p84"/>
            <p:cNvSpPr/>
            <p:nvPr/>
          </p:nvSpPr>
          <p:spPr>
            <a:xfrm>
              <a:off x="-12581250" y="348090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0" y="0"/>
                  </a:moveTo>
                  <a:lnTo>
                    <a:pt x="0" y="851"/>
                  </a:lnTo>
                  <a:lnTo>
                    <a:pt x="2521" y="851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7" name="Google Shape;8127;p84"/>
            <p:cNvSpPr/>
            <p:nvPr/>
          </p:nvSpPr>
          <p:spPr>
            <a:xfrm>
              <a:off x="-12643475" y="3398975"/>
              <a:ext cx="186700" cy="166225"/>
            </a:xfrm>
            <a:custGeom>
              <a:avLst/>
              <a:gdLst/>
              <a:ahLst/>
              <a:cxnLst/>
              <a:rect l="l" t="t" r="r" b="b"/>
              <a:pathLst>
                <a:path w="7468" h="6649" extrusionOk="0">
                  <a:moveTo>
                    <a:pt x="5419" y="2458"/>
                  </a:moveTo>
                  <a:cubicBezTo>
                    <a:pt x="5671" y="2458"/>
                    <a:pt x="5860" y="2647"/>
                    <a:pt x="5860" y="2899"/>
                  </a:cubicBezTo>
                  <a:lnTo>
                    <a:pt x="5860" y="4537"/>
                  </a:lnTo>
                  <a:cubicBezTo>
                    <a:pt x="5860" y="4789"/>
                    <a:pt x="5671" y="4978"/>
                    <a:pt x="5419" y="4978"/>
                  </a:cubicBezTo>
                  <a:lnTo>
                    <a:pt x="2080" y="4978"/>
                  </a:lnTo>
                  <a:cubicBezTo>
                    <a:pt x="1859" y="4978"/>
                    <a:pt x="1639" y="4789"/>
                    <a:pt x="1639" y="4537"/>
                  </a:cubicBezTo>
                  <a:lnTo>
                    <a:pt x="1639" y="2899"/>
                  </a:lnTo>
                  <a:cubicBezTo>
                    <a:pt x="1639" y="2647"/>
                    <a:pt x="1859" y="2458"/>
                    <a:pt x="2080" y="2458"/>
                  </a:cubicBezTo>
                  <a:close/>
                  <a:moveTo>
                    <a:pt x="1639" y="1"/>
                  </a:moveTo>
                  <a:lnTo>
                    <a:pt x="1639" y="977"/>
                  </a:lnTo>
                  <a:lnTo>
                    <a:pt x="662" y="1450"/>
                  </a:lnTo>
                  <a:cubicBezTo>
                    <a:pt x="221" y="1639"/>
                    <a:pt x="0" y="2080"/>
                    <a:pt x="0" y="2552"/>
                  </a:cubicBezTo>
                  <a:lnTo>
                    <a:pt x="0" y="5356"/>
                  </a:lnTo>
                  <a:cubicBezTo>
                    <a:pt x="0" y="6049"/>
                    <a:pt x="536" y="6648"/>
                    <a:pt x="1261" y="6648"/>
                  </a:cubicBezTo>
                  <a:lnTo>
                    <a:pt x="6270" y="6648"/>
                  </a:lnTo>
                  <a:cubicBezTo>
                    <a:pt x="6931" y="6648"/>
                    <a:pt x="7467" y="6049"/>
                    <a:pt x="7467" y="5388"/>
                  </a:cubicBezTo>
                  <a:lnTo>
                    <a:pt x="7467" y="2584"/>
                  </a:lnTo>
                  <a:cubicBezTo>
                    <a:pt x="7467" y="2111"/>
                    <a:pt x="7215" y="1670"/>
                    <a:pt x="6805" y="1481"/>
                  </a:cubicBezTo>
                  <a:lnTo>
                    <a:pt x="5829" y="1009"/>
                  </a:lnTo>
                  <a:lnTo>
                    <a:pt x="582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8" name="Google Shape;8128;p84"/>
            <p:cNvSpPr/>
            <p:nvPr/>
          </p:nvSpPr>
          <p:spPr>
            <a:xfrm>
              <a:off x="-12431600" y="3212300"/>
              <a:ext cx="141800" cy="137075"/>
            </a:xfrm>
            <a:custGeom>
              <a:avLst/>
              <a:gdLst/>
              <a:ahLst/>
              <a:cxnLst/>
              <a:rect l="l" t="t" r="r" b="b"/>
              <a:pathLst>
                <a:path w="5672" h="5483" extrusionOk="0">
                  <a:moveTo>
                    <a:pt x="2741" y="1"/>
                  </a:moveTo>
                  <a:cubicBezTo>
                    <a:pt x="1481" y="1"/>
                    <a:pt x="378" y="883"/>
                    <a:pt x="0" y="2017"/>
                  </a:cubicBezTo>
                  <a:lnTo>
                    <a:pt x="2300" y="3845"/>
                  </a:lnTo>
                  <a:lnTo>
                    <a:pt x="2300" y="2143"/>
                  </a:lnTo>
                  <a:cubicBezTo>
                    <a:pt x="2300" y="1891"/>
                    <a:pt x="2521" y="1702"/>
                    <a:pt x="2741" y="1702"/>
                  </a:cubicBezTo>
                  <a:cubicBezTo>
                    <a:pt x="2993" y="1702"/>
                    <a:pt x="3151" y="1891"/>
                    <a:pt x="3151" y="2143"/>
                  </a:cubicBezTo>
                  <a:lnTo>
                    <a:pt x="3151" y="5483"/>
                  </a:lnTo>
                  <a:lnTo>
                    <a:pt x="5608" y="3561"/>
                  </a:lnTo>
                  <a:lnTo>
                    <a:pt x="5608" y="2931"/>
                  </a:lnTo>
                  <a:cubicBezTo>
                    <a:pt x="5671" y="1324"/>
                    <a:pt x="4348" y="1"/>
                    <a:pt x="27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84"/>
            <p:cNvSpPr/>
            <p:nvPr/>
          </p:nvSpPr>
          <p:spPr>
            <a:xfrm>
              <a:off x="-12352050" y="33265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2489" y="0"/>
                  </a:moveTo>
                  <a:lnTo>
                    <a:pt x="0" y="1890"/>
                  </a:lnTo>
                  <a:lnTo>
                    <a:pt x="0" y="4190"/>
                  </a:lnTo>
                  <a:lnTo>
                    <a:pt x="2489" y="230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0" name="Google Shape;8130;p84"/>
            <p:cNvSpPr/>
            <p:nvPr/>
          </p:nvSpPr>
          <p:spPr>
            <a:xfrm>
              <a:off x="-12434750" y="3285550"/>
              <a:ext cx="62250" cy="104000"/>
            </a:xfrm>
            <a:custGeom>
              <a:avLst/>
              <a:gdLst/>
              <a:ahLst/>
              <a:cxnLst/>
              <a:rect l="l" t="t" r="r" b="b"/>
              <a:pathLst>
                <a:path w="2490" h="4160" extrusionOk="0">
                  <a:moveTo>
                    <a:pt x="0" y="1"/>
                  </a:moveTo>
                  <a:lnTo>
                    <a:pt x="0" y="2269"/>
                  </a:lnTo>
                  <a:lnTo>
                    <a:pt x="2489" y="4160"/>
                  </a:lnTo>
                  <a:lnTo>
                    <a:pt x="2489" y="18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1" name="Google Shape;8131;p84"/>
            <p:cNvSpPr/>
            <p:nvPr/>
          </p:nvSpPr>
          <p:spPr>
            <a:xfrm>
              <a:off x="-12352050" y="3409225"/>
              <a:ext cx="62250" cy="107925"/>
            </a:xfrm>
            <a:custGeom>
              <a:avLst/>
              <a:gdLst/>
              <a:ahLst/>
              <a:cxnLst/>
              <a:rect l="l" t="t" r="r" b="b"/>
              <a:pathLst>
                <a:path w="2490" h="4317" extrusionOk="0">
                  <a:moveTo>
                    <a:pt x="2489" y="0"/>
                  </a:moveTo>
                  <a:lnTo>
                    <a:pt x="0" y="1859"/>
                  </a:lnTo>
                  <a:lnTo>
                    <a:pt x="0" y="4316"/>
                  </a:lnTo>
                  <a:lnTo>
                    <a:pt x="1607" y="2678"/>
                  </a:lnTo>
                  <a:cubicBezTo>
                    <a:pt x="2174" y="2142"/>
                    <a:pt x="2489" y="1418"/>
                    <a:pt x="2489" y="630"/>
                  </a:cubicBezTo>
                  <a:lnTo>
                    <a:pt x="24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2" name="Google Shape;8132;p84"/>
            <p:cNvSpPr/>
            <p:nvPr/>
          </p:nvSpPr>
          <p:spPr>
            <a:xfrm>
              <a:off x="-12434750" y="3368250"/>
              <a:ext cx="62250" cy="148900"/>
            </a:xfrm>
            <a:custGeom>
              <a:avLst/>
              <a:gdLst/>
              <a:ahLst/>
              <a:cxnLst/>
              <a:rect l="l" t="t" r="r" b="b"/>
              <a:pathLst>
                <a:path w="2490" h="5956" extrusionOk="0">
                  <a:moveTo>
                    <a:pt x="0" y="1"/>
                  </a:moveTo>
                  <a:lnTo>
                    <a:pt x="0" y="2269"/>
                  </a:lnTo>
                  <a:cubicBezTo>
                    <a:pt x="0" y="3057"/>
                    <a:pt x="315" y="3781"/>
                    <a:pt x="851" y="4317"/>
                  </a:cubicBezTo>
                  <a:lnTo>
                    <a:pt x="2489" y="5955"/>
                  </a:lnTo>
                  <a:lnTo>
                    <a:pt x="2489" y="18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3" name="Google Shape;8133;p84"/>
            <p:cNvSpPr/>
            <p:nvPr/>
          </p:nvSpPr>
          <p:spPr>
            <a:xfrm>
              <a:off x="-12623000" y="3336750"/>
              <a:ext cx="145725" cy="40975"/>
            </a:xfrm>
            <a:custGeom>
              <a:avLst/>
              <a:gdLst/>
              <a:ahLst/>
              <a:cxnLst/>
              <a:rect l="l" t="t" r="r" b="b"/>
              <a:pathLst>
                <a:path w="5829" h="1639" extrusionOk="0">
                  <a:moveTo>
                    <a:pt x="820" y="1"/>
                  </a:moveTo>
                  <a:cubicBezTo>
                    <a:pt x="347" y="1"/>
                    <a:pt x="1" y="347"/>
                    <a:pt x="1" y="820"/>
                  </a:cubicBezTo>
                  <a:cubicBezTo>
                    <a:pt x="1" y="1292"/>
                    <a:pt x="410" y="1639"/>
                    <a:pt x="820" y="1639"/>
                  </a:cubicBezTo>
                  <a:lnTo>
                    <a:pt x="5010" y="1639"/>
                  </a:lnTo>
                  <a:cubicBezTo>
                    <a:pt x="5482" y="1639"/>
                    <a:pt x="5829" y="1292"/>
                    <a:pt x="5829" y="820"/>
                  </a:cubicBezTo>
                  <a:cubicBezTo>
                    <a:pt x="5829" y="347"/>
                    <a:pt x="5482" y="1"/>
                    <a:pt x="50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4" name="Google Shape;8134;p84"/>
          <p:cNvGrpSpPr/>
          <p:nvPr/>
        </p:nvGrpSpPr>
        <p:grpSpPr>
          <a:xfrm>
            <a:off x="6191845" y="1983798"/>
            <a:ext cx="356221" cy="333366"/>
            <a:chOff x="-12643475" y="3657325"/>
            <a:chExt cx="353675" cy="330950"/>
          </a:xfrm>
        </p:grpSpPr>
        <p:sp>
          <p:nvSpPr>
            <p:cNvPr id="8135" name="Google Shape;8135;p84"/>
            <p:cNvSpPr/>
            <p:nvPr/>
          </p:nvSpPr>
          <p:spPr>
            <a:xfrm>
              <a:off x="-12580475" y="3719550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6" name="Google Shape;8136;p84"/>
            <p:cNvSpPr/>
            <p:nvPr/>
          </p:nvSpPr>
          <p:spPr>
            <a:xfrm>
              <a:off x="-12456800" y="3719550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7" name="Google Shape;8137;p84"/>
            <p:cNvSpPr/>
            <p:nvPr/>
          </p:nvSpPr>
          <p:spPr>
            <a:xfrm>
              <a:off x="-12643475" y="3657325"/>
              <a:ext cx="268600" cy="144950"/>
            </a:xfrm>
            <a:custGeom>
              <a:avLst/>
              <a:gdLst/>
              <a:ahLst/>
              <a:cxnLst/>
              <a:rect l="l" t="t" r="r" b="b"/>
              <a:pathLst>
                <a:path w="10744" h="5798" extrusionOk="0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8" name="Google Shape;8138;p84"/>
            <p:cNvSpPr/>
            <p:nvPr/>
          </p:nvSpPr>
          <p:spPr>
            <a:xfrm>
              <a:off x="-12581250" y="3905425"/>
              <a:ext cx="62250" cy="20500"/>
            </a:xfrm>
            <a:custGeom>
              <a:avLst/>
              <a:gdLst/>
              <a:ahLst/>
              <a:cxnLst/>
              <a:rect l="l" t="t" r="r" b="b"/>
              <a:pathLst>
                <a:path w="2490" h="820" extrusionOk="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9" name="Google Shape;8139;p84"/>
            <p:cNvSpPr/>
            <p:nvPr/>
          </p:nvSpPr>
          <p:spPr>
            <a:xfrm>
              <a:off x="-12643475" y="3802250"/>
              <a:ext cx="269400" cy="185900"/>
            </a:xfrm>
            <a:custGeom>
              <a:avLst/>
              <a:gdLst/>
              <a:ahLst/>
              <a:cxnLst/>
              <a:rect l="l" t="t" r="r" b="b"/>
              <a:pathLst>
                <a:path w="10776" h="7436" extrusionOk="0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0" name="Google Shape;8140;p84"/>
            <p:cNvSpPr/>
            <p:nvPr/>
          </p:nvSpPr>
          <p:spPr>
            <a:xfrm>
              <a:off x="-12352850" y="3802125"/>
              <a:ext cx="63050" cy="186150"/>
            </a:xfrm>
            <a:custGeom>
              <a:avLst/>
              <a:gdLst/>
              <a:ahLst/>
              <a:cxnLst/>
              <a:rect l="l" t="t" r="r" b="b"/>
              <a:pathLst>
                <a:path w="2522" h="7446" extrusionOk="0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41" name="Google Shape;8141;p84"/>
          <p:cNvGrpSpPr/>
          <p:nvPr/>
        </p:nvGrpSpPr>
        <p:grpSpPr>
          <a:xfrm>
            <a:off x="6202157" y="2418407"/>
            <a:ext cx="356221" cy="353059"/>
            <a:chOff x="-12643475" y="4081850"/>
            <a:chExt cx="353675" cy="350500"/>
          </a:xfrm>
        </p:grpSpPr>
        <p:sp>
          <p:nvSpPr>
            <p:cNvPr id="8142" name="Google Shape;8142;p84"/>
            <p:cNvSpPr/>
            <p:nvPr/>
          </p:nvSpPr>
          <p:spPr>
            <a:xfrm>
              <a:off x="-12552125" y="4262400"/>
              <a:ext cx="22875" cy="20125"/>
            </a:xfrm>
            <a:custGeom>
              <a:avLst/>
              <a:gdLst/>
              <a:ahLst/>
              <a:cxnLst/>
              <a:rect l="l" t="t" r="r" b="b"/>
              <a:pathLst>
                <a:path w="915" h="805" extrusionOk="0">
                  <a:moveTo>
                    <a:pt x="458" y="1"/>
                  </a:moveTo>
                  <a:cubicBezTo>
                    <a:pt x="348" y="1"/>
                    <a:pt x="237" y="40"/>
                    <a:pt x="158" y="119"/>
                  </a:cubicBezTo>
                  <a:cubicBezTo>
                    <a:pt x="1" y="276"/>
                    <a:pt x="1" y="528"/>
                    <a:pt x="158" y="686"/>
                  </a:cubicBezTo>
                  <a:cubicBezTo>
                    <a:pt x="237" y="765"/>
                    <a:pt x="348" y="804"/>
                    <a:pt x="458" y="804"/>
                  </a:cubicBezTo>
                  <a:cubicBezTo>
                    <a:pt x="568" y="804"/>
                    <a:pt x="678" y="765"/>
                    <a:pt x="757" y="686"/>
                  </a:cubicBezTo>
                  <a:cubicBezTo>
                    <a:pt x="915" y="528"/>
                    <a:pt x="915" y="276"/>
                    <a:pt x="757" y="119"/>
                  </a:cubicBez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3" name="Google Shape;8143;p84"/>
            <p:cNvSpPr/>
            <p:nvPr/>
          </p:nvSpPr>
          <p:spPr>
            <a:xfrm>
              <a:off x="-12480450" y="4241725"/>
              <a:ext cx="69350" cy="47275"/>
            </a:xfrm>
            <a:custGeom>
              <a:avLst/>
              <a:gdLst/>
              <a:ahLst/>
              <a:cxnLst/>
              <a:rect l="l" t="t" r="r" b="b"/>
              <a:pathLst>
                <a:path w="2774" h="1891" extrusionOk="0">
                  <a:moveTo>
                    <a:pt x="568" y="1"/>
                  </a:moveTo>
                  <a:lnTo>
                    <a:pt x="1" y="568"/>
                  </a:lnTo>
                  <a:lnTo>
                    <a:pt x="2206" y="1891"/>
                  </a:lnTo>
                  <a:lnTo>
                    <a:pt x="2773" y="1324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4" name="Google Shape;8144;p84"/>
            <p:cNvSpPr/>
            <p:nvPr/>
          </p:nvSpPr>
          <p:spPr>
            <a:xfrm>
              <a:off x="-12643475" y="4081850"/>
              <a:ext cx="353675" cy="350500"/>
            </a:xfrm>
            <a:custGeom>
              <a:avLst/>
              <a:gdLst/>
              <a:ahLst/>
              <a:cxnLst/>
              <a:rect l="l" t="t" r="r" b="b"/>
              <a:pathLst>
                <a:path w="14147" h="14020" extrusionOk="0">
                  <a:moveTo>
                    <a:pt x="8207" y="3127"/>
                  </a:moveTo>
                  <a:cubicBezTo>
                    <a:pt x="8318" y="3127"/>
                    <a:pt x="8428" y="3166"/>
                    <a:pt x="8507" y="3245"/>
                  </a:cubicBezTo>
                  <a:lnTo>
                    <a:pt x="9105" y="3812"/>
                  </a:lnTo>
                  <a:cubicBezTo>
                    <a:pt x="9263" y="3970"/>
                    <a:pt x="9263" y="4253"/>
                    <a:pt x="9105" y="4411"/>
                  </a:cubicBezTo>
                  <a:cubicBezTo>
                    <a:pt x="9027" y="4490"/>
                    <a:pt x="8916" y="4529"/>
                    <a:pt x="8806" y="4529"/>
                  </a:cubicBezTo>
                  <a:cubicBezTo>
                    <a:pt x="8696" y="4529"/>
                    <a:pt x="8585" y="4490"/>
                    <a:pt x="8507" y="4411"/>
                  </a:cubicBezTo>
                  <a:lnTo>
                    <a:pt x="7908" y="3812"/>
                  </a:lnTo>
                  <a:cubicBezTo>
                    <a:pt x="7751" y="3655"/>
                    <a:pt x="7751" y="3403"/>
                    <a:pt x="7908" y="3245"/>
                  </a:cubicBezTo>
                  <a:cubicBezTo>
                    <a:pt x="7987" y="3166"/>
                    <a:pt x="8097" y="3127"/>
                    <a:pt x="8207" y="3127"/>
                  </a:cubicBezTo>
                  <a:close/>
                  <a:moveTo>
                    <a:pt x="9940" y="4860"/>
                  </a:moveTo>
                  <a:cubicBezTo>
                    <a:pt x="10050" y="4860"/>
                    <a:pt x="10161" y="4899"/>
                    <a:pt x="10239" y="4978"/>
                  </a:cubicBezTo>
                  <a:lnTo>
                    <a:pt x="10838" y="5545"/>
                  </a:lnTo>
                  <a:cubicBezTo>
                    <a:pt x="10996" y="5766"/>
                    <a:pt x="10996" y="5986"/>
                    <a:pt x="10838" y="6144"/>
                  </a:cubicBezTo>
                  <a:cubicBezTo>
                    <a:pt x="10759" y="6222"/>
                    <a:pt x="10649" y="6262"/>
                    <a:pt x="10539" y="6262"/>
                  </a:cubicBezTo>
                  <a:cubicBezTo>
                    <a:pt x="10429" y="6262"/>
                    <a:pt x="10318" y="6222"/>
                    <a:pt x="10239" y="6144"/>
                  </a:cubicBezTo>
                  <a:lnTo>
                    <a:pt x="9641" y="5545"/>
                  </a:lnTo>
                  <a:cubicBezTo>
                    <a:pt x="9483" y="5388"/>
                    <a:pt x="9483" y="5136"/>
                    <a:pt x="9641" y="4978"/>
                  </a:cubicBezTo>
                  <a:cubicBezTo>
                    <a:pt x="9720" y="4899"/>
                    <a:pt x="9830" y="4860"/>
                    <a:pt x="9940" y="4860"/>
                  </a:cubicBezTo>
                  <a:close/>
                  <a:moveTo>
                    <a:pt x="7058" y="5467"/>
                  </a:moveTo>
                  <a:cubicBezTo>
                    <a:pt x="7125" y="5467"/>
                    <a:pt x="7192" y="5481"/>
                    <a:pt x="7247" y="5514"/>
                  </a:cubicBezTo>
                  <a:lnTo>
                    <a:pt x="10145" y="7278"/>
                  </a:lnTo>
                  <a:cubicBezTo>
                    <a:pt x="10397" y="7404"/>
                    <a:pt x="10429" y="7719"/>
                    <a:pt x="10271" y="7908"/>
                  </a:cubicBezTo>
                  <a:lnTo>
                    <a:pt x="7373" y="10838"/>
                  </a:lnTo>
                  <a:cubicBezTo>
                    <a:pt x="7136" y="11074"/>
                    <a:pt x="6821" y="11192"/>
                    <a:pt x="6498" y="11192"/>
                  </a:cubicBezTo>
                  <a:cubicBezTo>
                    <a:pt x="6175" y="11192"/>
                    <a:pt x="5845" y="11074"/>
                    <a:pt x="5577" y="10838"/>
                  </a:cubicBezTo>
                  <a:cubicBezTo>
                    <a:pt x="5104" y="10365"/>
                    <a:pt x="5104" y="9578"/>
                    <a:pt x="5577" y="9074"/>
                  </a:cubicBezTo>
                  <a:cubicBezTo>
                    <a:pt x="5813" y="8837"/>
                    <a:pt x="6144" y="8719"/>
                    <a:pt x="6475" y="8719"/>
                  </a:cubicBezTo>
                  <a:cubicBezTo>
                    <a:pt x="6805" y="8719"/>
                    <a:pt x="7136" y="8837"/>
                    <a:pt x="7373" y="9074"/>
                  </a:cubicBezTo>
                  <a:cubicBezTo>
                    <a:pt x="7467" y="9168"/>
                    <a:pt x="7562" y="9294"/>
                    <a:pt x="7593" y="9420"/>
                  </a:cubicBezTo>
                  <a:lnTo>
                    <a:pt x="8160" y="8853"/>
                  </a:lnTo>
                  <a:lnTo>
                    <a:pt x="5955" y="7561"/>
                  </a:lnTo>
                  <a:lnTo>
                    <a:pt x="5010" y="8507"/>
                  </a:lnTo>
                  <a:cubicBezTo>
                    <a:pt x="4773" y="8743"/>
                    <a:pt x="4458" y="8861"/>
                    <a:pt x="4135" y="8861"/>
                  </a:cubicBezTo>
                  <a:cubicBezTo>
                    <a:pt x="3812" y="8861"/>
                    <a:pt x="3482" y="8743"/>
                    <a:pt x="3214" y="8507"/>
                  </a:cubicBezTo>
                  <a:cubicBezTo>
                    <a:pt x="2741" y="8034"/>
                    <a:pt x="2741" y="7246"/>
                    <a:pt x="3214" y="6742"/>
                  </a:cubicBezTo>
                  <a:cubicBezTo>
                    <a:pt x="3450" y="6506"/>
                    <a:pt x="3781" y="6388"/>
                    <a:pt x="4112" y="6388"/>
                  </a:cubicBezTo>
                  <a:cubicBezTo>
                    <a:pt x="4443" y="6388"/>
                    <a:pt x="4773" y="6506"/>
                    <a:pt x="5010" y="6742"/>
                  </a:cubicBezTo>
                  <a:cubicBezTo>
                    <a:pt x="5104" y="6837"/>
                    <a:pt x="5199" y="6963"/>
                    <a:pt x="5230" y="7089"/>
                  </a:cubicBezTo>
                  <a:lnTo>
                    <a:pt x="6742" y="5577"/>
                  </a:lnTo>
                  <a:cubicBezTo>
                    <a:pt x="6804" y="5515"/>
                    <a:pt x="6932" y="5467"/>
                    <a:pt x="7058" y="5467"/>
                  </a:cubicBezTo>
                  <a:close/>
                  <a:moveTo>
                    <a:pt x="9042" y="0"/>
                  </a:moveTo>
                  <a:cubicBezTo>
                    <a:pt x="8948" y="0"/>
                    <a:pt x="8853" y="32"/>
                    <a:pt x="8790" y="126"/>
                  </a:cubicBezTo>
                  <a:cubicBezTo>
                    <a:pt x="8711" y="205"/>
                    <a:pt x="8601" y="244"/>
                    <a:pt x="8491" y="244"/>
                  </a:cubicBezTo>
                  <a:cubicBezTo>
                    <a:pt x="8381" y="244"/>
                    <a:pt x="8270" y="205"/>
                    <a:pt x="8192" y="126"/>
                  </a:cubicBezTo>
                  <a:cubicBezTo>
                    <a:pt x="8113" y="47"/>
                    <a:pt x="8003" y="8"/>
                    <a:pt x="7892" y="8"/>
                  </a:cubicBezTo>
                  <a:cubicBezTo>
                    <a:pt x="7782" y="8"/>
                    <a:pt x="7672" y="47"/>
                    <a:pt x="7593" y="126"/>
                  </a:cubicBezTo>
                  <a:lnTo>
                    <a:pt x="6490" y="1229"/>
                  </a:lnTo>
                  <a:lnTo>
                    <a:pt x="7373" y="2080"/>
                  </a:lnTo>
                  <a:cubicBezTo>
                    <a:pt x="7530" y="2237"/>
                    <a:pt x="7530" y="2521"/>
                    <a:pt x="7373" y="2678"/>
                  </a:cubicBezTo>
                  <a:cubicBezTo>
                    <a:pt x="7294" y="2757"/>
                    <a:pt x="7184" y="2796"/>
                    <a:pt x="7073" y="2796"/>
                  </a:cubicBezTo>
                  <a:cubicBezTo>
                    <a:pt x="6963" y="2796"/>
                    <a:pt x="6853" y="2757"/>
                    <a:pt x="6774" y="2678"/>
                  </a:cubicBezTo>
                  <a:lnTo>
                    <a:pt x="5892" y="1828"/>
                  </a:lnTo>
                  <a:lnTo>
                    <a:pt x="158" y="7561"/>
                  </a:lnTo>
                  <a:cubicBezTo>
                    <a:pt x="0" y="7719"/>
                    <a:pt x="0" y="8002"/>
                    <a:pt x="158" y="8160"/>
                  </a:cubicBezTo>
                  <a:cubicBezTo>
                    <a:pt x="221" y="8223"/>
                    <a:pt x="284" y="8349"/>
                    <a:pt x="284" y="8444"/>
                  </a:cubicBezTo>
                  <a:cubicBezTo>
                    <a:pt x="284" y="8538"/>
                    <a:pt x="221" y="8633"/>
                    <a:pt x="158" y="8696"/>
                  </a:cubicBezTo>
                  <a:cubicBezTo>
                    <a:pt x="63" y="8790"/>
                    <a:pt x="32" y="8916"/>
                    <a:pt x="32" y="8979"/>
                  </a:cubicBezTo>
                  <a:cubicBezTo>
                    <a:pt x="32" y="9105"/>
                    <a:pt x="63" y="9168"/>
                    <a:pt x="158" y="9263"/>
                  </a:cubicBezTo>
                  <a:lnTo>
                    <a:pt x="756" y="9861"/>
                  </a:lnTo>
                  <a:cubicBezTo>
                    <a:pt x="820" y="9924"/>
                    <a:pt x="946" y="9956"/>
                    <a:pt x="1009" y="9956"/>
                  </a:cubicBezTo>
                  <a:cubicBezTo>
                    <a:pt x="1135" y="9956"/>
                    <a:pt x="1229" y="9924"/>
                    <a:pt x="1292" y="9861"/>
                  </a:cubicBezTo>
                  <a:cubicBezTo>
                    <a:pt x="1371" y="9782"/>
                    <a:pt x="1481" y="9743"/>
                    <a:pt x="1591" y="9743"/>
                  </a:cubicBezTo>
                  <a:cubicBezTo>
                    <a:pt x="1702" y="9743"/>
                    <a:pt x="1812" y="9782"/>
                    <a:pt x="1891" y="9861"/>
                  </a:cubicBezTo>
                  <a:cubicBezTo>
                    <a:pt x="1985" y="9924"/>
                    <a:pt x="2017" y="10050"/>
                    <a:pt x="2017" y="10113"/>
                  </a:cubicBezTo>
                  <a:cubicBezTo>
                    <a:pt x="2017" y="10239"/>
                    <a:pt x="1985" y="10334"/>
                    <a:pt x="1891" y="10397"/>
                  </a:cubicBezTo>
                  <a:cubicBezTo>
                    <a:pt x="1733" y="10554"/>
                    <a:pt x="1733" y="10838"/>
                    <a:pt x="1891" y="10995"/>
                  </a:cubicBezTo>
                  <a:lnTo>
                    <a:pt x="3088" y="12161"/>
                  </a:lnTo>
                  <a:cubicBezTo>
                    <a:pt x="3167" y="12240"/>
                    <a:pt x="3269" y="12279"/>
                    <a:pt x="3371" y="12279"/>
                  </a:cubicBezTo>
                  <a:cubicBezTo>
                    <a:pt x="3474" y="12279"/>
                    <a:pt x="3576" y="12240"/>
                    <a:pt x="3655" y="12161"/>
                  </a:cubicBezTo>
                  <a:cubicBezTo>
                    <a:pt x="3734" y="12082"/>
                    <a:pt x="3844" y="12043"/>
                    <a:pt x="3954" y="12043"/>
                  </a:cubicBezTo>
                  <a:cubicBezTo>
                    <a:pt x="4065" y="12043"/>
                    <a:pt x="4175" y="12082"/>
                    <a:pt x="4254" y="12161"/>
                  </a:cubicBezTo>
                  <a:cubicBezTo>
                    <a:pt x="4411" y="12319"/>
                    <a:pt x="4411" y="12602"/>
                    <a:pt x="4254" y="12760"/>
                  </a:cubicBezTo>
                  <a:cubicBezTo>
                    <a:pt x="4159" y="12854"/>
                    <a:pt x="4128" y="12949"/>
                    <a:pt x="4128" y="13043"/>
                  </a:cubicBezTo>
                  <a:cubicBezTo>
                    <a:pt x="4128" y="13169"/>
                    <a:pt x="4159" y="13232"/>
                    <a:pt x="4254" y="13327"/>
                  </a:cubicBezTo>
                  <a:lnTo>
                    <a:pt x="4852" y="13894"/>
                  </a:lnTo>
                  <a:cubicBezTo>
                    <a:pt x="4915" y="13988"/>
                    <a:pt x="5041" y="14020"/>
                    <a:pt x="5136" y="14020"/>
                  </a:cubicBezTo>
                  <a:cubicBezTo>
                    <a:pt x="5230" y="14020"/>
                    <a:pt x="5325" y="13988"/>
                    <a:pt x="5388" y="13894"/>
                  </a:cubicBezTo>
                  <a:cubicBezTo>
                    <a:pt x="5466" y="13815"/>
                    <a:pt x="5577" y="13776"/>
                    <a:pt x="5687" y="13776"/>
                  </a:cubicBezTo>
                  <a:cubicBezTo>
                    <a:pt x="5797" y="13776"/>
                    <a:pt x="5908" y="13815"/>
                    <a:pt x="5986" y="13894"/>
                  </a:cubicBezTo>
                  <a:cubicBezTo>
                    <a:pt x="6081" y="13988"/>
                    <a:pt x="6175" y="14020"/>
                    <a:pt x="6270" y="14020"/>
                  </a:cubicBezTo>
                  <a:cubicBezTo>
                    <a:pt x="6396" y="14020"/>
                    <a:pt x="6459" y="13988"/>
                    <a:pt x="6553" y="13894"/>
                  </a:cubicBezTo>
                  <a:lnTo>
                    <a:pt x="12287" y="8160"/>
                  </a:lnTo>
                  <a:lnTo>
                    <a:pt x="11437" y="7278"/>
                  </a:lnTo>
                  <a:cubicBezTo>
                    <a:pt x="11248" y="7120"/>
                    <a:pt x="11248" y="6837"/>
                    <a:pt x="11437" y="6711"/>
                  </a:cubicBezTo>
                  <a:cubicBezTo>
                    <a:pt x="11515" y="6632"/>
                    <a:pt x="11618" y="6593"/>
                    <a:pt x="11720" y="6593"/>
                  </a:cubicBezTo>
                  <a:cubicBezTo>
                    <a:pt x="11823" y="6593"/>
                    <a:pt x="11925" y="6632"/>
                    <a:pt x="12004" y="6711"/>
                  </a:cubicBezTo>
                  <a:lnTo>
                    <a:pt x="12886" y="7561"/>
                  </a:lnTo>
                  <a:lnTo>
                    <a:pt x="13989" y="6459"/>
                  </a:lnTo>
                  <a:cubicBezTo>
                    <a:pt x="14146" y="6301"/>
                    <a:pt x="14146" y="6018"/>
                    <a:pt x="13989" y="5860"/>
                  </a:cubicBezTo>
                  <a:cubicBezTo>
                    <a:pt x="13894" y="5797"/>
                    <a:pt x="13863" y="5671"/>
                    <a:pt x="13863" y="5608"/>
                  </a:cubicBezTo>
                  <a:cubicBezTo>
                    <a:pt x="13863" y="5482"/>
                    <a:pt x="13894" y="5388"/>
                    <a:pt x="13989" y="5325"/>
                  </a:cubicBezTo>
                  <a:cubicBezTo>
                    <a:pt x="14115" y="5293"/>
                    <a:pt x="14146" y="5167"/>
                    <a:pt x="14146" y="5041"/>
                  </a:cubicBezTo>
                  <a:cubicBezTo>
                    <a:pt x="14146" y="4915"/>
                    <a:pt x="14115" y="4852"/>
                    <a:pt x="14020" y="4757"/>
                  </a:cubicBezTo>
                  <a:lnTo>
                    <a:pt x="13421" y="4190"/>
                  </a:lnTo>
                  <a:cubicBezTo>
                    <a:pt x="13358" y="4096"/>
                    <a:pt x="13232" y="4064"/>
                    <a:pt x="13138" y="4064"/>
                  </a:cubicBezTo>
                  <a:cubicBezTo>
                    <a:pt x="13075" y="4064"/>
                    <a:pt x="12949" y="4096"/>
                    <a:pt x="12886" y="4190"/>
                  </a:cubicBezTo>
                  <a:cubicBezTo>
                    <a:pt x="12807" y="4269"/>
                    <a:pt x="12697" y="4309"/>
                    <a:pt x="12587" y="4309"/>
                  </a:cubicBezTo>
                  <a:cubicBezTo>
                    <a:pt x="12476" y="4309"/>
                    <a:pt x="12366" y="4269"/>
                    <a:pt x="12287" y="4190"/>
                  </a:cubicBezTo>
                  <a:cubicBezTo>
                    <a:pt x="12193" y="4096"/>
                    <a:pt x="12161" y="3970"/>
                    <a:pt x="12161" y="3907"/>
                  </a:cubicBezTo>
                  <a:cubicBezTo>
                    <a:pt x="12161" y="3781"/>
                    <a:pt x="12193" y="3718"/>
                    <a:pt x="12287" y="3623"/>
                  </a:cubicBezTo>
                  <a:cubicBezTo>
                    <a:pt x="12445" y="3466"/>
                    <a:pt x="12445" y="3182"/>
                    <a:pt x="12287" y="3025"/>
                  </a:cubicBezTo>
                  <a:lnTo>
                    <a:pt x="11090" y="1859"/>
                  </a:lnTo>
                  <a:cubicBezTo>
                    <a:pt x="11011" y="1780"/>
                    <a:pt x="10909" y="1741"/>
                    <a:pt x="10807" y="1741"/>
                  </a:cubicBezTo>
                  <a:cubicBezTo>
                    <a:pt x="10704" y="1741"/>
                    <a:pt x="10602" y="1780"/>
                    <a:pt x="10523" y="1859"/>
                  </a:cubicBezTo>
                  <a:cubicBezTo>
                    <a:pt x="10444" y="1938"/>
                    <a:pt x="10334" y="1977"/>
                    <a:pt x="10224" y="1977"/>
                  </a:cubicBezTo>
                  <a:cubicBezTo>
                    <a:pt x="10113" y="1977"/>
                    <a:pt x="10003" y="1938"/>
                    <a:pt x="9924" y="1859"/>
                  </a:cubicBezTo>
                  <a:cubicBezTo>
                    <a:pt x="9767" y="1701"/>
                    <a:pt x="9767" y="1418"/>
                    <a:pt x="9924" y="1260"/>
                  </a:cubicBezTo>
                  <a:cubicBezTo>
                    <a:pt x="9987" y="1197"/>
                    <a:pt x="10050" y="1071"/>
                    <a:pt x="10050" y="977"/>
                  </a:cubicBezTo>
                  <a:cubicBezTo>
                    <a:pt x="10050" y="882"/>
                    <a:pt x="9987" y="788"/>
                    <a:pt x="9924" y="725"/>
                  </a:cubicBezTo>
                  <a:lnTo>
                    <a:pt x="9326" y="126"/>
                  </a:lnTo>
                  <a:cubicBezTo>
                    <a:pt x="9263" y="32"/>
                    <a:pt x="9137" y="0"/>
                    <a:pt x="90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5" name="Google Shape;8145;p84"/>
            <p:cNvSpPr/>
            <p:nvPr/>
          </p:nvSpPr>
          <p:spPr>
            <a:xfrm>
              <a:off x="-12493050" y="4319900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46" y="1"/>
                  </a:moveTo>
                  <a:cubicBezTo>
                    <a:pt x="339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cubicBezTo>
                    <a:pt x="237" y="796"/>
                    <a:pt x="347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4" y="560"/>
                    <a:pt x="914" y="276"/>
                    <a:pt x="757" y="119"/>
                  </a:cubicBezTo>
                  <a:cubicBezTo>
                    <a:pt x="662" y="40"/>
                    <a:pt x="552" y="1"/>
                    <a:pt x="4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46" name="Google Shape;8146;p84"/>
          <p:cNvGrpSpPr/>
          <p:nvPr/>
        </p:nvGrpSpPr>
        <p:grpSpPr>
          <a:xfrm>
            <a:off x="7974847" y="1532427"/>
            <a:ext cx="355416" cy="354670"/>
            <a:chOff x="-10857925" y="3213875"/>
            <a:chExt cx="352875" cy="352100"/>
          </a:xfrm>
        </p:grpSpPr>
        <p:sp>
          <p:nvSpPr>
            <p:cNvPr id="8147" name="Google Shape;8147;p84"/>
            <p:cNvSpPr/>
            <p:nvPr/>
          </p:nvSpPr>
          <p:spPr>
            <a:xfrm>
              <a:off x="-10759475" y="3265875"/>
              <a:ext cx="64600" cy="87450"/>
            </a:xfrm>
            <a:custGeom>
              <a:avLst/>
              <a:gdLst/>
              <a:ahLst/>
              <a:cxnLst/>
              <a:rect l="l" t="t" r="r" b="b"/>
              <a:pathLst>
                <a:path w="2584" h="3498" extrusionOk="0">
                  <a:moveTo>
                    <a:pt x="1702" y="0"/>
                  </a:moveTo>
                  <a:lnTo>
                    <a:pt x="0" y="1418"/>
                  </a:lnTo>
                  <a:lnTo>
                    <a:pt x="2584" y="3497"/>
                  </a:lnTo>
                  <a:cubicBezTo>
                    <a:pt x="2458" y="2111"/>
                    <a:pt x="2143" y="914"/>
                    <a:pt x="17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8" name="Google Shape;8148;p84"/>
            <p:cNvSpPr/>
            <p:nvPr/>
          </p:nvSpPr>
          <p:spPr>
            <a:xfrm>
              <a:off x="-10857925" y="3265075"/>
              <a:ext cx="64600" cy="87450"/>
            </a:xfrm>
            <a:custGeom>
              <a:avLst/>
              <a:gdLst/>
              <a:ahLst/>
              <a:cxnLst/>
              <a:rect l="l" t="t" r="r" b="b"/>
              <a:pathLst>
                <a:path w="2584" h="3498" extrusionOk="0">
                  <a:moveTo>
                    <a:pt x="882" y="1"/>
                  </a:moveTo>
                  <a:cubicBezTo>
                    <a:pt x="441" y="946"/>
                    <a:pt x="189" y="2143"/>
                    <a:pt x="0" y="3498"/>
                  </a:cubicBezTo>
                  <a:lnTo>
                    <a:pt x="2584" y="1418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9" name="Google Shape;8149;p84"/>
            <p:cNvSpPr/>
            <p:nvPr/>
          </p:nvSpPr>
          <p:spPr>
            <a:xfrm>
              <a:off x="-10850050" y="3313925"/>
              <a:ext cx="148100" cy="65375"/>
            </a:xfrm>
            <a:custGeom>
              <a:avLst/>
              <a:gdLst/>
              <a:ahLst/>
              <a:cxnLst/>
              <a:rect l="l" t="t" r="r" b="b"/>
              <a:pathLst>
                <a:path w="5924" h="2615" extrusionOk="0">
                  <a:moveTo>
                    <a:pt x="2993" y="0"/>
                  </a:moveTo>
                  <a:lnTo>
                    <a:pt x="0" y="2363"/>
                  </a:lnTo>
                  <a:cubicBezTo>
                    <a:pt x="221" y="2520"/>
                    <a:pt x="410" y="2615"/>
                    <a:pt x="693" y="2615"/>
                  </a:cubicBezTo>
                  <a:lnTo>
                    <a:pt x="5261" y="2615"/>
                  </a:lnTo>
                  <a:cubicBezTo>
                    <a:pt x="5482" y="2615"/>
                    <a:pt x="5734" y="2520"/>
                    <a:pt x="5923" y="2363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0" name="Google Shape;8150;p84"/>
            <p:cNvSpPr/>
            <p:nvPr/>
          </p:nvSpPr>
          <p:spPr>
            <a:xfrm>
              <a:off x="-10857925" y="3391900"/>
              <a:ext cx="165425" cy="133125"/>
            </a:xfrm>
            <a:custGeom>
              <a:avLst/>
              <a:gdLst/>
              <a:ahLst/>
              <a:cxnLst/>
              <a:rect l="l" t="t" r="r" b="b"/>
              <a:pathLst>
                <a:path w="6617" h="5325" extrusionOk="0">
                  <a:moveTo>
                    <a:pt x="6616" y="0"/>
                  </a:moveTo>
                  <a:cubicBezTo>
                    <a:pt x="6301" y="189"/>
                    <a:pt x="5986" y="315"/>
                    <a:pt x="5608" y="315"/>
                  </a:cubicBezTo>
                  <a:lnTo>
                    <a:pt x="1040" y="315"/>
                  </a:lnTo>
                  <a:cubicBezTo>
                    <a:pt x="662" y="315"/>
                    <a:pt x="284" y="189"/>
                    <a:pt x="32" y="0"/>
                  </a:cubicBezTo>
                  <a:lnTo>
                    <a:pt x="32" y="0"/>
                  </a:lnTo>
                  <a:cubicBezTo>
                    <a:pt x="0" y="1449"/>
                    <a:pt x="221" y="2867"/>
                    <a:pt x="630" y="4001"/>
                  </a:cubicBezTo>
                  <a:cubicBezTo>
                    <a:pt x="914" y="4757"/>
                    <a:pt x="1638" y="5324"/>
                    <a:pt x="2426" y="5324"/>
                  </a:cubicBezTo>
                  <a:lnTo>
                    <a:pt x="4001" y="5324"/>
                  </a:lnTo>
                  <a:cubicBezTo>
                    <a:pt x="4946" y="5324"/>
                    <a:pt x="5671" y="4789"/>
                    <a:pt x="5955" y="4001"/>
                  </a:cubicBezTo>
                  <a:cubicBezTo>
                    <a:pt x="6396" y="2867"/>
                    <a:pt x="6585" y="1449"/>
                    <a:pt x="66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1" name="Google Shape;8151;p84"/>
            <p:cNvSpPr/>
            <p:nvPr/>
          </p:nvSpPr>
          <p:spPr>
            <a:xfrm>
              <a:off x="-10824850" y="321387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954" y="1"/>
                  </a:moveTo>
                  <a:cubicBezTo>
                    <a:pt x="1198" y="1"/>
                    <a:pt x="536" y="505"/>
                    <a:pt x="0" y="1324"/>
                  </a:cubicBezTo>
                  <a:lnTo>
                    <a:pt x="1954" y="2994"/>
                  </a:lnTo>
                  <a:lnTo>
                    <a:pt x="3938" y="1324"/>
                  </a:lnTo>
                  <a:cubicBezTo>
                    <a:pt x="3371" y="505"/>
                    <a:pt x="2710" y="1"/>
                    <a:pt x="19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2" name="Google Shape;8152;p84"/>
            <p:cNvSpPr/>
            <p:nvPr/>
          </p:nvSpPr>
          <p:spPr>
            <a:xfrm>
              <a:off x="-10571250" y="3306825"/>
              <a:ext cx="64625" cy="87450"/>
            </a:xfrm>
            <a:custGeom>
              <a:avLst/>
              <a:gdLst/>
              <a:ahLst/>
              <a:cxnLst/>
              <a:rect l="l" t="t" r="r" b="b"/>
              <a:pathLst>
                <a:path w="2585" h="3498" extrusionOk="0">
                  <a:moveTo>
                    <a:pt x="1702" y="0"/>
                  </a:moveTo>
                  <a:lnTo>
                    <a:pt x="1" y="1418"/>
                  </a:lnTo>
                  <a:lnTo>
                    <a:pt x="2584" y="3498"/>
                  </a:lnTo>
                  <a:cubicBezTo>
                    <a:pt x="2458" y="2143"/>
                    <a:pt x="2143" y="914"/>
                    <a:pt x="17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3" name="Google Shape;8153;p84"/>
            <p:cNvSpPr/>
            <p:nvPr/>
          </p:nvSpPr>
          <p:spPr>
            <a:xfrm>
              <a:off x="-10669700" y="3306025"/>
              <a:ext cx="63825" cy="87475"/>
            </a:xfrm>
            <a:custGeom>
              <a:avLst/>
              <a:gdLst/>
              <a:ahLst/>
              <a:cxnLst/>
              <a:rect l="l" t="t" r="r" b="b"/>
              <a:pathLst>
                <a:path w="2553" h="3499" extrusionOk="0">
                  <a:moveTo>
                    <a:pt x="883" y="1"/>
                  </a:moveTo>
                  <a:cubicBezTo>
                    <a:pt x="442" y="946"/>
                    <a:pt x="127" y="2175"/>
                    <a:pt x="1" y="3498"/>
                  </a:cubicBezTo>
                  <a:lnTo>
                    <a:pt x="2553" y="1419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4" name="Google Shape;8154;p84"/>
            <p:cNvSpPr/>
            <p:nvPr/>
          </p:nvSpPr>
          <p:spPr>
            <a:xfrm>
              <a:off x="-10661825" y="3355650"/>
              <a:ext cx="148100" cy="64625"/>
            </a:xfrm>
            <a:custGeom>
              <a:avLst/>
              <a:gdLst/>
              <a:ahLst/>
              <a:cxnLst/>
              <a:rect l="l" t="t" r="r" b="b"/>
              <a:pathLst>
                <a:path w="5924" h="2585" extrusionOk="0">
                  <a:moveTo>
                    <a:pt x="2994" y="1"/>
                  </a:moveTo>
                  <a:lnTo>
                    <a:pt x="1" y="2364"/>
                  </a:lnTo>
                  <a:cubicBezTo>
                    <a:pt x="221" y="2521"/>
                    <a:pt x="410" y="2584"/>
                    <a:pt x="694" y="2584"/>
                  </a:cubicBezTo>
                  <a:lnTo>
                    <a:pt x="5231" y="2584"/>
                  </a:lnTo>
                  <a:cubicBezTo>
                    <a:pt x="5483" y="2584"/>
                    <a:pt x="5735" y="2521"/>
                    <a:pt x="5924" y="2364"/>
                  </a:cubicBezTo>
                  <a:lnTo>
                    <a:pt x="29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5" name="Google Shape;8155;p84"/>
            <p:cNvSpPr/>
            <p:nvPr/>
          </p:nvSpPr>
          <p:spPr>
            <a:xfrm>
              <a:off x="-10670475" y="3432850"/>
              <a:ext cx="165425" cy="133125"/>
            </a:xfrm>
            <a:custGeom>
              <a:avLst/>
              <a:gdLst/>
              <a:ahLst/>
              <a:cxnLst/>
              <a:rect l="l" t="t" r="r" b="b"/>
              <a:pathLst>
                <a:path w="6617" h="5325" extrusionOk="0">
                  <a:moveTo>
                    <a:pt x="6616" y="0"/>
                  </a:moveTo>
                  <a:cubicBezTo>
                    <a:pt x="6301" y="221"/>
                    <a:pt x="5986" y="315"/>
                    <a:pt x="5577" y="315"/>
                  </a:cubicBezTo>
                  <a:lnTo>
                    <a:pt x="1040" y="315"/>
                  </a:lnTo>
                  <a:cubicBezTo>
                    <a:pt x="630" y="315"/>
                    <a:pt x="284" y="221"/>
                    <a:pt x="0" y="0"/>
                  </a:cubicBezTo>
                  <a:lnTo>
                    <a:pt x="0" y="0"/>
                  </a:lnTo>
                  <a:cubicBezTo>
                    <a:pt x="0" y="1481"/>
                    <a:pt x="221" y="2930"/>
                    <a:pt x="630" y="4064"/>
                  </a:cubicBezTo>
                  <a:cubicBezTo>
                    <a:pt x="914" y="4821"/>
                    <a:pt x="1607" y="5325"/>
                    <a:pt x="2395" y="5325"/>
                  </a:cubicBezTo>
                  <a:lnTo>
                    <a:pt x="3970" y="5325"/>
                  </a:lnTo>
                  <a:cubicBezTo>
                    <a:pt x="4915" y="5325"/>
                    <a:pt x="5671" y="4852"/>
                    <a:pt x="5955" y="4064"/>
                  </a:cubicBezTo>
                  <a:cubicBezTo>
                    <a:pt x="6364" y="2930"/>
                    <a:pt x="6585" y="1481"/>
                    <a:pt x="66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6" name="Google Shape;8156;p84"/>
            <p:cNvSpPr/>
            <p:nvPr/>
          </p:nvSpPr>
          <p:spPr>
            <a:xfrm>
              <a:off x="-10638175" y="3254850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985" y="0"/>
                  </a:moveTo>
                  <a:cubicBezTo>
                    <a:pt x="1229" y="0"/>
                    <a:pt x="567" y="504"/>
                    <a:pt x="0" y="1355"/>
                  </a:cubicBezTo>
                  <a:lnTo>
                    <a:pt x="1985" y="2993"/>
                  </a:lnTo>
                  <a:lnTo>
                    <a:pt x="3938" y="1355"/>
                  </a:lnTo>
                  <a:cubicBezTo>
                    <a:pt x="3403" y="504"/>
                    <a:pt x="2709" y="0"/>
                    <a:pt x="19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57" name="Google Shape;8157;p84"/>
          <p:cNvSpPr/>
          <p:nvPr/>
        </p:nvSpPr>
        <p:spPr>
          <a:xfrm>
            <a:off x="8015262" y="1973047"/>
            <a:ext cx="273732" cy="354519"/>
          </a:xfrm>
          <a:custGeom>
            <a:avLst/>
            <a:gdLst/>
            <a:ahLst/>
            <a:cxnLst/>
            <a:rect l="l" t="t" r="r" b="b"/>
            <a:pathLst>
              <a:path w="10871" h="14078" extrusionOk="0">
                <a:moveTo>
                  <a:pt x="8255" y="5009"/>
                </a:moveTo>
                <a:lnTo>
                  <a:pt x="8255" y="6648"/>
                </a:lnTo>
                <a:lnTo>
                  <a:pt x="2490" y="6648"/>
                </a:lnTo>
                <a:lnTo>
                  <a:pt x="2490" y="5009"/>
                </a:lnTo>
                <a:close/>
                <a:moveTo>
                  <a:pt x="9106" y="5230"/>
                </a:moveTo>
                <a:lnTo>
                  <a:pt x="9925" y="5639"/>
                </a:lnTo>
                <a:lnTo>
                  <a:pt x="9925" y="6679"/>
                </a:lnTo>
                <a:cubicBezTo>
                  <a:pt x="9799" y="6648"/>
                  <a:pt x="9641" y="6616"/>
                  <a:pt x="9484" y="6616"/>
                </a:cubicBezTo>
                <a:lnTo>
                  <a:pt x="9043" y="6616"/>
                </a:lnTo>
                <a:lnTo>
                  <a:pt x="9043" y="5230"/>
                </a:lnTo>
                <a:close/>
                <a:moveTo>
                  <a:pt x="1608" y="5261"/>
                </a:moveTo>
                <a:lnTo>
                  <a:pt x="1608" y="6648"/>
                </a:lnTo>
                <a:lnTo>
                  <a:pt x="1230" y="6648"/>
                </a:lnTo>
                <a:cubicBezTo>
                  <a:pt x="1072" y="6648"/>
                  <a:pt x="946" y="6679"/>
                  <a:pt x="789" y="6711"/>
                </a:cubicBezTo>
                <a:lnTo>
                  <a:pt x="789" y="5671"/>
                </a:lnTo>
                <a:lnTo>
                  <a:pt x="1608" y="5261"/>
                </a:lnTo>
                <a:close/>
                <a:moveTo>
                  <a:pt x="7405" y="9136"/>
                </a:moveTo>
                <a:lnTo>
                  <a:pt x="5357" y="10649"/>
                </a:lnTo>
                <a:lnTo>
                  <a:pt x="3277" y="9136"/>
                </a:lnTo>
                <a:close/>
                <a:moveTo>
                  <a:pt x="2049" y="0"/>
                </a:moveTo>
                <a:cubicBezTo>
                  <a:pt x="1828" y="0"/>
                  <a:pt x="1671" y="189"/>
                  <a:pt x="1671" y="378"/>
                </a:cubicBezTo>
                <a:lnTo>
                  <a:pt x="1671" y="4285"/>
                </a:lnTo>
                <a:lnTo>
                  <a:pt x="253" y="5009"/>
                </a:lnTo>
                <a:cubicBezTo>
                  <a:pt x="127" y="5041"/>
                  <a:pt x="1" y="5198"/>
                  <a:pt x="1" y="5356"/>
                </a:cubicBezTo>
                <a:lnTo>
                  <a:pt x="1" y="7845"/>
                </a:lnTo>
                <a:cubicBezTo>
                  <a:pt x="1" y="8506"/>
                  <a:pt x="568" y="9042"/>
                  <a:pt x="1261" y="9042"/>
                </a:cubicBezTo>
                <a:lnTo>
                  <a:pt x="1986" y="9042"/>
                </a:lnTo>
                <a:lnTo>
                  <a:pt x="4727" y="11153"/>
                </a:lnTo>
                <a:lnTo>
                  <a:pt x="1860" y="13295"/>
                </a:lnTo>
                <a:cubicBezTo>
                  <a:pt x="1671" y="13421"/>
                  <a:pt x="1608" y="13705"/>
                  <a:pt x="1765" y="13894"/>
                </a:cubicBezTo>
                <a:cubicBezTo>
                  <a:pt x="1842" y="14009"/>
                  <a:pt x="1978" y="14077"/>
                  <a:pt x="2115" y="14077"/>
                </a:cubicBezTo>
                <a:cubicBezTo>
                  <a:pt x="2202" y="14077"/>
                  <a:pt x="2290" y="14050"/>
                  <a:pt x="2364" y="13988"/>
                </a:cubicBezTo>
                <a:lnTo>
                  <a:pt x="5451" y="11657"/>
                </a:lnTo>
                <a:lnTo>
                  <a:pt x="8507" y="13988"/>
                </a:lnTo>
                <a:cubicBezTo>
                  <a:pt x="8586" y="14027"/>
                  <a:pt x="8675" y="14050"/>
                  <a:pt x="8763" y="14050"/>
                </a:cubicBezTo>
                <a:cubicBezTo>
                  <a:pt x="8889" y="14050"/>
                  <a:pt x="9014" y="14004"/>
                  <a:pt x="9106" y="13894"/>
                </a:cubicBezTo>
                <a:cubicBezTo>
                  <a:pt x="9232" y="13705"/>
                  <a:pt x="9232" y="13453"/>
                  <a:pt x="9011" y="13295"/>
                </a:cubicBezTo>
                <a:lnTo>
                  <a:pt x="6144" y="11153"/>
                </a:lnTo>
                <a:lnTo>
                  <a:pt x="8917" y="9042"/>
                </a:lnTo>
                <a:lnTo>
                  <a:pt x="9610" y="9042"/>
                </a:lnTo>
                <a:cubicBezTo>
                  <a:pt x="10271" y="9042"/>
                  <a:pt x="10870" y="8506"/>
                  <a:pt x="10870" y="7845"/>
                </a:cubicBezTo>
                <a:lnTo>
                  <a:pt x="10870" y="5387"/>
                </a:lnTo>
                <a:cubicBezTo>
                  <a:pt x="10870" y="5230"/>
                  <a:pt x="10744" y="5072"/>
                  <a:pt x="10650" y="5041"/>
                </a:cubicBezTo>
                <a:lnTo>
                  <a:pt x="9232" y="4316"/>
                </a:lnTo>
                <a:lnTo>
                  <a:pt x="9232" y="441"/>
                </a:lnTo>
                <a:cubicBezTo>
                  <a:pt x="9232" y="189"/>
                  <a:pt x="9011" y="32"/>
                  <a:pt x="8822" y="32"/>
                </a:cubicBezTo>
                <a:cubicBezTo>
                  <a:pt x="8602" y="32"/>
                  <a:pt x="8381" y="221"/>
                  <a:pt x="8381" y="441"/>
                </a:cubicBezTo>
                <a:lnTo>
                  <a:pt x="8381" y="851"/>
                </a:lnTo>
                <a:lnTo>
                  <a:pt x="2616" y="851"/>
                </a:lnTo>
                <a:lnTo>
                  <a:pt x="2616" y="378"/>
                </a:lnTo>
                <a:lnTo>
                  <a:pt x="2490" y="378"/>
                </a:lnTo>
                <a:cubicBezTo>
                  <a:pt x="2490" y="158"/>
                  <a:pt x="2269" y="0"/>
                  <a:pt x="20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58" name="Google Shape;8158;p84"/>
          <p:cNvGrpSpPr/>
          <p:nvPr/>
        </p:nvGrpSpPr>
        <p:grpSpPr>
          <a:xfrm>
            <a:off x="7984757" y="2428316"/>
            <a:ext cx="356221" cy="333240"/>
            <a:chOff x="-10858725" y="4092875"/>
            <a:chExt cx="353675" cy="330825"/>
          </a:xfrm>
        </p:grpSpPr>
        <p:sp>
          <p:nvSpPr>
            <p:cNvPr id="8159" name="Google Shape;8159;p84"/>
            <p:cNvSpPr/>
            <p:nvPr/>
          </p:nvSpPr>
          <p:spPr>
            <a:xfrm>
              <a:off x="-107957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0" name="Google Shape;8160;p84"/>
            <p:cNvSpPr/>
            <p:nvPr/>
          </p:nvSpPr>
          <p:spPr>
            <a:xfrm>
              <a:off x="-10713000" y="41543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1" name="Google Shape;8161;p84"/>
            <p:cNvSpPr/>
            <p:nvPr/>
          </p:nvSpPr>
          <p:spPr>
            <a:xfrm>
              <a:off x="-10713000" y="4320500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851" y="0"/>
                  </a:moveTo>
                  <a:cubicBezTo>
                    <a:pt x="378" y="0"/>
                    <a:pt x="0" y="347"/>
                    <a:pt x="0" y="819"/>
                  </a:cubicBezTo>
                  <a:cubicBezTo>
                    <a:pt x="0" y="1260"/>
                    <a:pt x="378" y="1638"/>
                    <a:pt x="851" y="1638"/>
                  </a:cubicBezTo>
                  <a:cubicBezTo>
                    <a:pt x="1292" y="1638"/>
                    <a:pt x="1670" y="1260"/>
                    <a:pt x="1670" y="819"/>
                  </a:cubicBezTo>
                  <a:cubicBezTo>
                    <a:pt x="1670" y="347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2" name="Google Shape;8162;p84"/>
            <p:cNvSpPr/>
            <p:nvPr/>
          </p:nvSpPr>
          <p:spPr>
            <a:xfrm>
              <a:off x="-10858725" y="4092875"/>
              <a:ext cx="331625" cy="330825"/>
            </a:xfrm>
            <a:custGeom>
              <a:avLst/>
              <a:gdLst/>
              <a:ahLst/>
              <a:cxnLst/>
              <a:rect l="l" t="t" r="r" b="b"/>
              <a:pathLst>
                <a:path w="13265" h="13233" extrusionOk="0">
                  <a:moveTo>
                    <a:pt x="6648" y="1639"/>
                  </a:moveTo>
                  <a:cubicBezTo>
                    <a:pt x="7562" y="1639"/>
                    <a:pt x="8318" y="2395"/>
                    <a:pt x="8318" y="3308"/>
                  </a:cubicBezTo>
                  <a:cubicBezTo>
                    <a:pt x="8318" y="4222"/>
                    <a:pt x="7562" y="4947"/>
                    <a:pt x="6648" y="4947"/>
                  </a:cubicBezTo>
                  <a:cubicBezTo>
                    <a:pt x="5766" y="4947"/>
                    <a:pt x="5010" y="4222"/>
                    <a:pt x="5010" y="3308"/>
                  </a:cubicBezTo>
                  <a:cubicBezTo>
                    <a:pt x="5010" y="2395"/>
                    <a:pt x="5735" y="1639"/>
                    <a:pt x="6648" y="1639"/>
                  </a:cubicBezTo>
                  <a:close/>
                  <a:moveTo>
                    <a:pt x="6648" y="5797"/>
                  </a:moveTo>
                  <a:cubicBezTo>
                    <a:pt x="7121" y="5797"/>
                    <a:pt x="7499" y="6144"/>
                    <a:pt x="7499" y="6616"/>
                  </a:cubicBezTo>
                  <a:cubicBezTo>
                    <a:pt x="7499" y="7089"/>
                    <a:pt x="7121" y="7435"/>
                    <a:pt x="6648" y="7435"/>
                  </a:cubicBezTo>
                  <a:cubicBezTo>
                    <a:pt x="6207" y="7435"/>
                    <a:pt x="5829" y="7089"/>
                    <a:pt x="5829" y="6616"/>
                  </a:cubicBezTo>
                  <a:cubicBezTo>
                    <a:pt x="5829" y="6144"/>
                    <a:pt x="6207" y="5797"/>
                    <a:pt x="6648" y="5797"/>
                  </a:cubicBezTo>
                  <a:close/>
                  <a:moveTo>
                    <a:pt x="3372" y="4947"/>
                  </a:moveTo>
                  <a:cubicBezTo>
                    <a:pt x="4254" y="4947"/>
                    <a:pt x="5010" y="5703"/>
                    <a:pt x="5010" y="6616"/>
                  </a:cubicBezTo>
                  <a:cubicBezTo>
                    <a:pt x="5010" y="7530"/>
                    <a:pt x="4254" y="8255"/>
                    <a:pt x="3372" y="8255"/>
                  </a:cubicBezTo>
                  <a:cubicBezTo>
                    <a:pt x="2458" y="8255"/>
                    <a:pt x="1702" y="7530"/>
                    <a:pt x="1702" y="6616"/>
                  </a:cubicBezTo>
                  <a:cubicBezTo>
                    <a:pt x="1702" y="5703"/>
                    <a:pt x="2395" y="4947"/>
                    <a:pt x="3372" y="4947"/>
                  </a:cubicBezTo>
                  <a:close/>
                  <a:moveTo>
                    <a:pt x="9956" y="4947"/>
                  </a:moveTo>
                  <a:cubicBezTo>
                    <a:pt x="10870" y="4947"/>
                    <a:pt x="11626" y="5703"/>
                    <a:pt x="11626" y="6616"/>
                  </a:cubicBezTo>
                  <a:cubicBezTo>
                    <a:pt x="11626" y="7530"/>
                    <a:pt x="10870" y="8255"/>
                    <a:pt x="9956" y="8255"/>
                  </a:cubicBezTo>
                  <a:cubicBezTo>
                    <a:pt x="9074" y="8255"/>
                    <a:pt x="8318" y="7530"/>
                    <a:pt x="8318" y="6616"/>
                  </a:cubicBezTo>
                  <a:cubicBezTo>
                    <a:pt x="8318" y="5703"/>
                    <a:pt x="9011" y="4947"/>
                    <a:pt x="9956" y="4947"/>
                  </a:cubicBezTo>
                  <a:close/>
                  <a:moveTo>
                    <a:pt x="6648" y="8255"/>
                  </a:moveTo>
                  <a:cubicBezTo>
                    <a:pt x="7562" y="8255"/>
                    <a:pt x="8318" y="9011"/>
                    <a:pt x="8318" y="9924"/>
                  </a:cubicBezTo>
                  <a:cubicBezTo>
                    <a:pt x="8318" y="10838"/>
                    <a:pt x="7562" y="11563"/>
                    <a:pt x="6648" y="11563"/>
                  </a:cubicBezTo>
                  <a:cubicBezTo>
                    <a:pt x="5766" y="11563"/>
                    <a:pt x="5010" y="10838"/>
                    <a:pt x="5010" y="9924"/>
                  </a:cubicBezTo>
                  <a:cubicBezTo>
                    <a:pt x="5010" y="9011"/>
                    <a:pt x="5766" y="8255"/>
                    <a:pt x="6648" y="8255"/>
                  </a:cubicBezTo>
                  <a:close/>
                  <a:moveTo>
                    <a:pt x="6648" y="0"/>
                  </a:moveTo>
                  <a:cubicBezTo>
                    <a:pt x="2994" y="0"/>
                    <a:pt x="1" y="2962"/>
                    <a:pt x="1" y="6616"/>
                  </a:cubicBezTo>
                  <a:cubicBezTo>
                    <a:pt x="1" y="10271"/>
                    <a:pt x="2994" y="13232"/>
                    <a:pt x="6648" y="13232"/>
                  </a:cubicBezTo>
                  <a:cubicBezTo>
                    <a:pt x="10334" y="13232"/>
                    <a:pt x="13264" y="10271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3" name="Google Shape;8163;p84"/>
            <p:cNvSpPr/>
            <p:nvPr/>
          </p:nvSpPr>
          <p:spPr>
            <a:xfrm>
              <a:off x="-106303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19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4" name="Google Shape;8164;p84"/>
            <p:cNvSpPr/>
            <p:nvPr/>
          </p:nvSpPr>
          <p:spPr>
            <a:xfrm>
              <a:off x="-10607475" y="4340975"/>
              <a:ext cx="102425" cy="82725"/>
            </a:xfrm>
            <a:custGeom>
              <a:avLst/>
              <a:gdLst/>
              <a:ahLst/>
              <a:cxnLst/>
              <a:rect l="l" t="t" r="r" b="b"/>
              <a:pathLst>
                <a:path w="4097" h="3309" extrusionOk="0">
                  <a:moveTo>
                    <a:pt x="3309" y="0"/>
                  </a:moveTo>
                  <a:cubicBezTo>
                    <a:pt x="2584" y="1418"/>
                    <a:pt x="1418" y="2584"/>
                    <a:pt x="1" y="3308"/>
                  </a:cubicBezTo>
                  <a:lnTo>
                    <a:pt x="3655" y="3308"/>
                  </a:lnTo>
                  <a:cubicBezTo>
                    <a:pt x="3907" y="3308"/>
                    <a:pt x="4096" y="3119"/>
                    <a:pt x="4096" y="2867"/>
                  </a:cubicBezTo>
                  <a:lnTo>
                    <a:pt x="4096" y="378"/>
                  </a:lnTo>
                  <a:cubicBezTo>
                    <a:pt x="4065" y="189"/>
                    <a:pt x="3907" y="0"/>
                    <a:pt x="36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5" name="Google Shape;8165;p84"/>
          <p:cNvGrpSpPr/>
          <p:nvPr/>
        </p:nvGrpSpPr>
        <p:grpSpPr>
          <a:xfrm>
            <a:off x="6191762" y="2891855"/>
            <a:ext cx="356096" cy="354469"/>
            <a:chOff x="-9089725" y="3180200"/>
            <a:chExt cx="353550" cy="351900"/>
          </a:xfrm>
        </p:grpSpPr>
        <p:sp>
          <p:nvSpPr>
            <p:cNvPr id="8166" name="Google Shape;8166;p84"/>
            <p:cNvSpPr/>
            <p:nvPr/>
          </p:nvSpPr>
          <p:spPr>
            <a:xfrm>
              <a:off x="-9089725" y="3180200"/>
              <a:ext cx="165425" cy="250300"/>
            </a:xfrm>
            <a:custGeom>
              <a:avLst/>
              <a:gdLst/>
              <a:ahLst/>
              <a:cxnLst/>
              <a:rect l="l" t="t" r="r" b="b"/>
              <a:pathLst>
                <a:path w="6617" h="10012" extrusionOk="0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7" name="Google Shape;8167;p84"/>
            <p:cNvSpPr/>
            <p:nvPr/>
          </p:nvSpPr>
          <p:spPr>
            <a:xfrm>
              <a:off x="-8965275" y="3264575"/>
              <a:ext cx="229100" cy="267525"/>
            </a:xfrm>
            <a:custGeom>
              <a:avLst/>
              <a:gdLst/>
              <a:ahLst/>
              <a:cxnLst/>
              <a:rect l="l" t="t" r="r" b="b"/>
              <a:pathLst>
                <a:path w="9164" h="10701" extrusionOk="0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8" name="Google Shape;8168;p84"/>
          <p:cNvGrpSpPr/>
          <p:nvPr/>
        </p:nvGrpSpPr>
        <p:grpSpPr>
          <a:xfrm>
            <a:off x="6243280" y="3367282"/>
            <a:ext cx="252278" cy="355451"/>
            <a:chOff x="-9039300" y="3614000"/>
            <a:chExt cx="250475" cy="352875"/>
          </a:xfrm>
        </p:grpSpPr>
        <p:sp>
          <p:nvSpPr>
            <p:cNvPr id="8169" name="Google Shape;8169;p84"/>
            <p:cNvSpPr/>
            <p:nvPr/>
          </p:nvSpPr>
          <p:spPr>
            <a:xfrm>
              <a:off x="-8944000" y="3614000"/>
              <a:ext cx="63025" cy="63025"/>
            </a:xfrm>
            <a:custGeom>
              <a:avLst/>
              <a:gdLst/>
              <a:ahLst/>
              <a:cxnLst/>
              <a:rect l="l" t="t" r="r" b="b"/>
              <a:pathLst>
                <a:path w="2521" h="2521" extrusionOk="0">
                  <a:moveTo>
                    <a:pt x="1260" y="0"/>
                  </a:moveTo>
                  <a:cubicBezTo>
                    <a:pt x="567" y="0"/>
                    <a:pt x="0" y="567"/>
                    <a:pt x="0" y="1261"/>
                  </a:cubicBezTo>
                  <a:cubicBezTo>
                    <a:pt x="0" y="1954"/>
                    <a:pt x="567" y="2521"/>
                    <a:pt x="1260" y="2521"/>
                  </a:cubicBezTo>
                  <a:cubicBezTo>
                    <a:pt x="1985" y="2521"/>
                    <a:pt x="2521" y="1954"/>
                    <a:pt x="2521" y="1261"/>
                  </a:cubicBezTo>
                  <a:cubicBezTo>
                    <a:pt x="2521" y="567"/>
                    <a:pt x="1985" y="0"/>
                    <a:pt x="12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0" name="Google Shape;8170;p84"/>
            <p:cNvSpPr/>
            <p:nvPr/>
          </p:nvSpPr>
          <p:spPr>
            <a:xfrm>
              <a:off x="-9039300" y="3696700"/>
              <a:ext cx="250475" cy="270175"/>
            </a:xfrm>
            <a:custGeom>
              <a:avLst/>
              <a:gdLst/>
              <a:ahLst/>
              <a:cxnLst/>
              <a:rect l="l" t="t" r="r" b="b"/>
              <a:pathLst>
                <a:path w="10019" h="10807" extrusionOk="0">
                  <a:moveTo>
                    <a:pt x="914" y="0"/>
                  </a:moveTo>
                  <a:cubicBezTo>
                    <a:pt x="473" y="32"/>
                    <a:pt x="126" y="410"/>
                    <a:pt x="126" y="883"/>
                  </a:cubicBezTo>
                  <a:cubicBezTo>
                    <a:pt x="126" y="1355"/>
                    <a:pt x="473" y="1702"/>
                    <a:pt x="945" y="1702"/>
                  </a:cubicBezTo>
                  <a:lnTo>
                    <a:pt x="4253" y="1702"/>
                  </a:lnTo>
                  <a:lnTo>
                    <a:pt x="4253" y="4033"/>
                  </a:lnTo>
                  <a:lnTo>
                    <a:pt x="441" y="6868"/>
                  </a:lnTo>
                  <a:cubicBezTo>
                    <a:pt x="95" y="7120"/>
                    <a:pt x="0" y="7656"/>
                    <a:pt x="284" y="8003"/>
                  </a:cubicBezTo>
                  <a:cubicBezTo>
                    <a:pt x="453" y="8210"/>
                    <a:pt x="713" y="8327"/>
                    <a:pt x="962" y="8327"/>
                  </a:cubicBezTo>
                  <a:cubicBezTo>
                    <a:pt x="1129" y="8327"/>
                    <a:pt x="1291" y="8274"/>
                    <a:pt x="1418" y="8160"/>
                  </a:cubicBezTo>
                  <a:lnTo>
                    <a:pt x="4222" y="6018"/>
                  </a:lnTo>
                  <a:lnTo>
                    <a:pt x="4222" y="9956"/>
                  </a:lnTo>
                  <a:cubicBezTo>
                    <a:pt x="4222" y="10428"/>
                    <a:pt x="4568" y="10807"/>
                    <a:pt x="5041" y="10807"/>
                  </a:cubicBezTo>
                  <a:cubicBezTo>
                    <a:pt x="5513" y="10807"/>
                    <a:pt x="5860" y="10460"/>
                    <a:pt x="5860" y="9956"/>
                  </a:cubicBezTo>
                  <a:lnTo>
                    <a:pt x="5860" y="1670"/>
                  </a:lnTo>
                  <a:lnTo>
                    <a:pt x="9168" y="1670"/>
                  </a:lnTo>
                  <a:cubicBezTo>
                    <a:pt x="9641" y="1670"/>
                    <a:pt x="10019" y="1292"/>
                    <a:pt x="10019" y="820"/>
                  </a:cubicBezTo>
                  <a:cubicBezTo>
                    <a:pt x="10019" y="347"/>
                    <a:pt x="9641" y="0"/>
                    <a:pt x="91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71" name="Google Shape;8171;p84"/>
          <p:cNvGrpSpPr/>
          <p:nvPr/>
        </p:nvGrpSpPr>
        <p:grpSpPr>
          <a:xfrm>
            <a:off x="7975246" y="3389521"/>
            <a:ext cx="354635" cy="354670"/>
            <a:chOff x="-9088150" y="4049550"/>
            <a:chExt cx="352100" cy="352100"/>
          </a:xfrm>
        </p:grpSpPr>
        <p:sp>
          <p:nvSpPr>
            <p:cNvPr id="8172" name="Google Shape;8172;p84"/>
            <p:cNvSpPr/>
            <p:nvPr/>
          </p:nvSpPr>
          <p:spPr>
            <a:xfrm>
              <a:off x="-9047975" y="4049550"/>
              <a:ext cx="290650" cy="165425"/>
            </a:xfrm>
            <a:custGeom>
              <a:avLst/>
              <a:gdLst/>
              <a:ahLst/>
              <a:cxnLst/>
              <a:rect l="l" t="t" r="r" b="b"/>
              <a:pathLst>
                <a:path w="11626" h="6617" extrusionOk="0">
                  <a:moveTo>
                    <a:pt x="473" y="1"/>
                  </a:moveTo>
                  <a:cubicBezTo>
                    <a:pt x="316" y="1"/>
                    <a:pt x="158" y="64"/>
                    <a:pt x="64" y="221"/>
                  </a:cubicBezTo>
                  <a:cubicBezTo>
                    <a:pt x="1" y="379"/>
                    <a:pt x="32" y="536"/>
                    <a:pt x="158" y="662"/>
                  </a:cubicBezTo>
                  <a:lnTo>
                    <a:pt x="3340" y="4317"/>
                  </a:lnTo>
                  <a:lnTo>
                    <a:pt x="3340" y="2048"/>
                  </a:lnTo>
                  <a:cubicBezTo>
                    <a:pt x="3340" y="1796"/>
                    <a:pt x="3529" y="1639"/>
                    <a:pt x="3781" y="1639"/>
                  </a:cubicBezTo>
                  <a:cubicBezTo>
                    <a:pt x="4002" y="1639"/>
                    <a:pt x="4159" y="1859"/>
                    <a:pt x="4159" y="2048"/>
                  </a:cubicBezTo>
                  <a:lnTo>
                    <a:pt x="4159" y="5262"/>
                  </a:lnTo>
                  <a:lnTo>
                    <a:pt x="5325" y="6617"/>
                  </a:lnTo>
                  <a:lnTo>
                    <a:pt x="10744" y="6617"/>
                  </a:lnTo>
                  <a:cubicBezTo>
                    <a:pt x="11311" y="6112"/>
                    <a:pt x="11626" y="5356"/>
                    <a:pt x="11626" y="4537"/>
                  </a:cubicBezTo>
                  <a:cubicBezTo>
                    <a:pt x="11626" y="2899"/>
                    <a:pt x="10303" y="1607"/>
                    <a:pt x="8727" y="1607"/>
                  </a:cubicBezTo>
                  <a:lnTo>
                    <a:pt x="7751" y="1607"/>
                  </a:lnTo>
                  <a:cubicBezTo>
                    <a:pt x="7436" y="1607"/>
                    <a:pt x="7121" y="1481"/>
                    <a:pt x="6900" y="1261"/>
                  </a:cubicBezTo>
                  <a:lnTo>
                    <a:pt x="6207" y="599"/>
                  </a:lnTo>
                  <a:cubicBezTo>
                    <a:pt x="5829" y="190"/>
                    <a:pt x="5325" y="1"/>
                    <a:pt x="4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3" name="Google Shape;8173;p84"/>
            <p:cNvSpPr/>
            <p:nvPr/>
          </p:nvSpPr>
          <p:spPr>
            <a:xfrm>
              <a:off x="-8964475" y="4157450"/>
              <a:ext cx="20500" cy="57525"/>
            </a:xfrm>
            <a:custGeom>
              <a:avLst/>
              <a:gdLst/>
              <a:ahLst/>
              <a:cxnLst/>
              <a:rect l="l" t="t" r="r" b="b"/>
              <a:pathLst>
                <a:path w="820" h="2301" extrusionOk="0">
                  <a:moveTo>
                    <a:pt x="0" y="1"/>
                  </a:moveTo>
                  <a:lnTo>
                    <a:pt x="0" y="2301"/>
                  </a:lnTo>
                  <a:lnTo>
                    <a:pt x="819" y="2301"/>
                  </a:lnTo>
                  <a:lnTo>
                    <a:pt x="819" y="9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4" name="Google Shape;8174;p84"/>
            <p:cNvSpPr/>
            <p:nvPr/>
          </p:nvSpPr>
          <p:spPr>
            <a:xfrm>
              <a:off x="-9088150" y="4235425"/>
              <a:ext cx="352100" cy="82725"/>
            </a:xfrm>
            <a:custGeom>
              <a:avLst/>
              <a:gdLst/>
              <a:ahLst/>
              <a:cxnLst/>
              <a:rect l="l" t="t" r="r" b="b"/>
              <a:pathLst>
                <a:path w="14084" h="3309" extrusionOk="0">
                  <a:moveTo>
                    <a:pt x="2868" y="1"/>
                  </a:moveTo>
                  <a:cubicBezTo>
                    <a:pt x="2206" y="1"/>
                    <a:pt x="1639" y="568"/>
                    <a:pt x="1639" y="1229"/>
                  </a:cubicBezTo>
                  <a:lnTo>
                    <a:pt x="1639" y="1670"/>
                  </a:lnTo>
                  <a:lnTo>
                    <a:pt x="820" y="1670"/>
                  </a:lnTo>
                  <a:cubicBezTo>
                    <a:pt x="347" y="1670"/>
                    <a:pt x="1" y="2017"/>
                    <a:pt x="1" y="2490"/>
                  </a:cubicBezTo>
                  <a:lnTo>
                    <a:pt x="1" y="2868"/>
                  </a:lnTo>
                  <a:cubicBezTo>
                    <a:pt x="1" y="3120"/>
                    <a:pt x="190" y="3309"/>
                    <a:pt x="379" y="3309"/>
                  </a:cubicBezTo>
                  <a:lnTo>
                    <a:pt x="13264" y="3309"/>
                  </a:lnTo>
                  <a:cubicBezTo>
                    <a:pt x="13737" y="3309"/>
                    <a:pt x="14083" y="2962"/>
                    <a:pt x="14083" y="2490"/>
                  </a:cubicBezTo>
                  <a:lnTo>
                    <a:pt x="14083" y="410"/>
                  </a:lnTo>
                  <a:cubicBezTo>
                    <a:pt x="14083" y="158"/>
                    <a:pt x="13894" y="1"/>
                    <a:pt x="136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5" name="Google Shape;8175;p84"/>
            <p:cNvSpPr/>
            <p:nvPr/>
          </p:nvSpPr>
          <p:spPr>
            <a:xfrm>
              <a:off x="-9064525" y="4338600"/>
              <a:ext cx="53600" cy="63050"/>
            </a:xfrm>
            <a:custGeom>
              <a:avLst/>
              <a:gdLst/>
              <a:ahLst/>
              <a:cxnLst/>
              <a:rect l="l" t="t" r="r" b="b"/>
              <a:pathLst>
                <a:path w="2144" h="2522" extrusionOk="0">
                  <a:moveTo>
                    <a:pt x="1" y="1"/>
                  </a:moveTo>
                  <a:lnTo>
                    <a:pt x="253" y="2175"/>
                  </a:lnTo>
                  <a:cubicBezTo>
                    <a:pt x="316" y="2364"/>
                    <a:pt x="473" y="2521"/>
                    <a:pt x="663" y="2521"/>
                  </a:cubicBezTo>
                  <a:lnTo>
                    <a:pt x="1482" y="2521"/>
                  </a:lnTo>
                  <a:cubicBezTo>
                    <a:pt x="1671" y="2521"/>
                    <a:pt x="1891" y="2364"/>
                    <a:pt x="1891" y="2175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6" name="Google Shape;8176;p84"/>
            <p:cNvSpPr/>
            <p:nvPr/>
          </p:nvSpPr>
          <p:spPr>
            <a:xfrm>
              <a:off x="-8898325" y="4338600"/>
              <a:ext cx="54375" cy="63050"/>
            </a:xfrm>
            <a:custGeom>
              <a:avLst/>
              <a:gdLst/>
              <a:ahLst/>
              <a:cxnLst/>
              <a:rect l="l" t="t" r="r" b="b"/>
              <a:pathLst>
                <a:path w="2175" h="2522" extrusionOk="0">
                  <a:moveTo>
                    <a:pt x="0" y="1"/>
                  </a:moveTo>
                  <a:lnTo>
                    <a:pt x="284" y="2175"/>
                  </a:lnTo>
                  <a:cubicBezTo>
                    <a:pt x="284" y="2364"/>
                    <a:pt x="473" y="2521"/>
                    <a:pt x="662" y="2521"/>
                  </a:cubicBezTo>
                  <a:lnTo>
                    <a:pt x="1481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7" name="Google Shape;8177;p84"/>
            <p:cNvSpPr/>
            <p:nvPr/>
          </p:nvSpPr>
          <p:spPr>
            <a:xfrm>
              <a:off x="-8814850" y="4338600"/>
              <a:ext cx="54375" cy="63050"/>
            </a:xfrm>
            <a:custGeom>
              <a:avLst/>
              <a:gdLst/>
              <a:ahLst/>
              <a:cxnLst/>
              <a:rect l="l" t="t" r="r" b="b"/>
              <a:pathLst>
                <a:path w="2175" h="2522" extrusionOk="0">
                  <a:moveTo>
                    <a:pt x="1" y="1"/>
                  </a:moveTo>
                  <a:lnTo>
                    <a:pt x="285" y="2175"/>
                  </a:lnTo>
                  <a:cubicBezTo>
                    <a:pt x="285" y="2364"/>
                    <a:pt x="442" y="2521"/>
                    <a:pt x="663" y="2521"/>
                  </a:cubicBezTo>
                  <a:lnTo>
                    <a:pt x="1513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78" name="Google Shape;8178;p84"/>
          <p:cNvGrpSpPr/>
          <p:nvPr/>
        </p:nvGrpSpPr>
        <p:grpSpPr>
          <a:xfrm>
            <a:off x="7109610" y="2891754"/>
            <a:ext cx="315757" cy="354670"/>
            <a:chOff x="-8191825" y="3174500"/>
            <a:chExt cx="313500" cy="352100"/>
          </a:xfrm>
        </p:grpSpPr>
        <p:sp>
          <p:nvSpPr>
            <p:cNvPr id="8179" name="Google Shape;8179;p84"/>
            <p:cNvSpPr/>
            <p:nvPr/>
          </p:nvSpPr>
          <p:spPr>
            <a:xfrm>
              <a:off x="-8191825" y="3486400"/>
              <a:ext cx="310350" cy="40200"/>
            </a:xfrm>
            <a:custGeom>
              <a:avLst/>
              <a:gdLst/>
              <a:ahLst/>
              <a:cxnLst/>
              <a:rect l="l" t="t" r="r" b="b"/>
              <a:pathLst>
                <a:path w="12414" h="1608" extrusionOk="0">
                  <a:moveTo>
                    <a:pt x="0" y="1"/>
                  </a:moveTo>
                  <a:lnTo>
                    <a:pt x="0" y="1229"/>
                  </a:lnTo>
                  <a:lnTo>
                    <a:pt x="63" y="1229"/>
                  </a:lnTo>
                  <a:cubicBezTo>
                    <a:pt x="63" y="1450"/>
                    <a:pt x="252" y="1607"/>
                    <a:pt x="441" y="1607"/>
                  </a:cubicBezTo>
                  <a:lnTo>
                    <a:pt x="12035" y="1607"/>
                  </a:lnTo>
                  <a:cubicBezTo>
                    <a:pt x="12256" y="1607"/>
                    <a:pt x="12413" y="1418"/>
                    <a:pt x="12413" y="1229"/>
                  </a:cubicBezTo>
                  <a:lnTo>
                    <a:pt x="124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0" name="Google Shape;8180;p84"/>
            <p:cNvSpPr/>
            <p:nvPr/>
          </p:nvSpPr>
          <p:spPr>
            <a:xfrm>
              <a:off x="-8188675" y="3318650"/>
              <a:ext cx="310350" cy="146500"/>
            </a:xfrm>
            <a:custGeom>
              <a:avLst/>
              <a:gdLst/>
              <a:ahLst/>
              <a:cxnLst/>
              <a:rect l="l" t="t" r="r" b="b"/>
              <a:pathLst>
                <a:path w="12414" h="5860" extrusionOk="0">
                  <a:moveTo>
                    <a:pt x="5199" y="0"/>
                  </a:moveTo>
                  <a:lnTo>
                    <a:pt x="4096" y="2237"/>
                  </a:lnTo>
                  <a:cubicBezTo>
                    <a:pt x="4024" y="2404"/>
                    <a:pt x="3863" y="2481"/>
                    <a:pt x="3706" y="2481"/>
                  </a:cubicBezTo>
                  <a:cubicBezTo>
                    <a:pt x="3656" y="2481"/>
                    <a:pt x="3606" y="2473"/>
                    <a:pt x="3560" y="2457"/>
                  </a:cubicBezTo>
                  <a:cubicBezTo>
                    <a:pt x="3371" y="2331"/>
                    <a:pt x="3277" y="2111"/>
                    <a:pt x="3371" y="1890"/>
                  </a:cubicBezTo>
                  <a:lnTo>
                    <a:pt x="4222" y="126"/>
                  </a:lnTo>
                  <a:lnTo>
                    <a:pt x="4222" y="126"/>
                  </a:lnTo>
                  <a:cubicBezTo>
                    <a:pt x="1828" y="630"/>
                    <a:pt x="0" y="2836"/>
                    <a:pt x="0" y="5450"/>
                  </a:cubicBezTo>
                  <a:lnTo>
                    <a:pt x="0" y="5860"/>
                  </a:lnTo>
                  <a:lnTo>
                    <a:pt x="12413" y="5860"/>
                  </a:lnTo>
                  <a:lnTo>
                    <a:pt x="12413" y="5450"/>
                  </a:lnTo>
                  <a:cubicBezTo>
                    <a:pt x="12319" y="2836"/>
                    <a:pt x="10523" y="630"/>
                    <a:pt x="8129" y="126"/>
                  </a:cubicBezTo>
                  <a:lnTo>
                    <a:pt x="8129" y="126"/>
                  </a:lnTo>
                  <a:lnTo>
                    <a:pt x="8979" y="1890"/>
                  </a:lnTo>
                  <a:cubicBezTo>
                    <a:pt x="9105" y="2111"/>
                    <a:pt x="8979" y="2331"/>
                    <a:pt x="8790" y="2457"/>
                  </a:cubicBezTo>
                  <a:cubicBezTo>
                    <a:pt x="8741" y="2482"/>
                    <a:pt x="8685" y="2494"/>
                    <a:pt x="8628" y="2494"/>
                  </a:cubicBezTo>
                  <a:cubicBezTo>
                    <a:pt x="8468" y="2494"/>
                    <a:pt x="8301" y="2400"/>
                    <a:pt x="8255" y="2237"/>
                  </a:cubicBezTo>
                  <a:lnTo>
                    <a:pt x="7152" y="0"/>
                  </a:lnTo>
                  <a:lnTo>
                    <a:pt x="6585" y="0"/>
                  </a:lnTo>
                  <a:lnTo>
                    <a:pt x="6585" y="2899"/>
                  </a:lnTo>
                  <a:cubicBezTo>
                    <a:pt x="6585" y="3119"/>
                    <a:pt x="6396" y="3308"/>
                    <a:pt x="6207" y="3308"/>
                  </a:cubicBezTo>
                  <a:cubicBezTo>
                    <a:pt x="5955" y="3308"/>
                    <a:pt x="5797" y="3119"/>
                    <a:pt x="5797" y="2899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1" name="Google Shape;8181;p84"/>
            <p:cNvSpPr/>
            <p:nvPr/>
          </p:nvSpPr>
          <p:spPr>
            <a:xfrm>
              <a:off x="-8169775" y="3174500"/>
              <a:ext cx="267825" cy="129975"/>
            </a:xfrm>
            <a:custGeom>
              <a:avLst/>
              <a:gdLst/>
              <a:ahLst/>
              <a:cxnLst/>
              <a:rect l="l" t="t" r="r" b="b"/>
              <a:pathLst>
                <a:path w="10713" h="5199" extrusionOk="0">
                  <a:moveTo>
                    <a:pt x="1639" y="1"/>
                  </a:moveTo>
                  <a:cubicBezTo>
                    <a:pt x="757" y="1"/>
                    <a:pt x="1" y="725"/>
                    <a:pt x="1" y="1639"/>
                  </a:cubicBezTo>
                  <a:lnTo>
                    <a:pt x="1" y="2080"/>
                  </a:lnTo>
                  <a:cubicBezTo>
                    <a:pt x="1" y="2301"/>
                    <a:pt x="190" y="2521"/>
                    <a:pt x="379" y="2521"/>
                  </a:cubicBezTo>
                  <a:lnTo>
                    <a:pt x="2521" y="2521"/>
                  </a:lnTo>
                  <a:lnTo>
                    <a:pt x="3057" y="5199"/>
                  </a:lnTo>
                  <a:cubicBezTo>
                    <a:pt x="3529" y="5073"/>
                    <a:pt x="4002" y="4978"/>
                    <a:pt x="4537" y="4978"/>
                  </a:cubicBezTo>
                  <a:lnTo>
                    <a:pt x="6176" y="4978"/>
                  </a:lnTo>
                  <a:cubicBezTo>
                    <a:pt x="6680" y="4978"/>
                    <a:pt x="7152" y="5073"/>
                    <a:pt x="7625" y="5199"/>
                  </a:cubicBezTo>
                  <a:lnTo>
                    <a:pt x="8192" y="2521"/>
                  </a:lnTo>
                  <a:lnTo>
                    <a:pt x="10303" y="2521"/>
                  </a:lnTo>
                  <a:cubicBezTo>
                    <a:pt x="10555" y="2521"/>
                    <a:pt x="10712" y="2301"/>
                    <a:pt x="10712" y="2080"/>
                  </a:cubicBezTo>
                  <a:lnTo>
                    <a:pt x="10712" y="1639"/>
                  </a:lnTo>
                  <a:cubicBezTo>
                    <a:pt x="10712" y="725"/>
                    <a:pt x="9956" y="1"/>
                    <a:pt x="9042" y="1"/>
                  </a:cubicBezTo>
                  <a:cubicBezTo>
                    <a:pt x="8160" y="1"/>
                    <a:pt x="7404" y="725"/>
                    <a:pt x="7404" y="1639"/>
                  </a:cubicBezTo>
                  <a:lnTo>
                    <a:pt x="7310" y="1639"/>
                  </a:lnTo>
                  <a:cubicBezTo>
                    <a:pt x="6617" y="1639"/>
                    <a:pt x="5892" y="1891"/>
                    <a:pt x="5325" y="2364"/>
                  </a:cubicBezTo>
                  <a:cubicBezTo>
                    <a:pt x="4852" y="1891"/>
                    <a:pt x="4128" y="1639"/>
                    <a:pt x="3372" y="1639"/>
                  </a:cubicBezTo>
                  <a:lnTo>
                    <a:pt x="3309" y="1639"/>
                  </a:lnTo>
                  <a:cubicBezTo>
                    <a:pt x="3309" y="725"/>
                    <a:pt x="2552" y="1"/>
                    <a:pt x="16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6" name="Google Shape;8186;p85"/>
          <p:cNvSpPr txBox="1">
            <a:spLocks noGrp="1"/>
          </p:cNvSpPr>
          <p:nvPr>
            <p:ph type="title" idx="4294967295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Nature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7" name="Google Shape;8187;p85"/>
          <p:cNvSpPr/>
          <p:nvPr/>
        </p:nvSpPr>
        <p:spPr>
          <a:xfrm>
            <a:off x="801940" y="1691070"/>
            <a:ext cx="343404" cy="446998"/>
          </a:xfrm>
          <a:custGeom>
            <a:avLst/>
            <a:gdLst/>
            <a:ahLst/>
            <a:cxnLst/>
            <a:rect l="l" t="t" r="r" b="b"/>
            <a:pathLst>
              <a:path w="9295" h="12099" extrusionOk="0">
                <a:moveTo>
                  <a:pt x="4601" y="1"/>
                </a:moveTo>
                <a:cubicBezTo>
                  <a:pt x="3624" y="1"/>
                  <a:pt x="2836" y="788"/>
                  <a:pt x="2836" y="1796"/>
                </a:cubicBezTo>
                <a:cubicBezTo>
                  <a:pt x="2836" y="2647"/>
                  <a:pt x="3467" y="3372"/>
                  <a:pt x="4254" y="3529"/>
                </a:cubicBezTo>
                <a:lnTo>
                  <a:pt x="4254" y="4789"/>
                </a:lnTo>
                <a:cubicBezTo>
                  <a:pt x="3656" y="4033"/>
                  <a:pt x="2742" y="3561"/>
                  <a:pt x="1765" y="3561"/>
                </a:cubicBezTo>
                <a:lnTo>
                  <a:pt x="348" y="3561"/>
                </a:lnTo>
                <a:cubicBezTo>
                  <a:pt x="158" y="3561"/>
                  <a:pt x="1" y="3718"/>
                  <a:pt x="1" y="3907"/>
                </a:cubicBezTo>
                <a:cubicBezTo>
                  <a:pt x="1" y="5671"/>
                  <a:pt x="1450" y="7152"/>
                  <a:pt x="3214" y="7152"/>
                </a:cubicBezTo>
                <a:lnTo>
                  <a:pt x="4286" y="7152"/>
                </a:lnTo>
                <a:lnTo>
                  <a:pt x="4286" y="9988"/>
                </a:lnTo>
                <a:cubicBezTo>
                  <a:pt x="3845" y="9547"/>
                  <a:pt x="3340" y="9231"/>
                  <a:pt x="2805" y="9042"/>
                </a:cubicBezTo>
                <a:cubicBezTo>
                  <a:pt x="2836" y="8885"/>
                  <a:pt x="2868" y="8727"/>
                  <a:pt x="2868" y="8570"/>
                </a:cubicBezTo>
                <a:cubicBezTo>
                  <a:pt x="2868" y="7782"/>
                  <a:pt x="2238" y="7152"/>
                  <a:pt x="1450" y="7152"/>
                </a:cubicBezTo>
                <a:cubicBezTo>
                  <a:pt x="663" y="7152"/>
                  <a:pt x="32" y="7782"/>
                  <a:pt x="32" y="8570"/>
                </a:cubicBezTo>
                <a:cubicBezTo>
                  <a:pt x="32" y="9358"/>
                  <a:pt x="663" y="9988"/>
                  <a:pt x="1450" y="9988"/>
                </a:cubicBezTo>
                <a:cubicBezTo>
                  <a:pt x="1797" y="9988"/>
                  <a:pt x="2112" y="9862"/>
                  <a:pt x="2364" y="9610"/>
                </a:cubicBezTo>
                <a:cubicBezTo>
                  <a:pt x="3183" y="9830"/>
                  <a:pt x="3908" y="10366"/>
                  <a:pt x="4286" y="11122"/>
                </a:cubicBezTo>
                <a:lnTo>
                  <a:pt x="4286" y="11752"/>
                </a:lnTo>
                <a:cubicBezTo>
                  <a:pt x="4286" y="11941"/>
                  <a:pt x="4443" y="12098"/>
                  <a:pt x="4632" y="12098"/>
                </a:cubicBezTo>
                <a:cubicBezTo>
                  <a:pt x="4853" y="12098"/>
                  <a:pt x="5010" y="11941"/>
                  <a:pt x="5010" y="11752"/>
                </a:cubicBezTo>
                <a:lnTo>
                  <a:pt x="5010" y="11342"/>
                </a:lnTo>
                <a:lnTo>
                  <a:pt x="6050" y="11342"/>
                </a:lnTo>
                <a:cubicBezTo>
                  <a:pt x="7846" y="11342"/>
                  <a:pt x="9295" y="9893"/>
                  <a:pt x="9295" y="8129"/>
                </a:cubicBezTo>
                <a:cubicBezTo>
                  <a:pt x="9200" y="7971"/>
                  <a:pt x="9043" y="7814"/>
                  <a:pt x="8854" y="7814"/>
                </a:cubicBezTo>
                <a:lnTo>
                  <a:pt x="7436" y="7814"/>
                </a:lnTo>
                <a:cubicBezTo>
                  <a:pt x="6428" y="7814"/>
                  <a:pt x="5546" y="8286"/>
                  <a:pt x="4947" y="9042"/>
                </a:cubicBezTo>
                <a:lnTo>
                  <a:pt x="4947" y="6837"/>
                </a:lnTo>
                <a:cubicBezTo>
                  <a:pt x="5357" y="6081"/>
                  <a:pt x="6050" y="5545"/>
                  <a:pt x="6901" y="5325"/>
                </a:cubicBezTo>
                <a:cubicBezTo>
                  <a:pt x="7121" y="5545"/>
                  <a:pt x="7436" y="5671"/>
                  <a:pt x="7814" y="5671"/>
                </a:cubicBezTo>
                <a:cubicBezTo>
                  <a:pt x="8602" y="5671"/>
                  <a:pt x="9200" y="5041"/>
                  <a:pt x="9200" y="4254"/>
                </a:cubicBezTo>
                <a:cubicBezTo>
                  <a:pt x="9200" y="3466"/>
                  <a:pt x="8602" y="2836"/>
                  <a:pt x="7814" y="2836"/>
                </a:cubicBezTo>
                <a:cubicBezTo>
                  <a:pt x="7027" y="2836"/>
                  <a:pt x="6396" y="3466"/>
                  <a:pt x="6396" y="4254"/>
                </a:cubicBezTo>
                <a:cubicBezTo>
                  <a:pt x="6396" y="4411"/>
                  <a:pt x="6428" y="4569"/>
                  <a:pt x="6459" y="4726"/>
                </a:cubicBezTo>
                <a:cubicBezTo>
                  <a:pt x="5861" y="4947"/>
                  <a:pt x="5357" y="5262"/>
                  <a:pt x="4947" y="5671"/>
                </a:cubicBezTo>
                <a:lnTo>
                  <a:pt x="4947" y="3529"/>
                </a:lnTo>
                <a:cubicBezTo>
                  <a:pt x="5798" y="3372"/>
                  <a:pt x="6365" y="2615"/>
                  <a:pt x="6365" y="1796"/>
                </a:cubicBezTo>
                <a:cubicBezTo>
                  <a:pt x="6365" y="788"/>
                  <a:pt x="5577" y="1"/>
                  <a:pt x="46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8" name="Google Shape;8188;p85"/>
          <p:cNvGrpSpPr/>
          <p:nvPr/>
        </p:nvGrpSpPr>
        <p:grpSpPr>
          <a:xfrm>
            <a:off x="748855" y="2243507"/>
            <a:ext cx="452798" cy="449473"/>
            <a:chOff x="-21322300" y="3693325"/>
            <a:chExt cx="306400" cy="304150"/>
          </a:xfrm>
        </p:grpSpPr>
        <p:sp>
          <p:nvSpPr>
            <p:cNvPr id="8189" name="Google Shape;8189;p85"/>
            <p:cNvSpPr/>
            <p:nvPr/>
          </p:nvSpPr>
          <p:spPr>
            <a:xfrm>
              <a:off x="-21142725" y="3868400"/>
              <a:ext cx="111850" cy="69325"/>
            </a:xfrm>
            <a:custGeom>
              <a:avLst/>
              <a:gdLst/>
              <a:ahLst/>
              <a:cxnLst/>
              <a:rect l="l" t="t" r="r" b="b"/>
              <a:pathLst>
                <a:path w="4474" h="2773" extrusionOk="0">
                  <a:moveTo>
                    <a:pt x="4474" y="0"/>
                  </a:moveTo>
                  <a:lnTo>
                    <a:pt x="4474" y="0"/>
                  </a:lnTo>
                  <a:cubicBezTo>
                    <a:pt x="4317" y="189"/>
                    <a:pt x="4159" y="378"/>
                    <a:pt x="4001" y="536"/>
                  </a:cubicBezTo>
                  <a:cubicBezTo>
                    <a:pt x="2899" y="1639"/>
                    <a:pt x="1418" y="2174"/>
                    <a:pt x="0" y="2426"/>
                  </a:cubicBezTo>
                  <a:cubicBezTo>
                    <a:pt x="473" y="2678"/>
                    <a:pt x="945" y="2773"/>
                    <a:pt x="1450" y="2773"/>
                  </a:cubicBezTo>
                  <a:cubicBezTo>
                    <a:pt x="2269" y="2773"/>
                    <a:pt x="3088" y="2458"/>
                    <a:pt x="3749" y="1828"/>
                  </a:cubicBezTo>
                  <a:cubicBezTo>
                    <a:pt x="4254" y="1324"/>
                    <a:pt x="4474" y="662"/>
                    <a:pt x="44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85"/>
            <p:cNvSpPr/>
            <p:nvPr/>
          </p:nvSpPr>
          <p:spPr>
            <a:xfrm>
              <a:off x="-21141950" y="3693325"/>
              <a:ext cx="126050" cy="120750"/>
            </a:xfrm>
            <a:custGeom>
              <a:avLst/>
              <a:gdLst/>
              <a:ahLst/>
              <a:cxnLst/>
              <a:rect l="l" t="t" r="r" b="b"/>
              <a:pathLst>
                <a:path w="5042" h="4830" extrusionOk="0">
                  <a:moveTo>
                    <a:pt x="1828" y="1214"/>
                  </a:moveTo>
                  <a:cubicBezTo>
                    <a:pt x="1915" y="1214"/>
                    <a:pt x="2001" y="1254"/>
                    <a:pt x="2080" y="1333"/>
                  </a:cubicBezTo>
                  <a:cubicBezTo>
                    <a:pt x="2238" y="1490"/>
                    <a:pt x="2238" y="1679"/>
                    <a:pt x="2080" y="1837"/>
                  </a:cubicBezTo>
                  <a:cubicBezTo>
                    <a:pt x="2001" y="1915"/>
                    <a:pt x="1915" y="1955"/>
                    <a:pt x="1828" y="1955"/>
                  </a:cubicBezTo>
                  <a:cubicBezTo>
                    <a:pt x="1742" y="1955"/>
                    <a:pt x="1655" y="1915"/>
                    <a:pt x="1576" y="1837"/>
                  </a:cubicBezTo>
                  <a:cubicBezTo>
                    <a:pt x="1419" y="1679"/>
                    <a:pt x="1419" y="1490"/>
                    <a:pt x="1576" y="1333"/>
                  </a:cubicBezTo>
                  <a:cubicBezTo>
                    <a:pt x="1655" y="1254"/>
                    <a:pt x="1742" y="1214"/>
                    <a:pt x="1828" y="1214"/>
                  </a:cubicBezTo>
                  <a:close/>
                  <a:moveTo>
                    <a:pt x="2301" y="0"/>
                  </a:moveTo>
                  <a:cubicBezTo>
                    <a:pt x="1786" y="0"/>
                    <a:pt x="1193" y="72"/>
                    <a:pt x="599" y="230"/>
                  </a:cubicBezTo>
                  <a:cubicBezTo>
                    <a:pt x="1" y="1427"/>
                    <a:pt x="221" y="2908"/>
                    <a:pt x="1230" y="3884"/>
                  </a:cubicBezTo>
                  <a:cubicBezTo>
                    <a:pt x="1797" y="4483"/>
                    <a:pt x="2647" y="4830"/>
                    <a:pt x="3498" y="4830"/>
                  </a:cubicBezTo>
                  <a:cubicBezTo>
                    <a:pt x="3970" y="4830"/>
                    <a:pt x="4443" y="4704"/>
                    <a:pt x="4884" y="4515"/>
                  </a:cubicBezTo>
                  <a:cubicBezTo>
                    <a:pt x="5042" y="3443"/>
                    <a:pt x="5042" y="2498"/>
                    <a:pt x="4947" y="1931"/>
                  </a:cubicBezTo>
                  <a:cubicBezTo>
                    <a:pt x="4884" y="1522"/>
                    <a:pt x="4601" y="1207"/>
                    <a:pt x="4254" y="1081"/>
                  </a:cubicBezTo>
                  <a:cubicBezTo>
                    <a:pt x="4160" y="1049"/>
                    <a:pt x="4065" y="1049"/>
                    <a:pt x="3970" y="1049"/>
                  </a:cubicBezTo>
                  <a:cubicBezTo>
                    <a:pt x="3970" y="955"/>
                    <a:pt x="3939" y="860"/>
                    <a:pt x="3939" y="765"/>
                  </a:cubicBezTo>
                  <a:cubicBezTo>
                    <a:pt x="3813" y="387"/>
                    <a:pt x="3498" y="104"/>
                    <a:pt x="3120" y="72"/>
                  </a:cubicBezTo>
                  <a:cubicBezTo>
                    <a:pt x="2885" y="25"/>
                    <a:pt x="2607" y="0"/>
                    <a:pt x="23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85"/>
            <p:cNvSpPr/>
            <p:nvPr/>
          </p:nvSpPr>
          <p:spPr>
            <a:xfrm>
              <a:off x="-21263225" y="3707725"/>
              <a:ext cx="69325" cy="112650"/>
            </a:xfrm>
            <a:custGeom>
              <a:avLst/>
              <a:gdLst/>
              <a:ahLst/>
              <a:cxnLst/>
              <a:rect l="l" t="t" r="r" b="b"/>
              <a:pathLst>
                <a:path w="2773" h="4506" extrusionOk="0">
                  <a:moveTo>
                    <a:pt x="2773" y="0"/>
                  </a:moveTo>
                  <a:cubicBezTo>
                    <a:pt x="2079" y="0"/>
                    <a:pt x="1418" y="252"/>
                    <a:pt x="945" y="757"/>
                  </a:cubicBezTo>
                  <a:cubicBezTo>
                    <a:pt x="347" y="1355"/>
                    <a:pt x="0" y="2174"/>
                    <a:pt x="0" y="3025"/>
                  </a:cubicBezTo>
                  <a:cubicBezTo>
                    <a:pt x="0" y="3560"/>
                    <a:pt x="126" y="4065"/>
                    <a:pt x="347" y="4506"/>
                  </a:cubicBezTo>
                  <a:cubicBezTo>
                    <a:pt x="630" y="3025"/>
                    <a:pt x="1197" y="1513"/>
                    <a:pt x="2205" y="473"/>
                  </a:cubicBezTo>
                  <a:cubicBezTo>
                    <a:pt x="2363" y="315"/>
                    <a:pt x="2552" y="158"/>
                    <a:pt x="27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85"/>
            <p:cNvSpPr/>
            <p:nvPr/>
          </p:nvSpPr>
          <p:spPr>
            <a:xfrm>
              <a:off x="-21322300" y="3703775"/>
              <a:ext cx="294600" cy="293700"/>
            </a:xfrm>
            <a:custGeom>
              <a:avLst/>
              <a:gdLst/>
              <a:ahLst/>
              <a:cxnLst/>
              <a:rect l="l" t="t" r="r" b="b"/>
              <a:pathLst>
                <a:path w="11784" h="11748" extrusionOk="0">
                  <a:moveTo>
                    <a:pt x="6604" y="3797"/>
                  </a:moveTo>
                  <a:cubicBezTo>
                    <a:pt x="6773" y="3797"/>
                    <a:pt x="6905" y="3909"/>
                    <a:pt x="6931" y="4065"/>
                  </a:cubicBezTo>
                  <a:cubicBezTo>
                    <a:pt x="7026" y="4254"/>
                    <a:pt x="6900" y="4443"/>
                    <a:pt x="6711" y="4506"/>
                  </a:cubicBezTo>
                  <a:lnTo>
                    <a:pt x="6270" y="4664"/>
                  </a:lnTo>
                  <a:cubicBezTo>
                    <a:pt x="6018" y="4727"/>
                    <a:pt x="5955" y="5042"/>
                    <a:pt x="6112" y="5231"/>
                  </a:cubicBezTo>
                  <a:lnTo>
                    <a:pt x="6490" y="5640"/>
                  </a:lnTo>
                  <a:cubicBezTo>
                    <a:pt x="6575" y="5713"/>
                    <a:pt x="6674" y="5748"/>
                    <a:pt x="6767" y="5748"/>
                  </a:cubicBezTo>
                  <a:cubicBezTo>
                    <a:pt x="6916" y="5748"/>
                    <a:pt x="7050" y="5657"/>
                    <a:pt x="7089" y="5483"/>
                  </a:cubicBezTo>
                  <a:lnTo>
                    <a:pt x="7246" y="5042"/>
                  </a:lnTo>
                  <a:cubicBezTo>
                    <a:pt x="7321" y="4892"/>
                    <a:pt x="7455" y="4802"/>
                    <a:pt x="7586" y="4802"/>
                  </a:cubicBezTo>
                  <a:cubicBezTo>
                    <a:pt x="7620" y="4802"/>
                    <a:pt x="7655" y="4808"/>
                    <a:pt x="7687" y="4821"/>
                  </a:cubicBezTo>
                  <a:cubicBezTo>
                    <a:pt x="7908" y="4884"/>
                    <a:pt x="8002" y="5073"/>
                    <a:pt x="7971" y="5262"/>
                  </a:cubicBezTo>
                  <a:lnTo>
                    <a:pt x="7813" y="5703"/>
                  </a:lnTo>
                  <a:cubicBezTo>
                    <a:pt x="7655" y="6177"/>
                    <a:pt x="7212" y="6453"/>
                    <a:pt x="6764" y="6453"/>
                  </a:cubicBezTo>
                  <a:cubicBezTo>
                    <a:pt x="6498" y="6453"/>
                    <a:pt x="6229" y="6356"/>
                    <a:pt x="6018" y="6144"/>
                  </a:cubicBezTo>
                  <a:lnTo>
                    <a:pt x="5640" y="5766"/>
                  </a:lnTo>
                  <a:cubicBezTo>
                    <a:pt x="5073" y="5199"/>
                    <a:pt x="5293" y="4223"/>
                    <a:pt x="6081" y="3971"/>
                  </a:cubicBezTo>
                  <a:lnTo>
                    <a:pt x="6490" y="3813"/>
                  </a:lnTo>
                  <a:cubicBezTo>
                    <a:pt x="6529" y="3802"/>
                    <a:pt x="6567" y="3797"/>
                    <a:pt x="6604" y="3797"/>
                  </a:cubicBezTo>
                  <a:close/>
                  <a:moveTo>
                    <a:pt x="6900" y="1"/>
                  </a:moveTo>
                  <a:lnTo>
                    <a:pt x="6900" y="1"/>
                  </a:lnTo>
                  <a:cubicBezTo>
                    <a:pt x="6238" y="253"/>
                    <a:pt x="5608" y="600"/>
                    <a:pt x="5136" y="1104"/>
                  </a:cubicBezTo>
                  <a:cubicBezTo>
                    <a:pt x="3434" y="2805"/>
                    <a:pt x="3088" y="6176"/>
                    <a:pt x="3088" y="7657"/>
                  </a:cubicBezTo>
                  <a:cubicBezTo>
                    <a:pt x="2726" y="7476"/>
                    <a:pt x="2328" y="7387"/>
                    <a:pt x="1930" y="7387"/>
                  </a:cubicBezTo>
                  <a:cubicBezTo>
                    <a:pt x="1287" y="7387"/>
                    <a:pt x="644" y="7619"/>
                    <a:pt x="158" y="8066"/>
                  </a:cubicBezTo>
                  <a:cubicBezTo>
                    <a:pt x="0" y="8224"/>
                    <a:pt x="32" y="8539"/>
                    <a:pt x="252" y="8665"/>
                  </a:cubicBezTo>
                  <a:cubicBezTo>
                    <a:pt x="1449" y="9295"/>
                    <a:pt x="2489" y="10334"/>
                    <a:pt x="3119" y="11532"/>
                  </a:cubicBezTo>
                  <a:cubicBezTo>
                    <a:pt x="3191" y="11676"/>
                    <a:pt x="3304" y="11748"/>
                    <a:pt x="3429" y="11748"/>
                  </a:cubicBezTo>
                  <a:cubicBezTo>
                    <a:pt x="3523" y="11748"/>
                    <a:pt x="3623" y="11707"/>
                    <a:pt x="3718" y="11626"/>
                  </a:cubicBezTo>
                  <a:cubicBezTo>
                    <a:pt x="4505" y="10839"/>
                    <a:pt x="4663" y="9641"/>
                    <a:pt x="4127" y="8696"/>
                  </a:cubicBezTo>
                  <a:lnTo>
                    <a:pt x="4190" y="8696"/>
                  </a:lnTo>
                  <a:cubicBezTo>
                    <a:pt x="5640" y="8696"/>
                    <a:pt x="8979" y="8350"/>
                    <a:pt x="10680" y="6648"/>
                  </a:cubicBezTo>
                  <a:cubicBezTo>
                    <a:pt x="11184" y="6144"/>
                    <a:pt x="11531" y="5514"/>
                    <a:pt x="11783" y="4853"/>
                  </a:cubicBezTo>
                  <a:lnTo>
                    <a:pt x="11783" y="4853"/>
                  </a:lnTo>
                  <a:cubicBezTo>
                    <a:pt x="11374" y="4979"/>
                    <a:pt x="11027" y="5042"/>
                    <a:pt x="10649" y="5042"/>
                  </a:cubicBezTo>
                  <a:cubicBezTo>
                    <a:pt x="9578" y="5042"/>
                    <a:pt x="8601" y="4664"/>
                    <a:pt x="7876" y="3908"/>
                  </a:cubicBezTo>
                  <a:cubicBezTo>
                    <a:pt x="6805" y="2836"/>
                    <a:pt x="6490" y="1356"/>
                    <a:pt x="690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3" name="Google Shape;8193;p85"/>
          <p:cNvGrpSpPr/>
          <p:nvPr/>
        </p:nvGrpSpPr>
        <p:grpSpPr>
          <a:xfrm>
            <a:off x="748263" y="2810244"/>
            <a:ext cx="453980" cy="422540"/>
            <a:chOff x="-21322300" y="4077125"/>
            <a:chExt cx="307200" cy="285925"/>
          </a:xfrm>
        </p:grpSpPr>
        <p:sp>
          <p:nvSpPr>
            <p:cNvPr id="8194" name="Google Shape;8194;p85"/>
            <p:cNvSpPr/>
            <p:nvPr/>
          </p:nvSpPr>
          <p:spPr>
            <a:xfrm>
              <a:off x="-21177375" y="407712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4"/>
                  </a:lnTo>
                  <a:cubicBezTo>
                    <a:pt x="0" y="1953"/>
                    <a:pt x="158" y="2111"/>
                    <a:pt x="347" y="2111"/>
                  </a:cubicBezTo>
                  <a:cubicBezTo>
                    <a:pt x="536" y="2111"/>
                    <a:pt x="693" y="1953"/>
                    <a:pt x="693" y="176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8195;p85"/>
            <p:cNvSpPr/>
            <p:nvPr/>
          </p:nvSpPr>
          <p:spPr>
            <a:xfrm>
              <a:off x="-21279775" y="4117475"/>
              <a:ext cx="46500" cy="44525"/>
            </a:xfrm>
            <a:custGeom>
              <a:avLst/>
              <a:gdLst/>
              <a:ahLst/>
              <a:cxnLst/>
              <a:rect l="l" t="t" r="r" b="b"/>
              <a:pathLst>
                <a:path w="1860" h="178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6"/>
                    <a:pt x="158" y="623"/>
                  </a:cubicBezTo>
                  <a:lnTo>
                    <a:pt x="1166" y="1663"/>
                  </a:lnTo>
                  <a:cubicBezTo>
                    <a:pt x="1261" y="1741"/>
                    <a:pt x="1355" y="1781"/>
                    <a:pt x="1446" y="1781"/>
                  </a:cubicBezTo>
                  <a:cubicBezTo>
                    <a:pt x="1536" y="1781"/>
                    <a:pt x="1623" y="1741"/>
                    <a:pt x="1702" y="1663"/>
                  </a:cubicBezTo>
                  <a:cubicBezTo>
                    <a:pt x="1859" y="1505"/>
                    <a:pt x="1859" y="1285"/>
                    <a:pt x="1702" y="1127"/>
                  </a:cubicBezTo>
                  <a:lnTo>
                    <a:pt x="662" y="119"/>
                  </a:lnTo>
                  <a:cubicBezTo>
                    <a:pt x="583" y="40"/>
                    <a:pt x="497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6" name="Google Shape;8196;p85"/>
            <p:cNvSpPr/>
            <p:nvPr/>
          </p:nvSpPr>
          <p:spPr>
            <a:xfrm>
              <a:off x="-21103350" y="4117475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1"/>
                  </a:moveTo>
                  <a:cubicBezTo>
                    <a:pt x="1332" y="1"/>
                    <a:pt x="1245" y="40"/>
                    <a:pt x="1166" y="119"/>
                  </a:cubicBezTo>
                  <a:lnTo>
                    <a:pt x="158" y="1127"/>
                  </a:lnTo>
                  <a:cubicBezTo>
                    <a:pt x="1" y="1285"/>
                    <a:pt x="1" y="1474"/>
                    <a:pt x="158" y="1663"/>
                  </a:cubicBezTo>
                  <a:cubicBezTo>
                    <a:pt x="237" y="1741"/>
                    <a:pt x="331" y="1781"/>
                    <a:pt x="422" y="1781"/>
                  </a:cubicBezTo>
                  <a:cubicBezTo>
                    <a:pt x="513" y="1781"/>
                    <a:pt x="599" y="1741"/>
                    <a:pt x="662" y="1663"/>
                  </a:cubicBezTo>
                  <a:lnTo>
                    <a:pt x="1670" y="623"/>
                  </a:lnTo>
                  <a:cubicBezTo>
                    <a:pt x="1828" y="466"/>
                    <a:pt x="1828" y="276"/>
                    <a:pt x="1670" y="119"/>
                  </a:cubicBezTo>
                  <a:cubicBezTo>
                    <a:pt x="1592" y="40"/>
                    <a:pt x="1505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8197;p85"/>
            <p:cNvSpPr/>
            <p:nvPr/>
          </p:nvSpPr>
          <p:spPr>
            <a:xfrm>
              <a:off x="-21137225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670" y="1"/>
                  </a:moveTo>
                  <a:cubicBezTo>
                    <a:pt x="536" y="1"/>
                    <a:pt x="417" y="89"/>
                    <a:pt x="347" y="227"/>
                  </a:cubicBezTo>
                  <a:lnTo>
                    <a:pt x="95" y="888"/>
                  </a:lnTo>
                  <a:cubicBezTo>
                    <a:pt x="1" y="1109"/>
                    <a:pt x="127" y="1298"/>
                    <a:pt x="284" y="1361"/>
                  </a:cubicBezTo>
                  <a:cubicBezTo>
                    <a:pt x="335" y="1386"/>
                    <a:pt x="386" y="1398"/>
                    <a:pt x="435" y="1398"/>
                  </a:cubicBezTo>
                  <a:cubicBezTo>
                    <a:pt x="568" y="1398"/>
                    <a:pt x="688" y="1310"/>
                    <a:pt x="757" y="1172"/>
                  </a:cubicBezTo>
                  <a:lnTo>
                    <a:pt x="1041" y="510"/>
                  </a:lnTo>
                  <a:cubicBezTo>
                    <a:pt x="1104" y="321"/>
                    <a:pt x="1041" y="101"/>
                    <a:pt x="820" y="38"/>
                  </a:cubicBezTo>
                  <a:cubicBezTo>
                    <a:pt x="769" y="13"/>
                    <a:pt x="719" y="1"/>
                    <a:pt x="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8" name="Google Shape;8198;p85"/>
            <p:cNvSpPr/>
            <p:nvPr/>
          </p:nvSpPr>
          <p:spPr>
            <a:xfrm>
              <a:off x="-21227800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434" y="1"/>
                  </a:moveTo>
                  <a:cubicBezTo>
                    <a:pt x="386" y="1"/>
                    <a:pt x="335" y="13"/>
                    <a:pt x="284" y="38"/>
                  </a:cubicBezTo>
                  <a:cubicBezTo>
                    <a:pt x="95" y="101"/>
                    <a:pt x="1" y="321"/>
                    <a:pt x="95" y="510"/>
                  </a:cubicBezTo>
                  <a:lnTo>
                    <a:pt x="347" y="1172"/>
                  </a:lnTo>
                  <a:cubicBezTo>
                    <a:pt x="417" y="1310"/>
                    <a:pt x="536" y="1398"/>
                    <a:pt x="670" y="1398"/>
                  </a:cubicBezTo>
                  <a:cubicBezTo>
                    <a:pt x="719" y="1398"/>
                    <a:pt x="769" y="1386"/>
                    <a:pt x="820" y="1361"/>
                  </a:cubicBezTo>
                  <a:cubicBezTo>
                    <a:pt x="1040" y="1298"/>
                    <a:pt x="1103" y="1109"/>
                    <a:pt x="1040" y="888"/>
                  </a:cubicBezTo>
                  <a:lnTo>
                    <a:pt x="757" y="227"/>
                  </a:lnTo>
                  <a:cubicBezTo>
                    <a:pt x="688" y="89"/>
                    <a:pt x="568" y="1"/>
                    <a:pt x="4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9" name="Google Shape;8199;p85"/>
            <p:cNvSpPr/>
            <p:nvPr/>
          </p:nvSpPr>
          <p:spPr>
            <a:xfrm>
              <a:off x="-21319950" y="4219675"/>
              <a:ext cx="53600" cy="18150"/>
            </a:xfrm>
            <a:custGeom>
              <a:avLst/>
              <a:gdLst/>
              <a:ahLst/>
              <a:cxnLst/>
              <a:rect l="l" t="t" r="r" b="b"/>
              <a:pathLst>
                <a:path w="214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8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0" name="Google Shape;8200;p85"/>
            <p:cNvSpPr/>
            <p:nvPr/>
          </p:nvSpPr>
          <p:spPr>
            <a:xfrm>
              <a:off x="-21070275" y="42196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47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85"/>
            <p:cNvSpPr/>
            <p:nvPr/>
          </p:nvSpPr>
          <p:spPr>
            <a:xfrm>
              <a:off x="-21078925" y="4171825"/>
              <a:ext cx="37025" cy="25175"/>
            </a:xfrm>
            <a:custGeom>
              <a:avLst/>
              <a:gdLst/>
              <a:ahLst/>
              <a:cxnLst/>
              <a:rect l="l" t="t" r="r" b="b"/>
              <a:pathLst>
                <a:path w="1481" h="1007" extrusionOk="0">
                  <a:moveTo>
                    <a:pt x="1086" y="1"/>
                  </a:moveTo>
                  <a:cubicBezTo>
                    <a:pt x="1040" y="1"/>
                    <a:pt x="993" y="9"/>
                    <a:pt x="945" y="24"/>
                  </a:cubicBezTo>
                  <a:lnTo>
                    <a:pt x="284" y="308"/>
                  </a:lnTo>
                  <a:cubicBezTo>
                    <a:pt x="63" y="371"/>
                    <a:pt x="0" y="623"/>
                    <a:pt x="63" y="780"/>
                  </a:cubicBezTo>
                  <a:cubicBezTo>
                    <a:pt x="132" y="919"/>
                    <a:pt x="252" y="1006"/>
                    <a:pt x="386" y="1006"/>
                  </a:cubicBezTo>
                  <a:cubicBezTo>
                    <a:pt x="435" y="1006"/>
                    <a:pt x="485" y="995"/>
                    <a:pt x="536" y="969"/>
                  </a:cubicBezTo>
                  <a:lnTo>
                    <a:pt x="1229" y="686"/>
                  </a:lnTo>
                  <a:cubicBezTo>
                    <a:pt x="1418" y="623"/>
                    <a:pt x="1481" y="434"/>
                    <a:pt x="1418" y="213"/>
                  </a:cubicBezTo>
                  <a:cubicBezTo>
                    <a:pt x="1347" y="72"/>
                    <a:pt x="1223" y="1"/>
                    <a:pt x="10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85"/>
            <p:cNvSpPr/>
            <p:nvPr/>
          </p:nvSpPr>
          <p:spPr>
            <a:xfrm>
              <a:off x="-21294750" y="4172625"/>
              <a:ext cx="37850" cy="25150"/>
            </a:xfrm>
            <a:custGeom>
              <a:avLst/>
              <a:gdLst/>
              <a:ahLst/>
              <a:cxnLst/>
              <a:rect l="l" t="t" r="r" b="b"/>
              <a:pathLst>
                <a:path w="1514" h="1006" extrusionOk="0">
                  <a:moveTo>
                    <a:pt x="414" y="1"/>
                  </a:moveTo>
                  <a:cubicBezTo>
                    <a:pt x="263" y="1"/>
                    <a:pt x="143" y="77"/>
                    <a:pt x="95" y="244"/>
                  </a:cubicBezTo>
                  <a:cubicBezTo>
                    <a:pt x="1" y="402"/>
                    <a:pt x="127" y="622"/>
                    <a:pt x="284" y="717"/>
                  </a:cubicBezTo>
                  <a:lnTo>
                    <a:pt x="946" y="969"/>
                  </a:lnTo>
                  <a:cubicBezTo>
                    <a:pt x="997" y="994"/>
                    <a:pt x="1050" y="1006"/>
                    <a:pt x="1101" y="1006"/>
                  </a:cubicBezTo>
                  <a:cubicBezTo>
                    <a:pt x="1242" y="1006"/>
                    <a:pt x="1372" y="918"/>
                    <a:pt x="1419" y="780"/>
                  </a:cubicBezTo>
                  <a:cubicBezTo>
                    <a:pt x="1513" y="591"/>
                    <a:pt x="1419" y="402"/>
                    <a:pt x="1230" y="307"/>
                  </a:cubicBezTo>
                  <a:lnTo>
                    <a:pt x="568" y="24"/>
                  </a:lnTo>
                  <a:cubicBezTo>
                    <a:pt x="514" y="8"/>
                    <a:pt x="463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85"/>
            <p:cNvSpPr/>
            <p:nvPr/>
          </p:nvSpPr>
          <p:spPr>
            <a:xfrm>
              <a:off x="-21321525" y="4328375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630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103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103"/>
                    <a:pt x="11563" y="1166"/>
                    <a:pt x="11721" y="1260"/>
                  </a:cubicBezTo>
                  <a:cubicBezTo>
                    <a:pt x="11766" y="1276"/>
                    <a:pt x="11812" y="1284"/>
                    <a:pt x="11857" y="1284"/>
                  </a:cubicBezTo>
                  <a:cubicBezTo>
                    <a:pt x="11996" y="1284"/>
                    <a:pt x="12122" y="1207"/>
                    <a:pt x="12193" y="1040"/>
                  </a:cubicBezTo>
                  <a:cubicBezTo>
                    <a:pt x="12256" y="819"/>
                    <a:pt x="12193" y="567"/>
                    <a:pt x="11973" y="536"/>
                  </a:cubicBezTo>
                  <a:cubicBezTo>
                    <a:pt x="11878" y="504"/>
                    <a:pt x="11784" y="473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2" y="552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85"/>
            <p:cNvSpPr/>
            <p:nvPr/>
          </p:nvSpPr>
          <p:spPr>
            <a:xfrm>
              <a:off x="-21321525" y="4292150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599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071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63" y="1166"/>
                    <a:pt x="11721" y="1229"/>
                  </a:cubicBezTo>
                  <a:cubicBezTo>
                    <a:pt x="11771" y="1254"/>
                    <a:pt x="11822" y="1266"/>
                    <a:pt x="11871" y="1266"/>
                  </a:cubicBezTo>
                  <a:cubicBezTo>
                    <a:pt x="12004" y="1266"/>
                    <a:pt x="12124" y="1178"/>
                    <a:pt x="12193" y="1040"/>
                  </a:cubicBezTo>
                  <a:cubicBezTo>
                    <a:pt x="12256" y="819"/>
                    <a:pt x="12193" y="599"/>
                    <a:pt x="11973" y="536"/>
                  </a:cubicBezTo>
                  <a:cubicBezTo>
                    <a:pt x="11878" y="504"/>
                    <a:pt x="11784" y="441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1"/>
                    <a:pt x="8546" y="638"/>
                    <a:pt x="8239" y="638"/>
                  </a:cubicBezTo>
                  <a:cubicBezTo>
                    <a:pt x="7932" y="638"/>
                    <a:pt x="7625" y="551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1"/>
                    <a:pt x="4293" y="638"/>
                    <a:pt x="3986" y="638"/>
                  </a:cubicBezTo>
                  <a:cubicBezTo>
                    <a:pt x="3679" y="638"/>
                    <a:pt x="3372" y="551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85"/>
            <p:cNvSpPr/>
            <p:nvPr/>
          </p:nvSpPr>
          <p:spPr>
            <a:xfrm>
              <a:off x="-21322300" y="4148000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75" y="1"/>
                  </a:moveTo>
                  <a:cubicBezTo>
                    <a:pt x="4411" y="1"/>
                    <a:pt x="2962" y="1450"/>
                    <a:pt x="2962" y="3214"/>
                  </a:cubicBezTo>
                  <a:cubicBezTo>
                    <a:pt x="2962" y="3813"/>
                    <a:pt x="3151" y="4380"/>
                    <a:pt x="3434" y="4884"/>
                  </a:cubicBezTo>
                  <a:cubicBezTo>
                    <a:pt x="3308" y="4852"/>
                    <a:pt x="3245" y="4789"/>
                    <a:pt x="3119" y="4726"/>
                  </a:cubicBezTo>
                  <a:cubicBezTo>
                    <a:pt x="2725" y="4474"/>
                    <a:pt x="2284" y="4348"/>
                    <a:pt x="1843" y="4348"/>
                  </a:cubicBezTo>
                  <a:cubicBezTo>
                    <a:pt x="1402" y="4348"/>
                    <a:pt x="961" y="4474"/>
                    <a:pt x="567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0" y="5167"/>
                    <a:pt x="95" y="5356"/>
                  </a:cubicBezTo>
                  <a:cubicBezTo>
                    <a:pt x="141" y="5495"/>
                    <a:pt x="255" y="5583"/>
                    <a:pt x="399" y="5583"/>
                  </a:cubicBezTo>
                  <a:cubicBezTo>
                    <a:pt x="451" y="5583"/>
                    <a:pt x="508" y="5571"/>
                    <a:pt x="567" y="5545"/>
                  </a:cubicBezTo>
                  <a:cubicBezTo>
                    <a:pt x="725" y="5514"/>
                    <a:pt x="882" y="5419"/>
                    <a:pt x="977" y="5356"/>
                  </a:cubicBezTo>
                  <a:cubicBezTo>
                    <a:pt x="1245" y="5183"/>
                    <a:pt x="1552" y="5097"/>
                    <a:pt x="1855" y="5097"/>
                  </a:cubicBezTo>
                  <a:cubicBezTo>
                    <a:pt x="2158" y="5097"/>
                    <a:pt x="2458" y="5183"/>
                    <a:pt x="2710" y="5356"/>
                  </a:cubicBezTo>
                  <a:cubicBezTo>
                    <a:pt x="3103" y="5608"/>
                    <a:pt x="3552" y="5735"/>
                    <a:pt x="3993" y="5735"/>
                  </a:cubicBezTo>
                  <a:cubicBezTo>
                    <a:pt x="4435" y="5735"/>
                    <a:pt x="4868" y="5608"/>
                    <a:pt x="5230" y="5356"/>
                  </a:cubicBezTo>
                  <a:cubicBezTo>
                    <a:pt x="5498" y="5183"/>
                    <a:pt x="5805" y="5097"/>
                    <a:pt x="6108" y="5097"/>
                  </a:cubicBezTo>
                  <a:cubicBezTo>
                    <a:pt x="6411" y="5097"/>
                    <a:pt x="6711" y="5183"/>
                    <a:pt x="6963" y="5356"/>
                  </a:cubicBezTo>
                  <a:cubicBezTo>
                    <a:pt x="7341" y="5608"/>
                    <a:pt x="7790" y="5735"/>
                    <a:pt x="8235" y="5735"/>
                  </a:cubicBezTo>
                  <a:cubicBezTo>
                    <a:pt x="8680" y="5735"/>
                    <a:pt x="9121" y="5608"/>
                    <a:pt x="9483" y="5356"/>
                  </a:cubicBezTo>
                  <a:cubicBezTo>
                    <a:pt x="9751" y="5183"/>
                    <a:pt x="10058" y="5097"/>
                    <a:pt x="10369" y="5097"/>
                  </a:cubicBezTo>
                  <a:cubicBezTo>
                    <a:pt x="10680" y="5097"/>
                    <a:pt x="10995" y="5183"/>
                    <a:pt x="11279" y="5356"/>
                  </a:cubicBezTo>
                  <a:cubicBezTo>
                    <a:pt x="11437" y="5419"/>
                    <a:pt x="11531" y="5514"/>
                    <a:pt x="11689" y="5577"/>
                  </a:cubicBezTo>
                  <a:cubicBezTo>
                    <a:pt x="11748" y="5602"/>
                    <a:pt x="11804" y="5614"/>
                    <a:pt x="11857" y="5614"/>
                  </a:cubicBezTo>
                  <a:cubicBezTo>
                    <a:pt x="12001" y="5614"/>
                    <a:pt x="12115" y="5526"/>
                    <a:pt x="12161" y="5388"/>
                  </a:cubicBezTo>
                  <a:cubicBezTo>
                    <a:pt x="12287" y="5167"/>
                    <a:pt x="12224" y="4947"/>
                    <a:pt x="12004" y="4884"/>
                  </a:cubicBezTo>
                  <a:cubicBezTo>
                    <a:pt x="11909" y="4852"/>
                    <a:pt x="11815" y="4789"/>
                    <a:pt x="11689" y="4726"/>
                  </a:cubicBezTo>
                  <a:cubicBezTo>
                    <a:pt x="11295" y="4474"/>
                    <a:pt x="10854" y="4348"/>
                    <a:pt x="10413" y="4348"/>
                  </a:cubicBezTo>
                  <a:cubicBezTo>
                    <a:pt x="9972" y="4348"/>
                    <a:pt x="9530" y="4474"/>
                    <a:pt x="9137" y="4726"/>
                  </a:cubicBezTo>
                  <a:lnTo>
                    <a:pt x="8916" y="4852"/>
                  </a:lnTo>
                  <a:cubicBezTo>
                    <a:pt x="9168" y="4380"/>
                    <a:pt x="9389" y="3781"/>
                    <a:pt x="9389" y="3214"/>
                  </a:cubicBezTo>
                  <a:cubicBezTo>
                    <a:pt x="9389" y="1450"/>
                    <a:pt x="7971" y="1"/>
                    <a:pt x="61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6" name="Google Shape;8206;p85"/>
          <p:cNvGrpSpPr/>
          <p:nvPr/>
        </p:nvGrpSpPr>
        <p:grpSpPr>
          <a:xfrm>
            <a:off x="3525440" y="1689128"/>
            <a:ext cx="451653" cy="450212"/>
            <a:chOff x="-19394200" y="3333800"/>
            <a:chExt cx="305625" cy="304650"/>
          </a:xfrm>
        </p:grpSpPr>
        <p:sp>
          <p:nvSpPr>
            <p:cNvPr id="8207" name="Google Shape;8207;p85"/>
            <p:cNvSpPr/>
            <p:nvPr/>
          </p:nvSpPr>
          <p:spPr>
            <a:xfrm>
              <a:off x="-19206750" y="3495850"/>
              <a:ext cx="82725" cy="18150"/>
            </a:xfrm>
            <a:custGeom>
              <a:avLst/>
              <a:gdLst/>
              <a:ahLst/>
              <a:cxnLst/>
              <a:rect l="l" t="t" r="r" b="b"/>
              <a:pathLst>
                <a:path w="3309" h="726" extrusionOk="0">
                  <a:moveTo>
                    <a:pt x="1" y="1"/>
                  </a:moveTo>
                  <a:cubicBezTo>
                    <a:pt x="158" y="190"/>
                    <a:pt x="284" y="442"/>
                    <a:pt x="316" y="725"/>
                  </a:cubicBezTo>
                  <a:lnTo>
                    <a:pt x="2836" y="725"/>
                  </a:lnTo>
                  <a:cubicBezTo>
                    <a:pt x="3309" y="725"/>
                    <a:pt x="3309" y="1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85"/>
            <p:cNvSpPr/>
            <p:nvPr/>
          </p:nvSpPr>
          <p:spPr>
            <a:xfrm>
              <a:off x="-19205950" y="3532875"/>
              <a:ext cx="64600" cy="17350"/>
            </a:xfrm>
            <a:custGeom>
              <a:avLst/>
              <a:gdLst/>
              <a:ahLst/>
              <a:cxnLst/>
              <a:rect l="l" t="t" r="r" b="b"/>
              <a:pathLst>
                <a:path w="2584" h="694" extrusionOk="0">
                  <a:moveTo>
                    <a:pt x="315" y="0"/>
                  </a:moveTo>
                  <a:cubicBezTo>
                    <a:pt x="252" y="252"/>
                    <a:pt x="126" y="504"/>
                    <a:pt x="0" y="693"/>
                  </a:cubicBezTo>
                  <a:lnTo>
                    <a:pt x="2111" y="693"/>
                  </a:lnTo>
                  <a:cubicBezTo>
                    <a:pt x="2583" y="693"/>
                    <a:pt x="2583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85"/>
            <p:cNvSpPr/>
            <p:nvPr/>
          </p:nvSpPr>
          <p:spPr>
            <a:xfrm>
              <a:off x="-19323325" y="3568325"/>
              <a:ext cx="163850" cy="17350"/>
            </a:xfrm>
            <a:custGeom>
              <a:avLst/>
              <a:gdLst/>
              <a:ahLst/>
              <a:cxnLst/>
              <a:rect l="l" t="t" r="r" b="b"/>
              <a:pathLst>
                <a:path w="6554" h="694" extrusionOk="0">
                  <a:moveTo>
                    <a:pt x="379" y="0"/>
                  </a:moveTo>
                  <a:cubicBezTo>
                    <a:pt x="221" y="0"/>
                    <a:pt x="95" y="95"/>
                    <a:pt x="32" y="252"/>
                  </a:cubicBezTo>
                  <a:cubicBezTo>
                    <a:pt x="1" y="410"/>
                    <a:pt x="95" y="693"/>
                    <a:pt x="379" y="693"/>
                  </a:cubicBezTo>
                  <a:lnTo>
                    <a:pt x="6081" y="693"/>
                  </a:lnTo>
                  <a:cubicBezTo>
                    <a:pt x="6554" y="693"/>
                    <a:pt x="6554" y="0"/>
                    <a:pt x="60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85"/>
            <p:cNvSpPr/>
            <p:nvPr/>
          </p:nvSpPr>
          <p:spPr>
            <a:xfrm>
              <a:off x="-19343000" y="3460400"/>
              <a:ext cx="201650" cy="18150"/>
            </a:xfrm>
            <a:custGeom>
              <a:avLst/>
              <a:gdLst/>
              <a:ahLst/>
              <a:cxnLst/>
              <a:rect l="l" t="t" r="r" b="b"/>
              <a:pathLst>
                <a:path w="8066" h="726" extrusionOk="0">
                  <a:moveTo>
                    <a:pt x="473" y="1"/>
                  </a:moveTo>
                  <a:cubicBezTo>
                    <a:pt x="0" y="1"/>
                    <a:pt x="0" y="726"/>
                    <a:pt x="473" y="726"/>
                  </a:cubicBezTo>
                  <a:lnTo>
                    <a:pt x="7593" y="726"/>
                  </a:lnTo>
                  <a:cubicBezTo>
                    <a:pt x="8065" y="726"/>
                    <a:pt x="8065" y="1"/>
                    <a:pt x="75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85"/>
            <p:cNvSpPr/>
            <p:nvPr/>
          </p:nvSpPr>
          <p:spPr>
            <a:xfrm>
              <a:off x="-19361125" y="3495850"/>
              <a:ext cx="82725" cy="18150"/>
            </a:xfrm>
            <a:custGeom>
              <a:avLst/>
              <a:gdLst/>
              <a:ahLst/>
              <a:cxnLst/>
              <a:rect l="l" t="t" r="r" b="b"/>
              <a:pathLst>
                <a:path w="3309" h="726" extrusionOk="0">
                  <a:moveTo>
                    <a:pt x="473" y="1"/>
                  </a:moveTo>
                  <a:cubicBezTo>
                    <a:pt x="1" y="1"/>
                    <a:pt x="1" y="725"/>
                    <a:pt x="473" y="725"/>
                  </a:cubicBezTo>
                  <a:lnTo>
                    <a:pt x="2994" y="725"/>
                  </a:lnTo>
                  <a:cubicBezTo>
                    <a:pt x="3025" y="473"/>
                    <a:pt x="3151" y="253"/>
                    <a:pt x="3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85"/>
            <p:cNvSpPr/>
            <p:nvPr/>
          </p:nvSpPr>
          <p:spPr>
            <a:xfrm>
              <a:off x="-19305200" y="3603750"/>
              <a:ext cx="124475" cy="34700"/>
            </a:xfrm>
            <a:custGeom>
              <a:avLst/>
              <a:gdLst/>
              <a:ahLst/>
              <a:cxnLst/>
              <a:rect l="l" t="t" r="r" b="b"/>
              <a:pathLst>
                <a:path w="4979" h="1388" extrusionOk="0">
                  <a:moveTo>
                    <a:pt x="95" y="1"/>
                  </a:moveTo>
                  <a:cubicBezTo>
                    <a:pt x="63" y="95"/>
                    <a:pt x="0" y="221"/>
                    <a:pt x="0" y="347"/>
                  </a:cubicBezTo>
                  <a:cubicBezTo>
                    <a:pt x="0" y="946"/>
                    <a:pt x="473" y="1387"/>
                    <a:pt x="1072" y="1387"/>
                  </a:cubicBezTo>
                  <a:lnTo>
                    <a:pt x="3907" y="1387"/>
                  </a:lnTo>
                  <a:cubicBezTo>
                    <a:pt x="4506" y="1387"/>
                    <a:pt x="4978" y="946"/>
                    <a:pt x="4978" y="347"/>
                  </a:cubicBezTo>
                  <a:cubicBezTo>
                    <a:pt x="4978" y="221"/>
                    <a:pt x="4947" y="95"/>
                    <a:pt x="48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85"/>
            <p:cNvSpPr/>
            <p:nvPr/>
          </p:nvSpPr>
          <p:spPr>
            <a:xfrm>
              <a:off x="-19269750" y="3495850"/>
              <a:ext cx="54350" cy="53575"/>
            </a:xfrm>
            <a:custGeom>
              <a:avLst/>
              <a:gdLst/>
              <a:ahLst/>
              <a:cxnLst/>
              <a:rect l="l" t="t" r="r" b="b"/>
              <a:pathLst>
                <a:path w="2174" h="2143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670"/>
                    <a:pt x="473" y="2143"/>
                    <a:pt x="1071" y="2143"/>
                  </a:cubicBezTo>
                  <a:cubicBezTo>
                    <a:pt x="1670" y="2143"/>
                    <a:pt x="2142" y="1670"/>
                    <a:pt x="2142" y="1072"/>
                  </a:cubicBezTo>
                  <a:cubicBezTo>
                    <a:pt x="2174" y="536"/>
                    <a:pt x="167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85"/>
            <p:cNvSpPr/>
            <p:nvPr/>
          </p:nvSpPr>
          <p:spPr>
            <a:xfrm>
              <a:off x="-19394200" y="3333800"/>
              <a:ext cx="305625" cy="107725"/>
            </a:xfrm>
            <a:custGeom>
              <a:avLst/>
              <a:gdLst/>
              <a:ahLst/>
              <a:cxnLst/>
              <a:rect l="l" t="t" r="r" b="b"/>
              <a:pathLst>
                <a:path w="12225" h="4309" extrusionOk="0">
                  <a:moveTo>
                    <a:pt x="8916" y="1"/>
                  </a:moveTo>
                  <a:cubicBezTo>
                    <a:pt x="8830" y="1"/>
                    <a:pt x="8743" y="40"/>
                    <a:pt x="8664" y="119"/>
                  </a:cubicBezTo>
                  <a:cubicBezTo>
                    <a:pt x="8507" y="276"/>
                    <a:pt x="8507" y="465"/>
                    <a:pt x="8664" y="623"/>
                  </a:cubicBezTo>
                  <a:lnTo>
                    <a:pt x="9483" y="1442"/>
                  </a:lnTo>
                  <a:lnTo>
                    <a:pt x="347" y="1442"/>
                  </a:lnTo>
                  <a:cubicBezTo>
                    <a:pt x="158" y="1442"/>
                    <a:pt x="0" y="1599"/>
                    <a:pt x="0" y="1820"/>
                  </a:cubicBezTo>
                  <a:cubicBezTo>
                    <a:pt x="0" y="2009"/>
                    <a:pt x="158" y="2166"/>
                    <a:pt x="347" y="2166"/>
                  </a:cubicBezTo>
                  <a:lnTo>
                    <a:pt x="1639" y="2166"/>
                  </a:lnTo>
                  <a:lnTo>
                    <a:pt x="819" y="2986"/>
                  </a:lnTo>
                  <a:cubicBezTo>
                    <a:pt x="662" y="3143"/>
                    <a:pt x="662" y="3332"/>
                    <a:pt x="819" y="3490"/>
                  </a:cubicBezTo>
                  <a:cubicBezTo>
                    <a:pt x="898" y="3568"/>
                    <a:pt x="985" y="3608"/>
                    <a:pt x="1072" y="3608"/>
                  </a:cubicBezTo>
                  <a:cubicBezTo>
                    <a:pt x="1158" y="3608"/>
                    <a:pt x="1245" y="3568"/>
                    <a:pt x="1324" y="3490"/>
                  </a:cubicBezTo>
                  <a:lnTo>
                    <a:pt x="2678" y="2166"/>
                  </a:lnTo>
                  <a:lnTo>
                    <a:pt x="5734" y="2166"/>
                  </a:lnTo>
                  <a:lnTo>
                    <a:pt x="5734" y="2923"/>
                  </a:lnTo>
                  <a:lnTo>
                    <a:pt x="3970" y="2923"/>
                  </a:lnTo>
                  <a:cubicBezTo>
                    <a:pt x="3371" y="2923"/>
                    <a:pt x="2899" y="3395"/>
                    <a:pt x="2899" y="3962"/>
                  </a:cubicBezTo>
                  <a:cubicBezTo>
                    <a:pt x="2899" y="4088"/>
                    <a:pt x="2930" y="4214"/>
                    <a:pt x="2993" y="4309"/>
                  </a:cubicBezTo>
                  <a:lnTo>
                    <a:pt x="9294" y="4309"/>
                  </a:lnTo>
                  <a:cubicBezTo>
                    <a:pt x="9326" y="4214"/>
                    <a:pt x="9357" y="4088"/>
                    <a:pt x="9357" y="3962"/>
                  </a:cubicBezTo>
                  <a:cubicBezTo>
                    <a:pt x="9357" y="3395"/>
                    <a:pt x="8885" y="2923"/>
                    <a:pt x="8286" y="2923"/>
                  </a:cubicBezTo>
                  <a:lnTo>
                    <a:pt x="6522" y="2923"/>
                  </a:lnTo>
                  <a:lnTo>
                    <a:pt x="6522" y="2166"/>
                  </a:lnTo>
                  <a:lnTo>
                    <a:pt x="11878" y="2166"/>
                  </a:lnTo>
                  <a:cubicBezTo>
                    <a:pt x="12067" y="2166"/>
                    <a:pt x="12224" y="2009"/>
                    <a:pt x="12224" y="1820"/>
                  </a:cubicBezTo>
                  <a:cubicBezTo>
                    <a:pt x="12224" y="1599"/>
                    <a:pt x="12004" y="1442"/>
                    <a:pt x="11815" y="1442"/>
                  </a:cubicBezTo>
                  <a:lnTo>
                    <a:pt x="10492" y="1442"/>
                  </a:lnTo>
                  <a:lnTo>
                    <a:pt x="9168" y="119"/>
                  </a:lnTo>
                  <a:cubicBezTo>
                    <a:pt x="9090" y="40"/>
                    <a:pt x="9003" y="1"/>
                    <a:pt x="89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85"/>
            <p:cNvSpPr/>
            <p:nvPr/>
          </p:nvSpPr>
          <p:spPr>
            <a:xfrm>
              <a:off x="-19341425" y="3532875"/>
              <a:ext cx="63025" cy="17350"/>
            </a:xfrm>
            <a:custGeom>
              <a:avLst/>
              <a:gdLst/>
              <a:ahLst/>
              <a:cxnLst/>
              <a:rect l="l" t="t" r="r" b="b"/>
              <a:pathLst>
                <a:path w="2521" h="694" extrusionOk="0">
                  <a:moveTo>
                    <a:pt x="410" y="0"/>
                  </a:moveTo>
                  <a:cubicBezTo>
                    <a:pt x="221" y="0"/>
                    <a:pt x="32" y="158"/>
                    <a:pt x="32" y="252"/>
                  </a:cubicBezTo>
                  <a:cubicBezTo>
                    <a:pt x="0" y="410"/>
                    <a:pt x="126" y="693"/>
                    <a:pt x="410" y="693"/>
                  </a:cubicBezTo>
                  <a:lnTo>
                    <a:pt x="2521" y="693"/>
                  </a:lnTo>
                  <a:cubicBezTo>
                    <a:pt x="2363" y="473"/>
                    <a:pt x="2237" y="221"/>
                    <a:pt x="22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6" name="Google Shape;8216;p85"/>
          <p:cNvGrpSpPr/>
          <p:nvPr/>
        </p:nvGrpSpPr>
        <p:grpSpPr>
          <a:xfrm>
            <a:off x="3524276" y="2243580"/>
            <a:ext cx="453980" cy="449325"/>
            <a:chOff x="-19396575" y="3708500"/>
            <a:chExt cx="307200" cy="304050"/>
          </a:xfrm>
        </p:grpSpPr>
        <p:sp>
          <p:nvSpPr>
            <p:cNvPr id="8217" name="Google Shape;8217;p85"/>
            <p:cNvSpPr/>
            <p:nvPr/>
          </p:nvSpPr>
          <p:spPr>
            <a:xfrm>
              <a:off x="-19215425" y="3708500"/>
              <a:ext cx="70925" cy="70925"/>
            </a:xfrm>
            <a:custGeom>
              <a:avLst/>
              <a:gdLst/>
              <a:ahLst/>
              <a:cxnLst/>
              <a:rect l="l" t="t" r="r" b="b"/>
              <a:pathLst>
                <a:path w="2837" h="2837" extrusionOk="0">
                  <a:moveTo>
                    <a:pt x="1419" y="1"/>
                  </a:moveTo>
                  <a:cubicBezTo>
                    <a:pt x="631" y="1"/>
                    <a:pt x="1" y="631"/>
                    <a:pt x="1" y="1419"/>
                  </a:cubicBezTo>
                  <a:cubicBezTo>
                    <a:pt x="1" y="2206"/>
                    <a:pt x="631" y="2836"/>
                    <a:pt x="1419" y="2836"/>
                  </a:cubicBezTo>
                  <a:cubicBezTo>
                    <a:pt x="2206" y="2836"/>
                    <a:pt x="2836" y="2206"/>
                    <a:pt x="2836" y="1419"/>
                  </a:cubicBezTo>
                  <a:cubicBezTo>
                    <a:pt x="2836" y="631"/>
                    <a:pt x="2175" y="1"/>
                    <a:pt x="14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85"/>
            <p:cNvSpPr/>
            <p:nvPr/>
          </p:nvSpPr>
          <p:spPr>
            <a:xfrm>
              <a:off x="-19396575" y="3773100"/>
              <a:ext cx="277275" cy="239450"/>
            </a:xfrm>
            <a:custGeom>
              <a:avLst/>
              <a:gdLst/>
              <a:ahLst/>
              <a:cxnLst/>
              <a:rect l="l" t="t" r="r" b="b"/>
              <a:pathLst>
                <a:path w="11091" h="9578" extrusionOk="0">
                  <a:moveTo>
                    <a:pt x="5073" y="6207"/>
                  </a:moveTo>
                  <a:lnTo>
                    <a:pt x="5073" y="6774"/>
                  </a:lnTo>
                  <a:lnTo>
                    <a:pt x="4380" y="6774"/>
                  </a:lnTo>
                  <a:lnTo>
                    <a:pt x="5073" y="6207"/>
                  </a:lnTo>
                  <a:close/>
                  <a:moveTo>
                    <a:pt x="6806" y="0"/>
                  </a:moveTo>
                  <a:lnTo>
                    <a:pt x="6806" y="0"/>
                  </a:lnTo>
                  <a:cubicBezTo>
                    <a:pt x="6711" y="662"/>
                    <a:pt x="6900" y="1355"/>
                    <a:pt x="7373" y="1891"/>
                  </a:cubicBezTo>
                  <a:lnTo>
                    <a:pt x="8759" y="3371"/>
                  </a:lnTo>
                  <a:cubicBezTo>
                    <a:pt x="8917" y="3623"/>
                    <a:pt x="8759" y="3938"/>
                    <a:pt x="8444" y="3938"/>
                  </a:cubicBezTo>
                  <a:lnTo>
                    <a:pt x="7814" y="3938"/>
                  </a:lnTo>
                  <a:cubicBezTo>
                    <a:pt x="7499" y="2552"/>
                    <a:pt x="6459" y="1450"/>
                    <a:pt x="5136" y="1166"/>
                  </a:cubicBezTo>
                  <a:cubicBezTo>
                    <a:pt x="4862" y="1101"/>
                    <a:pt x="4592" y="1070"/>
                    <a:pt x="4326" y="1070"/>
                  </a:cubicBezTo>
                  <a:cubicBezTo>
                    <a:pt x="3557" y="1070"/>
                    <a:pt x="2831" y="1335"/>
                    <a:pt x="2175" y="1828"/>
                  </a:cubicBezTo>
                  <a:cubicBezTo>
                    <a:pt x="1419" y="2426"/>
                    <a:pt x="946" y="3245"/>
                    <a:pt x="851" y="4159"/>
                  </a:cubicBezTo>
                  <a:cubicBezTo>
                    <a:pt x="1135" y="4001"/>
                    <a:pt x="1513" y="3907"/>
                    <a:pt x="1860" y="3907"/>
                  </a:cubicBezTo>
                  <a:lnTo>
                    <a:pt x="2238" y="3907"/>
                  </a:lnTo>
                  <a:cubicBezTo>
                    <a:pt x="2427" y="3088"/>
                    <a:pt x="3120" y="2489"/>
                    <a:pt x="4002" y="2489"/>
                  </a:cubicBezTo>
                  <a:lnTo>
                    <a:pt x="4695" y="2489"/>
                  </a:lnTo>
                  <a:cubicBezTo>
                    <a:pt x="4884" y="2489"/>
                    <a:pt x="5042" y="2647"/>
                    <a:pt x="5042" y="2867"/>
                  </a:cubicBezTo>
                  <a:cubicBezTo>
                    <a:pt x="5042" y="3056"/>
                    <a:pt x="4884" y="3214"/>
                    <a:pt x="4695" y="3214"/>
                  </a:cubicBezTo>
                  <a:lnTo>
                    <a:pt x="4002" y="3214"/>
                  </a:lnTo>
                  <a:cubicBezTo>
                    <a:pt x="3498" y="3214"/>
                    <a:pt x="3120" y="3529"/>
                    <a:pt x="2962" y="3907"/>
                  </a:cubicBezTo>
                  <a:lnTo>
                    <a:pt x="5420" y="3907"/>
                  </a:lnTo>
                  <a:cubicBezTo>
                    <a:pt x="5609" y="3907"/>
                    <a:pt x="5766" y="4064"/>
                    <a:pt x="5766" y="4285"/>
                  </a:cubicBezTo>
                  <a:cubicBezTo>
                    <a:pt x="5766" y="4474"/>
                    <a:pt x="5609" y="4632"/>
                    <a:pt x="5420" y="4632"/>
                  </a:cubicBezTo>
                  <a:lnTo>
                    <a:pt x="1828" y="4632"/>
                  </a:lnTo>
                  <a:cubicBezTo>
                    <a:pt x="883" y="4632"/>
                    <a:pt x="1" y="5388"/>
                    <a:pt x="64" y="6427"/>
                  </a:cubicBezTo>
                  <a:cubicBezTo>
                    <a:pt x="84" y="6633"/>
                    <a:pt x="239" y="6745"/>
                    <a:pt x="397" y="6745"/>
                  </a:cubicBezTo>
                  <a:cubicBezTo>
                    <a:pt x="481" y="6745"/>
                    <a:pt x="565" y="6713"/>
                    <a:pt x="631" y="6648"/>
                  </a:cubicBezTo>
                  <a:cubicBezTo>
                    <a:pt x="1041" y="6238"/>
                    <a:pt x="1576" y="6049"/>
                    <a:pt x="2143" y="6049"/>
                  </a:cubicBezTo>
                  <a:lnTo>
                    <a:pt x="4096" y="6049"/>
                  </a:lnTo>
                  <a:lnTo>
                    <a:pt x="3025" y="6837"/>
                  </a:lnTo>
                  <a:cubicBezTo>
                    <a:pt x="2773" y="7026"/>
                    <a:pt x="2931" y="7467"/>
                    <a:pt x="3246" y="7467"/>
                  </a:cubicBezTo>
                  <a:lnTo>
                    <a:pt x="5010" y="7467"/>
                  </a:lnTo>
                  <a:lnTo>
                    <a:pt x="5010" y="9231"/>
                  </a:lnTo>
                  <a:cubicBezTo>
                    <a:pt x="5010" y="9420"/>
                    <a:pt x="5168" y="9578"/>
                    <a:pt x="5357" y="9578"/>
                  </a:cubicBezTo>
                  <a:cubicBezTo>
                    <a:pt x="5577" y="9578"/>
                    <a:pt x="5735" y="9420"/>
                    <a:pt x="5735" y="9231"/>
                  </a:cubicBezTo>
                  <a:lnTo>
                    <a:pt x="5735" y="7467"/>
                  </a:lnTo>
                  <a:lnTo>
                    <a:pt x="6428" y="7467"/>
                  </a:lnTo>
                  <a:lnTo>
                    <a:pt x="6428" y="7814"/>
                  </a:lnTo>
                  <a:cubicBezTo>
                    <a:pt x="6428" y="8003"/>
                    <a:pt x="6585" y="8160"/>
                    <a:pt x="6774" y="8160"/>
                  </a:cubicBezTo>
                  <a:cubicBezTo>
                    <a:pt x="6995" y="8160"/>
                    <a:pt x="7152" y="8003"/>
                    <a:pt x="7152" y="7814"/>
                  </a:cubicBezTo>
                  <a:lnTo>
                    <a:pt x="7152" y="7120"/>
                  </a:lnTo>
                  <a:cubicBezTo>
                    <a:pt x="7152" y="6900"/>
                    <a:pt x="6995" y="6774"/>
                    <a:pt x="6774" y="6774"/>
                  </a:cubicBezTo>
                  <a:lnTo>
                    <a:pt x="5735" y="6774"/>
                  </a:lnTo>
                  <a:lnTo>
                    <a:pt x="5735" y="6049"/>
                  </a:lnTo>
                  <a:lnTo>
                    <a:pt x="8413" y="6049"/>
                  </a:lnTo>
                  <a:cubicBezTo>
                    <a:pt x="9295" y="6049"/>
                    <a:pt x="10177" y="5545"/>
                    <a:pt x="10587" y="4726"/>
                  </a:cubicBezTo>
                  <a:cubicBezTo>
                    <a:pt x="11091" y="3781"/>
                    <a:pt x="10902" y="2584"/>
                    <a:pt x="10208" y="1828"/>
                  </a:cubicBezTo>
                  <a:lnTo>
                    <a:pt x="9389" y="882"/>
                  </a:lnTo>
                  <a:cubicBezTo>
                    <a:pt x="9137" y="977"/>
                    <a:pt x="8917" y="1008"/>
                    <a:pt x="8633" y="1008"/>
                  </a:cubicBezTo>
                  <a:cubicBezTo>
                    <a:pt x="7846" y="1008"/>
                    <a:pt x="7184" y="567"/>
                    <a:pt x="68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85"/>
            <p:cNvSpPr/>
            <p:nvPr/>
          </p:nvSpPr>
          <p:spPr>
            <a:xfrm>
              <a:off x="-19140600" y="3727425"/>
              <a:ext cx="51225" cy="70550"/>
            </a:xfrm>
            <a:custGeom>
              <a:avLst/>
              <a:gdLst/>
              <a:ahLst/>
              <a:cxnLst/>
              <a:rect l="l" t="t" r="r" b="b"/>
              <a:pathLst>
                <a:path w="2049" h="2822" extrusionOk="0">
                  <a:moveTo>
                    <a:pt x="442" y="0"/>
                  </a:moveTo>
                  <a:lnTo>
                    <a:pt x="442" y="0"/>
                  </a:lnTo>
                  <a:cubicBezTo>
                    <a:pt x="505" y="252"/>
                    <a:pt x="568" y="441"/>
                    <a:pt x="568" y="725"/>
                  </a:cubicBezTo>
                  <a:cubicBezTo>
                    <a:pt x="568" y="1260"/>
                    <a:pt x="316" y="1764"/>
                    <a:pt x="1" y="2142"/>
                  </a:cubicBezTo>
                  <a:cubicBezTo>
                    <a:pt x="505" y="2174"/>
                    <a:pt x="1041" y="2363"/>
                    <a:pt x="1419" y="2709"/>
                  </a:cubicBezTo>
                  <a:cubicBezTo>
                    <a:pt x="1503" y="2793"/>
                    <a:pt x="1601" y="2821"/>
                    <a:pt x="1694" y="2821"/>
                  </a:cubicBezTo>
                  <a:cubicBezTo>
                    <a:pt x="1741" y="2821"/>
                    <a:pt x="1786" y="2814"/>
                    <a:pt x="1828" y="2804"/>
                  </a:cubicBezTo>
                  <a:cubicBezTo>
                    <a:pt x="1923" y="2741"/>
                    <a:pt x="2049" y="2615"/>
                    <a:pt x="2049" y="2489"/>
                  </a:cubicBezTo>
                  <a:lnTo>
                    <a:pt x="2049" y="1764"/>
                  </a:lnTo>
                  <a:cubicBezTo>
                    <a:pt x="2017" y="882"/>
                    <a:pt x="1293" y="126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0" name="Google Shape;8220;p85"/>
          <p:cNvGrpSpPr/>
          <p:nvPr/>
        </p:nvGrpSpPr>
        <p:grpSpPr>
          <a:xfrm>
            <a:off x="3518457" y="2796461"/>
            <a:ext cx="465618" cy="450101"/>
            <a:chOff x="-19394200" y="4084200"/>
            <a:chExt cx="315075" cy="304575"/>
          </a:xfrm>
        </p:grpSpPr>
        <p:sp>
          <p:nvSpPr>
            <p:cNvPr id="8221" name="Google Shape;8221;p85"/>
            <p:cNvSpPr/>
            <p:nvPr/>
          </p:nvSpPr>
          <p:spPr>
            <a:xfrm>
              <a:off x="-19185475" y="4234650"/>
              <a:ext cx="40175" cy="28375"/>
            </a:xfrm>
            <a:custGeom>
              <a:avLst/>
              <a:gdLst/>
              <a:ahLst/>
              <a:cxnLst/>
              <a:rect l="l" t="t" r="r" b="b"/>
              <a:pathLst>
                <a:path w="1607" h="1135" extrusionOk="0">
                  <a:moveTo>
                    <a:pt x="1134" y="0"/>
                  </a:moveTo>
                  <a:lnTo>
                    <a:pt x="0" y="1134"/>
                  </a:lnTo>
                  <a:lnTo>
                    <a:pt x="1607" y="1134"/>
                  </a:lnTo>
                  <a:cubicBezTo>
                    <a:pt x="1575" y="756"/>
                    <a:pt x="1418" y="347"/>
                    <a:pt x="11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85"/>
            <p:cNvSpPr/>
            <p:nvPr/>
          </p:nvSpPr>
          <p:spPr>
            <a:xfrm>
              <a:off x="-19244550" y="4293725"/>
              <a:ext cx="28375" cy="39400"/>
            </a:xfrm>
            <a:custGeom>
              <a:avLst/>
              <a:gdLst/>
              <a:ahLst/>
              <a:cxnLst/>
              <a:rect l="l" t="t" r="r" b="b"/>
              <a:pathLst>
                <a:path w="1135" h="1576" extrusionOk="0">
                  <a:moveTo>
                    <a:pt x="1134" y="0"/>
                  </a:moveTo>
                  <a:lnTo>
                    <a:pt x="0" y="1134"/>
                  </a:lnTo>
                  <a:cubicBezTo>
                    <a:pt x="315" y="1386"/>
                    <a:pt x="693" y="1512"/>
                    <a:pt x="1134" y="1575"/>
                  </a:cubicBezTo>
                  <a:lnTo>
                    <a:pt x="11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85"/>
            <p:cNvSpPr/>
            <p:nvPr/>
          </p:nvSpPr>
          <p:spPr>
            <a:xfrm>
              <a:off x="-19280000" y="4201050"/>
              <a:ext cx="200875" cy="187725"/>
            </a:xfrm>
            <a:custGeom>
              <a:avLst/>
              <a:gdLst/>
              <a:ahLst/>
              <a:cxnLst/>
              <a:rect l="l" t="t" r="r" b="b"/>
              <a:pathLst>
                <a:path w="8035" h="7509" extrusionOk="0">
                  <a:moveTo>
                    <a:pt x="6410" y="1"/>
                  </a:moveTo>
                  <a:cubicBezTo>
                    <a:pt x="6316" y="1"/>
                    <a:pt x="6219" y="40"/>
                    <a:pt x="6144" y="115"/>
                  </a:cubicBezTo>
                  <a:lnTo>
                    <a:pt x="5388" y="872"/>
                  </a:lnTo>
                  <a:cubicBezTo>
                    <a:pt x="6459" y="2195"/>
                    <a:pt x="6302" y="4022"/>
                    <a:pt x="5136" y="5125"/>
                  </a:cubicBezTo>
                  <a:cubicBezTo>
                    <a:pt x="4533" y="5728"/>
                    <a:pt x="3723" y="6057"/>
                    <a:pt x="2891" y="6057"/>
                  </a:cubicBezTo>
                  <a:cubicBezTo>
                    <a:pt x="2201" y="6057"/>
                    <a:pt x="1497" y="5831"/>
                    <a:pt x="883" y="5345"/>
                  </a:cubicBezTo>
                  <a:lnTo>
                    <a:pt x="158" y="6101"/>
                  </a:lnTo>
                  <a:cubicBezTo>
                    <a:pt x="1" y="6259"/>
                    <a:pt x="1" y="6479"/>
                    <a:pt x="190" y="6637"/>
                  </a:cubicBezTo>
                  <a:cubicBezTo>
                    <a:pt x="991" y="7209"/>
                    <a:pt x="1954" y="7509"/>
                    <a:pt x="2924" y="7509"/>
                  </a:cubicBezTo>
                  <a:cubicBezTo>
                    <a:pt x="4090" y="7509"/>
                    <a:pt x="5264" y="7076"/>
                    <a:pt x="6176" y="6164"/>
                  </a:cubicBezTo>
                  <a:cubicBezTo>
                    <a:pt x="7877" y="4463"/>
                    <a:pt x="8034" y="2006"/>
                    <a:pt x="6680" y="147"/>
                  </a:cubicBezTo>
                  <a:cubicBezTo>
                    <a:pt x="6614" y="48"/>
                    <a:pt x="6513" y="1"/>
                    <a:pt x="6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85"/>
            <p:cNvSpPr/>
            <p:nvPr/>
          </p:nvSpPr>
          <p:spPr>
            <a:xfrm>
              <a:off x="-19197300" y="4293725"/>
              <a:ext cx="28375" cy="39400"/>
            </a:xfrm>
            <a:custGeom>
              <a:avLst/>
              <a:gdLst/>
              <a:ahLst/>
              <a:cxnLst/>
              <a:rect l="l" t="t" r="r" b="b"/>
              <a:pathLst>
                <a:path w="1135" h="1576" extrusionOk="0">
                  <a:moveTo>
                    <a:pt x="1" y="0"/>
                  </a:moveTo>
                  <a:lnTo>
                    <a:pt x="1" y="1575"/>
                  </a:lnTo>
                  <a:cubicBezTo>
                    <a:pt x="379" y="1512"/>
                    <a:pt x="788" y="1386"/>
                    <a:pt x="1135" y="1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85"/>
            <p:cNvSpPr/>
            <p:nvPr/>
          </p:nvSpPr>
          <p:spPr>
            <a:xfrm>
              <a:off x="-19394200" y="4084200"/>
              <a:ext cx="252850" cy="303275"/>
            </a:xfrm>
            <a:custGeom>
              <a:avLst/>
              <a:gdLst/>
              <a:ahLst/>
              <a:cxnLst/>
              <a:rect l="l" t="t" r="r" b="b"/>
              <a:pathLst>
                <a:path w="10114" h="12131" extrusionOk="0">
                  <a:moveTo>
                    <a:pt x="3938" y="1"/>
                  </a:moveTo>
                  <a:cubicBezTo>
                    <a:pt x="3718" y="1"/>
                    <a:pt x="3560" y="158"/>
                    <a:pt x="3560" y="347"/>
                  </a:cubicBezTo>
                  <a:cubicBezTo>
                    <a:pt x="3560" y="536"/>
                    <a:pt x="3718" y="694"/>
                    <a:pt x="3938" y="694"/>
                  </a:cubicBezTo>
                  <a:cubicBezTo>
                    <a:pt x="4411" y="694"/>
                    <a:pt x="4789" y="1040"/>
                    <a:pt x="4947" y="1481"/>
                  </a:cubicBezTo>
                  <a:cubicBezTo>
                    <a:pt x="2206" y="1670"/>
                    <a:pt x="0" y="4002"/>
                    <a:pt x="0" y="6806"/>
                  </a:cubicBezTo>
                  <a:cubicBezTo>
                    <a:pt x="0" y="9389"/>
                    <a:pt x="1922" y="11815"/>
                    <a:pt x="4758" y="12130"/>
                  </a:cubicBezTo>
                  <a:cubicBezTo>
                    <a:pt x="4411" y="11910"/>
                    <a:pt x="4033" y="11658"/>
                    <a:pt x="3718" y="11342"/>
                  </a:cubicBezTo>
                  <a:cubicBezTo>
                    <a:pt x="3560" y="11185"/>
                    <a:pt x="3560" y="10964"/>
                    <a:pt x="3718" y="10807"/>
                  </a:cubicBezTo>
                  <a:lnTo>
                    <a:pt x="10113" y="4411"/>
                  </a:lnTo>
                  <a:cubicBezTo>
                    <a:pt x="9231" y="2710"/>
                    <a:pt x="7593" y="1607"/>
                    <a:pt x="5671" y="1481"/>
                  </a:cubicBezTo>
                  <a:cubicBezTo>
                    <a:pt x="5514" y="662"/>
                    <a:pt x="4789" y="1"/>
                    <a:pt x="39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85"/>
            <p:cNvSpPr/>
            <p:nvPr/>
          </p:nvSpPr>
          <p:spPr>
            <a:xfrm>
              <a:off x="-19185475" y="4281100"/>
              <a:ext cx="40175" cy="28400"/>
            </a:xfrm>
            <a:custGeom>
              <a:avLst/>
              <a:gdLst/>
              <a:ahLst/>
              <a:cxnLst/>
              <a:rect l="l" t="t" r="r" b="b"/>
              <a:pathLst>
                <a:path w="1607" h="1136" extrusionOk="0">
                  <a:moveTo>
                    <a:pt x="0" y="1"/>
                  </a:moveTo>
                  <a:lnTo>
                    <a:pt x="1134" y="1135"/>
                  </a:lnTo>
                  <a:cubicBezTo>
                    <a:pt x="1418" y="820"/>
                    <a:pt x="1575" y="411"/>
                    <a:pt x="16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7" name="Google Shape;8227;p85"/>
          <p:cNvGrpSpPr/>
          <p:nvPr/>
        </p:nvGrpSpPr>
        <p:grpSpPr>
          <a:xfrm>
            <a:off x="6324167" y="1689001"/>
            <a:ext cx="400447" cy="450470"/>
            <a:chOff x="-17526750" y="3309200"/>
            <a:chExt cx="270975" cy="304825"/>
          </a:xfrm>
        </p:grpSpPr>
        <p:sp>
          <p:nvSpPr>
            <p:cNvPr id="8228" name="Google Shape;8228;p85"/>
            <p:cNvSpPr/>
            <p:nvPr/>
          </p:nvSpPr>
          <p:spPr>
            <a:xfrm>
              <a:off x="-17507050" y="3452525"/>
              <a:ext cx="232375" cy="161500"/>
            </a:xfrm>
            <a:custGeom>
              <a:avLst/>
              <a:gdLst/>
              <a:ahLst/>
              <a:cxnLst/>
              <a:rect l="l" t="t" r="r" b="b"/>
              <a:pathLst>
                <a:path w="9295" h="6460" extrusionOk="0">
                  <a:moveTo>
                    <a:pt x="1765" y="725"/>
                  </a:moveTo>
                  <a:cubicBezTo>
                    <a:pt x="1954" y="725"/>
                    <a:pt x="2111" y="883"/>
                    <a:pt x="2111" y="1072"/>
                  </a:cubicBezTo>
                  <a:cubicBezTo>
                    <a:pt x="2111" y="1261"/>
                    <a:pt x="1954" y="1419"/>
                    <a:pt x="1765" y="1419"/>
                  </a:cubicBezTo>
                  <a:cubicBezTo>
                    <a:pt x="1575" y="1419"/>
                    <a:pt x="1418" y="1261"/>
                    <a:pt x="1418" y="1072"/>
                  </a:cubicBezTo>
                  <a:cubicBezTo>
                    <a:pt x="1418" y="883"/>
                    <a:pt x="1575" y="725"/>
                    <a:pt x="1765" y="725"/>
                  </a:cubicBezTo>
                  <a:close/>
                  <a:moveTo>
                    <a:pt x="3214" y="725"/>
                  </a:moveTo>
                  <a:cubicBezTo>
                    <a:pt x="3434" y="725"/>
                    <a:pt x="3592" y="883"/>
                    <a:pt x="3592" y="1072"/>
                  </a:cubicBezTo>
                  <a:cubicBezTo>
                    <a:pt x="3592" y="1261"/>
                    <a:pt x="3434" y="1419"/>
                    <a:pt x="3214" y="1419"/>
                  </a:cubicBezTo>
                  <a:cubicBezTo>
                    <a:pt x="3025" y="1419"/>
                    <a:pt x="2867" y="1261"/>
                    <a:pt x="2867" y="1072"/>
                  </a:cubicBezTo>
                  <a:cubicBezTo>
                    <a:pt x="2867" y="883"/>
                    <a:pt x="3025" y="725"/>
                    <a:pt x="3214" y="725"/>
                  </a:cubicBezTo>
                  <a:close/>
                  <a:moveTo>
                    <a:pt x="2521" y="1419"/>
                  </a:moveTo>
                  <a:cubicBezTo>
                    <a:pt x="2710" y="1419"/>
                    <a:pt x="2867" y="1576"/>
                    <a:pt x="2867" y="1797"/>
                  </a:cubicBezTo>
                  <a:cubicBezTo>
                    <a:pt x="2867" y="1986"/>
                    <a:pt x="2710" y="2143"/>
                    <a:pt x="2521" y="2143"/>
                  </a:cubicBezTo>
                  <a:cubicBezTo>
                    <a:pt x="2332" y="2143"/>
                    <a:pt x="2174" y="1986"/>
                    <a:pt x="2174" y="1797"/>
                  </a:cubicBezTo>
                  <a:cubicBezTo>
                    <a:pt x="2111" y="1576"/>
                    <a:pt x="2332" y="1419"/>
                    <a:pt x="2521" y="1419"/>
                  </a:cubicBezTo>
                  <a:close/>
                  <a:moveTo>
                    <a:pt x="32" y="1"/>
                  </a:moveTo>
                  <a:lnTo>
                    <a:pt x="32" y="127"/>
                  </a:lnTo>
                  <a:lnTo>
                    <a:pt x="0" y="127"/>
                  </a:lnTo>
                  <a:cubicBezTo>
                    <a:pt x="0" y="2962"/>
                    <a:pt x="1796" y="5514"/>
                    <a:pt x="4537" y="6428"/>
                  </a:cubicBezTo>
                  <a:cubicBezTo>
                    <a:pt x="4568" y="6428"/>
                    <a:pt x="4600" y="6459"/>
                    <a:pt x="4631" y="6459"/>
                  </a:cubicBezTo>
                  <a:cubicBezTo>
                    <a:pt x="4694" y="6459"/>
                    <a:pt x="4726" y="6459"/>
                    <a:pt x="4757" y="6428"/>
                  </a:cubicBezTo>
                  <a:cubicBezTo>
                    <a:pt x="7467" y="5514"/>
                    <a:pt x="9294" y="2962"/>
                    <a:pt x="9294" y="127"/>
                  </a:cubicBezTo>
                  <a:lnTo>
                    <a:pt x="92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85"/>
            <p:cNvSpPr/>
            <p:nvPr/>
          </p:nvSpPr>
          <p:spPr>
            <a:xfrm>
              <a:off x="-17417275" y="3309200"/>
              <a:ext cx="52800" cy="54350"/>
            </a:xfrm>
            <a:custGeom>
              <a:avLst/>
              <a:gdLst/>
              <a:ahLst/>
              <a:cxnLst/>
              <a:rect l="l" t="t" r="r" b="b"/>
              <a:pathLst>
                <a:path w="2112" h="217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103"/>
                  </a:lnTo>
                  <a:cubicBezTo>
                    <a:pt x="1" y="1701"/>
                    <a:pt x="473" y="2174"/>
                    <a:pt x="1040" y="2174"/>
                  </a:cubicBezTo>
                  <a:cubicBezTo>
                    <a:pt x="1639" y="2174"/>
                    <a:pt x="2112" y="1701"/>
                    <a:pt x="2112" y="1103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85"/>
            <p:cNvSpPr/>
            <p:nvPr/>
          </p:nvSpPr>
          <p:spPr>
            <a:xfrm>
              <a:off x="-17456650" y="3369825"/>
              <a:ext cx="130775" cy="64625"/>
            </a:xfrm>
            <a:custGeom>
              <a:avLst/>
              <a:gdLst/>
              <a:ahLst/>
              <a:cxnLst/>
              <a:rect l="l" t="t" r="r" b="b"/>
              <a:pathLst>
                <a:path w="5231" h="2585" extrusionOk="0">
                  <a:moveTo>
                    <a:pt x="1450" y="1"/>
                  </a:moveTo>
                  <a:cubicBezTo>
                    <a:pt x="631" y="442"/>
                    <a:pt x="1" y="1419"/>
                    <a:pt x="158" y="2584"/>
                  </a:cubicBezTo>
                  <a:lnTo>
                    <a:pt x="5073" y="2584"/>
                  </a:lnTo>
                  <a:cubicBezTo>
                    <a:pt x="5230" y="1513"/>
                    <a:pt x="4663" y="473"/>
                    <a:pt x="3718" y="1"/>
                  </a:cubicBezTo>
                  <a:cubicBezTo>
                    <a:pt x="3403" y="284"/>
                    <a:pt x="3025" y="442"/>
                    <a:pt x="2584" y="442"/>
                  </a:cubicBezTo>
                  <a:cubicBezTo>
                    <a:pt x="2143" y="442"/>
                    <a:pt x="1765" y="284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85"/>
            <p:cNvSpPr/>
            <p:nvPr/>
          </p:nvSpPr>
          <p:spPr>
            <a:xfrm>
              <a:off x="-17526750" y="3344625"/>
              <a:ext cx="95325" cy="89825"/>
            </a:xfrm>
            <a:custGeom>
              <a:avLst/>
              <a:gdLst/>
              <a:ahLst/>
              <a:cxnLst/>
              <a:rect l="l" t="t" r="r" b="b"/>
              <a:pathLst>
                <a:path w="3813" h="3593" extrusionOk="0">
                  <a:moveTo>
                    <a:pt x="3277" y="1"/>
                  </a:moveTo>
                  <a:cubicBezTo>
                    <a:pt x="1891" y="1"/>
                    <a:pt x="662" y="851"/>
                    <a:pt x="221" y="2175"/>
                  </a:cubicBezTo>
                  <a:cubicBezTo>
                    <a:pt x="1" y="2836"/>
                    <a:pt x="536" y="3529"/>
                    <a:pt x="1261" y="3529"/>
                  </a:cubicBezTo>
                  <a:lnTo>
                    <a:pt x="2231" y="3529"/>
                  </a:lnTo>
                  <a:cubicBezTo>
                    <a:pt x="2102" y="2170"/>
                    <a:pt x="2820" y="1000"/>
                    <a:pt x="3813" y="442"/>
                  </a:cubicBezTo>
                  <a:cubicBezTo>
                    <a:pt x="3750" y="316"/>
                    <a:pt x="3687" y="158"/>
                    <a:pt x="3655" y="1"/>
                  </a:cubicBezTo>
                  <a:close/>
                  <a:moveTo>
                    <a:pt x="2231" y="3529"/>
                  </a:moveTo>
                  <a:lnTo>
                    <a:pt x="2231" y="3529"/>
                  </a:lnTo>
                  <a:cubicBezTo>
                    <a:pt x="2233" y="3550"/>
                    <a:pt x="2235" y="3571"/>
                    <a:pt x="2237" y="3592"/>
                  </a:cubicBezTo>
                  <a:lnTo>
                    <a:pt x="2237" y="3529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85"/>
            <p:cNvSpPr/>
            <p:nvPr/>
          </p:nvSpPr>
          <p:spPr>
            <a:xfrm>
              <a:off x="-17351900" y="3345425"/>
              <a:ext cx="96125" cy="89800"/>
            </a:xfrm>
            <a:custGeom>
              <a:avLst/>
              <a:gdLst/>
              <a:ahLst/>
              <a:cxnLst/>
              <a:rect l="l" t="t" r="r" b="b"/>
              <a:pathLst>
                <a:path w="3845" h="3592" extrusionOk="0">
                  <a:moveTo>
                    <a:pt x="158" y="0"/>
                  </a:moveTo>
                  <a:cubicBezTo>
                    <a:pt x="127" y="158"/>
                    <a:pt x="95" y="315"/>
                    <a:pt x="1" y="441"/>
                  </a:cubicBezTo>
                  <a:cubicBezTo>
                    <a:pt x="1103" y="1071"/>
                    <a:pt x="1734" y="2300"/>
                    <a:pt x="1576" y="3592"/>
                  </a:cubicBezTo>
                  <a:lnTo>
                    <a:pt x="2584" y="3592"/>
                  </a:lnTo>
                  <a:cubicBezTo>
                    <a:pt x="3309" y="3560"/>
                    <a:pt x="3844" y="2867"/>
                    <a:pt x="3592" y="2174"/>
                  </a:cubicBezTo>
                  <a:cubicBezTo>
                    <a:pt x="3151" y="882"/>
                    <a:pt x="1954" y="0"/>
                    <a:pt x="5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3" name="Google Shape;8233;p85"/>
          <p:cNvGrpSpPr/>
          <p:nvPr/>
        </p:nvGrpSpPr>
        <p:grpSpPr>
          <a:xfrm>
            <a:off x="6300319" y="2244173"/>
            <a:ext cx="448143" cy="448143"/>
            <a:chOff x="-17542500" y="3684100"/>
            <a:chExt cx="303250" cy="303250"/>
          </a:xfrm>
        </p:grpSpPr>
        <p:sp>
          <p:nvSpPr>
            <p:cNvPr id="8234" name="Google Shape;8234;p85"/>
            <p:cNvSpPr/>
            <p:nvPr/>
          </p:nvSpPr>
          <p:spPr>
            <a:xfrm>
              <a:off x="-17542500" y="3863675"/>
              <a:ext cx="70900" cy="52800"/>
            </a:xfrm>
            <a:custGeom>
              <a:avLst/>
              <a:gdLst/>
              <a:ahLst/>
              <a:cxnLst/>
              <a:rect l="l" t="t" r="r" b="b"/>
              <a:pathLst>
                <a:path w="283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cubicBezTo>
                    <a:pt x="1" y="1481"/>
                    <a:pt x="631" y="2111"/>
                    <a:pt x="1418" y="2111"/>
                  </a:cubicBezTo>
                  <a:cubicBezTo>
                    <a:pt x="2174" y="2111"/>
                    <a:pt x="2836" y="1481"/>
                    <a:pt x="2836" y="693"/>
                  </a:cubicBezTo>
                  <a:lnTo>
                    <a:pt x="2489" y="693"/>
                  </a:lnTo>
                  <a:cubicBezTo>
                    <a:pt x="2363" y="693"/>
                    <a:pt x="2237" y="693"/>
                    <a:pt x="2111" y="662"/>
                  </a:cubicBezTo>
                  <a:lnTo>
                    <a:pt x="2111" y="693"/>
                  </a:lnTo>
                  <a:cubicBezTo>
                    <a:pt x="2111" y="1103"/>
                    <a:pt x="1796" y="1418"/>
                    <a:pt x="1418" y="1418"/>
                  </a:cubicBezTo>
                  <a:cubicBezTo>
                    <a:pt x="1009" y="1418"/>
                    <a:pt x="694" y="1103"/>
                    <a:pt x="694" y="693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85"/>
            <p:cNvSpPr/>
            <p:nvPr/>
          </p:nvSpPr>
          <p:spPr>
            <a:xfrm>
              <a:off x="-17488150" y="3881000"/>
              <a:ext cx="70900" cy="106350"/>
            </a:xfrm>
            <a:custGeom>
              <a:avLst/>
              <a:gdLst/>
              <a:ahLst/>
              <a:cxnLst/>
              <a:rect l="l" t="t" r="r" b="b"/>
              <a:pathLst>
                <a:path w="2836" h="4254" extrusionOk="0">
                  <a:moveTo>
                    <a:pt x="2111" y="0"/>
                  </a:moveTo>
                  <a:lnTo>
                    <a:pt x="2111" y="2836"/>
                  </a:lnTo>
                  <a:cubicBezTo>
                    <a:pt x="2111" y="3245"/>
                    <a:pt x="1796" y="3561"/>
                    <a:pt x="1418" y="3561"/>
                  </a:cubicBezTo>
                  <a:cubicBezTo>
                    <a:pt x="1009" y="3561"/>
                    <a:pt x="693" y="3245"/>
                    <a:pt x="693" y="2836"/>
                  </a:cubicBezTo>
                  <a:lnTo>
                    <a:pt x="693" y="2489"/>
                  </a:lnTo>
                  <a:cubicBezTo>
                    <a:pt x="693" y="2300"/>
                    <a:pt x="536" y="2143"/>
                    <a:pt x="347" y="2143"/>
                  </a:cubicBezTo>
                  <a:cubicBezTo>
                    <a:pt x="158" y="2143"/>
                    <a:pt x="0" y="2300"/>
                    <a:pt x="0" y="2489"/>
                  </a:cubicBezTo>
                  <a:lnTo>
                    <a:pt x="0" y="2836"/>
                  </a:lnTo>
                  <a:cubicBezTo>
                    <a:pt x="0" y="3624"/>
                    <a:pt x="630" y="4254"/>
                    <a:pt x="1418" y="4254"/>
                  </a:cubicBezTo>
                  <a:cubicBezTo>
                    <a:pt x="2206" y="4254"/>
                    <a:pt x="2836" y="3624"/>
                    <a:pt x="2836" y="2836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85"/>
            <p:cNvSpPr/>
            <p:nvPr/>
          </p:nvSpPr>
          <p:spPr>
            <a:xfrm>
              <a:off x="-17310150" y="3863675"/>
              <a:ext cx="70900" cy="52800"/>
            </a:xfrm>
            <a:custGeom>
              <a:avLst/>
              <a:gdLst/>
              <a:ahLst/>
              <a:cxnLst/>
              <a:rect l="l" t="t" r="r" b="b"/>
              <a:pathLst>
                <a:path w="2836" h="2112" extrusionOk="0">
                  <a:moveTo>
                    <a:pt x="2489" y="0"/>
                  </a:moveTo>
                  <a:cubicBezTo>
                    <a:pt x="2269" y="0"/>
                    <a:pt x="2111" y="126"/>
                    <a:pt x="2111" y="347"/>
                  </a:cubicBezTo>
                  <a:lnTo>
                    <a:pt x="2111" y="693"/>
                  </a:lnTo>
                  <a:cubicBezTo>
                    <a:pt x="2111" y="1072"/>
                    <a:pt x="1796" y="1387"/>
                    <a:pt x="1418" y="1387"/>
                  </a:cubicBezTo>
                  <a:cubicBezTo>
                    <a:pt x="1009" y="1387"/>
                    <a:pt x="694" y="1072"/>
                    <a:pt x="694" y="693"/>
                  </a:cubicBezTo>
                  <a:lnTo>
                    <a:pt x="694" y="662"/>
                  </a:lnTo>
                  <a:cubicBezTo>
                    <a:pt x="599" y="693"/>
                    <a:pt x="473" y="693"/>
                    <a:pt x="347" y="693"/>
                  </a:cubicBezTo>
                  <a:lnTo>
                    <a:pt x="0" y="693"/>
                  </a:lnTo>
                  <a:cubicBezTo>
                    <a:pt x="0" y="1481"/>
                    <a:pt x="631" y="2111"/>
                    <a:pt x="1418" y="2111"/>
                  </a:cubicBezTo>
                  <a:cubicBezTo>
                    <a:pt x="2206" y="2111"/>
                    <a:pt x="2836" y="1481"/>
                    <a:pt x="2836" y="693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85"/>
            <p:cNvSpPr/>
            <p:nvPr/>
          </p:nvSpPr>
          <p:spPr>
            <a:xfrm>
              <a:off x="-17364500" y="3881000"/>
              <a:ext cx="70925" cy="106350"/>
            </a:xfrm>
            <a:custGeom>
              <a:avLst/>
              <a:gdLst/>
              <a:ahLst/>
              <a:cxnLst/>
              <a:rect l="l" t="t" r="r" b="b"/>
              <a:pathLst>
                <a:path w="2837" h="4254" extrusionOk="0">
                  <a:moveTo>
                    <a:pt x="1" y="0"/>
                  </a:moveTo>
                  <a:lnTo>
                    <a:pt x="1" y="2836"/>
                  </a:lnTo>
                  <a:cubicBezTo>
                    <a:pt x="1" y="3624"/>
                    <a:pt x="631" y="4254"/>
                    <a:pt x="1418" y="4254"/>
                  </a:cubicBezTo>
                  <a:cubicBezTo>
                    <a:pt x="2206" y="4254"/>
                    <a:pt x="2836" y="3624"/>
                    <a:pt x="2836" y="2836"/>
                  </a:cubicBezTo>
                  <a:lnTo>
                    <a:pt x="2836" y="2489"/>
                  </a:lnTo>
                  <a:cubicBezTo>
                    <a:pt x="2836" y="2300"/>
                    <a:pt x="2710" y="2111"/>
                    <a:pt x="2490" y="2111"/>
                  </a:cubicBezTo>
                  <a:cubicBezTo>
                    <a:pt x="2301" y="2111"/>
                    <a:pt x="2143" y="2269"/>
                    <a:pt x="2143" y="2489"/>
                  </a:cubicBezTo>
                  <a:lnTo>
                    <a:pt x="2143" y="2836"/>
                  </a:lnTo>
                  <a:cubicBezTo>
                    <a:pt x="2143" y="3214"/>
                    <a:pt x="1828" y="3529"/>
                    <a:pt x="1418" y="3529"/>
                  </a:cubicBezTo>
                  <a:cubicBezTo>
                    <a:pt x="1040" y="3529"/>
                    <a:pt x="725" y="3214"/>
                    <a:pt x="725" y="2836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85"/>
            <p:cNvSpPr/>
            <p:nvPr/>
          </p:nvSpPr>
          <p:spPr>
            <a:xfrm>
              <a:off x="-17505475" y="3845550"/>
              <a:ext cx="228425" cy="18150"/>
            </a:xfrm>
            <a:custGeom>
              <a:avLst/>
              <a:gdLst/>
              <a:ahLst/>
              <a:cxnLst/>
              <a:rect l="l" t="t" r="r" b="b"/>
              <a:pathLst>
                <a:path w="9137" h="726" extrusionOk="0">
                  <a:moveTo>
                    <a:pt x="0" y="1"/>
                  </a:moveTo>
                  <a:cubicBezTo>
                    <a:pt x="158" y="379"/>
                    <a:pt x="536" y="725"/>
                    <a:pt x="1008" y="725"/>
                  </a:cubicBezTo>
                  <a:lnTo>
                    <a:pt x="8129" y="725"/>
                  </a:lnTo>
                  <a:cubicBezTo>
                    <a:pt x="8601" y="725"/>
                    <a:pt x="8979" y="379"/>
                    <a:pt x="91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85"/>
            <p:cNvSpPr/>
            <p:nvPr/>
          </p:nvSpPr>
          <p:spPr>
            <a:xfrm>
              <a:off x="-17523600" y="3706925"/>
              <a:ext cx="265450" cy="121325"/>
            </a:xfrm>
            <a:custGeom>
              <a:avLst/>
              <a:gdLst/>
              <a:ahLst/>
              <a:cxnLst/>
              <a:rect l="l" t="t" r="r" b="b"/>
              <a:pathLst>
                <a:path w="10618" h="4853" extrusionOk="0">
                  <a:moveTo>
                    <a:pt x="2364" y="1"/>
                  </a:moveTo>
                  <a:cubicBezTo>
                    <a:pt x="1135" y="789"/>
                    <a:pt x="253" y="2080"/>
                    <a:pt x="32" y="3624"/>
                  </a:cubicBezTo>
                  <a:cubicBezTo>
                    <a:pt x="1" y="3939"/>
                    <a:pt x="64" y="4223"/>
                    <a:pt x="253" y="4443"/>
                  </a:cubicBezTo>
                  <a:cubicBezTo>
                    <a:pt x="473" y="4695"/>
                    <a:pt x="788" y="4853"/>
                    <a:pt x="1103" y="4853"/>
                  </a:cubicBezTo>
                  <a:lnTo>
                    <a:pt x="9515" y="4853"/>
                  </a:lnTo>
                  <a:cubicBezTo>
                    <a:pt x="9830" y="4853"/>
                    <a:pt x="10145" y="4695"/>
                    <a:pt x="10334" y="4443"/>
                  </a:cubicBezTo>
                  <a:cubicBezTo>
                    <a:pt x="10555" y="4223"/>
                    <a:pt x="10618" y="3908"/>
                    <a:pt x="10586" y="3624"/>
                  </a:cubicBezTo>
                  <a:cubicBezTo>
                    <a:pt x="10334" y="2080"/>
                    <a:pt x="9484" y="789"/>
                    <a:pt x="8255" y="1"/>
                  </a:cubicBezTo>
                  <a:cubicBezTo>
                    <a:pt x="7782" y="1135"/>
                    <a:pt x="6648" y="1954"/>
                    <a:pt x="5293" y="1954"/>
                  </a:cubicBezTo>
                  <a:cubicBezTo>
                    <a:pt x="4002" y="1954"/>
                    <a:pt x="2868" y="1167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85"/>
            <p:cNvSpPr/>
            <p:nvPr/>
          </p:nvSpPr>
          <p:spPr>
            <a:xfrm>
              <a:off x="-17448775" y="3684100"/>
              <a:ext cx="115800" cy="52800"/>
            </a:xfrm>
            <a:custGeom>
              <a:avLst/>
              <a:gdLst/>
              <a:ahLst/>
              <a:cxnLst/>
              <a:rect l="l" t="t" r="r" b="b"/>
              <a:pathLst>
                <a:path w="4632" h="2112" extrusionOk="0">
                  <a:moveTo>
                    <a:pt x="2300" y="0"/>
                  </a:moveTo>
                  <a:cubicBezTo>
                    <a:pt x="1481" y="0"/>
                    <a:pt x="694" y="189"/>
                    <a:pt x="1" y="504"/>
                  </a:cubicBezTo>
                  <a:cubicBezTo>
                    <a:pt x="347" y="1513"/>
                    <a:pt x="1261" y="2111"/>
                    <a:pt x="2300" y="2111"/>
                  </a:cubicBezTo>
                  <a:cubicBezTo>
                    <a:pt x="3372" y="2111"/>
                    <a:pt x="4285" y="1450"/>
                    <a:pt x="4632" y="504"/>
                  </a:cubicBezTo>
                  <a:cubicBezTo>
                    <a:pt x="3939" y="158"/>
                    <a:pt x="3151" y="0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41" name="Google Shape;8241;p85"/>
          <p:cNvGrpSpPr/>
          <p:nvPr/>
        </p:nvGrpSpPr>
        <p:grpSpPr>
          <a:xfrm>
            <a:off x="6299728" y="2810817"/>
            <a:ext cx="449325" cy="421395"/>
            <a:chOff x="-17542500" y="4068450"/>
            <a:chExt cx="304050" cy="285150"/>
          </a:xfrm>
        </p:grpSpPr>
        <p:sp>
          <p:nvSpPr>
            <p:cNvPr id="8242" name="Google Shape;8242;p85"/>
            <p:cNvSpPr/>
            <p:nvPr/>
          </p:nvSpPr>
          <p:spPr>
            <a:xfrm>
              <a:off x="-17519650" y="4281900"/>
              <a:ext cx="256000" cy="71700"/>
            </a:xfrm>
            <a:custGeom>
              <a:avLst/>
              <a:gdLst/>
              <a:ahLst/>
              <a:cxnLst/>
              <a:rect l="l" t="t" r="r" b="b"/>
              <a:pathLst>
                <a:path w="10240" h="2868" extrusionOk="0">
                  <a:moveTo>
                    <a:pt x="10239" y="0"/>
                  </a:moveTo>
                  <a:cubicBezTo>
                    <a:pt x="9546" y="32"/>
                    <a:pt x="9042" y="0"/>
                    <a:pt x="8223" y="536"/>
                  </a:cubicBezTo>
                  <a:cubicBezTo>
                    <a:pt x="7341" y="1135"/>
                    <a:pt x="6333" y="1450"/>
                    <a:pt x="5261" y="1450"/>
                  </a:cubicBezTo>
                  <a:lnTo>
                    <a:pt x="4978" y="1450"/>
                  </a:lnTo>
                  <a:cubicBezTo>
                    <a:pt x="3938" y="1450"/>
                    <a:pt x="2899" y="1135"/>
                    <a:pt x="2048" y="536"/>
                  </a:cubicBezTo>
                  <a:cubicBezTo>
                    <a:pt x="1197" y="0"/>
                    <a:pt x="693" y="63"/>
                    <a:pt x="0" y="0"/>
                  </a:cubicBezTo>
                  <a:lnTo>
                    <a:pt x="0" y="0"/>
                  </a:lnTo>
                  <a:cubicBezTo>
                    <a:pt x="1103" y="1733"/>
                    <a:pt x="3025" y="2867"/>
                    <a:pt x="5104" y="2867"/>
                  </a:cubicBezTo>
                  <a:cubicBezTo>
                    <a:pt x="7183" y="2867"/>
                    <a:pt x="9168" y="1765"/>
                    <a:pt x="102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85"/>
            <p:cNvSpPr/>
            <p:nvPr/>
          </p:nvSpPr>
          <p:spPr>
            <a:xfrm>
              <a:off x="-17542500" y="4166900"/>
              <a:ext cx="304050" cy="133925"/>
            </a:xfrm>
            <a:custGeom>
              <a:avLst/>
              <a:gdLst/>
              <a:ahLst/>
              <a:cxnLst/>
              <a:rect l="l" t="t" r="r" b="b"/>
              <a:pathLst>
                <a:path w="12162" h="5357" extrusionOk="0">
                  <a:moveTo>
                    <a:pt x="4632" y="2458"/>
                  </a:moveTo>
                  <a:cubicBezTo>
                    <a:pt x="4852" y="2458"/>
                    <a:pt x="5010" y="2616"/>
                    <a:pt x="5010" y="2836"/>
                  </a:cubicBezTo>
                  <a:cubicBezTo>
                    <a:pt x="5010" y="3025"/>
                    <a:pt x="4852" y="3183"/>
                    <a:pt x="4632" y="3183"/>
                  </a:cubicBezTo>
                  <a:cubicBezTo>
                    <a:pt x="4443" y="3183"/>
                    <a:pt x="4285" y="3025"/>
                    <a:pt x="4285" y="2836"/>
                  </a:cubicBezTo>
                  <a:cubicBezTo>
                    <a:pt x="4285" y="2616"/>
                    <a:pt x="4443" y="2458"/>
                    <a:pt x="4632" y="2458"/>
                  </a:cubicBezTo>
                  <a:close/>
                  <a:moveTo>
                    <a:pt x="7467" y="2458"/>
                  </a:moveTo>
                  <a:cubicBezTo>
                    <a:pt x="7688" y="2458"/>
                    <a:pt x="7845" y="2616"/>
                    <a:pt x="7845" y="2836"/>
                  </a:cubicBezTo>
                  <a:cubicBezTo>
                    <a:pt x="7845" y="3025"/>
                    <a:pt x="7688" y="3183"/>
                    <a:pt x="7467" y="3183"/>
                  </a:cubicBezTo>
                  <a:cubicBezTo>
                    <a:pt x="7278" y="3183"/>
                    <a:pt x="7121" y="3025"/>
                    <a:pt x="7121" y="2836"/>
                  </a:cubicBezTo>
                  <a:cubicBezTo>
                    <a:pt x="7121" y="2616"/>
                    <a:pt x="7278" y="2458"/>
                    <a:pt x="7467" y="2458"/>
                  </a:cubicBezTo>
                  <a:close/>
                  <a:moveTo>
                    <a:pt x="6049" y="1"/>
                  </a:moveTo>
                  <a:cubicBezTo>
                    <a:pt x="5545" y="1040"/>
                    <a:pt x="4443" y="1765"/>
                    <a:pt x="3214" y="1765"/>
                  </a:cubicBezTo>
                  <a:cubicBezTo>
                    <a:pt x="2174" y="1765"/>
                    <a:pt x="1261" y="1261"/>
                    <a:pt x="662" y="473"/>
                  </a:cubicBezTo>
                  <a:cubicBezTo>
                    <a:pt x="221" y="1166"/>
                    <a:pt x="1" y="1986"/>
                    <a:pt x="1" y="2836"/>
                  </a:cubicBezTo>
                  <a:cubicBezTo>
                    <a:pt x="1" y="3403"/>
                    <a:pt x="473" y="3876"/>
                    <a:pt x="1072" y="3876"/>
                  </a:cubicBezTo>
                  <a:cubicBezTo>
                    <a:pt x="1891" y="3876"/>
                    <a:pt x="2647" y="4033"/>
                    <a:pt x="3372" y="4569"/>
                  </a:cubicBezTo>
                  <a:cubicBezTo>
                    <a:pt x="4128" y="5073"/>
                    <a:pt x="5041" y="5357"/>
                    <a:pt x="5955" y="5357"/>
                  </a:cubicBezTo>
                  <a:lnTo>
                    <a:pt x="6207" y="5357"/>
                  </a:lnTo>
                  <a:cubicBezTo>
                    <a:pt x="7121" y="5357"/>
                    <a:pt x="8034" y="5073"/>
                    <a:pt x="8790" y="4569"/>
                  </a:cubicBezTo>
                  <a:cubicBezTo>
                    <a:pt x="9515" y="4033"/>
                    <a:pt x="10271" y="3876"/>
                    <a:pt x="11090" y="3876"/>
                  </a:cubicBezTo>
                  <a:cubicBezTo>
                    <a:pt x="11689" y="3876"/>
                    <a:pt x="12161" y="3403"/>
                    <a:pt x="12161" y="2836"/>
                  </a:cubicBezTo>
                  <a:cubicBezTo>
                    <a:pt x="12130" y="1954"/>
                    <a:pt x="11878" y="1166"/>
                    <a:pt x="11468" y="473"/>
                  </a:cubicBezTo>
                  <a:cubicBezTo>
                    <a:pt x="10870" y="1261"/>
                    <a:pt x="9956" y="1765"/>
                    <a:pt x="8885" y="1765"/>
                  </a:cubicBezTo>
                  <a:cubicBezTo>
                    <a:pt x="7625" y="1765"/>
                    <a:pt x="6585" y="1040"/>
                    <a:pt x="6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85"/>
            <p:cNvSpPr/>
            <p:nvPr/>
          </p:nvSpPr>
          <p:spPr>
            <a:xfrm>
              <a:off x="-17329050" y="41212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85"/>
            <p:cNvSpPr/>
            <p:nvPr/>
          </p:nvSpPr>
          <p:spPr>
            <a:xfrm>
              <a:off x="-17381825" y="40684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2458" y="1418"/>
                  </a:moveTo>
                  <a:cubicBezTo>
                    <a:pt x="3057" y="1418"/>
                    <a:pt x="3529" y="1891"/>
                    <a:pt x="3529" y="2458"/>
                  </a:cubicBezTo>
                  <a:cubicBezTo>
                    <a:pt x="3529" y="3057"/>
                    <a:pt x="3057" y="3529"/>
                    <a:pt x="2458" y="3529"/>
                  </a:cubicBezTo>
                  <a:cubicBezTo>
                    <a:pt x="1891" y="3529"/>
                    <a:pt x="1418" y="3057"/>
                    <a:pt x="1418" y="2458"/>
                  </a:cubicBezTo>
                  <a:cubicBezTo>
                    <a:pt x="1418" y="1891"/>
                    <a:pt x="1891" y="1418"/>
                    <a:pt x="2458" y="1418"/>
                  </a:cubicBezTo>
                  <a:close/>
                  <a:moveTo>
                    <a:pt x="2458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03" y="4947"/>
                    <a:pt x="2458" y="4947"/>
                  </a:cubicBezTo>
                  <a:cubicBezTo>
                    <a:pt x="3844" y="4947"/>
                    <a:pt x="4947" y="3844"/>
                    <a:pt x="4947" y="2458"/>
                  </a:cubicBezTo>
                  <a:cubicBezTo>
                    <a:pt x="4947" y="1103"/>
                    <a:pt x="3844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85"/>
            <p:cNvSpPr/>
            <p:nvPr/>
          </p:nvSpPr>
          <p:spPr>
            <a:xfrm>
              <a:off x="-17471625" y="4121225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8"/>
                    <a:pt x="158" y="725"/>
                    <a:pt x="348" y="725"/>
                  </a:cubicBezTo>
                  <a:cubicBezTo>
                    <a:pt x="537" y="725"/>
                    <a:pt x="694" y="568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85"/>
            <p:cNvSpPr/>
            <p:nvPr/>
          </p:nvSpPr>
          <p:spPr>
            <a:xfrm>
              <a:off x="-17525175" y="4068450"/>
              <a:ext cx="124475" cy="123675"/>
            </a:xfrm>
            <a:custGeom>
              <a:avLst/>
              <a:gdLst/>
              <a:ahLst/>
              <a:cxnLst/>
              <a:rect l="l" t="t" r="r" b="b"/>
              <a:pathLst>
                <a:path w="4979" h="4947" extrusionOk="0">
                  <a:moveTo>
                    <a:pt x="2490" y="1418"/>
                  </a:moveTo>
                  <a:cubicBezTo>
                    <a:pt x="3088" y="1418"/>
                    <a:pt x="3561" y="1891"/>
                    <a:pt x="3561" y="2458"/>
                  </a:cubicBezTo>
                  <a:cubicBezTo>
                    <a:pt x="3561" y="3057"/>
                    <a:pt x="3088" y="3529"/>
                    <a:pt x="2490" y="3529"/>
                  </a:cubicBezTo>
                  <a:cubicBezTo>
                    <a:pt x="1891" y="3529"/>
                    <a:pt x="1418" y="3057"/>
                    <a:pt x="1418" y="2458"/>
                  </a:cubicBezTo>
                  <a:cubicBezTo>
                    <a:pt x="1418" y="1891"/>
                    <a:pt x="1891" y="1418"/>
                    <a:pt x="2490" y="1418"/>
                  </a:cubicBezTo>
                  <a:close/>
                  <a:moveTo>
                    <a:pt x="2490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03" y="4947"/>
                    <a:pt x="2490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48" name="Google Shape;8248;p85"/>
          <p:cNvGrpSpPr/>
          <p:nvPr/>
        </p:nvGrpSpPr>
        <p:grpSpPr>
          <a:xfrm>
            <a:off x="3530150" y="3342211"/>
            <a:ext cx="343404" cy="449325"/>
            <a:chOff x="-15652200" y="3335975"/>
            <a:chExt cx="232375" cy="304050"/>
          </a:xfrm>
        </p:grpSpPr>
        <p:sp>
          <p:nvSpPr>
            <p:cNvPr id="8249" name="Google Shape;8249;p85"/>
            <p:cNvSpPr/>
            <p:nvPr/>
          </p:nvSpPr>
          <p:spPr>
            <a:xfrm>
              <a:off x="-15652200" y="3403700"/>
              <a:ext cx="36250" cy="168575"/>
            </a:xfrm>
            <a:custGeom>
              <a:avLst/>
              <a:gdLst/>
              <a:ahLst/>
              <a:cxnLst/>
              <a:rect l="l" t="t" r="r" b="b"/>
              <a:pathLst>
                <a:path w="1450" h="6743" extrusionOk="0">
                  <a:moveTo>
                    <a:pt x="0" y="1"/>
                  </a:moveTo>
                  <a:lnTo>
                    <a:pt x="0" y="6743"/>
                  </a:lnTo>
                  <a:lnTo>
                    <a:pt x="1450" y="6018"/>
                  </a:lnTo>
                  <a:lnTo>
                    <a:pt x="1450" y="6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85"/>
            <p:cNvSpPr/>
            <p:nvPr/>
          </p:nvSpPr>
          <p:spPr>
            <a:xfrm>
              <a:off x="-15455300" y="3403700"/>
              <a:ext cx="35475" cy="168575"/>
            </a:xfrm>
            <a:custGeom>
              <a:avLst/>
              <a:gdLst/>
              <a:ahLst/>
              <a:cxnLst/>
              <a:rect l="l" t="t" r="r" b="b"/>
              <a:pathLst>
                <a:path w="1419" h="6743" extrusionOk="0">
                  <a:moveTo>
                    <a:pt x="1418" y="1"/>
                  </a:moveTo>
                  <a:lnTo>
                    <a:pt x="1" y="694"/>
                  </a:lnTo>
                  <a:lnTo>
                    <a:pt x="1" y="6018"/>
                  </a:lnTo>
                  <a:lnTo>
                    <a:pt x="1418" y="6743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85"/>
            <p:cNvSpPr/>
            <p:nvPr/>
          </p:nvSpPr>
          <p:spPr>
            <a:xfrm>
              <a:off x="-15644325" y="3570675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418" y="1"/>
                  </a:moveTo>
                  <a:lnTo>
                    <a:pt x="0" y="725"/>
                  </a:lnTo>
                  <a:lnTo>
                    <a:pt x="1765" y="2489"/>
                  </a:lnTo>
                  <a:lnTo>
                    <a:pt x="2489" y="1072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85"/>
            <p:cNvSpPr/>
            <p:nvPr/>
          </p:nvSpPr>
          <p:spPr>
            <a:xfrm>
              <a:off x="-15489950" y="357067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072" y="1"/>
                  </a:moveTo>
                  <a:lnTo>
                    <a:pt x="0" y="1072"/>
                  </a:lnTo>
                  <a:lnTo>
                    <a:pt x="725" y="2489"/>
                  </a:lnTo>
                  <a:lnTo>
                    <a:pt x="2521" y="725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85"/>
            <p:cNvSpPr/>
            <p:nvPr/>
          </p:nvSpPr>
          <p:spPr>
            <a:xfrm>
              <a:off x="-15644325" y="3342275"/>
              <a:ext cx="62250" cy="63025"/>
            </a:xfrm>
            <a:custGeom>
              <a:avLst/>
              <a:gdLst/>
              <a:ahLst/>
              <a:cxnLst/>
              <a:rect l="l" t="t" r="r" b="b"/>
              <a:pathLst>
                <a:path w="2490" h="2521" extrusionOk="0">
                  <a:moveTo>
                    <a:pt x="1765" y="0"/>
                  </a:moveTo>
                  <a:lnTo>
                    <a:pt x="0" y="1827"/>
                  </a:lnTo>
                  <a:lnTo>
                    <a:pt x="1418" y="2521"/>
                  </a:lnTo>
                  <a:lnTo>
                    <a:pt x="2489" y="1481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85"/>
            <p:cNvSpPr/>
            <p:nvPr/>
          </p:nvSpPr>
          <p:spPr>
            <a:xfrm>
              <a:off x="-15489950" y="3342275"/>
              <a:ext cx="63025" cy="63025"/>
            </a:xfrm>
            <a:custGeom>
              <a:avLst/>
              <a:gdLst/>
              <a:ahLst/>
              <a:cxnLst/>
              <a:rect l="l" t="t" r="r" b="b"/>
              <a:pathLst>
                <a:path w="2521" h="2521" extrusionOk="0">
                  <a:moveTo>
                    <a:pt x="725" y="0"/>
                  </a:moveTo>
                  <a:lnTo>
                    <a:pt x="0" y="1481"/>
                  </a:lnTo>
                  <a:lnTo>
                    <a:pt x="1072" y="2521"/>
                  </a:lnTo>
                  <a:lnTo>
                    <a:pt x="2521" y="1827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85"/>
            <p:cNvSpPr/>
            <p:nvPr/>
          </p:nvSpPr>
          <p:spPr>
            <a:xfrm>
              <a:off x="-15584475" y="3604550"/>
              <a:ext cx="96900" cy="35475"/>
            </a:xfrm>
            <a:custGeom>
              <a:avLst/>
              <a:gdLst/>
              <a:ahLst/>
              <a:cxnLst/>
              <a:rect l="l" t="t" r="r" b="b"/>
              <a:pathLst>
                <a:path w="3876" h="1419" extrusionOk="0">
                  <a:moveTo>
                    <a:pt x="725" y="0"/>
                  </a:moveTo>
                  <a:lnTo>
                    <a:pt x="1" y="1418"/>
                  </a:lnTo>
                  <a:lnTo>
                    <a:pt x="3876" y="1418"/>
                  </a:lnTo>
                  <a:lnTo>
                    <a:pt x="31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85"/>
            <p:cNvSpPr/>
            <p:nvPr/>
          </p:nvSpPr>
          <p:spPr>
            <a:xfrm>
              <a:off x="-15584475" y="3335975"/>
              <a:ext cx="96900" cy="35450"/>
            </a:xfrm>
            <a:custGeom>
              <a:avLst/>
              <a:gdLst/>
              <a:ahLst/>
              <a:cxnLst/>
              <a:rect l="l" t="t" r="r" b="b"/>
              <a:pathLst>
                <a:path w="3876" h="1418" extrusionOk="0">
                  <a:moveTo>
                    <a:pt x="1" y="0"/>
                  </a:moveTo>
                  <a:lnTo>
                    <a:pt x="725" y="1418"/>
                  </a:lnTo>
                  <a:lnTo>
                    <a:pt x="3151" y="1418"/>
                  </a:lnTo>
                  <a:lnTo>
                    <a:pt x="387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85"/>
            <p:cNvSpPr/>
            <p:nvPr/>
          </p:nvSpPr>
          <p:spPr>
            <a:xfrm>
              <a:off x="-15597850" y="3388725"/>
              <a:ext cx="124450" cy="197725"/>
            </a:xfrm>
            <a:custGeom>
              <a:avLst/>
              <a:gdLst/>
              <a:ahLst/>
              <a:cxnLst/>
              <a:rect l="l" t="t" r="r" b="b"/>
              <a:pathLst>
                <a:path w="4978" h="7909" extrusionOk="0">
                  <a:moveTo>
                    <a:pt x="1197" y="1"/>
                  </a:moveTo>
                  <a:lnTo>
                    <a:pt x="1197" y="33"/>
                  </a:lnTo>
                  <a:lnTo>
                    <a:pt x="0" y="1261"/>
                  </a:lnTo>
                  <a:lnTo>
                    <a:pt x="0" y="6712"/>
                  </a:lnTo>
                  <a:lnTo>
                    <a:pt x="1197" y="7909"/>
                  </a:lnTo>
                  <a:lnTo>
                    <a:pt x="3781" y="7909"/>
                  </a:lnTo>
                  <a:lnTo>
                    <a:pt x="4978" y="6712"/>
                  </a:lnTo>
                  <a:lnTo>
                    <a:pt x="4978" y="1230"/>
                  </a:lnTo>
                  <a:lnTo>
                    <a:pt x="37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8" name="Google Shape;8258;p85"/>
          <p:cNvGrpSpPr/>
          <p:nvPr/>
        </p:nvGrpSpPr>
        <p:grpSpPr>
          <a:xfrm>
            <a:off x="1303491" y="1689573"/>
            <a:ext cx="450470" cy="449325"/>
            <a:chOff x="-20946600" y="3317850"/>
            <a:chExt cx="304825" cy="304050"/>
          </a:xfrm>
        </p:grpSpPr>
        <p:sp>
          <p:nvSpPr>
            <p:cNvPr id="8259" name="Google Shape;8259;p85"/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85"/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85"/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2" name="Google Shape;8262;p85"/>
          <p:cNvGrpSpPr/>
          <p:nvPr/>
        </p:nvGrpSpPr>
        <p:grpSpPr>
          <a:xfrm>
            <a:off x="1304064" y="2243729"/>
            <a:ext cx="449325" cy="449030"/>
            <a:chOff x="-20945825" y="3692175"/>
            <a:chExt cx="304050" cy="303850"/>
          </a:xfrm>
        </p:grpSpPr>
        <p:sp>
          <p:nvSpPr>
            <p:cNvPr id="8263" name="Google Shape;8263;p85"/>
            <p:cNvSpPr/>
            <p:nvPr/>
          </p:nvSpPr>
          <p:spPr>
            <a:xfrm>
              <a:off x="-20841850" y="3692175"/>
              <a:ext cx="92950" cy="89600"/>
            </a:xfrm>
            <a:custGeom>
              <a:avLst/>
              <a:gdLst/>
              <a:ahLst/>
              <a:cxnLst/>
              <a:rect l="l" t="t" r="r" b="b"/>
              <a:pathLst>
                <a:path w="3718" h="3584" extrusionOk="0">
                  <a:moveTo>
                    <a:pt x="410" y="0"/>
                  </a:moveTo>
                  <a:cubicBezTo>
                    <a:pt x="323" y="0"/>
                    <a:pt x="237" y="40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819" y="1221"/>
                  </a:lnTo>
                  <a:cubicBezTo>
                    <a:pt x="630" y="1442"/>
                    <a:pt x="473" y="1788"/>
                    <a:pt x="473" y="2166"/>
                  </a:cubicBezTo>
                  <a:cubicBezTo>
                    <a:pt x="473" y="2954"/>
                    <a:pt x="1103" y="3584"/>
                    <a:pt x="1891" y="3584"/>
                  </a:cubicBezTo>
                  <a:cubicBezTo>
                    <a:pt x="2678" y="3584"/>
                    <a:pt x="3308" y="2954"/>
                    <a:pt x="3308" y="2166"/>
                  </a:cubicBezTo>
                  <a:cubicBezTo>
                    <a:pt x="3308" y="1788"/>
                    <a:pt x="3182" y="1473"/>
                    <a:pt x="2962" y="1221"/>
                  </a:cubicBezTo>
                  <a:lnTo>
                    <a:pt x="3560" y="622"/>
                  </a:lnTo>
                  <a:cubicBezTo>
                    <a:pt x="3718" y="465"/>
                    <a:pt x="3718" y="276"/>
                    <a:pt x="3560" y="118"/>
                  </a:cubicBezTo>
                  <a:cubicBezTo>
                    <a:pt x="3482" y="40"/>
                    <a:pt x="3387" y="0"/>
                    <a:pt x="3293" y="0"/>
                  </a:cubicBezTo>
                  <a:cubicBezTo>
                    <a:pt x="3198" y="0"/>
                    <a:pt x="3103" y="40"/>
                    <a:pt x="3025" y="118"/>
                  </a:cubicBezTo>
                  <a:lnTo>
                    <a:pt x="2332" y="811"/>
                  </a:lnTo>
                  <a:cubicBezTo>
                    <a:pt x="2174" y="780"/>
                    <a:pt x="2017" y="748"/>
                    <a:pt x="1859" y="748"/>
                  </a:cubicBezTo>
                  <a:cubicBezTo>
                    <a:pt x="1702" y="748"/>
                    <a:pt x="1544" y="780"/>
                    <a:pt x="1386" y="811"/>
                  </a:cubicBezTo>
                  <a:lnTo>
                    <a:pt x="662" y="118"/>
                  </a:lnTo>
                  <a:cubicBezTo>
                    <a:pt x="583" y="40"/>
                    <a:pt x="496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85"/>
            <p:cNvSpPr/>
            <p:nvPr/>
          </p:nvSpPr>
          <p:spPr>
            <a:xfrm>
              <a:off x="-20945825" y="3746325"/>
              <a:ext cx="304050" cy="70900"/>
            </a:xfrm>
            <a:custGeom>
              <a:avLst/>
              <a:gdLst/>
              <a:ahLst/>
              <a:cxnLst/>
              <a:rect l="l" t="t" r="r" b="b"/>
              <a:pathLst>
                <a:path w="12162" h="2836" extrusionOk="0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1953"/>
                  </a:lnTo>
                  <a:cubicBezTo>
                    <a:pt x="1" y="2426"/>
                    <a:pt x="379" y="2836"/>
                    <a:pt x="851" y="2836"/>
                  </a:cubicBezTo>
                  <a:lnTo>
                    <a:pt x="11311" y="2836"/>
                  </a:lnTo>
                  <a:cubicBezTo>
                    <a:pt x="11783" y="2836"/>
                    <a:pt x="12162" y="2426"/>
                    <a:pt x="12162" y="1953"/>
                  </a:cubicBezTo>
                  <a:lnTo>
                    <a:pt x="12162" y="1071"/>
                  </a:lnTo>
                  <a:cubicBezTo>
                    <a:pt x="12162" y="473"/>
                    <a:pt x="11657" y="0"/>
                    <a:pt x="11059" y="0"/>
                  </a:cubicBezTo>
                  <a:cubicBezTo>
                    <a:pt x="9988" y="0"/>
                    <a:pt x="8916" y="284"/>
                    <a:pt x="8034" y="819"/>
                  </a:cubicBezTo>
                  <a:cubicBezTo>
                    <a:pt x="7719" y="1607"/>
                    <a:pt x="6932" y="2174"/>
                    <a:pt x="6050" y="2174"/>
                  </a:cubicBezTo>
                  <a:cubicBezTo>
                    <a:pt x="5136" y="2174"/>
                    <a:pt x="4411" y="1607"/>
                    <a:pt x="4096" y="819"/>
                  </a:cubicBezTo>
                  <a:cubicBezTo>
                    <a:pt x="3183" y="315"/>
                    <a:pt x="211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85"/>
            <p:cNvSpPr/>
            <p:nvPr/>
          </p:nvSpPr>
          <p:spPr>
            <a:xfrm>
              <a:off x="-20814300" y="3864450"/>
              <a:ext cx="39425" cy="131575"/>
            </a:xfrm>
            <a:custGeom>
              <a:avLst/>
              <a:gdLst/>
              <a:ahLst/>
              <a:cxnLst/>
              <a:rect l="l" t="t" r="r" b="b"/>
              <a:pathLst>
                <a:path w="1577" h="5263" extrusionOk="0">
                  <a:moveTo>
                    <a:pt x="789" y="1"/>
                  </a:moveTo>
                  <a:cubicBezTo>
                    <a:pt x="568" y="221"/>
                    <a:pt x="284" y="410"/>
                    <a:pt x="1" y="631"/>
                  </a:cubicBezTo>
                  <a:cubicBezTo>
                    <a:pt x="127" y="757"/>
                    <a:pt x="284" y="852"/>
                    <a:pt x="442" y="883"/>
                  </a:cubicBezTo>
                  <a:lnTo>
                    <a:pt x="442" y="4916"/>
                  </a:lnTo>
                  <a:cubicBezTo>
                    <a:pt x="442" y="5105"/>
                    <a:pt x="600" y="5262"/>
                    <a:pt x="789" y="5262"/>
                  </a:cubicBezTo>
                  <a:cubicBezTo>
                    <a:pt x="978" y="5262"/>
                    <a:pt x="1135" y="5105"/>
                    <a:pt x="1135" y="4916"/>
                  </a:cubicBezTo>
                  <a:lnTo>
                    <a:pt x="1135" y="883"/>
                  </a:lnTo>
                  <a:cubicBezTo>
                    <a:pt x="1293" y="852"/>
                    <a:pt x="1450" y="757"/>
                    <a:pt x="1576" y="631"/>
                  </a:cubicBezTo>
                  <a:cubicBezTo>
                    <a:pt x="1293" y="410"/>
                    <a:pt x="1041" y="221"/>
                    <a:pt x="7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85"/>
            <p:cNvSpPr/>
            <p:nvPr/>
          </p:nvSpPr>
          <p:spPr>
            <a:xfrm>
              <a:off x="-20929275" y="3834525"/>
              <a:ext cx="268600" cy="53600"/>
            </a:xfrm>
            <a:custGeom>
              <a:avLst/>
              <a:gdLst/>
              <a:ahLst/>
              <a:cxnLst/>
              <a:rect l="l" t="t" r="r" b="b"/>
              <a:pathLst>
                <a:path w="10744" h="2144" extrusionOk="0">
                  <a:moveTo>
                    <a:pt x="788" y="1"/>
                  </a:moveTo>
                  <a:cubicBezTo>
                    <a:pt x="441" y="1"/>
                    <a:pt x="126" y="284"/>
                    <a:pt x="32" y="631"/>
                  </a:cubicBezTo>
                  <a:cubicBezTo>
                    <a:pt x="0" y="788"/>
                    <a:pt x="0" y="914"/>
                    <a:pt x="0" y="1072"/>
                  </a:cubicBezTo>
                  <a:cubicBezTo>
                    <a:pt x="0" y="1670"/>
                    <a:pt x="473" y="2143"/>
                    <a:pt x="1071" y="2143"/>
                  </a:cubicBezTo>
                  <a:cubicBezTo>
                    <a:pt x="2111" y="2143"/>
                    <a:pt x="3308" y="1828"/>
                    <a:pt x="4253" y="1103"/>
                  </a:cubicBezTo>
                  <a:lnTo>
                    <a:pt x="4285" y="1072"/>
                  </a:lnTo>
                  <a:cubicBezTo>
                    <a:pt x="4537" y="914"/>
                    <a:pt x="4757" y="725"/>
                    <a:pt x="5009" y="473"/>
                  </a:cubicBezTo>
                  <a:lnTo>
                    <a:pt x="5104" y="379"/>
                  </a:lnTo>
                  <a:cubicBezTo>
                    <a:pt x="5167" y="316"/>
                    <a:pt x="5262" y="284"/>
                    <a:pt x="5360" y="284"/>
                  </a:cubicBezTo>
                  <a:cubicBezTo>
                    <a:pt x="5458" y="284"/>
                    <a:pt x="5561" y="316"/>
                    <a:pt x="5640" y="379"/>
                  </a:cubicBezTo>
                  <a:lnTo>
                    <a:pt x="5766" y="473"/>
                  </a:lnTo>
                  <a:cubicBezTo>
                    <a:pt x="5955" y="694"/>
                    <a:pt x="6175" y="914"/>
                    <a:pt x="6459" y="1072"/>
                  </a:cubicBezTo>
                  <a:lnTo>
                    <a:pt x="6490" y="1103"/>
                  </a:lnTo>
                  <a:cubicBezTo>
                    <a:pt x="7341" y="1702"/>
                    <a:pt x="8475" y="2143"/>
                    <a:pt x="9704" y="2143"/>
                  </a:cubicBezTo>
                  <a:cubicBezTo>
                    <a:pt x="10271" y="2143"/>
                    <a:pt x="10743" y="1670"/>
                    <a:pt x="10743" y="1072"/>
                  </a:cubicBezTo>
                  <a:cubicBezTo>
                    <a:pt x="10743" y="914"/>
                    <a:pt x="10743" y="788"/>
                    <a:pt x="10712" y="631"/>
                  </a:cubicBezTo>
                  <a:cubicBezTo>
                    <a:pt x="10712" y="284"/>
                    <a:pt x="10397" y="1"/>
                    <a:pt x="9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7" name="Google Shape;8267;p85"/>
          <p:cNvGrpSpPr/>
          <p:nvPr/>
        </p:nvGrpSpPr>
        <p:grpSpPr>
          <a:xfrm>
            <a:off x="1329667" y="2797442"/>
            <a:ext cx="398119" cy="448143"/>
            <a:chOff x="-20930075" y="4066100"/>
            <a:chExt cx="269400" cy="303250"/>
          </a:xfrm>
        </p:grpSpPr>
        <p:sp>
          <p:nvSpPr>
            <p:cNvPr id="8268" name="Google Shape;8268;p85"/>
            <p:cNvSpPr/>
            <p:nvPr/>
          </p:nvSpPr>
          <p:spPr>
            <a:xfrm>
              <a:off x="-20865475" y="4066100"/>
              <a:ext cx="141775" cy="144150"/>
            </a:xfrm>
            <a:custGeom>
              <a:avLst/>
              <a:gdLst/>
              <a:ahLst/>
              <a:cxnLst/>
              <a:rect l="l" t="t" r="r" b="b"/>
              <a:pathLst>
                <a:path w="5671" h="5766" extrusionOk="0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85"/>
            <p:cNvSpPr/>
            <p:nvPr/>
          </p:nvSpPr>
          <p:spPr>
            <a:xfrm>
              <a:off x="-20930075" y="4191325"/>
              <a:ext cx="269400" cy="178025"/>
            </a:xfrm>
            <a:custGeom>
              <a:avLst/>
              <a:gdLst/>
              <a:ahLst/>
              <a:cxnLst/>
              <a:rect l="l" t="t" r="r" b="b"/>
              <a:pathLst>
                <a:path w="10776" h="7121" extrusionOk="0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0" name="Google Shape;8270;p85"/>
          <p:cNvGrpSpPr/>
          <p:nvPr/>
        </p:nvGrpSpPr>
        <p:grpSpPr>
          <a:xfrm>
            <a:off x="4110888" y="1689848"/>
            <a:ext cx="372516" cy="448771"/>
            <a:chOff x="-18994100" y="3334775"/>
            <a:chExt cx="252075" cy="303675"/>
          </a:xfrm>
        </p:grpSpPr>
        <p:sp>
          <p:nvSpPr>
            <p:cNvPr id="8271" name="Google Shape;8271;p85"/>
            <p:cNvSpPr/>
            <p:nvPr/>
          </p:nvSpPr>
          <p:spPr>
            <a:xfrm>
              <a:off x="-18967300" y="3424975"/>
              <a:ext cx="198500" cy="207150"/>
            </a:xfrm>
            <a:custGeom>
              <a:avLst/>
              <a:gdLst/>
              <a:ahLst/>
              <a:cxnLst/>
              <a:rect l="l" t="t" r="r" b="b"/>
              <a:pathLst>
                <a:path w="7940" h="8286" extrusionOk="0">
                  <a:moveTo>
                    <a:pt x="2552" y="3592"/>
                  </a:moveTo>
                  <a:cubicBezTo>
                    <a:pt x="2772" y="3592"/>
                    <a:pt x="2930" y="3749"/>
                    <a:pt x="2930" y="3938"/>
                  </a:cubicBezTo>
                  <a:cubicBezTo>
                    <a:pt x="2930" y="4096"/>
                    <a:pt x="2772" y="4316"/>
                    <a:pt x="2552" y="4316"/>
                  </a:cubicBezTo>
                  <a:cubicBezTo>
                    <a:pt x="2363" y="4316"/>
                    <a:pt x="2205" y="4159"/>
                    <a:pt x="2205" y="3938"/>
                  </a:cubicBezTo>
                  <a:cubicBezTo>
                    <a:pt x="2205" y="3749"/>
                    <a:pt x="2363" y="3592"/>
                    <a:pt x="2552" y="3592"/>
                  </a:cubicBezTo>
                  <a:close/>
                  <a:moveTo>
                    <a:pt x="5387" y="3592"/>
                  </a:moveTo>
                  <a:cubicBezTo>
                    <a:pt x="5608" y="3592"/>
                    <a:pt x="5765" y="3749"/>
                    <a:pt x="5765" y="3938"/>
                  </a:cubicBezTo>
                  <a:cubicBezTo>
                    <a:pt x="5765" y="4096"/>
                    <a:pt x="5608" y="4316"/>
                    <a:pt x="5387" y="4316"/>
                  </a:cubicBezTo>
                  <a:cubicBezTo>
                    <a:pt x="5198" y="4316"/>
                    <a:pt x="5041" y="4159"/>
                    <a:pt x="5041" y="3938"/>
                  </a:cubicBezTo>
                  <a:cubicBezTo>
                    <a:pt x="5041" y="3749"/>
                    <a:pt x="5198" y="3592"/>
                    <a:pt x="5387" y="3592"/>
                  </a:cubicBezTo>
                  <a:close/>
                  <a:moveTo>
                    <a:pt x="3623" y="0"/>
                  </a:moveTo>
                  <a:cubicBezTo>
                    <a:pt x="3277" y="63"/>
                    <a:pt x="2930" y="126"/>
                    <a:pt x="2583" y="315"/>
                  </a:cubicBezTo>
                  <a:cubicBezTo>
                    <a:pt x="1733" y="725"/>
                    <a:pt x="1166" y="1418"/>
                    <a:pt x="882" y="2332"/>
                  </a:cubicBezTo>
                  <a:cubicBezTo>
                    <a:pt x="882" y="2363"/>
                    <a:pt x="851" y="2363"/>
                    <a:pt x="851" y="2426"/>
                  </a:cubicBezTo>
                  <a:cubicBezTo>
                    <a:pt x="756" y="2741"/>
                    <a:pt x="725" y="3056"/>
                    <a:pt x="725" y="3371"/>
                  </a:cubicBezTo>
                  <a:lnTo>
                    <a:pt x="725" y="3466"/>
                  </a:lnTo>
                  <a:cubicBezTo>
                    <a:pt x="725" y="3749"/>
                    <a:pt x="599" y="4001"/>
                    <a:pt x="410" y="4253"/>
                  </a:cubicBezTo>
                  <a:cubicBezTo>
                    <a:pt x="126" y="4600"/>
                    <a:pt x="0" y="4978"/>
                    <a:pt x="0" y="5356"/>
                  </a:cubicBezTo>
                  <a:cubicBezTo>
                    <a:pt x="0" y="6144"/>
                    <a:pt x="599" y="6900"/>
                    <a:pt x="1575" y="7372"/>
                  </a:cubicBezTo>
                  <a:cubicBezTo>
                    <a:pt x="1733" y="7782"/>
                    <a:pt x="2111" y="8034"/>
                    <a:pt x="2520" y="8286"/>
                  </a:cubicBezTo>
                  <a:lnTo>
                    <a:pt x="3592" y="6711"/>
                  </a:lnTo>
                  <a:lnTo>
                    <a:pt x="3592" y="6238"/>
                  </a:lnTo>
                  <a:lnTo>
                    <a:pt x="2993" y="5640"/>
                  </a:lnTo>
                  <a:cubicBezTo>
                    <a:pt x="2835" y="5482"/>
                    <a:pt x="2835" y="5293"/>
                    <a:pt x="2993" y="5136"/>
                  </a:cubicBezTo>
                  <a:cubicBezTo>
                    <a:pt x="3072" y="5057"/>
                    <a:pt x="3166" y="5017"/>
                    <a:pt x="3261" y="5017"/>
                  </a:cubicBezTo>
                  <a:cubicBezTo>
                    <a:pt x="3355" y="5017"/>
                    <a:pt x="3450" y="5057"/>
                    <a:pt x="3529" y="5136"/>
                  </a:cubicBezTo>
                  <a:lnTo>
                    <a:pt x="4001" y="5608"/>
                  </a:lnTo>
                  <a:lnTo>
                    <a:pt x="4474" y="5136"/>
                  </a:lnTo>
                  <a:cubicBezTo>
                    <a:pt x="4553" y="5057"/>
                    <a:pt x="4639" y="5017"/>
                    <a:pt x="4726" y="5017"/>
                  </a:cubicBezTo>
                  <a:cubicBezTo>
                    <a:pt x="4812" y="5017"/>
                    <a:pt x="4899" y="5057"/>
                    <a:pt x="4978" y="5136"/>
                  </a:cubicBezTo>
                  <a:cubicBezTo>
                    <a:pt x="5135" y="5293"/>
                    <a:pt x="5135" y="5482"/>
                    <a:pt x="4978" y="5640"/>
                  </a:cubicBezTo>
                  <a:lnTo>
                    <a:pt x="4379" y="6238"/>
                  </a:lnTo>
                  <a:lnTo>
                    <a:pt x="4379" y="6711"/>
                  </a:lnTo>
                  <a:lnTo>
                    <a:pt x="5450" y="8286"/>
                  </a:lnTo>
                  <a:cubicBezTo>
                    <a:pt x="5891" y="8097"/>
                    <a:pt x="6238" y="7782"/>
                    <a:pt x="6396" y="7372"/>
                  </a:cubicBezTo>
                  <a:cubicBezTo>
                    <a:pt x="7372" y="6900"/>
                    <a:pt x="7939" y="6144"/>
                    <a:pt x="7939" y="5356"/>
                  </a:cubicBezTo>
                  <a:cubicBezTo>
                    <a:pt x="7939" y="4978"/>
                    <a:pt x="7813" y="4631"/>
                    <a:pt x="7530" y="4253"/>
                  </a:cubicBezTo>
                  <a:cubicBezTo>
                    <a:pt x="7278" y="4001"/>
                    <a:pt x="7183" y="3718"/>
                    <a:pt x="7183" y="3466"/>
                  </a:cubicBezTo>
                  <a:lnTo>
                    <a:pt x="7183" y="3371"/>
                  </a:lnTo>
                  <a:cubicBezTo>
                    <a:pt x="7183" y="3025"/>
                    <a:pt x="7120" y="2710"/>
                    <a:pt x="7057" y="2426"/>
                  </a:cubicBezTo>
                  <a:cubicBezTo>
                    <a:pt x="7057" y="2363"/>
                    <a:pt x="7057" y="2363"/>
                    <a:pt x="7026" y="2332"/>
                  </a:cubicBezTo>
                  <a:cubicBezTo>
                    <a:pt x="6742" y="1418"/>
                    <a:pt x="6144" y="725"/>
                    <a:pt x="5324" y="315"/>
                  </a:cubicBezTo>
                  <a:cubicBezTo>
                    <a:pt x="5009" y="158"/>
                    <a:pt x="4631" y="63"/>
                    <a:pt x="42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85"/>
            <p:cNvSpPr/>
            <p:nvPr/>
          </p:nvSpPr>
          <p:spPr>
            <a:xfrm>
              <a:off x="-18885400" y="3610050"/>
              <a:ext cx="35475" cy="28400"/>
            </a:xfrm>
            <a:custGeom>
              <a:avLst/>
              <a:gdLst/>
              <a:ahLst/>
              <a:cxnLst/>
              <a:rect l="l" t="t" r="r" b="b"/>
              <a:pathLst>
                <a:path w="1419" h="1136" extrusionOk="0">
                  <a:moveTo>
                    <a:pt x="694" y="1"/>
                  </a:moveTo>
                  <a:lnTo>
                    <a:pt x="1" y="1072"/>
                  </a:lnTo>
                  <a:cubicBezTo>
                    <a:pt x="221" y="1104"/>
                    <a:pt x="473" y="1135"/>
                    <a:pt x="694" y="1135"/>
                  </a:cubicBezTo>
                  <a:cubicBezTo>
                    <a:pt x="946" y="1135"/>
                    <a:pt x="1166" y="1104"/>
                    <a:pt x="1418" y="1072"/>
                  </a:cubicBezTo>
                  <a:lnTo>
                    <a:pt x="69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85"/>
            <p:cNvSpPr/>
            <p:nvPr/>
          </p:nvSpPr>
          <p:spPr>
            <a:xfrm>
              <a:off x="-18994100" y="3334775"/>
              <a:ext cx="96900" cy="140625"/>
            </a:xfrm>
            <a:custGeom>
              <a:avLst/>
              <a:gdLst/>
              <a:ahLst/>
              <a:cxnLst/>
              <a:rect l="l" t="t" r="r" b="b"/>
              <a:pathLst>
                <a:path w="3876" h="5625" extrusionOk="0">
                  <a:moveTo>
                    <a:pt x="855" y="1"/>
                  </a:moveTo>
                  <a:cubicBezTo>
                    <a:pt x="804" y="1"/>
                    <a:pt x="757" y="17"/>
                    <a:pt x="725" y="48"/>
                  </a:cubicBezTo>
                  <a:cubicBezTo>
                    <a:pt x="631" y="80"/>
                    <a:pt x="568" y="143"/>
                    <a:pt x="536" y="237"/>
                  </a:cubicBezTo>
                  <a:cubicBezTo>
                    <a:pt x="1" y="1529"/>
                    <a:pt x="1" y="2978"/>
                    <a:pt x="536" y="4301"/>
                  </a:cubicBezTo>
                  <a:cubicBezTo>
                    <a:pt x="725" y="4774"/>
                    <a:pt x="1009" y="5183"/>
                    <a:pt x="1324" y="5625"/>
                  </a:cubicBezTo>
                  <a:cubicBezTo>
                    <a:pt x="1702" y="4553"/>
                    <a:pt x="2427" y="3734"/>
                    <a:pt x="3372" y="3262"/>
                  </a:cubicBezTo>
                  <a:cubicBezTo>
                    <a:pt x="3529" y="3199"/>
                    <a:pt x="3718" y="3104"/>
                    <a:pt x="3876" y="3073"/>
                  </a:cubicBezTo>
                  <a:cubicBezTo>
                    <a:pt x="3876" y="3041"/>
                    <a:pt x="3844" y="2947"/>
                    <a:pt x="3844" y="2915"/>
                  </a:cubicBezTo>
                  <a:cubicBezTo>
                    <a:pt x="3277" y="1623"/>
                    <a:pt x="2301" y="584"/>
                    <a:pt x="1009" y="48"/>
                  </a:cubicBezTo>
                  <a:cubicBezTo>
                    <a:pt x="962" y="17"/>
                    <a:pt x="907" y="1"/>
                    <a:pt x="8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85"/>
            <p:cNvSpPr/>
            <p:nvPr/>
          </p:nvSpPr>
          <p:spPr>
            <a:xfrm>
              <a:off x="-18838150" y="3334775"/>
              <a:ext cx="96125" cy="139850"/>
            </a:xfrm>
            <a:custGeom>
              <a:avLst/>
              <a:gdLst/>
              <a:ahLst/>
              <a:cxnLst/>
              <a:rect l="l" t="t" r="r" b="b"/>
              <a:pathLst>
                <a:path w="3845" h="5594" extrusionOk="0">
                  <a:moveTo>
                    <a:pt x="3010" y="1"/>
                  </a:moveTo>
                  <a:cubicBezTo>
                    <a:pt x="2962" y="1"/>
                    <a:pt x="2915" y="17"/>
                    <a:pt x="2868" y="48"/>
                  </a:cubicBezTo>
                  <a:cubicBezTo>
                    <a:pt x="1576" y="584"/>
                    <a:pt x="536" y="1623"/>
                    <a:pt x="32" y="2915"/>
                  </a:cubicBezTo>
                  <a:cubicBezTo>
                    <a:pt x="1" y="2947"/>
                    <a:pt x="1" y="3041"/>
                    <a:pt x="1" y="3073"/>
                  </a:cubicBezTo>
                  <a:cubicBezTo>
                    <a:pt x="190" y="3104"/>
                    <a:pt x="347" y="3167"/>
                    <a:pt x="568" y="3262"/>
                  </a:cubicBezTo>
                  <a:cubicBezTo>
                    <a:pt x="1513" y="3703"/>
                    <a:pt x="2206" y="4553"/>
                    <a:pt x="2553" y="5593"/>
                  </a:cubicBezTo>
                  <a:cubicBezTo>
                    <a:pt x="2868" y="5183"/>
                    <a:pt x="3151" y="4742"/>
                    <a:pt x="3340" y="4238"/>
                  </a:cubicBezTo>
                  <a:cubicBezTo>
                    <a:pt x="3813" y="3041"/>
                    <a:pt x="3844" y="1497"/>
                    <a:pt x="3340" y="237"/>
                  </a:cubicBezTo>
                  <a:cubicBezTo>
                    <a:pt x="3309" y="143"/>
                    <a:pt x="3214" y="80"/>
                    <a:pt x="3151" y="48"/>
                  </a:cubicBezTo>
                  <a:cubicBezTo>
                    <a:pt x="3104" y="17"/>
                    <a:pt x="3057" y="1"/>
                    <a:pt x="30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5" name="Google Shape;8275;p85"/>
          <p:cNvGrpSpPr/>
          <p:nvPr/>
        </p:nvGrpSpPr>
        <p:grpSpPr>
          <a:xfrm>
            <a:off x="4125445" y="2244743"/>
            <a:ext cx="343404" cy="446998"/>
            <a:chOff x="-18983850" y="3710075"/>
            <a:chExt cx="232375" cy="302475"/>
          </a:xfrm>
        </p:grpSpPr>
        <p:sp>
          <p:nvSpPr>
            <p:cNvPr id="8276" name="Google Shape;8276;p85"/>
            <p:cNvSpPr/>
            <p:nvPr/>
          </p:nvSpPr>
          <p:spPr>
            <a:xfrm>
              <a:off x="-18840500" y="3874700"/>
              <a:ext cx="89025" cy="119750"/>
            </a:xfrm>
            <a:custGeom>
              <a:avLst/>
              <a:gdLst/>
              <a:ahLst/>
              <a:cxnLst/>
              <a:rect l="l" t="t" r="r" b="b"/>
              <a:pathLst>
                <a:path w="3561" h="4790" extrusionOk="0">
                  <a:moveTo>
                    <a:pt x="2300" y="0"/>
                  </a:moveTo>
                  <a:cubicBezTo>
                    <a:pt x="1796" y="883"/>
                    <a:pt x="945" y="1513"/>
                    <a:pt x="0" y="1796"/>
                  </a:cubicBezTo>
                  <a:lnTo>
                    <a:pt x="0" y="1954"/>
                  </a:lnTo>
                  <a:cubicBezTo>
                    <a:pt x="0" y="3529"/>
                    <a:pt x="1324" y="4789"/>
                    <a:pt x="2836" y="4789"/>
                  </a:cubicBezTo>
                  <a:lnTo>
                    <a:pt x="3560" y="4789"/>
                  </a:lnTo>
                  <a:lnTo>
                    <a:pt x="3560" y="4033"/>
                  </a:lnTo>
                  <a:cubicBezTo>
                    <a:pt x="3434" y="4065"/>
                    <a:pt x="3308" y="4065"/>
                    <a:pt x="3214" y="4065"/>
                  </a:cubicBezTo>
                  <a:cubicBezTo>
                    <a:pt x="2993" y="4065"/>
                    <a:pt x="2836" y="4033"/>
                    <a:pt x="2773" y="4033"/>
                  </a:cubicBezTo>
                  <a:cubicBezTo>
                    <a:pt x="1985" y="3844"/>
                    <a:pt x="1418" y="3119"/>
                    <a:pt x="1418" y="2300"/>
                  </a:cubicBezTo>
                  <a:cubicBezTo>
                    <a:pt x="1387" y="2143"/>
                    <a:pt x="1544" y="1985"/>
                    <a:pt x="1733" y="1985"/>
                  </a:cubicBezTo>
                  <a:cubicBezTo>
                    <a:pt x="1954" y="1985"/>
                    <a:pt x="2111" y="2143"/>
                    <a:pt x="2111" y="2332"/>
                  </a:cubicBezTo>
                  <a:cubicBezTo>
                    <a:pt x="2111" y="2804"/>
                    <a:pt x="2426" y="3245"/>
                    <a:pt x="2930" y="3371"/>
                  </a:cubicBezTo>
                  <a:cubicBezTo>
                    <a:pt x="3000" y="3383"/>
                    <a:pt x="3069" y="3390"/>
                    <a:pt x="3141" y="3390"/>
                  </a:cubicBezTo>
                  <a:cubicBezTo>
                    <a:pt x="3266" y="3390"/>
                    <a:pt x="3401" y="3368"/>
                    <a:pt x="3560" y="3308"/>
                  </a:cubicBezTo>
                  <a:lnTo>
                    <a:pt x="3560" y="1954"/>
                  </a:lnTo>
                  <a:cubicBezTo>
                    <a:pt x="3560" y="1072"/>
                    <a:pt x="3056" y="316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85"/>
            <p:cNvSpPr/>
            <p:nvPr/>
          </p:nvSpPr>
          <p:spPr>
            <a:xfrm>
              <a:off x="-18983850" y="3901475"/>
              <a:ext cx="208750" cy="111075"/>
            </a:xfrm>
            <a:custGeom>
              <a:avLst/>
              <a:gdLst/>
              <a:ahLst/>
              <a:cxnLst/>
              <a:rect l="l" t="t" r="r" b="b"/>
              <a:pathLst>
                <a:path w="8350" h="4443" extrusionOk="0">
                  <a:moveTo>
                    <a:pt x="2111" y="1"/>
                  </a:moveTo>
                  <a:lnTo>
                    <a:pt x="2111" y="1261"/>
                  </a:lnTo>
                  <a:cubicBezTo>
                    <a:pt x="2111" y="2300"/>
                    <a:pt x="2584" y="3151"/>
                    <a:pt x="3340" y="3750"/>
                  </a:cubicBezTo>
                  <a:lnTo>
                    <a:pt x="2017" y="3750"/>
                  </a:lnTo>
                  <a:lnTo>
                    <a:pt x="1387" y="2521"/>
                  </a:lnTo>
                  <a:cubicBezTo>
                    <a:pt x="1317" y="2404"/>
                    <a:pt x="1177" y="2339"/>
                    <a:pt x="1046" y="2339"/>
                  </a:cubicBezTo>
                  <a:cubicBezTo>
                    <a:pt x="1000" y="2339"/>
                    <a:pt x="955" y="2347"/>
                    <a:pt x="914" y="2363"/>
                  </a:cubicBezTo>
                  <a:cubicBezTo>
                    <a:pt x="757" y="2458"/>
                    <a:pt x="662" y="2679"/>
                    <a:pt x="757" y="2836"/>
                  </a:cubicBezTo>
                  <a:lnTo>
                    <a:pt x="1229" y="3750"/>
                  </a:lnTo>
                  <a:lnTo>
                    <a:pt x="347" y="3750"/>
                  </a:lnTo>
                  <a:cubicBezTo>
                    <a:pt x="158" y="3750"/>
                    <a:pt x="0" y="3907"/>
                    <a:pt x="0" y="4096"/>
                  </a:cubicBezTo>
                  <a:cubicBezTo>
                    <a:pt x="0" y="4285"/>
                    <a:pt x="158" y="4443"/>
                    <a:pt x="347" y="4443"/>
                  </a:cubicBezTo>
                  <a:lnTo>
                    <a:pt x="8223" y="4443"/>
                  </a:lnTo>
                  <a:cubicBezTo>
                    <a:pt x="8255" y="4443"/>
                    <a:pt x="8318" y="4443"/>
                    <a:pt x="8349" y="4411"/>
                  </a:cubicBezTo>
                  <a:cubicBezTo>
                    <a:pt x="6459" y="4348"/>
                    <a:pt x="5010" y="2805"/>
                    <a:pt x="5010" y="914"/>
                  </a:cubicBezTo>
                  <a:lnTo>
                    <a:pt x="4632" y="914"/>
                  </a:lnTo>
                  <a:cubicBezTo>
                    <a:pt x="3970" y="914"/>
                    <a:pt x="3340" y="757"/>
                    <a:pt x="2741" y="442"/>
                  </a:cubicBezTo>
                  <a:cubicBezTo>
                    <a:pt x="2521" y="316"/>
                    <a:pt x="2332" y="158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85"/>
            <p:cNvSpPr/>
            <p:nvPr/>
          </p:nvSpPr>
          <p:spPr>
            <a:xfrm>
              <a:off x="-18947625" y="3710075"/>
              <a:ext cx="159925" cy="67775"/>
            </a:xfrm>
            <a:custGeom>
              <a:avLst/>
              <a:gdLst/>
              <a:ahLst/>
              <a:cxnLst/>
              <a:rect l="l" t="t" r="r" b="b"/>
              <a:pathLst>
                <a:path w="6397" h="2711" extrusionOk="0">
                  <a:moveTo>
                    <a:pt x="1765" y="1"/>
                  </a:moveTo>
                  <a:cubicBezTo>
                    <a:pt x="788" y="1"/>
                    <a:pt x="1" y="789"/>
                    <a:pt x="1" y="1765"/>
                  </a:cubicBezTo>
                  <a:lnTo>
                    <a:pt x="1" y="2301"/>
                  </a:lnTo>
                  <a:cubicBezTo>
                    <a:pt x="410" y="1954"/>
                    <a:pt x="883" y="1765"/>
                    <a:pt x="1450" y="1765"/>
                  </a:cubicBezTo>
                  <a:cubicBezTo>
                    <a:pt x="2175" y="1765"/>
                    <a:pt x="2805" y="2143"/>
                    <a:pt x="3183" y="2710"/>
                  </a:cubicBezTo>
                  <a:cubicBezTo>
                    <a:pt x="3592" y="2112"/>
                    <a:pt x="4222" y="1765"/>
                    <a:pt x="4978" y="1765"/>
                  </a:cubicBezTo>
                  <a:cubicBezTo>
                    <a:pt x="5514" y="1765"/>
                    <a:pt x="5987" y="1954"/>
                    <a:pt x="6396" y="2301"/>
                  </a:cubicBezTo>
                  <a:lnTo>
                    <a:pt x="6396" y="1765"/>
                  </a:lnTo>
                  <a:cubicBezTo>
                    <a:pt x="6396" y="789"/>
                    <a:pt x="5609" y="1"/>
                    <a:pt x="4600" y="1"/>
                  </a:cubicBezTo>
                  <a:cubicBezTo>
                    <a:pt x="4411" y="1"/>
                    <a:pt x="4254" y="158"/>
                    <a:pt x="4254" y="348"/>
                  </a:cubicBezTo>
                  <a:cubicBezTo>
                    <a:pt x="4254" y="537"/>
                    <a:pt x="4096" y="694"/>
                    <a:pt x="3907" y="694"/>
                  </a:cubicBezTo>
                  <a:lnTo>
                    <a:pt x="2490" y="694"/>
                  </a:lnTo>
                  <a:cubicBezTo>
                    <a:pt x="2301" y="694"/>
                    <a:pt x="2143" y="537"/>
                    <a:pt x="2143" y="348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85"/>
            <p:cNvSpPr/>
            <p:nvPr/>
          </p:nvSpPr>
          <p:spPr>
            <a:xfrm>
              <a:off x="-18949200" y="3773100"/>
              <a:ext cx="159125" cy="133925"/>
            </a:xfrm>
            <a:custGeom>
              <a:avLst/>
              <a:gdLst/>
              <a:ahLst/>
              <a:cxnLst/>
              <a:rect l="l" t="t" r="r" b="b"/>
              <a:pathLst>
                <a:path w="6365" h="5357" extrusionOk="0">
                  <a:moveTo>
                    <a:pt x="1828" y="1040"/>
                  </a:moveTo>
                  <a:cubicBezTo>
                    <a:pt x="2048" y="1040"/>
                    <a:pt x="2206" y="1198"/>
                    <a:pt x="2206" y="1387"/>
                  </a:cubicBezTo>
                  <a:cubicBezTo>
                    <a:pt x="2206" y="1607"/>
                    <a:pt x="2048" y="1765"/>
                    <a:pt x="1828" y="1765"/>
                  </a:cubicBezTo>
                  <a:cubicBezTo>
                    <a:pt x="1639" y="1765"/>
                    <a:pt x="1481" y="1607"/>
                    <a:pt x="1481" y="1387"/>
                  </a:cubicBezTo>
                  <a:cubicBezTo>
                    <a:pt x="1481" y="1198"/>
                    <a:pt x="1639" y="1040"/>
                    <a:pt x="1828" y="1040"/>
                  </a:cubicBezTo>
                  <a:close/>
                  <a:moveTo>
                    <a:pt x="4663" y="1040"/>
                  </a:moveTo>
                  <a:cubicBezTo>
                    <a:pt x="4884" y="1040"/>
                    <a:pt x="5041" y="1198"/>
                    <a:pt x="5041" y="1387"/>
                  </a:cubicBezTo>
                  <a:cubicBezTo>
                    <a:pt x="5041" y="1607"/>
                    <a:pt x="4884" y="1765"/>
                    <a:pt x="4663" y="1765"/>
                  </a:cubicBezTo>
                  <a:cubicBezTo>
                    <a:pt x="4474" y="1765"/>
                    <a:pt x="4317" y="1607"/>
                    <a:pt x="4317" y="1387"/>
                  </a:cubicBezTo>
                  <a:cubicBezTo>
                    <a:pt x="4317" y="1198"/>
                    <a:pt x="4474" y="1040"/>
                    <a:pt x="4663" y="1040"/>
                  </a:cubicBezTo>
                  <a:close/>
                  <a:moveTo>
                    <a:pt x="2887" y="2126"/>
                  </a:moveTo>
                  <a:cubicBezTo>
                    <a:pt x="3056" y="2126"/>
                    <a:pt x="3188" y="2239"/>
                    <a:pt x="3214" y="2395"/>
                  </a:cubicBezTo>
                  <a:cubicBezTo>
                    <a:pt x="3297" y="2230"/>
                    <a:pt x="3451" y="2137"/>
                    <a:pt x="3594" y="2137"/>
                  </a:cubicBezTo>
                  <a:cubicBezTo>
                    <a:pt x="3615" y="2137"/>
                    <a:pt x="3635" y="2139"/>
                    <a:pt x="3655" y="2143"/>
                  </a:cubicBezTo>
                  <a:cubicBezTo>
                    <a:pt x="3844" y="2237"/>
                    <a:pt x="3939" y="2426"/>
                    <a:pt x="3876" y="2584"/>
                  </a:cubicBezTo>
                  <a:lnTo>
                    <a:pt x="3529" y="3655"/>
                  </a:lnTo>
                  <a:cubicBezTo>
                    <a:pt x="3498" y="3812"/>
                    <a:pt x="3340" y="3875"/>
                    <a:pt x="3183" y="3875"/>
                  </a:cubicBezTo>
                  <a:cubicBezTo>
                    <a:pt x="3025" y="3875"/>
                    <a:pt x="2899" y="3812"/>
                    <a:pt x="2836" y="3655"/>
                  </a:cubicBezTo>
                  <a:lnTo>
                    <a:pt x="2458" y="2584"/>
                  </a:lnTo>
                  <a:cubicBezTo>
                    <a:pt x="2521" y="2426"/>
                    <a:pt x="2584" y="2237"/>
                    <a:pt x="2773" y="2143"/>
                  </a:cubicBezTo>
                  <a:cubicBezTo>
                    <a:pt x="2812" y="2132"/>
                    <a:pt x="2850" y="2126"/>
                    <a:pt x="2887" y="2126"/>
                  </a:cubicBezTo>
                  <a:close/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lnTo>
                    <a:pt x="1" y="1481"/>
                  </a:lnTo>
                  <a:lnTo>
                    <a:pt x="1" y="2111"/>
                  </a:lnTo>
                  <a:cubicBezTo>
                    <a:pt x="1" y="2269"/>
                    <a:pt x="1" y="2458"/>
                    <a:pt x="32" y="2615"/>
                  </a:cubicBezTo>
                  <a:cubicBezTo>
                    <a:pt x="95" y="2678"/>
                    <a:pt x="95" y="2741"/>
                    <a:pt x="95" y="2773"/>
                  </a:cubicBezTo>
                  <a:cubicBezTo>
                    <a:pt x="158" y="2899"/>
                    <a:pt x="158" y="3025"/>
                    <a:pt x="190" y="3151"/>
                  </a:cubicBezTo>
                  <a:cubicBezTo>
                    <a:pt x="190" y="3182"/>
                    <a:pt x="221" y="3214"/>
                    <a:pt x="221" y="3245"/>
                  </a:cubicBezTo>
                  <a:cubicBezTo>
                    <a:pt x="253" y="3371"/>
                    <a:pt x="347" y="3529"/>
                    <a:pt x="379" y="3655"/>
                  </a:cubicBezTo>
                  <a:cubicBezTo>
                    <a:pt x="379" y="3686"/>
                    <a:pt x="410" y="3686"/>
                    <a:pt x="410" y="3718"/>
                  </a:cubicBezTo>
                  <a:cubicBezTo>
                    <a:pt x="505" y="3875"/>
                    <a:pt x="631" y="4033"/>
                    <a:pt x="694" y="4159"/>
                  </a:cubicBezTo>
                  <a:cubicBezTo>
                    <a:pt x="977" y="4474"/>
                    <a:pt x="1292" y="4758"/>
                    <a:pt x="1639" y="4947"/>
                  </a:cubicBezTo>
                  <a:cubicBezTo>
                    <a:pt x="2111" y="5230"/>
                    <a:pt x="2647" y="5356"/>
                    <a:pt x="3183" y="5356"/>
                  </a:cubicBezTo>
                  <a:cubicBezTo>
                    <a:pt x="4285" y="5356"/>
                    <a:pt x="5262" y="4789"/>
                    <a:pt x="5829" y="3938"/>
                  </a:cubicBezTo>
                  <a:cubicBezTo>
                    <a:pt x="5829" y="3938"/>
                    <a:pt x="5829" y="3875"/>
                    <a:pt x="5861" y="3875"/>
                  </a:cubicBezTo>
                  <a:cubicBezTo>
                    <a:pt x="5955" y="3718"/>
                    <a:pt x="6018" y="3623"/>
                    <a:pt x="6081" y="3434"/>
                  </a:cubicBezTo>
                  <a:cubicBezTo>
                    <a:pt x="6144" y="3403"/>
                    <a:pt x="6144" y="3340"/>
                    <a:pt x="6176" y="3277"/>
                  </a:cubicBezTo>
                  <a:cubicBezTo>
                    <a:pt x="6207" y="3182"/>
                    <a:pt x="6270" y="3025"/>
                    <a:pt x="6302" y="2899"/>
                  </a:cubicBezTo>
                  <a:cubicBezTo>
                    <a:pt x="6302" y="2867"/>
                    <a:pt x="6333" y="2773"/>
                    <a:pt x="6333" y="2741"/>
                  </a:cubicBezTo>
                  <a:cubicBezTo>
                    <a:pt x="6365" y="2552"/>
                    <a:pt x="6365" y="2363"/>
                    <a:pt x="6365" y="2143"/>
                  </a:cubicBezTo>
                  <a:lnTo>
                    <a:pt x="6365" y="1292"/>
                  </a:lnTo>
                  <a:cubicBezTo>
                    <a:pt x="6302" y="567"/>
                    <a:pt x="5703" y="0"/>
                    <a:pt x="4947" y="0"/>
                  </a:cubicBezTo>
                  <a:cubicBezTo>
                    <a:pt x="4159" y="0"/>
                    <a:pt x="3529" y="630"/>
                    <a:pt x="3529" y="1418"/>
                  </a:cubicBezTo>
                  <a:cubicBezTo>
                    <a:pt x="3529" y="1607"/>
                    <a:pt x="3372" y="1765"/>
                    <a:pt x="3183" y="1765"/>
                  </a:cubicBezTo>
                  <a:cubicBezTo>
                    <a:pt x="2994" y="1765"/>
                    <a:pt x="2836" y="1607"/>
                    <a:pt x="2836" y="1418"/>
                  </a:cubicBezTo>
                  <a:cubicBezTo>
                    <a:pt x="2836" y="630"/>
                    <a:pt x="2206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0" name="Google Shape;8280;p85"/>
          <p:cNvGrpSpPr/>
          <p:nvPr/>
        </p:nvGrpSpPr>
        <p:grpSpPr>
          <a:xfrm>
            <a:off x="4071911" y="2797422"/>
            <a:ext cx="450470" cy="448180"/>
            <a:chOff x="-19020075" y="4084200"/>
            <a:chExt cx="304825" cy="303275"/>
          </a:xfrm>
        </p:grpSpPr>
        <p:sp>
          <p:nvSpPr>
            <p:cNvPr id="8281" name="Google Shape;8281;p85"/>
            <p:cNvSpPr/>
            <p:nvPr/>
          </p:nvSpPr>
          <p:spPr>
            <a:xfrm>
              <a:off x="-18962575" y="4274800"/>
              <a:ext cx="103975" cy="94550"/>
            </a:xfrm>
            <a:custGeom>
              <a:avLst/>
              <a:gdLst/>
              <a:ahLst/>
              <a:cxnLst/>
              <a:rect l="l" t="t" r="r" b="b"/>
              <a:pathLst>
                <a:path w="4159" h="3782" extrusionOk="0">
                  <a:moveTo>
                    <a:pt x="3403" y="1"/>
                  </a:moveTo>
                  <a:cubicBezTo>
                    <a:pt x="3151" y="1356"/>
                    <a:pt x="1985" y="2364"/>
                    <a:pt x="599" y="2364"/>
                  </a:cubicBezTo>
                  <a:cubicBezTo>
                    <a:pt x="410" y="2364"/>
                    <a:pt x="221" y="2332"/>
                    <a:pt x="0" y="2301"/>
                  </a:cubicBezTo>
                  <a:lnTo>
                    <a:pt x="0" y="2301"/>
                  </a:lnTo>
                  <a:cubicBezTo>
                    <a:pt x="284" y="3151"/>
                    <a:pt x="1071" y="3781"/>
                    <a:pt x="2048" y="3781"/>
                  </a:cubicBezTo>
                  <a:cubicBezTo>
                    <a:pt x="3214" y="3781"/>
                    <a:pt x="4159" y="2836"/>
                    <a:pt x="4159" y="1671"/>
                  </a:cubicBezTo>
                  <a:cubicBezTo>
                    <a:pt x="4159" y="978"/>
                    <a:pt x="3875" y="410"/>
                    <a:pt x="34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85"/>
            <p:cNvSpPr/>
            <p:nvPr/>
          </p:nvSpPr>
          <p:spPr>
            <a:xfrm>
              <a:off x="-18883025" y="4281900"/>
              <a:ext cx="78000" cy="105575"/>
            </a:xfrm>
            <a:custGeom>
              <a:avLst/>
              <a:gdLst/>
              <a:ahLst/>
              <a:cxnLst/>
              <a:rect l="l" t="t" r="r" b="b"/>
              <a:pathLst>
                <a:path w="3120" h="4223" extrusionOk="0">
                  <a:moveTo>
                    <a:pt x="1323" y="0"/>
                  </a:moveTo>
                  <a:lnTo>
                    <a:pt x="1323" y="0"/>
                  </a:lnTo>
                  <a:cubicBezTo>
                    <a:pt x="1544" y="442"/>
                    <a:pt x="1670" y="914"/>
                    <a:pt x="1670" y="1387"/>
                  </a:cubicBezTo>
                  <a:cubicBezTo>
                    <a:pt x="1670" y="2552"/>
                    <a:pt x="977" y="3529"/>
                    <a:pt x="0" y="3970"/>
                  </a:cubicBezTo>
                  <a:cubicBezTo>
                    <a:pt x="284" y="4128"/>
                    <a:pt x="599" y="4222"/>
                    <a:pt x="977" y="4222"/>
                  </a:cubicBezTo>
                  <a:cubicBezTo>
                    <a:pt x="2142" y="4222"/>
                    <a:pt x="3088" y="3277"/>
                    <a:pt x="3088" y="2080"/>
                  </a:cubicBezTo>
                  <a:cubicBezTo>
                    <a:pt x="3119" y="1072"/>
                    <a:pt x="2331" y="189"/>
                    <a:pt x="13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85"/>
            <p:cNvSpPr/>
            <p:nvPr/>
          </p:nvSpPr>
          <p:spPr>
            <a:xfrm>
              <a:off x="-18809000" y="4281100"/>
              <a:ext cx="57525" cy="88250"/>
            </a:xfrm>
            <a:custGeom>
              <a:avLst/>
              <a:gdLst/>
              <a:ahLst/>
              <a:cxnLst/>
              <a:rect l="l" t="t" r="r" b="b"/>
              <a:pathLst>
                <a:path w="2301" h="3530" extrusionOk="0">
                  <a:moveTo>
                    <a:pt x="536" y="1"/>
                  </a:moveTo>
                  <a:cubicBezTo>
                    <a:pt x="316" y="1"/>
                    <a:pt x="158" y="32"/>
                    <a:pt x="1" y="64"/>
                  </a:cubicBezTo>
                  <a:cubicBezTo>
                    <a:pt x="568" y="568"/>
                    <a:pt x="883" y="1324"/>
                    <a:pt x="883" y="2112"/>
                  </a:cubicBezTo>
                  <a:cubicBezTo>
                    <a:pt x="883" y="2616"/>
                    <a:pt x="725" y="3088"/>
                    <a:pt x="473" y="3529"/>
                  </a:cubicBezTo>
                  <a:lnTo>
                    <a:pt x="536" y="3529"/>
                  </a:lnTo>
                  <a:cubicBezTo>
                    <a:pt x="1513" y="3529"/>
                    <a:pt x="2300" y="2742"/>
                    <a:pt x="2300" y="1765"/>
                  </a:cubicBezTo>
                  <a:cubicBezTo>
                    <a:pt x="2300" y="820"/>
                    <a:pt x="1513" y="1"/>
                    <a:pt x="5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85"/>
            <p:cNvSpPr/>
            <p:nvPr/>
          </p:nvSpPr>
          <p:spPr>
            <a:xfrm>
              <a:off x="-18770400" y="4263000"/>
              <a:ext cx="55150" cy="66975"/>
            </a:xfrm>
            <a:custGeom>
              <a:avLst/>
              <a:gdLst/>
              <a:ahLst/>
              <a:cxnLst/>
              <a:rect l="l" t="t" r="r" b="b"/>
              <a:pathLst>
                <a:path w="2206" h="2679" extrusionOk="0">
                  <a:moveTo>
                    <a:pt x="756" y="0"/>
                  </a:moveTo>
                  <a:cubicBezTo>
                    <a:pt x="473" y="0"/>
                    <a:pt x="189" y="95"/>
                    <a:pt x="0" y="252"/>
                  </a:cubicBezTo>
                  <a:cubicBezTo>
                    <a:pt x="882" y="630"/>
                    <a:pt x="1450" y="1513"/>
                    <a:pt x="1450" y="2521"/>
                  </a:cubicBezTo>
                  <a:lnTo>
                    <a:pt x="1450" y="2678"/>
                  </a:lnTo>
                  <a:cubicBezTo>
                    <a:pt x="1891" y="2458"/>
                    <a:pt x="2206" y="1985"/>
                    <a:pt x="2206" y="1450"/>
                  </a:cubicBezTo>
                  <a:cubicBezTo>
                    <a:pt x="2174" y="662"/>
                    <a:pt x="1544" y="0"/>
                    <a:pt x="7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85"/>
            <p:cNvSpPr/>
            <p:nvPr/>
          </p:nvSpPr>
          <p:spPr>
            <a:xfrm>
              <a:off x="-18768050" y="4227550"/>
              <a:ext cx="52025" cy="31525"/>
            </a:xfrm>
            <a:custGeom>
              <a:avLst/>
              <a:gdLst/>
              <a:ahLst/>
              <a:cxnLst/>
              <a:rect l="l" t="t" r="r" b="b"/>
              <a:pathLst>
                <a:path w="2081" h="1261" extrusionOk="0">
                  <a:moveTo>
                    <a:pt x="1009" y="1"/>
                  </a:moveTo>
                  <a:cubicBezTo>
                    <a:pt x="505" y="1"/>
                    <a:pt x="64" y="347"/>
                    <a:pt x="1" y="820"/>
                  </a:cubicBezTo>
                  <a:cubicBezTo>
                    <a:pt x="221" y="757"/>
                    <a:pt x="410" y="725"/>
                    <a:pt x="662" y="725"/>
                  </a:cubicBezTo>
                  <a:cubicBezTo>
                    <a:pt x="1198" y="725"/>
                    <a:pt x="1671" y="946"/>
                    <a:pt x="2080" y="1261"/>
                  </a:cubicBezTo>
                  <a:lnTo>
                    <a:pt x="2080" y="1072"/>
                  </a:lnTo>
                  <a:cubicBezTo>
                    <a:pt x="2080" y="473"/>
                    <a:pt x="1608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85"/>
            <p:cNvSpPr/>
            <p:nvPr/>
          </p:nvSpPr>
          <p:spPr>
            <a:xfrm>
              <a:off x="-19000400" y="4262200"/>
              <a:ext cx="106350" cy="52800"/>
            </a:xfrm>
            <a:custGeom>
              <a:avLst/>
              <a:gdLst/>
              <a:ahLst/>
              <a:cxnLst/>
              <a:rect l="l" t="t" r="r" b="b"/>
              <a:pathLst>
                <a:path w="4254" h="2112" extrusionOk="0">
                  <a:moveTo>
                    <a:pt x="1" y="1"/>
                  </a:moveTo>
                  <a:cubicBezTo>
                    <a:pt x="1" y="1167"/>
                    <a:pt x="946" y="2112"/>
                    <a:pt x="2112" y="2112"/>
                  </a:cubicBezTo>
                  <a:cubicBezTo>
                    <a:pt x="3309" y="2112"/>
                    <a:pt x="4254" y="1230"/>
                    <a:pt x="4254" y="32"/>
                  </a:cubicBezTo>
                  <a:lnTo>
                    <a:pt x="4254" y="32"/>
                  </a:lnTo>
                  <a:cubicBezTo>
                    <a:pt x="3655" y="473"/>
                    <a:pt x="2899" y="757"/>
                    <a:pt x="2112" y="757"/>
                  </a:cubicBezTo>
                  <a:cubicBezTo>
                    <a:pt x="1324" y="757"/>
                    <a:pt x="568" y="47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85"/>
            <p:cNvSpPr/>
            <p:nvPr/>
          </p:nvSpPr>
          <p:spPr>
            <a:xfrm>
              <a:off x="-18912175" y="4173200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378" y="1"/>
                  </a:moveTo>
                  <a:cubicBezTo>
                    <a:pt x="189" y="1"/>
                    <a:pt x="0" y="284"/>
                    <a:pt x="0" y="725"/>
                  </a:cubicBezTo>
                  <a:cubicBezTo>
                    <a:pt x="0" y="1166"/>
                    <a:pt x="189" y="1418"/>
                    <a:pt x="378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85"/>
            <p:cNvSpPr/>
            <p:nvPr/>
          </p:nvSpPr>
          <p:spPr>
            <a:xfrm>
              <a:off x="-19001975" y="4173200"/>
              <a:ext cx="18150" cy="35475"/>
            </a:xfrm>
            <a:custGeom>
              <a:avLst/>
              <a:gdLst/>
              <a:ahLst/>
              <a:cxnLst/>
              <a:rect l="l" t="t" r="r" b="b"/>
              <a:pathLst>
                <a:path w="726" h="1419" extrusionOk="0">
                  <a:moveTo>
                    <a:pt x="379" y="1"/>
                  </a:moveTo>
                  <a:cubicBezTo>
                    <a:pt x="221" y="1"/>
                    <a:pt x="1" y="284"/>
                    <a:pt x="1" y="725"/>
                  </a:cubicBezTo>
                  <a:cubicBezTo>
                    <a:pt x="1" y="1166"/>
                    <a:pt x="221" y="1418"/>
                    <a:pt x="379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85"/>
            <p:cNvSpPr/>
            <p:nvPr/>
          </p:nvSpPr>
          <p:spPr>
            <a:xfrm>
              <a:off x="-19020075" y="4084200"/>
              <a:ext cx="143375" cy="178025"/>
            </a:xfrm>
            <a:custGeom>
              <a:avLst/>
              <a:gdLst/>
              <a:ahLst/>
              <a:cxnLst/>
              <a:rect l="l" t="t" r="r" b="b"/>
              <a:pathLst>
                <a:path w="5735" h="7121" extrusionOk="0">
                  <a:moveTo>
                    <a:pt x="1418" y="1"/>
                  </a:moveTo>
                  <a:cubicBezTo>
                    <a:pt x="630" y="1"/>
                    <a:pt x="0" y="662"/>
                    <a:pt x="0" y="1450"/>
                  </a:cubicBezTo>
                  <a:cubicBezTo>
                    <a:pt x="0" y="1923"/>
                    <a:pt x="221" y="2301"/>
                    <a:pt x="567" y="2584"/>
                  </a:cubicBezTo>
                  <a:cubicBezTo>
                    <a:pt x="315" y="2962"/>
                    <a:pt x="95" y="3435"/>
                    <a:pt x="32" y="3907"/>
                  </a:cubicBezTo>
                  <a:cubicBezTo>
                    <a:pt x="158" y="3277"/>
                    <a:pt x="536" y="2868"/>
                    <a:pt x="1040" y="2868"/>
                  </a:cubicBezTo>
                  <a:cubicBezTo>
                    <a:pt x="1638" y="2868"/>
                    <a:pt x="2111" y="3498"/>
                    <a:pt x="2111" y="4285"/>
                  </a:cubicBezTo>
                  <a:cubicBezTo>
                    <a:pt x="2111" y="5073"/>
                    <a:pt x="1638" y="5703"/>
                    <a:pt x="1040" y="5703"/>
                  </a:cubicBezTo>
                  <a:cubicBezTo>
                    <a:pt x="567" y="5703"/>
                    <a:pt x="158" y="5262"/>
                    <a:pt x="32" y="4632"/>
                  </a:cubicBezTo>
                  <a:lnTo>
                    <a:pt x="32" y="4632"/>
                  </a:lnTo>
                  <a:cubicBezTo>
                    <a:pt x="189" y="6050"/>
                    <a:pt x="1418" y="7121"/>
                    <a:pt x="2867" y="7121"/>
                  </a:cubicBezTo>
                  <a:cubicBezTo>
                    <a:pt x="4316" y="7121"/>
                    <a:pt x="5514" y="6018"/>
                    <a:pt x="5703" y="4632"/>
                  </a:cubicBezTo>
                  <a:lnTo>
                    <a:pt x="5703" y="4632"/>
                  </a:lnTo>
                  <a:cubicBezTo>
                    <a:pt x="5577" y="5262"/>
                    <a:pt x="5199" y="5703"/>
                    <a:pt x="4694" y="5703"/>
                  </a:cubicBezTo>
                  <a:cubicBezTo>
                    <a:pt x="4096" y="5703"/>
                    <a:pt x="3623" y="5073"/>
                    <a:pt x="3623" y="4285"/>
                  </a:cubicBezTo>
                  <a:cubicBezTo>
                    <a:pt x="3623" y="3498"/>
                    <a:pt x="4096" y="2868"/>
                    <a:pt x="4694" y="2868"/>
                  </a:cubicBezTo>
                  <a:cubicBezTo>
                    <a:pt x="5199" y="2868"/>
                    <a:pt x="5577" y="3277"/>
                    <a:pt x="5703" y="3907"/>
                  </a:cubicBezTo>
                  <a:cubicBezTo>
                    <a:pt x="5608" y="3403"/>
                    <a:pt x="5419" y="2962"/>
                    <a:pt x="5136" y="2584"/>
                  </a:cubicBezTo>
                  <a:cubicBezTo>
                    <a:pt x="5514" y="2301"/>
                    <a:pt x="5734" y="1923"/>
                    <a:pt x="5734" y="1450"/>
                  </a:cubicBezTo>
                  <a:cubicBezTo>
                    <a:pt x="5734" y="662"/>
                    <a:pt x="5104" y="1"/>
                    <a:pt x="4316" y="1"/>
                  </a:cubicBezTo>
                  <a:cubicBezTo>
                    <a:pt x="4127" y="1"/>
                    <a:pt x="3970" y="127"/>
                    <a:pt x="3970" y="347"/>
                  </a:cubicBezTo>
                  <a:cubicBezTo>
                    <a:pt x="3970" y="536"/>
                    <a:pt x="4127" y="694"/>
                    <a:pt x="4316" y="694"/>
                  </a:cubicBezTo>
                  <a:cubicBezTo>
                    <a:pt x="4726" y="694"/>
                    <a:pt x="5041" y="1040"/>
                    <a:pt x="5041" y="1450"/>
                  </a:cubicBezTo>
                  <a:cubicBezTo>
                    <a:pt x="5041" y="1702"/>
                    <a:pt x="4883" y="1954"/>
                    <a:pt x="4631" y="2080"/>
                  </a:cubicBezTo>
                  <a:cubicBezTo>
                    <a:pt x="4159" y="1670"/>
                    <a:pt x="3529" y="1450"/>
                    <a:pt x="2867" y="1450"/>
                  </a:cubicBezTo>
                  <a:cubicBezTo>
                    <a:pt x="2206" y="1450"/>
                    <a:pt x="1607" y="1670"/>
                    <a:pt x="1103" y="2080"/>
                  </a:cubicBezTo>
                  <a:cubicBezTo>
                    <a:pt x="851" y="1954"/>
                    <a:pt x="693" y="1702"/>
                    <a:pt x="693" y="1450"/>
                  </a:cubicBezTo>
                  <a:cubicBezTo>
                    <a:pt x="693" y="1040"/>
                    <a:pt x="1008" y="694"/>
                    <a:pt x="1418" y="694"/>
                  </a:cubicBezTo>
                  <a:cubicBezTo>
                    <a:pt x="1607" y="694"/>
                    <a:pt x="1764" y="536"/>
                    <a:pt x="1764" y="347"/>
                  </a:cubicBezTo>
                  <a:cubicBezTo>
                    <a:pt x="1764" y="127"/>
                    <a:pt x="1607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0" name="Google Shape;8290;p85"/>
          <p:cNvGrpSpPr/>
          <p:nvPr/>
        </p:nvGrpSpPr>
        <p:grpSpPr>
          <a:xfrm>
            <a:off x="6889176" y="1689001"/>
            <a:ext cx="396937" cy="450470"/>
            <a:chOff x="-17149475" y="3309200"/>
            <a:chExt cx="268600" cy="304825"/>
          </a:xfrm>
        </p:grpSpPr>
        <p:sp>
          <p:nvSpPr>
            <p:cNvPr id="8291" name="Google Shape;8291;p85"/>
            <p:cNvSpPr/>
            <p:nvPr/>
          </p:nvSpPr>
          <p:spPr>
            <a:xfrm>
              <a:off x="-17021100" y="3309200"/>
              <a:ext cx="102425" cy="72475"/>
            </a:xfrm>
            <a:custGeom>
              <a:avLst/>
              <a:gdLst/>
              <a:ahLst/>
              <a:cxnLst/>
              <a:rect l="l" t="t" r="r" b="b"/>
              <a:pathLst>
                <a:path w="4097" h="2899" extrusionOk="0">
                  <a:moveTo>
                    <a:pt x="1639" y="0"/>
                  </a:moveTo>
                  <a:cubicBezTo>
                    <a:pt x="914" y="0"/>
                    <a:pt x="284" y="441"/>
                    <a:pt x="1" y="1071"/>
                  </a:cubicBezTo>
                  <a:cubicBezTo>
                    <a:pt x="631" y="1418"/>
                    <a:pt x="1103" y="2111"/>
                    <a:pt x="1230" y="2898"/>
                  </a:cubicBezTo>
                  <a:cubicBezTo>
                    <a:pt x="1356" y="2867"/>
                    <a:pt x="1482" y="2835"/>
                    <a:pt x="1639" y="2835"/>
                  </a:cubicBezTo>
                  <a:cubicBezTo>
                    <a:pt x="2994" y="2835"/>
                    <a:pt x="4096" y="1733"/>
                    <a:pt x="4096" y="347"/>
                  </a:cubicBezTo>
                  <a:cubicBezTo>
                    <a:pt x="4096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85"/>
            <p:cNvSpPr/>
            <p:nvPr/>
          </p:nvSpPr>
          <p:spPr>
            <a:xfrm>
              <a:off x="-17149475" y="3346200"/>
              <a:ext cx="268600" cy="267825"/>
            </a:xfrm>
            <a:custGeom>
              <a:avLst/>
              <a:gdLst/>
              <a:ahLst/>
              <a:cxnLst/>
              <a:rect l="l" t="t" r="r" b="b"/>
              <a:pathLst>
                <a:path w="10744" h="10713" extrusionOk="0">
                  <a:moveTo>
                    <a:pt x="3939" y="1"/>
                  </a:moveTo>
                  <a:cubicBezTo>
                    <a:pt x="3718" y="1"/>
                    <a:pt x="3561" y="158"/>
                    <a:pt x="3561" y="379"/>
                  </a:cubicBezTo>
                  <a:cubicBezTo>
                    <a:pt x="3561" y="568"/>
                    <a:pt x="3718" y="725"/>
                    <a:pt x="3939" y="725"/>
                  </a:cubicBezTo>
                  <a:cubicBezTo>
                    <a:pt x="4506" y="725"/>
                    <a:pt x="4978" y="1198"/>
                    <a:pt x="4978" y="1797"/>
                  </a:cubicBezTo>
                  <a:lnTo>
                    <a:pt x="4978" y="2364"/>
                  </a:lnTo>
                  <a:cubicBezTo>
                    <a:pt x="4569" y="2206"/>
                    <a:pt x="4096" y="2143"/>
                    <a:pt x="3592" y="2143"/>
                  </a:cubicBezTo>
                  <a:cubicBezTo>
                    <a:pt x="1418" y="2143"/>
                    <a:pt x="1" y="3561"/>
                    <a:pt x="1" y="5735"/>
                  </a:cubicBezTo>
                  <a:cubicBezTo>
                    <a:pt x="1" y="8034"/>
                    <a:pt x="1576" y="10712"/>
                    <a:pt x="3592" y="10712"/>
                  </a:cubicBezTo>
                  <a:cubicBezTo>
                    <a:pt x="3813" y="10712"/>
                    <a:pt x="4002" y="10681"/>
                    <a:pt x="4254" y="10649"/>
                  </a:cubicBezTo>
                  <a:cubicBezTo>
                    <a:pt x="4632" y="10523"/>
                    <a:pt x="5002" y="10460"/>
                    <a:pt x="5372" y="10460"/>
                  </a:cubicBezTo>
                  <a:cubicBezTo>
                    <a:pt x="5742" y="10460"/>
                    <a:pt x="6112" y="10523"/>
                    <a:pt x="6491" y="10649"/>
                  </a:cubicBezTo>
                  <a:cubicBezTo>
                    <a:pt x="6680" y="10712"/>
                    <a:pt x="6932" y="10712"/>
                    <a:pt x="7152" y="10712"/>
                  </a:cubicBezTo>
                  <a:cubicBezTo>
                    <a:pt x="9168" y="10712"/>
                    <a:pt x="10744" y="8034"/>
                    <a:pt x="10744" y="5735"/>
                  </a:cubicBezTo>
                  <a:cubicBezTo>
                    <a:pt x="10649" y="3529"/>
                    <a:pt x="9294" y="2143"/>
                    <a:pt x="7121" y="2143"/>
                  </a:cubicBezTo>
                  <a:cubicBezTo>
                    <a:pt x="6617" y="2143"/>
                    <a:pt x="6144" y="2206"/>
                    <a:pt x="5703" y="2364"/>
                  </a:cubicBezTo>
                  <a:lnTo>
                    <a:pt x="5703" y="1797"/>
                  </a:lnTo>
                  <a:cubicBezTo>
                    <a:pt x="5703" y="788"/>
                    <a:pt x="4915" y="1"/>
                    <a:pt x="39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3" name="Google Shape;8293;p85"/>
          <p:cNvGrpSpPr/>
          <p:nvPr/>
        </p:nvGrpSpPr>
        <p:grpSpPr>
          <a:xfrm>
            <a:off x="6862982" y="2258120"/>
            <a:ext cx="449325" cy="420249"/>
            <a:chOff x="-17168375" y="3692750"/>
            <a:chExt cx="304050" cy="284375"/>
          </a:xfrm>
        </p:grpSpPr>
        <p:sp>
          <p:nvSpPr>
            <p:cNvPr id="8294" name="Google Shape;8294;p85"/>
            <p:cNvSpPr/>
            <p:nvPr/>
          </p:nvSpPr>
          <p:spPr>
            <a:xfrm>
              <a:off x="-16963600" y="3694325"/>
              <a:ext cx="99275" cy="92175"/>
            </a:xfrm>
            <a:custGeom>
              <a:avLst/>
              <a:gdLst/>
              <a:ahLst/>
              <a:cxnLst/>
              <a:rect l="l" t="t" r="r" b="b"/>
              <a:pathLst>
                <a:path w="3971" h="3687" extrusionOk="0">
                  <a:moveTo>
                    <a:pt x="1859" y="1"/>
                  </a:moveTo>
                  <a:cubicBezTo>
                    <a:pt x="1072" y="1"/>
                    <a:pt x="379" y="410"/>
                    <a:pt x="1" y="1041"/>
                  </a:cubicBezTo>
                  <a:cubicBezTo>
                    <a:pt x="1387" y="1482"/>
                    <a:pt x="2553" y="2458"/>
                    <a:pt x="3277" y="3687"/>
                  </a:cubicBezTo>
                  <a:cubicBezTo>
                    <a:pt x="3687" y="3277"/>
                    <a:pt x="3970" y="2710"/>
                    <a:pt x="3970" y="2112"/>
                  </a:cubicBezTo>
                  <a:cubicBezTo>
                    <a:pt x="3970" y="915"/>
                    <a:pt x="3025" y="1"/>
                    <a:pt x="1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85"/>
            <p:cNvSpPr/>
            <p:nvPr/>
          </p:nvSpPr>
          <p:spPr>
            <a:xfrm>
              <a:off x="-17102225" y="3817525"/>
              <a:ext cx="61475" cy="69650"/>
            </a:xfrm>
            <a:custGeom>
              <a:avLst/>
              <a:gdLst/>
              <a:ahLst/>
              <a:cxnLst/>
              <a:rect l="l" t="t" r="r" b="b"/>
              <a:pathLst>
                <a:path w="2459" h="2786" extrusionOk="0">
                  <a:moveTo>
                    <a:pt x="1293" y="1437"/>
                  </a:moveTo>
                  <a:cubicBezTo>
                    <a:pt x="1482" y="1437"/>
                    <a:pt x="1639" y="1594"/>
                    <a:pt x="1639" y="1783"/>
                  </a:cubicBezTo>
                  <a:cubicBezTo>
                    <a:pt x="1639" y="2004"/>
                    <a:pt x="1482" y="2161"/>
                    <a:pt x="1293" y="2161"/>
                  </a:cubicBezTo>
                  <a:cubicBezTo>
                    <a:pt x="1103" y="2161"/>
                    <a:pt x="946" y="2004"/>
                    <a:pt x="946" y="1783"/>
                  </a:cubicBezTo>
                  <a:cubicBezTo>
                    <a:pt x="946" y="1594"/>
                    <a:pt x="1103" y="1437"/>
                    <a:pt x="1293" y="1437"/>
                  </a:cubicBezTo>
                  <a:close/>
                  <a:moveTo>
                    <a:pt x="1452" y="0"/>
                  </a:moveTo>
                  <a:cubicBezTo>
                    <a:pt x="939" y="0"/>
                    <a:pt x="434" y="473"/>
                    <a:pt x="221" y="1059"/>
                  </a:cubicBezTo>
                  <a:cubicBezTo>
                    <a:pt x="1" y="1720"/>
                    <a:pt x="158" y="2539"/>
                    <a:pt x="725" y="2729"/>
                  </a:cubicBezTo>
                  <a:cubicBezTo>
                    <a:pt x="818" y="2768"/>
                    <a:pt x="916" y="2786"/>
                    <a:pt x="1017" y="2786"/>
                  </a:cubicBezTo>
                  <a:cubicBezTo>
                    <a:pt x="1157" y="2786"/>
                    <a:pt x="1304" y="2752"/>
                    <a:pt x="1450" y="2697"/>
                  </a:cubicBezTo>
                  <a:cubicBezTo>
                    <a:pt x="1576" y="2508"/>
                    <a:pt x="1734" y="2287"/>
                    <a:pt x="1923" y="2098"/>
                  </a:cubicBezTo>
                  <a:cubicBezTo>
                    <a:pt x="1986" y="2004"/>
                    <a:pt x="2112" y="1909"/>
                    <a:pt x="2206" y="1846"/>
                  </a:cubicBezTo>
                  <a:cubicBezTo>
                    <a:pt x="2458" y="1153"/>
                    <a:pt x="2364" y="271"/>
                    <a:pt x="1734" y="51"/>
                  </a:cubicBezTo>
                  <a:cubicBezTo>
                    <a:pt x="1641" y="16"/>
                    <a:pt x="1546" y="0"/>
                    <a:pt x="14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85"/>
            <p:cNvSpPr/>
            <p:nvPr/>
          </p:nvSpPr>
          <p:spPr>
            <a:xfrm>
              <a:off x="-17064400" y="3870925"/>
              <a:ext cx="93750" cy="106200"/>
            </a:xfrm>
            <a:custGeom>
              <a:avLst/>
              <a:gdLst/>
              <a:ahLst/>
              <a:cxnLst/>
              <a:rect l="l" t="t" r="r" b="b"/>
              <a:pathLst>
                <a:path w="3750" h="4248" extrusionOk="0">
                  <a:moveTo>
                    <a:pt x="1992" y="0"/>
                  </a:moveTo>
                  <a:cubicBezTo>
                    <a:pt x="1596" y="0"/>
                    <a:pt x="1195" y="152"/>
                    <a:pt x="945" y="435"/>
                  </a:cubicBezTo>
                  <a:cubicBezTo>
                    <a:pt x="221" y="1286"/>
                    <a:pt x="0" y="1727"/>
                    <a:pt x="284" y="4090"/>
                  </a:cubicBezTo>
                  <a:cubicBezTo>
                    <a:pt x="567" y="4216"/>
                    <a:pt x="914" y="4247"/>
                    <a:pt x="1229" y="4247"/>
                  </a:cubicBezTo>
                  <a:lnTo>
                    <a:pt x="1575" y="4247"/>
                  </a:lnTo>
                  <a:lnTo>
                    <a:pt x="1575" y="2609"/>
                  </a:lnTo>
                  <a:lnTo>
                    <a:pt x="1008" y="2010"/>
                  </a:lnTo>
                  <a:cubicBezTo>
                    <a:pt x="914" y="1947"/>
                    <a:pt x="882" y="1853"/>
                    <a:pt x="882" y="1790"/>
                  </a:cubicBezTo>
                  <a:cubicBezTo>
                    <a:pt x="882" y="1191"/>
                    <a:pt x="1355" y="719"/>
                    <a:pt x="1953" y="719"/>
                  </a:cubicBezTo>
                  <a:cubicBezTo>
                    <a:pt x="2552" y="719"/>
                    <a:pt x="3025" y="1191"/>
                    <a:pt x="3025" y="1790"/>
                  </a:cubicBezTo>
                  <a:cubicBezTo>
                    <a:pt x="3025" y="1853"/>
                    <a:pt x="2962" y="1979"/>
                    <a:pt x="2898" y="2010"/>
                  </a:cubicBezTo>
                  <a:lnTo>
                    <a:pt x="2300" y="2609"/>
                  </a:lnTo>
                  <a:lnTo>
                    <a:pt x="2300" y="4247"/>
                  </a:lnTo>
                  <a:lnTo>
                    <a:pt x="2489" y="4247"/>
                  </a:lnTo>
                  <a:cubicBezTo>
                    <a:pt x="2930" y="4247"/>
                    <a:pt x="3277" y="4216"/>
                    <a:pt x="3655" y="4090"/>
                  </a:cubicBezTo>
                  <a:cubicBezTo>
                    <a:pt x="3749" y="2483"/>
                    <a:pt x="3749" y="1664"/>
                    <a:pt x="3434" y="1065"/>
                  </a:cubicBezTo>
                  <a:cubicBezTo>
                    <a:pt x="3308" y="845"/>
                    <a:pt x="3119" y="593"/>
                    <a:pt x="2930" y="372"/>
                  </a:cubicBezTo>
                  <a:cubicBezTo>
                    <a:pt x="2693" y="120"/>
                    <a:pt x="2344" y="0"/>
                    <a:pt x="19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85"/>
            <p:cNvSpPr/>
            <p:nvPr/>
          </p:nvSpPr>
          <p:spPr>
            <a:xfrm>
              <a:off x="-17025025" y="3907200"/>
              <a:ext cx="15775" cy="13200"/>
            </a:xfrm>
            <a:custGeom>
              <a:avLst/>
              <a:gdLst/>
              <a:ahLst/>
              <a:cxnLst/>
              <a:rect l="l" t="t" r="r" b="b"/>
              <a:pathLst>
                <a:path w="631" h="528" extrusionOk="0">
                  <a:moveTo>
                    <a:pt x="327" y="0"/>
                  </a:moveTo>
                  <a:cubicBezTo>
                    <a:pt x="189" y="0"/>
                    <a:pt x="48" y="71"/>
                    <a:pt x="0" y="213"/>
                  </a:cubicBezTo>
                  <a:lnTo>
                    <a:pt x="315" y="528"/>
                  </a:lnTo>
                  <a:lnTo>
                    <a:pt x="630" y="213"/>
                  </a:lnTo>
                  <a:cubicBezTo>
                    <a:pt x="599" y="71"/>
                    <a:pt x="465" y="0"/>
                    <a:pt x="3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85"/>
            <p:cNvSpPr/>
            <p:nvPr/>
          </p:nvSpPr>
          <p:spPr>
            <a:xfrm>
              <a:off x="-16995100" y="3817825"/>
              <a:ext cx="63025" cy="69900"/>
            </a:xfrm>
            <a:custGeom>
              <a:avLst/>
              <a:gdLst/>
              <a:ahLst/>
              <a:cxnLst/>
              <a:rect l="l" t="t" r="r" b="b"/>
              <a:pathLst>
                <a:path w="2521" h="2796" extrusionOk="0">
                  <a:moveTo>
                    <a:pt x="1292" y="1425"/>
                  </a:moveTo>
                  <a:cubicBezTo>
                    <a:pt x="1481" y="1425"/>
                    <a:pt x="1670" y="1582"/>
                    <a:pt x="1670" y="1771"/>
                  </a:cubicBezTo>
                  <a:cubicBezTo>
                    <a:pt x="1639" y="1992"/>
                    <a:pt x="1481" y="2149"/>
                    <a:pt x="1292" y="2149"/>
                  </a:cubicBezTo>
                  <a:cubicBezTo>
                    <a:pt x="1103" y="2149"/>
                    <a:pt x="946" y="1992"/>
                    <a:pt x="946" y="1771"/>
                  </a:cubicBezTo>
                  <a:cubicBezTo>
                    <a:pt x="946" y="1582"/>
                    <a:pt x="1103" y="1425"/>
                    <a:pt x="1292" y="1425"/>
                  </a:cubicBezTo>
                  <a:close/>
                  <a:moveTo>
                    <a:pt x="1017" y="0"/>
                  </a:moveTo>
                  <a:cubicBezTo>
                    <a:pt x="931" y="0"/>
                    <a:pt x="844" y="12"/>
                    <a:pt x="757" y="39"/>
                  </a:cubicBezTo>
                  <a:cubicBezTo>
                    <a:pt x="158" y="259"/>
                    <a:pt x="0" y="1047"/>
                    <a:pt x="190" y="1708"/>
                  </a:cubicBezTo>
                  <a:cubicBezTo>
                    <a:pt x="347" y="1771"/>
                    <a:pt x="505" y="1897"/>
                    <a:pt x="631" y="2023"/>
                  </a:cubicBezTo>
                  <a:cubicBezTo>
                    <a:pt x="851" y="2244"/>
                    <a:pt x="1072" y="2496"/>
                    <a:pt x="1229" y="2748"/>
                  </a:cubicBezTo>
                  <a:cubicBezTo>
                    <a:pt x="1308" y="2780"/>
                    <a:pt x="1395" y="2795"/>
                    <a:pt x="1481" y="2795"/>
                  </a:cubicBezTo>
                  <a:cubicBezTo>
                    <a:pt x="1568" y="2795"/>
                    <a:pt x="1654" y="2780"/>
                    <a:pt x="1733" y="2748"/>
                  </a:cubicBezTo>
                  <a:cubicBezTo>
                    <a:pt x="2269" y="2527"/>
                    <a:pt x="2521" y="1771"/>
                    <a:pt x="2237" y="1047"/>
                  </a:cubicBezTo>
                  <a:cubicBezTo>
                    <a:pt x="2047" y="477"/>
                    <a:pt x="1553" y="0"/>
                    <a:pt x="10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85"/>
            <p:cNvSpPr/>
            <p:nvPr/>
          </p:nvSpPr>
          <p:spPr>
            <a:xfrm>
              <a:off x="-17150275" y="3728200"/>
              <a:ext cx="267825" cy="236300"/>
            </a:xfrm>
            <a:custGeom>
              <a:avLst/>
              <a:gdLst/>
              <a:ahLst/>
              <a:cxnLst/>
              <a:rect l="l" t="t" r="r" b="b"/>
              <a:pathLst>
                <a:path w="10713" h="9452" extrusionOk="0">
                  <a:moveTo>
                    <a:pt x="5325" y="1"/>
                  </a:moveTo>
                  <a:cubicBezTo>
                    <a:pt x="2395" y="1"/>
                    <a:pt x="1" y="2269"/>
                    <a:pt x="1" y="5010"/>
                  </a:cubicBezTo>
                  <a:cubicBezTo>
                    <a:pt x="1" y="6900"/>
                    <a:pt x="1135" y="8601"/>
                    <a:pt x="2899" y="9452"/>
                  </a:cubicBezTo>
                  <a:cubicBezTo>
                    <a:pt x="2773" y="8412"/>
                    <a:pt x="2773" y="7688"/>
                    <a:pt x="2994" y="7089"/>
                  </a:cubicBezTo>
                  <a:lnTo>
                    <a:pt x="2931" y="7089"/>
                  </a:lnTo>
                  <a:cubicBezTo>
                    <a:pt x="2742" y="7089"/>
                    <a:pt x="2584" y="7058"/>
                    <a:pt x="2427" y="7026"/>
                  </a:cubicBezTo>
                  <a:cubicBezTo>
                    <a:pt x="1482" y="6680"/>
                    <a:pt x="1104" y="5482"/>
                    <a:pt x="1482" y="4380"/>
                  </a:cubicBezTo>
                  <a:cubicBezTo>
                    <a:pt x="1822" y="3490"/>
                    <a:pt x="2596" y="2883"/>
                    <a:pt x="3390" y="2883"/>
                  </a:cubicBezTo>
                  <a:cubicBezTo>
                    <a:pt x="3553" y="2883"/>
                    <a:pt x="3716" y="2909"/>
                    <a:pt x="3876" y="2962"/>
                  </a:cubicBezTo>
                  <a:cubicBezTo>
                    <a:pt x="4601" y="3214"/>
                    <a:pt x="5105" y="4002"/>
                    <a:pt x="4947" y="5041"/>
                  </a:cubicBezTo>
                  <a:cubicBezTo>
                    <a:pt x="5073" y="5010"/>
                    <a:pt x="5231" y="5010"/>
                    <a:pt x="5388" y="5010"/>
                  </a:cubicBezTo>
                  <a:cubicBezTo>
                    <a:pt x="5451" y="5010"/>
                    <a:pt x="5546" y="5010"/>
                    <a:pt x="5672" y="5041"/>
                  </a:cubicBezTo>
                  <a:cubicBezTo>
                    <a:pt x="5546" y="4002"/>
                    <a:pt x="6018" y="3246"/>
                    <a:pt x="6712" y="2962"/>
                  </a:cubicBezTo>
                  <a:cubicBezTo>
                    <a:pt x="6883" y="2899"/>
                    <a:pt x="7058" y="2870"/>
                    <a:pt x="7233" y="2870"/>
                  </a:cubicBezTo>
                  <a:cubicBezTo>
                    <a:pt x="8023" y="2870"/>
                    <a:pt x="8802" y="3477"/>
                    <a:pt x="9137" y="4380"/>
                  </a:cubicBezTo>
                  <a:cubicBezTo>
                    <a:pt x="9515" y="5482"/>
                    <a:pt x="9074" y="6680"/>
                    <a:pt x="8161" y="7026"/>
                  </a:cubicBezTo>
                  <a:cubicBezTo>
                    <a:pt x="8003" y="7058"/>
                    <a:pt x="7877" y="7089"/>
                    <a:pt x="7751" y="7089"/>
                  </a:cubicBezTo>
                  <a:cubicBezTo>
                    <a:pt x="7909" y="7688"/>
                    <a:pt x="7909" y="8444"/>
                    <a:pt x="7783" y="9452"/>
                  </a:cubicBezTo>
                  <a:cubicBezTo>
                    <a:pt x="9547" y="8633"/>
                    <a:pt x="10713" y="6900"/>
                    <a:pt x="10713" y="5010"/>
                  </a:cubicBezTo>
                  <a:cubicBezTo>
                    <a:pt x="10681" y="2269"/>
                    <a:pt x="8287" y="1"/>
                    <a:pt x="53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85"/>
            <p:cNvSpPr/>
            <p:nvPr/>
          </p:nvSpPr>
          <p:spPr>
            <a:xfrm>
              <a:off x="-17168375" y="3692750"/>
              <a:ext cx="99250" cy="92975"/>
            </a:xfrm>
            <a:custGeom>
              <a:avLst/>
              <a:gdLst/>
              <a:ahLst/>
              <a:cxnLst/>
              <a:rect l="l" t="t" r="r" b="b"/>
              <a:pathLst>
                <a:path w="3970" h="3719" extrusionOk="0">
                  <a:moveTo>
                    <a:pt x="2111" y="1"/>
                  </a:moveTo>
                  <a:cubicBezTo>
                    <a:pt x="946" y="1"/>
                    <a:pt x="0" y="946"/>
                    <a:pt x="0" y="2143"/>
                  </a:cubicBezTo>
                  <a:cubicBezTo>
                    <a:pt x="0" y="2773"/>
                    <a:pt x="284" y="3309"/>
                    <a:pt x="693" y="3718"/>
                  </a:cubicBezTo>
                  <a:cubicBezTo>
                    <a:pt x="1418" y="2521"/>
                    <a:pt x="2552" y="1545"/>
                    <a:pt x="3970" y="1072"/>
                  </a:cubicBezTo>
                  <a:cubicBezTo>
                    <a:pt x="3623" y="442"/>
                    <a:pt x="2899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1" name="Google Shape;8301;p85"/>
          <p:cNvGrpSpPr/>
          <p:nvPr/>
        </p:nvGrpSpPr>
        <p:grpSpPr>
          <a:xfrm>
            <a:off x="6859491" y="2796852"/>
            <a:ext cx="456308" cy="449325"/>
            <a:chOff x="-17170750" y="4058800"/>
            <a:chExt cx="308775" cy="304050"/>
          </a:xfrm>
        </p:grpSpPr>
        <p:sp>
          <p:nvSpPr>
            <p:cNvPr id="8302" name="Google Shape;8302;p85"/>
            <p:cNvSpPr/>
            <p:nvPr/>
          </p:nvSpPr>
          <p:spPr>
            <a:xfrm>
              <a:off x="-17041575" y="4058800"/>
              <a:ext cx="49650" cy="49850"/>
            </a:xfrm>
            <a:custGeom>
              <a:avLst/>
              <a:gdLst/>
              <a:ahLst/>
              <a:cxnLst/>
              <a:rect l="l" t="t" r="r" b="b"/>
              <a:pathLst>
                <a:path w="1986" h="1994" extrusionOk="0">
                  <a:moveTo>
                    <a:pt x="989" y="1"/>
                  </a:moveTo>
                  <a:cubicBezTo>
                    <a:pt x="859" y="1"/>
                    <a:pt x="725" y="56"/>
                    <a:pt x="662" y="166"/>
                  </a:cubicBezTo>
                  <a:lnTo>
                    <a:pt x="1" y="1521"/>
                  </a:lnTo>
                  <a:lnTo>
                    <a:pt x="32" y="1521"/>
                  </a:lnTo>
                  <a:lnTo>
                    <a:pt x="977" y="1993"/>
                  </a:lnTo>
                  <a:lnTo>
                    <a:pt x="1954" y="1521"/>
                  </a:lnTo>
                  <a:lnTo>
                    <a:pt x="1985" y="1521"/>
                  </a:lnTo>
                  <a:lnTo>
                    <a:pt x="1292" y="166"/>
                  </a:lnTo>
                  <a:cubicBezTo>
                    <a:pt x="1245" y="56"/>
                    <a:pt x="1119" y="1"/>
                    <a:pt x="9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85"/>
            <p:cNvSpPr/>
            <p:nvPr/>
          </p:nvSpPr>
          <p:spPr>
            <a:xfrm>
              <a:off x="-17041575" y="4312625"/>
              <a:ext cx="49650" cy="50225"/>
            </a:xfrm>
            <a:custGeom>
              <a:avLst/>
              <a:gdLst/>
              <a:ahLst/>
              <a:cxnLst/>
              <a:rect l="l" t="t" r="r" b="b"/>
              <a:pathLst>
                <a:path w="1986" h="2009" extrusionOk="0">
                  <a:moveTo>
                    <a:pt x="977" y="0"/>
                  </a:moveTo>
                  <a:lnTo>
                    <a:pt x="32" y="473"/>
                  </a:lnTo>
                  <a:lnTo>
                    <a:pt x="1" y="473"/>
                  </a:lnTo>
                  <a:lnTo>
                    <a:pt x="662" y="1796"/>
                  </a:lnTo>
                  <a:cubicBezTo>
                    <a:pt x="757" y="1938"/>
                    <a:pt x="891" y="2009"/>
                    <a:pt x="1013" y="2009"/>
                  </a:cubicBezTo>
                  <a:cubicBezTo>
                    <a:pt x="1135" y="2009"/>
                    <a:pt x="1245" y="1938"/>
                    <a:pt x="1292" y="1796"/>
                  </a:cubicBezTo>
                  <a:lnTo>
                    <a:pt x="1985" y="473"/>
                  </a:lnTo>
                  <a:lnTo>
                    <a:pt x="1954" y="473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85"/>
            <p:cNvSpPr/>
            <p:nvPr/>
          </p:nvSpPr>
          <p:spPr>
            <a:xfrm>
              <a:off x="-17170750" y="4186600"/>
              <a:ext cx="52800" cy="48075"/>
            </a:xfrm>
            <a:custGeom>
              <a:avLst/>
              <a:gdLst/>
              <a:ahLst/>
              <a:cxnLst/>
              <a:rect l="l" t="t" r="r" b="b"/>
              <a:pathLst>
                <a:path w="2112" h="1923" extrusionOk="0">
                  <a:moveTo>
                    <a:pt x="1639" y="0"/>
                  </a:moveTo>
                  <a:lnTo>
                    <a:pt x="284" y="630"/>
                  </a:lnTo>
                  <a:cubicBezTo>
                    <a:pt x="1" y="788"/>
                    <a:pt x="1" y="1135"/>
                    <a:pt x="284" y="1261"/>
                  </a:cubicBezTo>
                  <a:lnTo>
                    <a:pt x="1639" y="1922"/>
                  </a:lnTo>
                  <a:lnTo>
                    <a:pt x="1639" y="1891"/>
                  </a:lnTo>
                  <a:lnTo>
                    <a:pt x="2112" y="946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85"/>
            <p:cNvSpPr/>
            <p:nvPr/>
          </p:nvSpPr>
          <p:spPr>
            <a:xfrm>
              <a:off x="-16914775" y="4185025"/>
              <a:ext cx="52800" cy="49650"/>
            </a:xfrm>
            <a:custGeom>
              <a:avLst/>
              <a:gdLst/>
              <a:ahLst/>
              <a:cxnLst/>
              <a:rect l="l" t="t" r="r" b="b"/>
              <a:pathLst>
                <a:path w="2112" h="1986" extrusionOk="0">
                  <a:moveTo>
                    <a:pt x="474" y="0"/>
                  </a:moveTo>
                  <a:lnTo>
                    <a:pt x="474" y="63"/>
                  </a:lnTo>
                  <a:lnTo>
                    <a:pt x="1" y="1009"/>
                  </a:lnTo>
                  <a:lnTo>
                    <a:pt x="474" y="1954"/>
                  </a:lnTo>
                  <a:lnTo>
                    <a:pt x="474" y="1985"/>
                  </a:lnTo>
                  <a:lnTo>
                    <a:pt x="1828" y="1324"/>
                  </a:lnTo>
                  <a:cubicBezTo>
                    <a:pt x="2112" y="1198"/>
                    <a:pt x="2112" y="851"/>
                    <a:pt x="1828" y="693"/>
                  </a:cubicBezTo>
                  <a:lnTo>
                    <a:pt x="47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85"/>
            <p:cNvSpPr/>
            <p:nvPr/>
          </p:nvSpPr>
          <p:spPr>
            <a:xfrm>
              <a:off x="-17127800" y="4273225"/>
              <a:ext cx="47650" cy="46500"/>
            </a:xfrm>
            <a:custGeom>
              <a:avLst/>
              <a:gdLst/>
              <a:ahLst/>
              <a:cxnLst/>
              <a:rect l="l" t="t" r="r" b="b"/>
              <a:pathLst>
                <a:path w="1906" h="1860" extrusionOk="0">
                  <a:moveTo>
                    <a:pt x="551" y="1"/>
                  </a:moveTo>
                  <a:lnTo>
                    <a:pt x="79" y="1419"/>
                  </a:lnTo>
                  <a:cubicBezTo>
                    <a:pt x="0" y="1628"/>
                    <a:pt x="183" y="1859"/>
                    <a:pt x="373" y="1859"/>
                  </a:cubicBezTo>
                  <a:cubicBezTo>
                    <a:pt x="412" y="1859"/>
                    <a:pt x="451" y="1850"/>
                    <a:pt x="488" y="1828"/>
                  </a:cubicBezTo>
                  <a:lnTo>
                    <a:pt x="1906" y="1356"/>
                  </a:lnTo>
                  <a:lnTo>
                    <a:pt x="1906" y="1324"/>
                  </a:lnTo>
                  <a:lnTo>
                    <a:pt x="1591" y="347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85"/>
            <p:cNvSpPr/>
            <p:nvPr/>
          </p:nvSpPr>
          <p:spPr>
            <a:xfrm>
              <a:off x="-16952575" y="4100775"/>
              <a:ext cx="47675" cy="47250"/>
            </a:xfrm>
            <a:custGeom>
              <a:avLst/>
              <a:gdLst/>
              <a:ahLst/>
              <a:cxnLst/>
              <a:rect l="l" t="t" r="r" b="b"/>
              <a:pathLst>
                <a:path w="1907" h="1890" extrusionOk="0">
                  <a:moveTo>
                    <a:pt x="1544" y="0"/>
                  </a:moveTo>
                  <a:cubicBezTo>
                    <a:pt x="1503" y="0"/>
                    <a:pt x="1461" y="10"/>
                    <a:pt x="1418" y="31"/>
                  </a:cubicBezTo>
                  <a:lnTo>
                    <a:pt x="1" y="503"/>
                  </a:lnTo>
                  <a:lnTo>
                    <a:pt x="1" y="535"/>
                  </a:lnTo>
                  <a:lnTo>
                    <a:pt x="316" y="1543"/>
                  </a:lnTo>
                  <a:lnTo>
                    <a:pt x="1324" y="1890"/>
                  </a:lnTo>
                  <a:lnTo>
                    <a:pt x="1355" y="1890"/>
                  </a:lnTo>
                  <a:lnTo>
                    <a:pt x="1828" y="472"/>
                  </a:lnTo>
                  <a:cubicBezTo>
                    <a:pt x="1907" y="236"/>
                    <a:pt x="1745" y="0"/>
                    <a:pt x="15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85"/>
            <p:cNvSpPr/>
            <p:nvPr/>
          </p:nvSpPr>
          <p:spPr>
            <a:xfrm>
              <a:off x="-16954150" y="4273225"/>
              <a:ext cx="49200" cy="47800"/>
            </a:xfrm>
            <a:custGeom>
              <a:avLst/>
              <a:gdLst/>
              <a:ahLst/>
              <a:cxnLst/>
              <a:rect l="l" t="t" r="r" b="b"/>
              <a:pathLst>
                <a:path w="1968" h="1912" extrusionOk="0">
                  <a:moveTo>
                    <a:pt x="1387" y="1"/>
                  </a:moveTo>
                  <a:lnTo>
                    <a:pt x="379" y="347"/>
                  </a:lnTo>
                  <a:lnTo>
                    <a:pt x="1" y="1356"/>
                  </a:lnTo>
                  <a:lnTo>
                    <a:pt x="1" y="1419"/>
                  </a:lnTo>
                  <a:lnTo>
                    <a:pt x="1418" y="1891"/>
                  </a:lnTo>
                  <a:cubicBezTo>
                    <a:pt x="1460" y="1905"/>
                    <a:pt x="1501" y="1911"/>
                    <a:pt x="1541" y="1911"/>
                  </a:cubicBezTo>
                  <a:cubicBezTo>
                    <a:pt x="1776" y="1911"/>
                    <a:pt x="1967" y="1692"/>
                    <a:pt x="1860" y="1450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85"/>
            <p:cNvSpPr/>
            <p:nvPr/>
          </p:nvSpPr>
          <p:spPr>
            <a:xfrm>
              <a:off x="-17128625" y="4101275"/>
              <a:ext cx="48475" cy="46750"/>
            </a:xfrm>
            <a:custGeom>
              <a:avLst/>
              <a:gdLst/>
              <a:ahLst/>
              <a:cxnLst/>
              <a:rect l="l" t="t" r="r" b="b"/>
              <a:pathLst>
                <a:path w="1939" h="1870" extrusionOk="0">
                  <a:moveTo>
                    <a:pt x="433" y="0"/>
                  </a:moveTo>
                  <a:cubicBezTo>
                    <a:pt x="209" y="0"/>
                    <a:pt x="0" y="201"/>
                    <a:pt x="112" y="452"/>
                  </a:cubicBezTo>
                  <a:lnTo>
                    <a:pt x="584" y="1870"/>
                  </a:lnTo>
                  <a:lnTo>
                    <a:pt x="1592" y="1523"/>
                  </a:lnTo>
                  <a:lnTo>
                    <a:pt x="1939" y="483"/>
                  </a:lnTo>
                  <a:lnTo>
                    <a:pt x="521" y="11"/>
                  </a:lnTo>
                  <a:cubicBezTo>
                    <a:pt x="492" y="4"/>
                    <a:pt x="462" y="0"/>
                    <a:pt x="4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85"/>
            <p:cNvSpPr/>
            <p:nvPr/>
          </p:nvSpPr>
          <p:spPr>
            <a:xfrm>
              <a:off x="-17043150" y="41834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39"/>
                    <a:pt x="473" y="2111"/>
                    <a:pt x="1040" y="2111"/>
                  </a:cubicBezTo>
                  <a:cubicBezTo>
                    <a:pt x="1639" y="2111"/>
                    <a:pt x="2112" y="1639"/>
                    <a:pt x="2112" y="1072"/>
                  </a:cubicBezTo>
                  <a:cubicBezTo>
                    <a:pt x="2112" y="504"/>
                    <a:pt x="163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85"/>
            <p:cNvSpPr/>
            <p:nvPr/>
          </p:nvSpPr>
          <p:spPr>
            <a:xfrm>
              <a:off x="-17070725" y="4111975"/>
              <a:ext cx="44925" cy="60475"/>
            </a:xfrm>
            <a:custGeom>
              <a:avLst/>
              <a:gdLst/>
              <a:ahLst/>
              <a:cxnLst/>
              <a:rect l="l" t="t" r="r" b="b"/>
              <a:pathLst>
                <a:path w="1797" h="2419" extrusionOk="0">
                  <a:moveTo>
                    <a:pt x="722" y="0"/>
                  </a:moveTo>
                  <a:cubicBezTo>
                    <a:pt x="663" y="0"/>
                    <a:pt x="600" y="8"/>
                    <a:pt x="537" y="24"/>
                  </a:cubicBezTo>
                  <a:cubicBezTo>
                    <a:pt x="411" y="55"/>
                    <a:pt x="348" y="150"/>
                    <a:pt x="316" y="244"/>
                  </a:cubicBezTo>
                  <a:lnTo>
                    <a:pt x="1" y="1253"/>
                  </a:lnTo>
                  <a:lnTo>
                    <a:pt x="1167" y="2418"/>
                  </a:lnTo>
                  <a:cubicBezTo>
                    <a:pt x="1356" y="2355"/>
                    <a:pt x="1576" y="2229"/>
                    <a:pt x="1797" y="2198"/>
                  </a:cubicBezTo>
                  <a:lnTo>
                    <a:pt x="1797" y="496"/>
                  </a:lnTo>
                  <a:lnTo>
                    <a:pt x="883" y="24"/>
                  </a:lnTo>
                  <a:cubicBezTo>
                    <a:pt x="836" y="8"/>
                    <a:pt x="781" y="0"/>
                    <a:pt x="7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85"/>
            <p:cNvSpPr/>
            <p:nvPr/>
          </p:nvSpPr>
          <p:spPr>
            <a:xfrm>
              <a:off x="-16979350" y="4156675"/>
              <a:ext cx="60675" cy="45700"/>
            </a:xfrm>
            <a:custGeom>
              <a:avLst/>
              <a:gdLst/>
              <a:ahLst/>
              <a:cxnLst/>
              <a:rect l="l" t="t" r="r" b="b"/>
              <a:pathLst>
                <a:path w="2427" h="1828" extrusionOk="0">
                  <a:moveTo>
                    <a:pt x="1166" y="0"/>
                  </a:moveTo>
                  <a:lnTo>
                    <a:pt x="1" y="1166"/>
                  </a:lnTo>
                  <a:cubicBezTo>
                    <a:pt x="127" y="1386"/>
                    <a:pt x="190" y="1575"/>
                    <a:pt x="284" y="1827"/>
                  </a:cubicBezTo>
                  <a:lnTo>
                    <a:pt x="1954" y="1827"/>
                  </a:lnTo>
                  <a:lnTo>
                    <a:pt x="2426" y="914"/>
                  </a:lnTo>
                  <a:cubicBezTo>
                    <a:pt x="2426" y="756"/>
                    <a:pt x="2426" y="630"/>
                    <a:pt x="2395" y="567"/>
                  </a:cubicBezTo>
                  <a:cubicBezTo>
                    <a:pt x="2363" y="441"/>
                    <a:pt x="2269" y="347"/>
                    <a:pt x="2174" y="315"/>
                  </a:cubicBezTo>
                  <a:lnTo>
                    <a:pt x="116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85"/>
            <p:cNvSpPr/>
            <p:nvPr/>
          </p:nvSpPr>
          <p:spPr>
            <a:xfrm>
              <a:off x="-17116400" y="4155875"/>
              <a:ext cx="63050" cy="44125"/>
            </a:xfrm>
            <a:custGeom>
              <a:avLst/>
              <a:gdLst/>
              <a:ahLst/>
              <a:cxnLst/>
              <a:rect l="l" t="t" r="r" b="b"/>
              <a:pathLst>
                <a:path w="2522" h="1765" extrusionOk="0">
                  <a:moveTo>
                    <a:pt x="1292" y="1"/>
                  </a:moveTo>
                  <a:lnTo>
                    <a:pt x="316" y="316"/>
                  </a:lnTo>
                  <a:cubicBezTo>
                    <a:pt x="190" y="347"/>
                    <a:pt x="127" y="442"/>
                    <a:pt x="95" y="536"/>
                  </a:cubicBezTo>
                  <a:cubicBezTo>
                    <a:pt x="32" y="662"/>
                    <a:pt x="1" y="788"/>
                    <a:pt x="95" y="851"/>
                  </a:cubicBezTo>
                  <a:lnTo>
                    <a:pt x="568" y="1765"/>
                  </a:lnTo>
                  <a:lnTo>
                    <a:pt x="2238" y="1765"/>
                  </a:lnTo>
                  <a:cubicBezTo>
                    <a:pt x="2301" y="1544"/>
                    <a:pt x="2364" y="1324"/>
                    <a:pt x="2521" y="1135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85"/>
            <p:cNvSpPr/>
            <p:nvPr/>
          </p:nvSpPr>
          <p:spPr>
            <a:xfrm>
              <a:off x="-17007700" y="4112450"/>
              <a:ext cx="44925" cy="60775"/>
            </a:xfrm>
            <a:custGeom>
              <a:avLst/>
              <a:gdLst/>
              <a:ahLst/>
              <a:cxnLst/>
              <a:rect l="l" t="t" r="r" b="b"/>
              <a:pathLst>
                <a:path w="1797" h="2431" extrusionOk="0">
                  <a:moveTo>
                    <a:pt x="1042" y="0"/>
                  </a:moveTo>
                  <a:cubicBezTo>
                    <a:pt x="989" y="0"/>
                    <a:pt x="936" y="10"/>
                    <a:pt x="883" y="36"/>
                  </a:cubicBezTo>
                  <a:lnTo>
                    <a:pt x="0" y="509"/>
                  </a:lnTo>
                  <a:lnTo>
                    <a:pt x="0" y="2179"/>
                  </a:lnTo>
                  <a:cubicBezTo>
                    <a:pt x="221" y="2210"/>
                    <a:pt x="410" y="2273"/>
                    <a:pt x="630" y="2431"/>
                  </a:cubicBezTo>
                  <a:lnTo>
                    <a:pt x="1796" y="1265"/>
                  </a:lnTo>
                  <a:lnTo>
                    <a:pt x="1481" y="288"/>
                  </a:lnTo>
                  <a:cubicBezTo>
                    <a:pt x="1450" y="162"/>
                    <a:pt x="1355" y="68"/>
                    <a:pt x="1261" y="36"/>
                  </a:cubicBezTo>
                  <a:cubicBezTo>
                    <a:pt x="1188" y="18"/>
                    <a:pt x="1115" y="0"/>
                    <a:pt x="10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85"/>
            <p:cNvSpPr/>
            <p:nvPr/>
          </p:nvSpPr>
          <p:spPr>
            <a:xfrm>
              <a:off x="-17007700" y="4248025"/>
              <a:ext cx="44925" cy="61475"/>
            </a:xfrm>
            <a:custGeom>
              <a:avLst/>
              <a:gdLst/>
              <a:ahLst/>
              <a:cxnLst/>
              <a:rect l="l" t="t" r="r" b="b"/>
              <a:pathLst>
                <a:path w="1797" h="2459" extrusionOk="0">
                  <a:moveTo>
                    <a:pt x="630" y="1"/>
                  </a:moveTo>
                  <a:cubicBezTo>
                    <a:pt x="473" y="95"/>
                    <a:pt x="221" y="221"/>
                    <a:pt x="0" y="253"/>
                  </a:cubicBezTo>
                  <a:lnTo>
                    <a:pt x="0" y="1954"/>
                  </a:lnTo>
                  <a:lnTo>
                    <a:pt x="883" y="2427"/>
                  </a:lnTo>
                  <a:cubicBezTo>
                    <a:pt x="946" y="2458"/>
                    <a:pt x="1009" y="2458"/>
                    <a:pt x="1040" y="2458"/>
                  </a:cubicBezTo>
                  <a:cubicBezTo>
                    <a:pt x="1135" y="2458"/>
                    <a:pt x="1198" y="2427"/>
                    <a:pt x="1261" y="2364"/>
                  </a:cubicBezTo>
                  <a:cubicBezTo>
                    <a:pt x="1324" y="2332"/>
                    <a:pt x="1450" y="2269"/>
                    <a:pt x="1481" y="2175"/>
                  </a:cubicBezTo>
                  <a:lnTo>
                    <a:pt x="1796" y="1198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85"/>
            <p:cNvSpPr/>
            <p:nvPr/>
          </p:nvSpPr>
          <p:spPr>
            <a:xfrm>
              <a:off x="-16980125" y="4219675"/>
              <a:ext cx="61450" cy="45700"/>
            </a:xfrm>
            <a:custGeom>
              <a:avLst/>
              <a:gdLst/>
              <a:ahLst/>
              <a:cxnLst/>
              <a:rect l="l" t="t" r="r" b="b"/>
              <a:pathLst>
                <a:path w="2458" h="1828" extrusionOk="0">
                  <a:moveTo>
                    <a:pt x="252" y="1"/>
                  </a:moveTo>
                  <a:cubicBezTo>
                    <a:pt x="221" y="253"/>
                    <a:pt x="158" y="442"/>
                    <a:pt x="0" y="631"/>
                  </a:cubicBezTo>
                  <a:lnTo>
                    <a:pt x="1166" y="1828"/>
                  </a:lnTo>
                  <a:lnTo>
                    <a:pt x="2142" y="1513"/>
                  </a:lnTo>
                  <a:cubicBezTo>
                    <a:pt x="2268" y="1450"/>
                    <a:pt x="2363" y="1387"/>
                    <a:pt x="2394" y="1261"/>
                  </a:cubicBezTo>
                  <a:cubicBezTo>
                    <a:pt x="2426" y="1135"/>
                    <a:pt x="2457" y="1009"/>
                    <a:pt x="2394" y="946"/>
                  </a:cubicBezTo>
                  <a:lnTo>
                    <a:pt x="19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85"/>
            <p:cNvSpPr/>
            <p:nvPr/>
          </p:nvSpPr>
          <p:spPr>
            <a:xfrm>
              <a:off x="-17070725" y="4247250"/>
              <a:ext cx="44925" cy="61300"/>
            </a:xfrm>
            <a:custGeom>
              <a:avLst/>
              <a:gdLst/>
              <a:ahLst/>
              <a:cxnLst/>
              <a:rect l="l" t="t" r="r" b="b"/>
              <a:pathLst>
                <a:path w="1797" h="2452" extrusionOk="0">
                  <a:moveTo>
                    <a:pt x="1167" y="0"/>
                  </a:moveTo>
                  <a:lnTo>
                    <a:pt x="1" y="1197"/>
                  </a:lnTo>
                  <a:lnTo>
                    <a:pt x="316" y="2174"/>
                  </a:lnTo>
                  <a:cubicBezTo>
                    <a:pt x="348" y="2300"/>
                    <a:pt x="411" y="2332"/>
                    <a:pt x="505" y="2363"/>
                  </a:cubicBezTo>
                  <a:cubicBezTo>
                    <a:pt x="578" y="2418"/>
                    <a:pt x="641" y="2452"/>
                    <a:pt x="711" y="2452"/>
                  </a:cubicBezTo>
                  <a:cubicBezTo>
                    <a:pt x="762" y="2452"/>
                    <a:pt x="817" y="2434"/>
                    <a:pt x="883" y="2395"/>
                  </a:cubicBezTo>
                  <a:lnTo>
                    <a:pt x="1797" y="1922"/>
                  </a:lnTo>
                  <a:lnTo>
                    <a:pt x="1797" y="284"/>
                  </a:lnTo>
                  <a:cubicBezTo>
                    <a:pt x="1576" y="221"/>
                    <a:pt x="1356" y="158"/>
                    <a:pt x="11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85"/>
            <p:cNvSpPr/>
            <p:nvPr/>
          </p:nvSpPr>
          <p:spPr>
            <a:xfrm>
              <a:off x="-17115600" y="4218900"/>
              <a:ext cx="61450" cy="44900"/>
            </a:xfrm>
            <a:custGeom>
              <a:avLst/>
              <a:gdLst/>
              <a:ahLst/>
              <a:cxnLst/>
              <a:rect l="l" t="t" r="r" b="b"/>
              <a:pathLst>
                <a:path w="2458" h="1796" extrusionOk="0">
                  <a:moveTo>
                    <a:pt x="536" y="0"/>
                  </a:moveTo>
                  <a:lnTo>
                    <a:pt x="536" y="32"/>
                  </a:lnTo>
                  <a:lnTo>
                    <a:pt x="63" y="945"/>
                  </a:lnTo>
                  <a:cubicBezTo>
                    <a:pt x="0" y="1071"/>
                    <a:pt x="0" y="1166"/>
                    <a:pt x="63" y="1260"/>
                  </a:cubicBezTo>
                  <a:cubicBezTo>
                    <a:pt x="95" y="1386"/>
                    <a:pt x="158" y="1449"/>
                    <a:pt x="284" y="1481"/>
                  </a:cubicBezTo>
                  <a:lnTo>
                    <a:pt x="1260" y="1796"/>
                  </a:lnTo>
                  <a:lnTo>
                    <a:pt x="2458" y="630"/>
                  </a:lnTo>
                  <a:cubicBezTo>
                    <a:pt x="2332" y="441"/>
                    <a:pt x="2269" y="221"/>
                    <a:pt x="21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9" name="Google Shape;8319;p85"/>
          <p:cNvGrpSpPr/>
          <p:nvPr/>
        </p:nvGrpSpPr>
        <p:grpSpPr>
          <a:xfrm>
            <a:off x="5721388" y="3343358"/>
            <a:ext cx="450470" cy="446998"/>
            <a:chOff x="-15688425" y="3707725"/>
            <a:chExt cx="304825" cy="302475"/>
          </a:xfrm>
        </p:grpSpPr>
        <p:sp>
          <p:nvSpPr>
            <p:cNvPr id="8320" name="Google Shape;8320;p85"/>
            <p:cNvSpPr/>
            <p:nvPr/>
          </p:nvSpPr>
          <p:spPr>
            <a:xfrm>
              <a:off x="-15687650" y="3884950"/>
              <a:ext cx="304050" cy="125250"/>
            </a:xfrm>
            <a:custGeom>
              <a:avLst/>
              <a:gdLst/>
              <a:ahLst/>
              <a:cxnLst/>
              <a:rect l="l" t="t" r="r" b="b"/>
              <a:pathLst>
                <a:path w="12162" h="5010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851" y="725"/>
                  </a:lnTo>
                  <a:lnTo>
                    <a:pt x="1481" y="1922"/>
                  </a:lnTo>
                  <a:cubicBezTo>
                    <a:pt x="1576" y="2048"/>
                    <a:pt x="1702" y="2142"/>
                    <a:pt x="1796" y="2142"/>
                  </a:cubicBezTo>
                  <a:lnTo>
                    <a:pt x="3057" y="2142"/>
                  </a:lnTo>
                  <a:lnTo>
                    <a:pt x="3624" y="2835"/>
                  </a:lnTo>
                  <a:lnTo>
                    <a:pt x="6113" y="2835"/>
                  </a:lnTo>
                  <a:cubicBezTo>
                    <a:pt x="6302" y="2835"/>
                    <a:pt x="6459" y="2993"/>
                    <a:pt x="6459" y="3182"/>
                  </a:cubicBezTo>
                  <a:cubicBezTo>
                    <a:pt x="6459" y="3403"/>
                    <a:pt x="6302" y="3560"/>
                    <a:pt x="6113" y="3560"/>
                  </a:cubicBezTo>
                  <a:lnTo>
                    <a:pt x="4128" y="3560"/>
                  </a:lnTo>
                  <a:lnTo>
                    <a:pt x="5073" y="4852"/>
                  </a:lnTo>
                  <a:cubicBezTo>
                    <a:pt x="5168" y="4915"/>
                    <a:pt x="5231" y="5009"/>
                    <a:pt x="5357" y="5009"/>
                  </a:cubicBezTo>
                  <a:lnTo>
                    <a:pt x="6774" y="5009"/>
                  </a:lnTo>
                  <a:cubicBezTo>
                    <a:pt x="6900" y="5009"/>
                    <a:pt x="7058" y="4915"/>
                    <a:pt x="7089" y="4820"/>
                  </a:cubicBezTo>
                  <a:lnTo>
                    <a:pt x="7719" y="3560"/>
                  </a:lnTo>
                  <a:lnTo>
                    <a:pt x="8948" y="3560"/>
                  </a:lnTo>
                  <a:cubicBezTo>
                    <a:pt x="9043" y="3560"/>
                    <a:pt x="9169" y="3497"/>
                    <a:pt x="9200" y="3403"/>
                  </a:cubicBezTo>
                  <a:lnTo>
                    <a:pt x="10145" y="2079"/>
                  </a:lnTo>
                  <a:lnTo>
                    <a:pt x="8948" y="2079"/>
                  </a:lnTo>
                  <a:lnTo>
                    <a:pt x="8948" y="2142"/>
                  </a:lnTo>
                  <a:cubicBezTo>
                    <a:pt x="8728" y="2142"/>
                    <a:pt x="8570" y="1985"/>
                    <a:pt x="8570" y="1764"/>
                  </a:cubicBezTo>
                  <a:cubicBezTo>
                    <a:pt x="8570" y="1575"/>
                    <a:pt x="8728" y="1418"/>
                    <a:pt x="8948" y="1418"/>
                  </a:cubicBezTo>
                  <a:lnTo>
                    <a:pt x="10712" y="1418"/>
                  </a:lnTo>
                  <a:lnTo>
                    <a:pt x="11248" y="725"/>
                  </a:lnTo>
                  <a:lnTo>
                    <a:pt x="11815" y="725"/>
                  </a:lnTo>
                  <a:cubicBezTo>
                    <a:pt x="12004" y="725"/>
                    <a:pt x="12162" y="567"/>
                    <a:pt x="12162" y="347"/>
                  </a:cubicBezTo>
                  <a:cubicBezTo>
                    <a:pt x="12162" y="158"/>
                    <a:pt x="12004" y="0"/>
                    <a:pt x="118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85"/>
            <p:cNvSpPr/>
            <p:nvPr/>
          </p:nvSpPr>
          <p:spPr>
            <a:xfrm>
              <a:off x="-15634875" y="3956600"/>
              <a:ext cx="49650" cy="18150"/>
            </a:xfrm>
            <a:custGeom>
              <a:avLst/>
              <a:gdLst/>
              <a:ahLst/>
              <a:cxnLst/>
              <a:rect l="l" t="t" r="r" b="b"/>
              <a:pathLst>
                <a:path w="198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68"/>
                    <a:pt x="158" y="726"/>
                    <a:pt x="379" y="726"/>
                  </a:cubicBezTo>
                  <a:lnTo>
                    <a:pt x="1985" y="726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85"/>
            <p:cNvSpPr/>
            <p:nvPr/>
          </p:nvSpPr>
          <p:spPr>
            <a:xfrm>
              <a:off x="-15434025" y="3920375"/>
              <a:ext cx="31525" cy="18150"/>
            </a:xfrm>
            <a:custGeom>
              <a:avLst/>
              <a:gdLst/>
              <a:ahLst/>
              <a:cxnLst/>
              <a:rect l="l" t="t" r="r" b="b"/>
              <a:pathLst>
                <a:path w="1261" h="726" extrusionOk="0">
                  <a:moveTo>
                    <a:pt x="567" y="1"/>
                  </a:moveTo>
                  <a:lnTo>
                    <a:pt x="0" y="725"/>
                  </a:lnTo>
                  <a:lnTo>
                    <a:pt x="914" y="725"/>
                  </a:lnTo>
                  <a:cubicBezTo>
                    <a:pt x="1103" y="725"/>
                    <a:pt x="1261" y="568"/>
                    <a:pt x="1261" y="347"/>
                  </a:cubicBezTo>
                  <a:cubicBezTo>
                    <a:pt x="1261" y="158"/>
                    <a:pt x="1103" y="1"/>
                    <a:pt x="9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85"/>
            <p:cNvSpPr/>
            <p:nvPr/>
          </p:nvSpPr>
          <p:spPr>
            <a:xfrm>
              <a:off x="-15436400" y="3974725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65" y="694"/>
                  </a:lnTo>
                  <a:cubicBezTo>
                    <a:pt x="1954" y="694"/>
                    <a:pt x="2112" y="536"/>
                    <a:pt x="2112" y="347"/>
                  </a:cubicBez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85"/>
            <p:cNvSpPr/>
            <p:nvPr/>
          </p:nvSpPr>
          <p:spPr>
            <a:xfrm>
              <a:off x="-15688425" y="3992050"/>
              <a:ext cx="54350" cy="18150"/>
            </a:xfrm>
            <a:custGeom>
              <a:avLst/>
              <a:gdLst/>
              <a:ahLst/>
              <a:cxnLst/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1985" y="725"/>
                    <a:pt x="2174" y="568"/>
                    <a:pt x="2174" y="379"/>
                  </a:cubicBezTo>
                  <a:cubicBezTo>
                    <a:pt x="2174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85"/>
            <p:cNvSpPr/>
            <p:nvPr/>
          </p:nvSpPr>
          <p:spPr>
            <a:xfrm>
              <a:off x="-15664800" y="3707725"/>
              <a:ext cx="252850" cy="161475"/>
            </a:xfrm>
            <a:custGeom>
              <a:avLst/>
              <a:gdLst/>
              <a:ahLst/>
              <a:cxnLst/>
              <a:rect l="l" t="t" r="r" b="b"/>
              <a:pathLst>
                <a:path w="10114" h="6459" extrusionOk="0">
                  <a:moveTo>
                    <a:pt x="4443" y="0"/>
                  </a:moveTo>
                  <a:cubicBezTo>
                    <a:pt x="4285" y="0"/>
                    <a:pt x="4159" y="95"/>
                    <a:pt x="4096" y="252"/>
                  </a:cubicBezTo>
                  <a:lnTo>
                    <a:pt x="3686" y="1450"/>
                  </a:lnTo>
                  <a:lnTo>
                    <a:pt x="5136" y="1450"/>
                  </a:lnTo>
                  <a:cubicBezTo>
                    <a:pt x="5356" y="1450"/>
                    <a:pt x="5514" y="1607"/>
                    <a:pt x="5514" y="1828"/>
                  </a:cubicBezTo>
                  <a:cubicBezTo>
                    <a:pt x="5514" y="2017"/>
                    <a:pt x="5356" y="2174"/>
                    <a:pt x="5136" y="2174"/>
                  </a:cubicBezTo>
                  <a:lnTo>
                    <a:pt x="2993" y="2174"/>
                  </a:lnTo>
                  <a:cubicBezTo>
                    <a:pt x="2867" y="2174"/>
                    <a:pt x="2710" y="2237"/>
                    <a:pt x="2678" y="2363"/>
                  </a:cubicBezTo>
                  <a:lnTo>
                    <a:pt x="1985" y="3718"/>
                  </a:lnTo>
                  <a:lnTo>
                    <a:pt x="662" y="4380"/>
                  </a:lnTo>
                  <a:cubicBezTo>
                    <a:pt x="567" y="4411"/>
                    <a:pt x="504" y="4506"/>
                    <a:pt x="473" y="4600"/>
                  </a:cubicBezTo>
                  <a:lnTo>
                    <a:pt x="0" y="6459"/>
                  </a:lnTo>
                  <a:lnTo>
                    <a:pt x="3497" y="6459"/>
                  </a:lnTo>
                  <a:lnTo>
                    <a:pt x="4096" y="3813"/>
                  </a:lnTo>
                  <a:cubicBezTo>
                    <a:pt x="4122" y="3657"/>
                    <a:pt x="4255" y="3544"/>
                    <a:pt x="4406" y="3544"/>
                  </a:cubicBezTo>
                  <a:cubicBezTo>
                    <a:pt x="4439" y="3544"/>
                    <a:pt x="4472" y="3549"/>
                    <a:pt x="4506" y="3560"/>
                  </a:cubicBezTo>
                  <a:cubicBezTo>
                    <a:pt x="4726" y="3592"/>
                    <a:pt x="4821" y="3781"/>
                    <a:pt x="4789" y="3970"/>
                  </a:cubicBezTo>
                  <a:lnTo>
                    <a:pt x="4317" y="6427"/>
                  </a:lnTo>
                  <a:lnTo>
                    <a:pt x="5860" y="6427"/>
                  </a:lnTo>
                  <a:lnTo>
                    <a:pt x="5545" y="5482"/>
                  </a:lnTo>
                  <a:cubicBezTo>
                    <a:pt x="5451" y="5293"/>
                    <a:pt x="5577" y="5073"/>
                    <a:pt x="5766" y="5041"/>
                  </a:cubicBezTo>
                  <a:cubicBezTo>
                    <a:pt x="5811" y="5028"/>
                    <a:pt x="5855" y="5022"/>
                    <a:pt x="5896" y="5022"/>
                  </a:cubicBezTo>
                  <a:cubicBezTo>
                    <a:pt x="6057" y="5022"/>
                    <a:pt x="6182" y="5118"/>
                    <a:pt x="6207" y="5293"/>
                  </a:cubicBezTo>
                  <a:lnTo>
                    <a:pt x="6616" y="6459"/>
                  </a:lnTo>
                  <a:lnTo>
                    <a:pt x="10113" y="6459"/>
                  </a:lnTo>
                  <a:lnTo>
                    <a:pt x="9042" y="3813"/>
                  </a:lnTo>
                  <a:cubicBezTo>
                    <a:pt x="9011" y="3750"/>
                    <a:pt x="8979" y="3655"/>
                    <a:pt x="8885" y="3623"/>
                  </a:cubicBezTo>
                  <a:lnTo>
                    <a:pt x="7562" y="2962"/>
                  </a:lnTo>
                  <a:lnTo>
                    <a:pt x="6175" y="189"/>
                  </a:lnTo>
                  <a:cubicBezTo>
                    <a:pt x="6081" y="95"/>
                    <a:pt x="5986" y="0"/>
                    <a:pt x="58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6" name="Google Shape;8326;p85"/>
          <p:cNvGrpSpPr/>
          <p:nvPr/>
        </p:nvGrpSpPr>
        <p:grpSpPr>
          <a:xfrm>
            <a:off x="1865544" y="1690441"/>
            <a:ext cx="451653" cy="447589"/>
            <a:chOff x="-20572500" y="3319025"/>
            <a:chExt cx="305625" cy="302875"/>
          </a:xfrm>
        </p:grpSpPr>
        <p:sp>
          <p:nvSpPr>
            <p:cNvPr id="8327" name="Google Shape;8327;p85"/>
            <p:cNvSpPr/>
            <p:nvPr/>
          </p:nvSpPr>
          <p:spPr>
            <a:xfrm>
              <a:off x="-20429150" y="3569900"/>
              <a:ext cx="18150" cy="52000"/>
            </a:xfrm>
            <a:custGeom>
              <a:avLst/>
              <a:gdLst/>
              <a:ahLst/>
              <a:cxnLst/>
              <a:rect l="l" t="t" r="r" b="b"/>
              <a:pathLst>
                <a:path w="726" h="2080" extrusionOk="0">
                  <a:moveTo>
                    <a:pt x="347" y="0"/>
                  </a:moveTo>
                  <a:lnTo>
                    <a:pt x="1" y="126"/>
                  </a:ln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68" y="2079"/>
                    <a:pt x="725" y="1922"/>
                    <a:pt x="725" y="1733"/>
                  </a:cubicBezTo>
                  <a:lnTo>
                    <a:pt x="725" y="12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85"/>
            <p:cNvSpPr/>
            <p:nvPr/>
          </p:nvSpPr>
          <p:spPr>
            <a:xfrm>
              <a:off x="-20572500" y="3319025"/>
              <a:ext cx="305625" cy="267350"/>
            </a:xfrm>
            <a:custGeom>
              <a:avLst/>
              <a:gdLst/>
              <a:ahLst/>
              <a:cxnLst/>
              <a:rect l="l" t="t" r="r" b="b"/>
              <a:pathLst>
                <a:path w="12225" h="10694" extrusionOk="0">
                  <a:moveTo>
                    <a:pt x="6097" y="1"/>
                  </a:moveTo>
                  <a:cubicBezTo>
                    <a:pt x="5979" y="1"/>
                    <a:pt x="5861" y="48"/>
                    <a:pt x="5798" y="143"/>
                  </a:cubicBezTo>
                  <a:lnTo>
                    <a:pt x="5168" y="1119"/>
                  </a:lnTo>
                  <a:cubicBezTo>
                    <a:pt x="4758" y="1749"/>
                    <a:pt x="4034" y="2159"/>
                    <a:pt x="3246" y="2159"/>
                  </a:cubicBezTo>
                  <a:cubicBezTo>
                    <a:pt x="2931" y="2159"/>
                    <a:pt x="2773" y="2537"/>
                    <a:pt x="3025" y="2757"/>
                  </a:cubicBezTo>
                  <a:cubicBezTo>
                    <a:pt x="3593" y="3388"/>
                    <a:pt x="3813" y="4900"/>
                    <a:pt x="3403" y="5813"/>
                  </a:cubicBezTo>
                  <a:cubicBezTo>
                    <a:pt x="2931" y="5656"/>
                    <a:pt x="2490" y="5372"/>
                    <a:pt x="2143" y="5057"/>
                  </a:cubicBezTo>
                  <a:cubicBezTo>
                    <a:pt x="2080" y="4994"/>
                    <a:pt x="2006" y="4966"/>
                    <a:pt x="1932" y="4966"/>
                  </a:cubicBezTo>
                  <a:cubicBezTo>
                    <a:pt x="1823" y="4966"/>
                    <a:pt x="1714" y="5026"/>
                    <a:pt x="1639" y="5120"/>
                  </a:cubicBezTo>
                  <a:cubicBezTo>
                    <a:pt x="1293" y="5624"/>
                    <a:pt x="789" y="6034"/>
                    <a:pt x="221" y="6286"/>
                  </a:cubicBezTo>
                  <a:cubicBezTo>
                    <a:pt x="64" y="6381"/>
                    <a:pt x="1" y="6570"/>
                    <a:pt x="64" y="6759"/>
                  </a:cubicBezTo>
                  <a:cubicBezTo>
                    <a:pt x="284" y="7326"/>
                    <a:pt x="411" y="7956"/>
                    <a:pt x="379" y="8523"/>
                  </a:cubicBezTo>
                  <a:cubicBezTo>
                    <a:pt x="379" y="8743"/>
                    <a:pt x="537" y="8932"/>
                    <a:pt x="726" y="8932"/>
                  </a:cubicBezTo>
                  <a:lnTo>
                    <a:pt x="883" y="8932"/>
                  </a:lnTo>
                  <a:cubicBezTo>
                    <a:pt x="1293" y="8932"/>
                    <a:pt x="1671" y="8964"/>
                    <a:pt x="2049" y="9121"/>
                  </a:cubicBezTo>
                  <a:lnTo>
                    <a:pt x="1482" y="10193"/>
                  </a:lnTo>
                  <a:cubicBezTo>
                    <a:pt x="1349" y="10432"/>
                    <a:pt x="1530" y="10694"/>
                    <a:pt x="1779" y="10694"/>
                  </a:cubicBezTo>
                  <a:cubicBezTo>
                    <a:pt x="1825" y="10694"/>
                    <a:pt x="1874" y="10685"/>
                    <a:pt x="1923" y="10665"/>
                  </a:cubicBezTo>
                  <a:lnTo>
                    <a:pt x="5735" y="9405"/>
                  </a:lnTo>
                  <a:lnTo>
                    <a:pt x="5735" y="9153"/>
                  </a:lnTo>
                  <a:lnTo>
                    <a:pt x="2395" y="7830"/>
                  </a:lnTo>
                  <a:cubicBezTo>
                    <a:pt x="2206" y="7735"/>
                    <a:pt x="2112" y="7546"/>
                    <a:pt x="2206" y="7357"/>
                  </a:cubicBezTo>
                  <a:cubicBezTo>
                    <a:pt x="2252" y="7219"/>
                    <a:pt x="2366" y="7131"/>
                    <a:pt x="2498" y="7131"/>
                  </a:cubicBezTo>
                  <a:cubicBezTo>
                    <a:pt x="2546" y="7131"/>
                    <a:pt x="2597" y="7143"/>
                    <a:pt x="2647" y="7168"/>
                  </a:cubicBezTo>
                  <a:lnTo>
                    <a:pt x="5735" y="8397"/>
                  </a:lnTo>
                  <a:lnTo>
                    <a:pt x="5735" y="3923"/>
                  </a:lnTo>
                  <a:cubicBezTo>
                    <a:pt x="5735" y="3734"/>
                    <a:pt x="5892" y="3577"/>
                    <a:pt x="6081" y="3577"/>
                  </a:cubicBezTo>
                  <a:cubicBezTo>
                    <a:pt x="6302" y="3577"/>
                    <a:pt x="6459" y="3734"/>
                    <a:pt x="6459" y="3923"/>
                  </a:cubicBezTo>
                  <a:lnTo>
                    <a:pt x="6459" y="8397"/>
                  </a:lnTo>
                  <a:lnTo>
                    <a:pt x="9515" y="7168"/>
                  </a:lnTo>
                  <a:cubicBezTo>
                    <a:pt x="9566" y="7143"/>
                    <a:pt x="9619" y="7131"/>
                    <a:pt x="9671" y="7131"/>
                  </a:cubicBezTo>
                  <a:cubicBezTo>
                    <a:pt x="9811" y="7131"/>
                    <a:pt x="9942" y="7219"/>
                    <a:pt x="9988" y="7357"/>
                  </a:cubicBezTo>
                  <a:cubicBezTo>
                    <a:pt x="10083" y="7546"/>
                    <a:pt x="9988" y="7735"/>
                    <a:pt x="9799" y="7830"/>
                  </a:cubicBezTo>
                  <a:lnTo>
                    <a:pt x="6459" y="9153"/>
                  </a:lnTo>
                  <a:lnTo>
                    <a:pt x="6459" y="9405"/>
                  </a:lnTo>
                  <a:lnTo>
                    <a:pt x="10272" y="10665"/>
                  </a:lnTo>
                  <a:cubicBezTo>
                    <a:pt x="10311" y="10685"/>
                    <a:pt x="10352" y="10694"/>
                    <a:pt x="10394" y="10694"/>
                  </a:cubicBezTo>
                  <a:cubicBezTo>
                    <a:pt x="10619" y="10694"/>
                    <a:pt x="10841" y="10432"/>
                    <a:pt x="10681" y="10193"/>
                  </a:cubicBezTo>
                  <a:lnTo>
                    <a:pt x="10146" y="9121"/>
                  </a:lnTo>
                  <a:cubicBezTo>
                    <a:pt x="10492" y="8995"/>
                    <a:pt x="10902" y="8932"/>
                    <a:pt x="11280" y="8932"/>
                  </a:cubicBezTo>
                  <a:lnTo>
                    <a:pt x="11437" y="8932"/>
                  </a:lnTo>
                  <a:cubicBezTo>
                    <a:pt x="11658" y="8932"/>
                    <a:pt x="11847" y="8806"/>
                    <a:pt x="11847" y="8523"/>
                  </a:cubicBezTo>
                  <a:cubicBezTo>
                    <a:pt x="11815" y="7956"/>
                    <a:pt x="11910" y="7326"/>
                    <a:pt x="12162" y="6759"/>
                  </a:cubicBezTo>
                  <a:cubicBezTo>
                    <a:pt x="12225" y="6570"/>
                    <a:pt x="12162" y="6381"/>
                    <a:pt x="12004" y="6286"/>
                  </a:cubicBezTo>
                  <a:cubicBezTo>
                    <a:pt x="11437" y="6034"/>
                    <a:pt x="10933" y="5624"/>
                    <a:pt x="10587" y="5120"/>
                  </a:cubicBezTo>
                  <a:cubicBezTo>
                    <a:pt x="10518" y="5001"/>
                    <a:pt x="10404" y="4946"/>
                    <a:pt x="10293" y="4946"/>
                  </a:cubicBezTo>
                  <a:cubicBezTo>
                    <a:pt x="10200" y="4946"/>
                    <a:pt x="10109" y="4985"/>
                    <a:pt x="10051" y="5057"/>
                  </a:cubicBezTo>
                  <a:cubicBezTo>
                    <a:pt x="9704" y="5372"/>
                    <a:pt x="9263" y="5656"/>
                    <a:pt x="8791" y="5813"/>
                  </a:cubicBezTo>
                  <a:cubicBezTo>
                    <a:pt x="8413" y="4900"/>
                    <a:pt x="8602" y="3325"/>
                    <a:pt x="9200" y="2757"/>
                  </a:cubicBezTo>
                  <a:cubicBezTo>
                    <a:pt x="9421" y="2537"/>
                    <a:pt x="9263" y="2159"/>
                    <a:pt x="8948" y="2159"/>
                  </a:cubicBezTo>
                  <a:cubicBezTo>
                    <a:pt x="8161" y="2159"/>
                    <a:pt x="7468" y="1749"/>
                    <a:pt x="7027" y="1119"/>
                  </a:cubicBezTo>
                  <a:lnTo>
                    <a:pt x="6396" y="143"/>
                  </a:lnTo>
                  <a:cubicBezTo>
                    <a:pt x="6333" y="48"/>
                    <a:pt x="6215" y="1"/>
                    <a:pt x="60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9" name="Google Shape;8329;p85"/>
          <p:cNvGrpSpPr/>
          <p:nvPr/>
        </p:nvGrpSpPr>
        <p:grpSpPr>
          <a:xfrm>
            <a:off x="1866708" y="2305410"/>
            <a:ext cx="449325" cy="325670"/>
            <a:chOff x="-20571700" y="3722875"/>
            <a:chExt cx="304050" cy="220375"/>
          </a:xfrm>
        </p:grpSpPr>
        <p:sp>
          <p:nvSpPr>
            <p:cNvPr id="8330" name="Google Shape;8330;p85"/>
            <p:cNvSpPr/>
            <p:nvPr/>
          </p:nvSpPr>
          <p:spPr>
            <a:xfrm>
              <a:off x="-20333850" y="3728200"/>
              <a:ext cx="66200" cy="35475"/>
            </a:xfrm>
            <a:custGeom>
              <a:avLst/>
              <a:gdLst/>
              <a:ahLst/>
              <a:cxnLst/>
              <a:rect l="l" t="t" r="r" b="b"/>
              <a:pathLst>
                <a:path w="2648" h="1419" extrusionOk="0">
                  <a:moveTo>
                    <a:pt x="2301" y="1"/>
                  </a:moveTo>
                  <a:cubicBezTo>
                    <a:pt x="1324" y="1"/>
                    <a:pt x="411" y="599"/>
                    <a:pt x="1" y="1418"/>
                  </a:cubicBezTo>
                  <a:lnTo>
                    <a:pt x="820" y="1418"/>
                  </a:lnTo>
                  <a:cubicBezTo>
                    <a:pt x="1135" y="1040"/>
                    <a:pt x="1702" y="725"/>
                    <a:pt x="2301" y="725"/>
                  </a:cubicBezTo>
                  <a:cubicBezTo>
                    <a:pt x="2490" y="725"/>
                    <a:pt x="2647" y="568"/>
                    <a:pt x="2647" y="379"/>
                  </a:cubicBezTo>
                  <a:cubicBezTo>
                    <a:pt x="2647" y="158"/>
                    <a:pt x="2490" y="1"/>
                    <a:pt x="23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85"/>
            <p:cNvSpPr/>
            <p:nvPr/>
          </p:nvSpPr>
          <p:spPr>
            <a:xfrm>
              <a:off x="-20571700" y="3782550"/>
              <a:ext cx="49650" cy="51225"/>
            </a:xfrm>
            <a:custGeom>
              <a:avLst/>
              <a:gdLst/>
              <a:ahLst/>
              <a:cxnLst/>
              <a:rect l="l" t="t" r="r" b="b"/>
              <a:pathLst>
                <a:path w="1986" h="2049" extrusionOk="0">
                  <a:moveTo>
                    <a:pt x="379" y="0"/>
                  </a:moveTo>
                  <a:cubicBezTo>
                    <a:pt x="189" y="0"/>
                    <a:pt x="32" y="158"/>
                    <a:pt x="32" y="347"/>
                  </a:cubicBezTo>
                  <a:cubicBezTo>
                    <a:pt x="0" y="473"/>
                    <a:pt x="0" y="599"/>
                    <a:pt x="32" y="725"/>
                  </a:cubicBezTo>
                  <a:cubicBezTo>
                    <a:pt x="158" y="1355"/>
                    <a:pt x="662" y="1891"/>
                    <a:pt x="1292" y="2048"/>
                  </a:cubicBezTo>
                  <a:lnTo>
                    <a:pt x="198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85"/>
            <p:cNvSpPr/>
            <p:nvPr/>
          </p:nvSpPr>
          <p:spPr>
            <a:xfrm>
              <a:off x="-20320450" y="3782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0"/>
                  </a:moveTo>
                  <a:cubicBezTo>
                    <a:pt x="442" y="0"/>
                    <a:pt x="1" y="473"/>
                    <a:pt x="1" y="1072"/>
                  </a:cubicBezTo>
                  <a:cubicBezTo>
                    <a:pt x="1" y="1670"/>
                    <a:pt x="442" y="2111"/>
                    <a:pt x="1040" y="2111"/>
                  </a:cubicBezTo>
                  <a:cubicBezTo>
                    <a:pt x="1639" y="2111"/>
                    <a:pt x="2111" y="1670"/>
                    <a:pt x="2111" y="1072"/>
                  </a:cubicBez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85"/>
            <p:cNvSpPr/>
            <p:nvPr/>
          </p:nvSpPr>
          <p:spPr>
            <a:xfrm>
              <a:off x="-20571700" y="3722875"/>
              <a:ext cx="178025" cy="220375"/>
            </a:xfrm>
            <a:custGeom>
              <a:avLst/>
              <a:gdLst/>
              <a:ahLst/>
              <a:cxnLst/>
              <a:rect l="l" t="t" r="r" b="b"/>
              <a:pathLst>
                <a:path w="7121" h="8815" extrusionOk="0">
                  <a:moveTo>
                    <a:pt x="4017" y="1"/>
                  </a:moveTo>
                  <a:cubicBezTo>
                    <a:pt x="3729" y="1"/>
                    <a:pt x="3444" y="168"/>
                    <a:pt x="3340" y="497"/>
                  </a:cubicBezTo>
                  <a:lnTo>
                    <a:pt x="820" y="8090"/>
                  </a:lnTo>
                  <a:lnTo>
                    <a:pt x="347" y="8090"/>
                  </a:lnTo>
                  <a:cubicBezTo>
                    <a:pt x="158" y="8090"/>
                    <a:pt x="0" y="8247"/>
                    <a:pt x="0" y="8436"/>
                  </a:cubicBezTo>
                  <a:cubicBezTo>
                    <a:pt x="0" y="8657"/>
                    <a:pt x="158" y="8814"/>
                    <a:pt x="347" y="8814"/>
                  </a:cubicBezTo>
                  <a:lnTo>
                    <a:pt x="1040" y="8814"/>
                  </a:lnTo>
                  <a:cubicBezTo>
                    <a:pt x="1198" y="8814"/>
                    <a:pt x="1324" y="8720"/>
                    <a:pt x="1418" y="8562"/>
                  </a:cubicBezTo>
                  <a:lnTo>
                    <a:pt x="3781" y="1442"/>
                  </a:lnTo>
                  <a:lnTo>
                    <a:pt x="4285" y="5002"/>
                  </a:lnTo>
                  <a:cubicBezTo>
                    <a:pt x="4348" y="5664"/>
                    <a:pt x="4884" y="6199"/>
                    <a:pt x="5545" y="6294"/>
                  </a:cubicBezTo>
                  <a:cubicBezTo>
                    <a:pt x="5583" y="6297"/>
                    <a:pt x="5620" y="6298"/>
                    <a:pt x="5657" y="6298"/>
                  </a:cubicBezTo>
                  <a:cubicBezTo>
                    <a:pt x="6459" y="6298"/>
                    <a:pt x="7121" y="5659"/>
                    <a:pt x="7121" y="4876"/>
                  </a:cubicBezTo>
                  <a:cubicBezTo>
                    <a:pt x="7121" y="4593"/>
                    <a:pt x="7026" y="4372"/>
                    <a:pt x="6932" y="4120"/>
                  </a:cubicBezTo>
                  <a:lnTo>
                    <a:pt x="4632" y="340"/>
                  </a:lnTo>
                  <a:cubicBezTo>
                    <a:pt x="4490" y="113"/>
                    <a:pt x="4252" y="1"/>
                    <a:pt x="4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85"/>
            <p:cNvSpPr/>
            <p:nvPr/>
          </p:nvSpPr>
          <p:spPr>
            <a:xfrm>
              <a:off x="-20404725" y="3782550"/>
              <a:ext cx="28375" cy="41775"/>
            </a:xfrm>
            <a:custGeom>
              <a:avLst/>
              <a:gdLst/>
              <a:ahLst/>
              <a:cxnLst/>
              <a:rect l="l" t="t" r="r" b="b"/>
              <a:pathLst>
                <a:path w="1135" h="1671" extrusionOk="0">
                  <a:moveTo>
                    <a:pt x="0" y="0"/>
                  </a:moveTo>
                  <a:lnTo>
                    <a:pt x="820" y="1387"/>
                  </a:lnTo>
                  <a:cubicBezTo>
                    <a:pt x="914" y="1450"/>
                    <a:pt x="914" y="1576"/>
                    <a:pt x="946" y="1670"/>
                  </a:cubicBezTo>
                  <a:cubicBezTo>
                    <a:pt x="1072" y="1513"/>
                    <a:pt x="1135" y="1292"/>
                    <a:pt x="1135" y="1072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85"/>
            <p:cNvSpPr/>
            <p:nvPr/>
          </p:nvSpPr>
          <p:spPr>
            <a:xfrm>
              <a:off x="-20502400" y="3887300"/>
              <a:ext cx="1600" cy="25"/>
            </a:xfrm>
            <a:custGeom>
              <a:avLst/>
              <a:gdLst/>
              <a:ahLst/>
              <a:cxnLst/>
              <a:rect l="l" t="t" r="r" b="b"/>
              <a:pathLst>
                <a:path w="64" h="1" extrusionOk="0">
                  <a:moveTo>
                    <a:pt x="64" y="1"/>
                  </a:moveTo>
                  <a:cubicBezTo>
                    <a:pt x="1" y="1"/>
                    <a:pt x="1" y="1"/>
                    <a:pt x="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85"/>
            <p:cNvSpPr/>
            <p:nvPr/>
          </p:nvSpPr>
          <p:spPr>
            <a:xfrm>
              <a:off x="-20500825" y="3782550"/>
              <a:ext cx="220575" cy="159125"/>
            </a:xfrm>
            <a:custGeom>
              <a:avLst/>
              <a:gdLst/>
              <a:ahLst/>
              <a:cxnLst/>
              <a:rect l="l" t="t" r="r" b="b"/>
              <a:pathLst>
                <a:path w="8823" h="6365" extrusionOk="0">
                  <a:moveTo>
                    <a:pt x="5703" y="0"/>
                  </a:moveTo>
                  <a:lnTo>
                    <a:pt x="5703" y="1072"/>
                  </a:lnTo>
                  <a:cubicBezTo>
                    <a:pt x="5703" y="1670"/>
                    <a:pt x="5420" y="2174"/>
                    <a:pt x="4979" y="2489"/>
                  </a:cubicBezTo>
                  <a:cubicBezTo>
                    <a:pt x="4979" y="3655"/>
                    <a:pt x="4034" y="4600"/>
                    <a:pt x="2868" y="4600"/>
                  </a:cubicBezTo>
                  <a:cubicBezTo>
                    <a:pt x="1828" y="4600"/>
                    <a:pt x="946" y="3875"/>
                    <a:pt x="789" y="2836"/>
                  </a:cubicBezTo>
                  <a:cubicBezTo>
                    <a:pt x="694" y="2489"/>
                    <a:pt x="694" y="2395"/>
                    <a:pt x="662" y="2111"/>
                  </a:cubicBezTo>
                  <a:cubicBezTo>
                    <a:pt x="631" y="2206"/>
                    <a:pt x="32" y="4065"/>
                    <a:pt x="1" y="4159"/>
                  </a:cubicBezTo>
                  <a:cubicBezTo>
                    <a:pt x="473" y="4632"/>
                    <a:pt x="1104" y="4947"/>
                    <a:pt x="1797" y="4947"/>
                  </a:cubicBezTo>
                  <a:lnTo>
                    <a:pt x="3971" y="4947"/>
                  </a:lnTo>
                  <a:lnTo>
                    <a:pt x="3687" y="5671"/>
                  </a:lnTo>
                  <a:lnTo>
                    <a:pt x="3214" y="5671"/>
                  </a:lnTo>
                  <a:cubicBezTo>
                    <a:pt x="3025" y="5671"/>
                    <a:pt x="2868" y="5829"/>
                    <a:pt x="2868" y="6018"/>
                  </a:cubicBezTo>
                  <a:cubicBezTo>
                    <a:pt x="2868" y="6207"/>
                    <a:pt x="3025" y="6364"/>
                    <a:pt x="3214" y="6364"/>
                  </a:cubicBezTo>
                  <a:lnTo>
                    <a:pt x="3939" y="6364"/>
                  </a:lnTo>
                  <a:cubicBezTo>
                    <a:pt x="4097" y="6364"/>
                    <a:pt x="4191" y="6301"/>
                    <a:pt x="4254" y="6144"/>
                  </a:cubicBezTo>
                  <a:lnTo>
                    <a:pt x="4727" y="4915"/>
                  </a:lnTo>
                  <a:lnTo>
                    <a:pt x="5924" y="4915"/>
                  </a:lnTo>
                  <a:lnTo>
                    <a:pt x="6396" y="6144"/>
                  </a:lnTo>
                  <a:cubicBezTo>
                    <a:pt x="6459" y="6270"/>
                    <a:pt x="6617" y="6364"/>
                    <a:pt x="6711" y="6364"/>
                  </a:cubicBezTo>
                  <a:lnTo>
                    <a:pt x="7436" y="6364"/>
                  </a:lnTo>
                  <a:cubicBezTo>
                    <a:pt x="7625" y="6364"/>
                    <a:pt x="7783" y="6207"/>
                    <a:pt x="7783" y="6018"/>
                  </a:cubicBezTo>
                  <a:cubicBezTo>
                    <a:pt x="7783" y="5829"/>
                    <a:pt x="7625" y="5671"/>
                    <a:pt x="7436" y="5671"/>
                  </a:cubicBezTo>
                  <a:lnTo>
                    <a:pt x="6963" y="5671"/>
                  </a:lnTo>
                  <a:lnTo>
                    <a:pt x="6680" y="4947"/>
                  </a:lnTo>
                  <a:lnTo>
                    <a:pt x="6743" y="4947"/>
                  </a:lnTo>
                  <a:cubicBezTo>
                    <a:pt x="7310" y="4947"/>
                    <a:pt x="7846" y="4632"/>
                    <a:pt x="8066" y="4128"/>
                  </a:cubicBezTo>
                  <a:lnTo>
                    <a:pt x="8822" y="2710"/>
                  </a:lnTo>
                  <a:lnTo>
                    <a:pt x="8822" y="2710"/>
                  </a:lnTo>
                  <a:cubicBezTo>
                    <a:pt x="8633" y="2804"/>
                    <a:pt x="8381" y="2836"/>
                    <a:pt x="8192" y="2836"/>
                  </a:cubicBezTo>
                  <a:cubicBezTo>
                    <a:pt x="7279" y="2836"/>
                    <a:pt x="6491" y="2048"/>
                    <a:pt x="6491" y="1072"/>
                  </a:cubicBezTo>
                  <a:cubicBezTo>
                    <a:pt x="6491" y="662"/>
                    <a:pt x="6648" y="284"/>
                    <a:pt x="68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7" name="Google Shape;8337;p85"/>
          <p:cNvGrpSpPr/>
          <p:nvPr/>
        </p:nvGrpSpPr>
        <p:grpSpPr>
          <a:xfrm>
            <a:off x="1866135" y="2796278"/>
            <a:ext cx="450470" cy="450470"/>
            <a:chOff x="-20571700" y="4066875"/>
            <a:chExt cx="304825" cy="304825"/>
          </a:xfrm>
        </p:grpSpPr>
        <p:sp>
          <p:nvSpPr>
            <p:cNvPr id="8338" name="Google Shape;8338;p85"/>
            <p:cNvSpPr/>
            <p:nvPr/>
          </p:nvSpPr>
          <p:spPr>
            <a:xfrm>
              <a:off x="-20385825" y="4211025"/>
              <a:ext cx="118950" cy="160675"/>
            </a:xfrm>
            <a:custGeom>
              <a:avLst/>
              <a:gdLst/>
              <a:ahLst/>
              <a:cxnLst/>
              <a:rect l="l" t="t" r="r" b="b"/>
              <a:pathLst>
                <a:path w="4758" h="6427" extrusionOk="0">
                  <a:moveTo>
                    <a:pt x="757" y="0"/>
                  </a:moveTo>
                  <a:cubicBezTo>
                    <a:pt x="473" y="0"/>
                    <a:pt x="221" y="63"/>
                    <a:pt x="1" y="189"/>
                  </a:cubicBezTo>
                  <a:lnTo>
                    <a:pt x="2836" y="6427"/>
                  </a:lnTo>
                  <a:lnTo>
                    <a:pt x="4380" y="6427"/>
                  </a:lnTo>
                  <a:cubicBezTo>
                    <a:pt x="4474" y="6427"/>
                    <a:pt x="4600" y="6332"/>
                    <a:pt x="4695" y="6269"/>
                  </a:cubicBezTo>
                  <a:cubicBezTo>
                    <a:pt x="4758" y="6143"/>
                    <a:pt x="4758" y="6017"/>
                    <a:pt x="4695" y="5891"/>
                  </a:cubicBezTo>
                  <a:lnTo>
                    <a:pt x="2111" y="819"/>
                  </a:lnTo>
                  <a:cubicBezTo>
                    <a:pt x="1891" y="315"/>
                    <a:pt x="1387" y="0"/>
                    <a:pt x="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85"/>
            <p:cNvSpPr/>
            <p:nvPr/>
          </p:nvSpPr>
          <p:spPr>
            <a:xfrm>
              <a:off x="-20412600" y="4084875"/>
              <a:ext cx="109500" cy="89925"/>
            </a:xfrm>
            <a:custGeom>
              <a:avLst/>
              <a:gdLst/>
              <a:ahLst/>
              <a:cxnLst/>
              <a:rect l="l" t="t" r="r" b="b"/>
              <a:pathLst>
                <a:path w="4380" h="3597" extrusionOk="0">
                  <a:moveTo>
                    <a:pt x="2203" y="0"/>
                  </a:moveTo>
                  <a:cubicBezTo>
                    <a:pt x="2118" y="0"/>
                    <a:pt x="2029" y="10"/>
                    <a:pt x="1922" y="37"/>
                  </a:cubicBezTo>
                  <a:cubicBezTo>
                    <a:pt x="1261" y="194"/>
                    <a:pt x="788" y="824"/>
                    <a:pt x="788" y="1486"/>
                  </a:cubicBezTo>
                  <a:cubicBezTo>
                    <a:pt x="284" y="1707"/>
                    <a:pt x="0" y="2211"/>
                    <a:pt x="126" y="2715"/>
                  </a:cubicBezTo>
                  <a:cubicBezTo>
                    <a:pt x="252" y="3219"/>
                    <a:pt x="694" y="3597"/>
                    <a:pt x="1198" y="3597"/>
                  </a:cubicBezTo>
                  <a:lnTo>
                    <a:pt x="3308" y="3597"/>
                  </a:lnTo>
                  <a:cubicBezTo>
                    <a:pt x="3876" y="3597"/>
                    <a:pt x="4380" y="3124"/>
                    <a:pt x="4380" y="2526"/>
                  </a:cubicBezTo>
                  <a:cubicBezTo>
                    <a:pt x="4380" y="2179"/>
                    <a:pt x="4222" y="1801"/>
                    <a:pt x="3813" y="1580"/>
                  </a:cubicBezTo>
                  <a:cubicBezTo>
                    <a:pt x="3718" y="1549"/>
                    <a:pt x="3655" y="1423"/>
                    <a:pt x="3624" y="1297"/>
                  </a:cubicBezTo>
                  <a:cubicBezTo>
                    <a:pt x="3561" y="635"/>
                    <a:pt x="3119" y="194"/>
                    <a:pt x="2552" y="37"/>
                  </a:cubicBezTo>
                  <a:cubicBezTo>
                    <a:pt x="2425" y="19"/>
                    <a:pt x="2319" y="0"/>
                    <a:pt x="22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85"/>
            <p:cNvSpPr/>
            <p:nvPr/>
          </p:nvSpPr>
          <p:spPr>
            <a:xfrm>
              <a:off x="-20332275" y="4066875"/>
              <a:ext cx="64625" cy="80375"/>
            </a:xfrm>
            <a:custGeom>
              <a:avLst/>
              <a:gdLst/>
              <a:ahLst/>
              <a:cxnLst/>
              <a:rect l="l" t="t" r="r" b="b"/>
              <a:pathLst>
                <a:path w="2585" h="3215" extrusionOk="0">
                  <a:moveTo>
                    <a:pt x="820" y="1"/>
                  </a:moveTo>
                  <a:cubicBezTo>
                    <a:pt x="505" y="1"/>
                    <a:pt x="221" y="95"/>
                    <a:pt x="1" y="253"/>
                  </a:cubicBezTo>
                  <a:cubicBezTo>
                    <a:pt x="253" y="379"/>
                    <a:pt x="505" y="568"/>
                    <a:pt x="726" y="851"/>
                  </a:cubicBezTo>
                  <a:cubicBezTo>
                    <a:pt x="915" y="1103"/>
                    <a:pt x="1072" y="1418"/>
                    <a:pt x="1135" y="1733"/>
                  </a:cubicBezTo>
                  <a:cubicBezTo>
                    <a:pt x="1356" y="1891"/>
                    <a:pt x="1608" y="2174"/>
                    <a:pt x="1702" y="2490"/>
                  </a:cubicBezTo>
                  <a:cubicBezTo>
                    <a:pt x="1797" y="2679"/>
                    <a:pt x="1860" y="2962"/>
                    <a:pt x="1860" y="3214"/>
                  </a:cubicBezTo>
                  <a:cubicBezTo>
                    <a:pt x="2301" y="2899"/>
                    <a:pt x="2584" y="2363"/>
                    <a:pt x="2584" y="1796"/>
                  </a:cubicBezTo>
                  <a:cubicBezTo>
                    <a:pt x="2584" y="788"/>
                    <a:pt x="1797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85"/>
            <p:cNvSpPr/>
            <p:nvPr/>
          </p:nvSpPr>
          <p:spPr>
            <a:xfrm>
              <a:off x="-20553575" y="4103900"/>
              <a:ext cx="107925" cy="89025"/>
            </a:xfrm>
            <a:custGeom>
              <a:avLst/>
              <a:gdLst/>
              <a:ahLst/>
              <a:cxnLst/>
              <a:rect l="l" t="t" r="r" b="b"/>
              <a:pathLst>
                <a:path w="4317" h="3561" extrusionOk="0">
                  <a:moveTo>
                    <a:pt x="2174" y="0"/>
                  </a:moveTo>
                  <a:cubicBezTo>
                    <a:pt x="1386" y="0"/>
                    <a:pt x="756" y="630"/>
                    <a:pt x="756" y="1418"/>
                  </a:cubicBezTo>
                  <a:lnTo>
                    <a:pt x="756" y="1481"/>
                  </a:lnTo>
                  <a:cubicBezTo>
                    <a:pt x="284" y="1639"/>
                    <a:pt x="63" y="2048"/>
                    <a:pt x="63" y="2458"/>
                  </a:cubicBezTo>
                  <a:cubicBezTo>
                    <a:pt x="0" y="3088"/>
                    <a:pt x="473" y="3560"/>
                    <a:pt x="1071" y="3560"/>
                  </a:cubicBezTo>
                  <a:lnTo>
                    <a:pt x="3214" y="3560"/>
                  </a:lnTo>
                  <a:cubicBezTo>
                    <a:pt x="3686" y="3560"/>
                    <a:pt x="4159" y="3214"/>
                    <a:pt x="4253" y="2710"/>
                  </a:cubicBezTo>
                  <a:cubicBezTo>
                    <a:pt x="4253" y="2615"/>
                    <a:pt x="4316" y="2552"/>
                    <a:pt x="4316" y="2521"/>
                  </a:cubicBezTo>
                  <a:cubicBezTo>
                    <a:pt x="4316" y="2080"/>
                    <a:pt x="4033" y="1670"/>
                    <a:pt x="3592" y="1481"/>
                  </a:cubicBezTo>
                  <a:cubicBezTo>
                    <a:pt x="3592" y="1135"/>
                    <a:pt x="3529" y="819"/>
                    <a:pt x="3308" y="536"/>
                  </a:cubicBezTo>
                  <a:cubicBezTo>
                    <a:pt x="3056" y="189"/>
                    <a:pt x="2646" y="0"/>
                    <a:pt x="21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85"/>
            <p:cNvSpPr/>
            <p:nvPr/>
          </p:nvSpPr>
          <p:spPr>
            <a:xfrm>
              <a:off x="-20515000" y="4168475"/>
              <a:ext cx="119750" cy="91400"/>
            </a:xfrm>
            <a:custGeom>
              <a:avLst/>
              <a:gdLst/>
              <a:ahLst/>
              <a:cxnLst/>
              <a:rect l="l" t="t" r="r" b="b"/>
              <a:pathLst>
                <a:path w="4790" h="3656" extrusionOk="0">
                  <a:moveTo>
                    <a:pt x="3435" y="1"/>
                  </a:moveTo>
                  <a:cubicBezTo>
                    <a:pt x="3435" y="316"/>
                    <a:pt x="3372" y="599"/>
                    <a:pt x="3151" y="914"/>
                  </a:cubicBezTo>
                  <a:cubicBezTo>
                    <a:pt x="2773" y="1450"/>
                    <a:pt x="2206" y="1702"/>
                    <a:pt x="1671" y="1702"/>
                  </a:cubicBezTo>
                  <a:lnTo>
                    <a:pt x="473" y="1702"/>
                  </a:lnTo>
                  <a:lnTo>
                    <a:pt x="1" y="2710"/>
                  </a:lnTo>
                  <a:lnTo>
                    <a:pt x="946" y="3655"/>
                  </a:lnTo>
                  <a:lnTo>
                    <a:pt x="2143" y="2490"/>
                  </a:lnTo>
                  <a:cubicBezTo>
                    <a:pt x="2222" y="2411"/>
                    <a:pt x="2309" y="2371"/>
                    <a:pt x="2395" y="2371"/>
                  </a:cubicBezTo>
                  <a:cubicBezTo>
                    <a:pt x="2482" y="2371"/>
                    <a:pt x="2568" y="2411"/>
                    <a:pt x="2647" y="2490"/>
                  </a:cubicBezTo>
                  <a:lnTo>
                    <a:pt x="3844" y="3655"/>
                  </a:lnTo>
                  <a:lnTo>
                    <a:pt x="4790" y="2710"/>
                  </a:lnTo>
                  <a:lnTo>
                    <a:pt x="3718" y="410"/>
                  </a:lnTo>
                  <a:cubicBezTo>
                    <a:pt x="3624" y="253"/>
                    <a:pt x="3561" y="127"/>
                    <a:pt x="34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85"/>
            <p:cNvSpPr/>
            <p:nvPr/>
          </p:nvSpPr>
          <p:spPr>
            <a:xfrm>
              <a:off x="-20571700" y="4250400"/>
              <a:ext cx="233950" cy="120525"/>
            </a:xfrm>
            <a:custGeom>
              <a:avLst/>
              <a:gdLst/>
              <a:ahLst/>
              <a:cxnLst/>
              <a:rect l="l" t="t" r="r" b="b"/>
              <a:pathLst>
                <a:path w="9358" h="4821" extrusionOk="0">
                  <a:moveTo>
                    <a:pt x="4695" y="0"/>
                  </a:moveTo>
                  <a:lnTo>
                    <a:pt x="3497" y="1166"/>
                  </a:lnTo>
                  <a:cubicBezTo>
                    <a:pt x="3419" y="1245"/>
                    <a:pt x="3332" y="1284"/>
                    <a:pt x="3245" y="1284"/>
                  </a:cubicBezTo>
                  <a:cubicBezTo>
                    <a:pt x="3159" y="1284"/>
                    <a:pt x="3072" y="1245"/>
                    <a:pt x="2993" y="1166"/>
                  </a:cubicBezTo>
                  <a:lnTo>
                    <a:pt x="1954" y="158"/>
                  </a:lnTo>
                  <a:lnTo>
                    <a:pt x="32" y="4316"/>
                  </a:lnTo>
                  <a:cubicBezTo>
                    <a:pt x="0" y="4442"/>
                    <a:pt x="0" y="4568"/>
                    <a:pt x="63" y="4694"/>
                  </a:cubicBezTo>
                  <a:cubicBezTo>
                    <a:pt x="158" y="4789"/>
                    <a:pt x="252" y="4820"/>
                    <a:pt x="379" y="4820"/>
                  </a:cubicBezTo>
                  <a:lnTo>
                    <a:pt x="8979" y="4820"/>
                  </a:lnTo>
                  <a:cubicBezTo>
                    <a:pt x="9105" y="4820"/>
                    <a:pt x="9200" y="4757"/>
                    <a:pt x="9294" y="4694"/>
                  </a:cubicBezTo>
                  <a:cubicBezTo>
                    <a:pt x="9357" y="4568"/>
                    <a:pt x="9357" y="4442"/>
                    <a:pt x="9326" y="4316"/>
                  </a:cubicBezTo>
                  <a:lnTo>
                    <a:pt x="7341" y="158"/>
                  </a:lnTo>
                  <a:lnTo>
                    <a:pt x="6333" y="1166"/>
                  </a:lnTo>
                  <a:cubicBezTo>
                    <a:pt x="6270" y="1260"/>
                    <a:pt x="6175" y="1292"/>
                    <a:pt x="6112" y="1292"/>
                  </a:cubicBezTo>
                  <a:cubicBezTo>
                    <a:pt x="6018" y="1292"/>
                    <a:pt x="5892" y="1260"/>
                    <a:pt x="5860" y="1166"/>
                  </a:cubicBezTo>
                  <a:lnTo>
                    <a:pt x="46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4" name="Google Shape;8344;p85"/>
          <p:cNvGrpSpPr/>
          <p:nvPr/>
        </p:nvGrpSpPr>
        <p:grpSpPr>
          <a:xfrm>
            <a:off x="4632837" y="1688259"/>
            <a:ext cx="453980" cy="451948"/>
            <a:chOff x="-18645175" y="3334200"/>
            <a:chExt cx="307200" cy="305825"/>
          </a:xfrm>
        </p:grpSpPr>
        <p:sp>
          <p:nvSpPr>
            <p:cNvPr id="8345" name="Google Shape;8345;p8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8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8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8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8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0" name="Google Shape;8350;p85"/>
          <p:cNvGrpSpPr/>
          <p:nvPr/>
        </p:nvGrpSpPr>
        <p:grpSpPr>
          <a:xfrm>
            <a:off x="4633429" y="2242989"/>
            <a:ext cx="452798" cy="450507"/>
            <a:chOff x="-18645175" y="3708500"/>
            <a:chExt cx="306400" cy="304850"/>
          </a:xfrm>
        </p:grpSpPr>
        <p:sp>
          <p:nvSpPr>
            <p:cNvPr id="8351" name="Google Shape;8351;p85"/>
            <p:cNvSpPr/>
            <p:nvPr/>
          </p:nvSpPr>
          <p:spPr>
            <a:xfrm>
              <a:off x="-18555375" y="38172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85"/>
            <p:cNvSpPr/>
            <p:nvPr/>
          </p:nvSpPr>
          <p:spPr>
            <a:xfrm>
              <a:off x="-18501825" y="3894000"/>
              <a:ext cx="18150" cy="16950"/>
            </a:xfrm>
            <a:custGeom>
              <a:avLst/>
              <a:gdLst/>
              <a:ahLst/>
              <a:cxnLst/>
              <a:rect l="l" t="t" r="r" b="b"/>
              <a:pathLst>
                <a:path w="726" h="678" extrusionOk="0">
                  <a:moveTo>
                    <a:pt x="351" y="0"/>
                  </a:moveTo>
                  <a:cubicBezTo>
                    <a:pt x="197" y="0"/>
                    <a:pt x="48" y="79"/>
                    <a:pt x="0" y="237"/>
                  </a:cubicBezTo>
                  <a:lnTo>
                    <a:pt x="379" y="678"/>
                  </a:lnTo>
                  <a:lnTo>
                    <a:pt x="725" y="237"/>
                  </a:lnTo>
                  <a:cubicBezTo>
                    <a:pt x="662" y="79"/>
                    <a:pt x="505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85"/>
            <p:cNvSpPr/>
            <p:nvPr/>
          </p:nvSpPr>
          <p:spPr>
            <a:xfrm>
              <a:off x="-18546725" y="3835325"/>
              <a:ext cx="108725" cy="124450"/>
            </a:xfrm>
            <a:custGeom>
              <a:avLst/>
              <a:gdLst/>
              <a:ahLst/>
              <a:cxnLst/>
              <a:rect l="l" t="t" r="r" b="b"/>
              <a:pathLst>
                <a:path w="4349" h="4978" extrusionOk="0">
                  <a:moveTo>
                    <a:pt x="2175" y="0"/>
                  </a:moveTo>
                  <a:cubicBezTo>
                    <a:pt x="1481" y="0"/>
                    <a:pt x="914" y="473"/>
                    <a:pt x="757" y="1134"/>
                  </a:cubicBezTo>
                  <a:lnTo>
                    <a:pt x="221" y="3151"/>
                  </a:lnTo>
                  <a:cubicBezTo>
                    <a:pt x="1" y="4096"/>
                    <a:pt x="725" y="4978"/>
                    <a:pt x="1639" y="4978"/>
                  </a:cubicBezTo>
                  <a:lnTo>
                    <a:pt x="1796" y="4978"/>
                  </a:lnTo>
                  <a:lnTo>
                    <a:pt x="1796" y="3686"/>
                  </a:lnTo>
                  <a:lnTo>
                    <a:pt x="1198" y="2899"/>
                  </a:lnTo>
                  <a:cubicBezTo>
                    <a:pt x="1135" y="2804"/>
                    <a:pt x="1103" y="2741"/>
                    <a:pt x="1103" y="2647"/>
                  </a:cubicBezTo>
                  <a:cubicBezTo>
                    <a:pt x="1103" y="2048"/>
                    <a:pt x="1576" y="1575"/>
                    <a:pt x="2175" y="1575"/>
                  </a:cubicBezTo>
                  <a:cubicBezTo>
                    <a:pt x="2773" y="1575"/>
                    <a:pt x="3246" y="2048"/>
                    <a:pt x="3246" y="2647"/>
                  </a:cubicBezTo>
                  <a:cubicBezTo>
                    <a:pt x="3246" y="2741"/>
                    <a:pt x="3183" y="2804"/>
                    <a:pt x="3151" y="2899"/>
                  </a:cubicBezTo>
                  <a:lnTo>
                    <a:pt x="2521" y="3686"/>
                  </a:lnTo>
                  <a:lnTo>
                    <a:pt x="2521" y="4978"/>
                  </a:lnTo>
                  <a:lnTo>
                    <a:pt x="2679" y="4978"/>
                  </a:lnTo>
                  <a:cubicBezTo>
                    <a:pt x="3624" y="4978"/>
                    <a:pt x="4348" y="4064"/>
                    <a:pt x="4096" y="3151"/>
                  </a:cubicBezTo>
                  <a:lnTo>
                    <a:pt x="3592" y="1134"/>
                  </a:lnTo>
                  <a:cubicBezTo>
                    <a:pt x="3435" y="441"/>
                    <a:pt x="2836" y="0"/>
                    <a:pt x="217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85"/>
            <p:cNvSpPr/>
            <p:nvPr/>
          </p:nvSpPr>
          <p:spPr>
            <a:xfrm>
              <a:off x="-18644375" y="3728200"/>
              <a:ext cx="305600" cy="285150"/>
            </a:xfrm>
            <a:custGeom>
              <a:avLst/>
              <a:gdLst/>
              <a:ahLst/>
              <a:cxnLst/>
              <a:rect l="l" t="t" r="r" b="b"/>
              <a:pathLst>
                <a:path w="12224" h="11406" extrusionOk="0">
                  <a:moveTo>
                    <a:pt x="8128" y="2836"/>
                  </a:moveTo>
                  <a:cubicBezTo>
                    <a:pt x="8695" y="2836"/>
                    <a:pt x="9168" y="3309"/>
                    <a:pt x="9168" y="3907"/>
                  </a:cubicBezTo>
                  <a:cubicBezTo>
                    <a:pt x="9257" y="4501"/>
                    <a:pt x="8814" y="4984"/>
                    <a:pt x="8182" y="4984"/>
                  </a:cubicBezTo>
                  <a:cubicBezTo>
                    <a:pt x="8143" y="4984"/>
                    <a:pt x="8105" y="4982"/>
                    <a:pt x="8065" y="4978"/>
                  </a:cubicBezTo>
                  <a:lnTo>
                    <a:pt x="8065" y="4978"/>
                  </a:lnTo>
                  <a:cubicBezTo>
                    <a:pt x="8128" y="5041"/>
                    <a:pt x="8160" y="5136"/>
                    <a:pt x="8160" y="5199"/>
                  </a:cubicBezTo>
                  <a:lnTo>
                    <a:pt x="8664" y="7247"/>
                  </a:lnTo>
                  <a:cubicBezTo>
                    <a:pt x="9011" y="8633"/>
                    <a:pt x="7971" y="9988"/>
                    <a:pt x="6553" y="9988"/>
                  </a:cubicBezTo>
                  <a:lnTo>
                    <a:pt x="5513" y="9988"/>
                  </a:lnTo>
                  <a:cubicBezTo>
                    <a:pt x="4096" y="9988"/>
                    <a:pt x="3025" y="8633"/>
                    <a:pt x="3403" y="7247"/>
                  </a:cubicBezTo>
                  <a:lnTo>
                    <a:pt x="3907" y="5199"/>
                  </a:lnTo>
                  <a:cubicBezTo>
                    <a:pt x="3938" y="5136"/>
                    <a:pt x="3938" y="5041"/>
                    <a:pt x="3970" y="4978"/>
                  </a:cubicBezTo>
                  <a:lnTo>
                    <a:pt x="3970" y="4978"/>
                  </a:lnTo>
                  <a:cubicBezTo>
                    <a:pt x="3934" y="4982"/>
                    <a:pt x="3899" y="4983"/>
                    <a:pt x="3864" y="4983"/>
                  </a:cubicBezTo>
                  <a:cubicBezTo>
                    <a:pt x="3255" y="4983"/>
                    <a:pt x="2804" y="4473"/>
                    <a:pt x="2804" y="3907"/>
                  </a:cubicBezTo>
                  <a:cubicBezTo>
                    <a:pt x="2804" y="3309"/>
                    <a:pt x="3277" y="2836"/>
                    <a:pt x="3875" y="2836"/>
                  </a:cubicBezTo>
                  <a:cubicBezTo>
                    <a:pt x="4411" y="2836"/>
                    <a:pt x="4883" y="3277"/>
                    <a:pt x="4915" y="3844"/>
                  </a:cubicBezTo>
                  <a:cubicBezTo>
                    <a:pt x="5230" y="3624"/>
                    <a:pt x="5608" y="3561"/>
                    <a:pt x="5986" y="3561"/>
                  </a:cubicBezTo>
                  <a:cubicBezTo>
                    <a:pt x="6396" y="3561"/>
                    <a:pt x="6742" y="3687"/>
                    <a:pt x="7057" y="3844"/>
                  </a:cubicBezTo>
                  <a:cubicBezTo>
                    <a:pt x="7089" y="3277"/>
                    <a:pt x="7561" y="2836"/>
                    <a:pt x="8128" y="2836"/>
                  </a:cubicBezTo>
                  <a:close/>
                  <a:moveTo>
                    <a:pt x="4285" y="1"/>
                  </a:moveTo>
                  <a:cubicBezTo>
                    <a:pt x="2710" y="1"/>
                    <a:pt x="1449" y="946"/>
                    <a:pt x="1449" y="2143"/>
                  </a:cubicBezTo>
                  <a:lnTo>
                    <a:pt x="1449" y="2773"/>
                  </a:lnTo>
                  <a:cubicBezTo>
                    <a:pt x="1449" y="4380"/>
                    <a:pt x="945" y="5955"/>
                    <a:pt x="95" y="7310"/>
                  </a:cubicBezTo>
                  <a:cubicBezTo>
                    <a:pt x="0" y="7373"/>
                    <a:pt x="0" y="7530"/>
                    <a:pt x="32" y="7625"/>
                  </a:cubicBezTo>
                  <a:cubicBezTo>
                    <a:pt x="945" y="9893"/>
                    <a:pt x="3182" y="11405"/>
                    <a:pt x="5671" y="11405"/>
                  </a:cubicBezTo>
                  <a:lnTo>
                    <a:pt x="6553" y="11405"/>
                  </a:lnTo>
                  <a:cubicBezTo>
                    <a:pt x="9011" y="11405"/>
                    <a:pt x="11216" y="9893"/>
                    <a:pt x="12161" y="7625"/>
                  </a:cubicBezTo>
                  <a:cubicBezTo>
                    <a:pt x="12224" y="7499"/>
                    <a:pt x="12224" y="7373"/>
                    <a:pt x="12129" y="7310"/>
                  </a:cubicBezTo>
                  <a:cubicBezTo>
                    <a:pt x="11184" y="5955"/>
                    <a:pt x="10680" y="4380"/>
                    <a:pt x="10680" y="2773"/>
                  </a:cubicBezTo>
                  <a:lnTo>
                    <a:pt x="10680" y="2143"/>
                  </a:lnTo>
                  <a:cubicBezTo>
                    <a:pt x="10680" y="946"/>
                    <a:pt x="9420" y="1"/>
                    <a:pt x="7845" y="1"/>
                  </a:cubicBezTo>
                  <a:cubicBezTo>
                    <a:pt x="7183" y="1"/>
                    <a:pt x="6553" y="158"/>
                    <a:pt x="6081" y="473"/>
                  </a:cubicBezTo>
                  <a:cubicBezTo>
                    <a:pt x="5545" y="158"/>
                    <a:pt x="4915" y="1"/>
                    <a:pt x="42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85"/>
            <p:cNvSpPr/>
            <p:nvPr/>
          </p:nvSpPr>
          <p:spPr>
            <a:xfrm>
              <a:off x="-18448275" y="38172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85"/>
            <p:cNvSpPr/>
            <p:nvPr/>
          </p:nvSpPr>
          <p:spPr>
            <a:xfrm>
              <a:off x="-18645175" y="3708500"/>
              <a:ext cx="74050" cy="91400"/>
            </a:xfrm>
            <a:custGeom>
              <a:avLst/>
              <a:gdLst/>
              <a:ahLst/>
              <a:cxnLst/>
              <a:rect l="l" t="t" r="r" b="b"/>
              <a:pathLst>
                <a:path w="2962" h="3656" extrusionOk="0">
                  <a:moveTo>
                    <a:pt x="2111" y="1"/>
                  </a:moveTo>
                  <a:cubicBezTo>
                    <a:pt x="946" y="1"/>
                    <a:pt x="1" y="946"/>
                    <a:pt x="1" y="2143"/>
                  </a:cubicBezTo>
                  <a:cubicBezTo>
                    <a:pt x="1" y="2710"/>
                    <a:pt x="221" y="3277"/>
                    <a:pt x="631" y="3656"/>
                  </a:cubicBezTo>
                  <a:lnTo>
                    <a:pt x="631" y="3498"/>
                  </a:lnTo>
                  <a:lnTo>
                    <a:pt x="631" y="2868"/>
                  </a:lnTo>
                  <a:cubicBezTo>
                    <a:pt x="631" y="1608"/>
                    <a:pt x="1576" y="600"/>
                    <a:pt x="2962" y="190"/>
                  </a:cubicBezTo>
                  <a:cubicBezTo>
                    <a:pt x="2679" y="95"/>
                    <a:pt x="2395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85"/>
            <p:cNvSpPr/>
            <p:nvPr/>
          </p:nvSpPr>
          <p:spPr>
            <a:xfrm>
              <a:off x="-18415975" y="3710075"/>
              <a:ext cx="74850" cy="92975"/>
            </a:xfrm>
            <a:custGeom>
              <a:avLst/>
              <a:gdLst/>
              <a:ahLst/>
              <a:cxnLst/>
              <a:rect l="l" t="t" r="r" b="b"/>
              <a:pathLst>
                <a:path w="2994" h="3719" extrusionOk="0">
                  <a:moveTo>
                    <a:pt x="883" y="1"/>
                  </a:moveTo>
                  <a:cubicBezTo>
                    <a:pt x="568" y="1"/>
                    <a:pt x="284" y="64"/>
                    <a:pt x="1" y="190"/>
                  </a:cubicBezTo>
                  <a:cubicBezTo>
                    <a:pt x="1292" y="568"/>
                    <a:pt x="2206" y="1608"/>
                    <a:pt x="2206" y="2836"/>
                  </a:cubicBezTo>
                  <a:lnTo>
                    <a:pt x="2206" y="3466"/>
                  </a:lnTo>
                  <a:cubicBezTo>
                    <a:pt x="2206" y="3529"/>
                    <a:pt x="2206" y="3656"/>
                    <a:pt x="2237" y="3719"/>
                  </a:cubicBezTo>
                  <a:cubicBezTo>
                    <a:pt x="2710" y="3340"/>
                    <a:pt x="2993" y="2742"/>
                    <a:pt x="2993" y="2112"/>
                  </a:cubicBezTo>
                  <a:cubicBezTo>
                    <a:pt x="2993" y="946"/>
                    <a:pt x="2048" y="1"/>
                    <a:pt x="8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8" name="Google Shape;8358;p85"/>
          <p:cNvGrpSpPr/>
          <p:nvPr/>
        </p:nvGrpSpPr>
        <p:grpSpPr>
          <a:xfrm>
            <a:off x="4631101" y="2795630"/>
            <a:ext cx="457453" cy="451763"/>
            <a:chOff x="-18647525" y="4082625"/>
            <a:chExt cx="309550" cy="305700"/>
          </a:xfrm>
        </p:grpSpPr>
        <p:sp>
          <p:nvSpPr>
            <p:cNvPr id="8359" name="Google Shape;8359;p85"/>
            <p:cNvSpPr/>
            <p:nvPr/>
          </p:nvSpPr>
          <p:spPr>
            <a:xfrm>
              <a:off x="-18609725" y="4082625"/>
              <a:ext cx="123675" cy="61475"/>
            </a:xfrm>
            <a:custGeom>
              <a:avLst/>
              <a:gdLst/>
              <a:ahLst/>
              <a:cxnLst/>
              <a:rect l="l" t="t" r="r" b="b"/>
              <a:pathLst>
                <a:path w="4947" h="2459" extrusionOk="0">
                  <a:moveTo>
                    <a:pt x="2473" y="1"/>
                  </a:moveTo>
                  <a:cubicBezTo>
                    <a:pt x="2387" y="1"/>
                    <a:pt x="2300" y="32"/>
                    <a:pt x="2237" y="95"/>
                  </a:cubicBezTo>
                  <a:cubicBezTo>
                    <a:pt x="2206" y="127"/>
                    <a:pt x="1576" y="694"/>
                    <a:pt x="1450" y="1481"/>
                  </a:cubicBezTo>
                  <a:cubicBezTo>
                    <a:pt x="1324" y="1418"/>
                    <a:pt x="1166" y="1418"/>
                    <a:pt x="1071" y="1418"/>
                  </a:cubicBezTo>
                  <a:lnTo>
                    <a:pt x="347" y="1418"/>
                  </a:lnTo>
                  <a:cubicBezTo>
                    <a:pt x="158" y="1418"/>
                    <a:pt x="0" y="1576"/>
                    <a:pt x="0" y="1797"/>
                  </a:cubicBezTo>
                  <a:cubicBezTo>
                    <a:pt x="0" y="2017"/>
                    <a:pt x="32" y="2206"/>
                    <a:pt x="126" y="2427"/>
                  </a:cubicBezTo>
                  <a:cubicBezTo>
                    <a:pt x="1008" y="2175"/>
                    <a:pt x="1922" y="2175"/>
                    <a:pt x="2489" y="2175"/>
                  </a:cubicBezTo>
                  <a:cubicBezTo>
                    <a:pt x="3277" y="2175"/>
                    <a:pt x="4096" y="2206"/>
                    <a:pt x="4852" y="2458"/>
                  </a:cubicBezTo>
                  <a:cubicBezTo>
                    <a:pt x="4915" y="2269"/>
                    <a:pt x="4947" y="2017"/>
                    <a:pt x="4947" y="1797"/>
                  </a:cubicBezTo>
                  <a:cubicBezTo>
                    <a:pt x="4947" y="1576"/>
                    <a:pt x="4789" y="1418"/>
                    <a:pt x="4600" y="1418"/>
                  </a:cubicBezTo>
                  <a:lnTo>
                    <a:pt x="3907" y="1418"/>
                  </a:lnTo>
                  <a:cubicBezTo>
                    <a:pt x="3781" y="1418"/>
                    <a:pt x="3623" y="1418"/>
                    <a:pt x="3497" y="1481"/>
                  </a:cubicBezTo>
                  <a:cubicBezTo>
                    <a:pt x="3340" y="694"/>
                    <a:pt x="2710" y="127"/>
                    <a:pt x="2710" y="95"/>
                  </a:cubicBezTo>
                  <a:cubicBezTo>
                    <a:pt x="2647" y="32"/>
                    <a:pt x="2560" y="1"/>
                    <a:pt x="24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85"/>
            <p:cNvSpPr/>
            <p:nvPr/>
          </p:nvSpPr>
          <p:spPr>
            <a:xfrm>
              <a:off x="-18647525" y="4155875"/>
              <a:ext cx="148075" cy="195350"/>
            </a:xfrm>
            <a:custGeom>
              <a:avLst/>
              <a:gdLst/>
              <a:ahLst/>
              <a:cxnLst/>
              <a:rect l="l" t="t" r="r" b="b"/>
              <a:pathLst>
                <a:path w="5923" h="7814" extrusionOk="0">
                  <a:moveTo>
                    <a:pt x="1859" y="2836"/>
                  </a:moveTo>
                  <a:cubicBezTo>
                    <a:pt x="2048" y="2836"/>
                    <a:pt x="2205" y="2994"/>
                    <a:pt x="2205" y="3183"/>
                  </a:cubicBezTo>
                  <a:lnTo>
                    <a:pt x="2205" y="3907"/>
                  </a:lnTo>
                  <a:cubicBezTo>
                    <a:pt x="2205" y="4096"/>
                    <a:pt x="2048" y="4254"/>
                    <a:pt x="1859" y="4254"/>
                  </a:cubicBezTo>
                  <a:cubicBezTo>
                    <a:pt x="1670" y="4254"/>
                    <a:pt x="1512" y="4096"/>
                    <a:pt x="1512" y="3907"/>
                  </a:cubicBezTo>
                  <a:lnTo>
                    <a:pt x="1512" y="3183"/>
                  </a:lnTo>
                  <a:cubicBezTo>
                    <a:pt x="1512" y="2994"/>
                    <a:pt x="1670" y="2836"/>
                    <a:pt x="1859" y="2836"/>
                  </a:cubicBezTo>
                  <a:close/>
                  <a:moveTo>
                    <a:pt x="3938" y="1"/>
                  </a:moveTo>
                  <a:cubicBezTo>
                    <a:pt x="2678" y="1"/>
                    <a:pt x="0" y="1"/>
                    <a:pt x="0" y="2836"/>
                  </a:cubicBezTo>
                  <a:cubicBezTo>
                    <a:pt x="0" y="4569"/>
                    <a:pt x="914" y="6774"/>
                    <a:pt x="2205" y="7814"/>
                  </a:cubicBezTo>
                  <a:cubicBezTo>
                    <a:pt x="2016" y="6995"/>
                    <a:pt x="1985" y="6018"/>
                    <a:pt x="2268" y="4915"/>
                  </a:cubicBezTo>
                  <a:cubicBezTo>
                    <a:pt x="2457" y="4222"/>
                    <a:pt x="2741" y="3466"/>
                    <a:pt x="3088" y="2805"/>
                  </a:cubicBezTo>
                  <a:cubicBezTo>
                    <a:pt x="2962" y="2710"/>
                    <a:pt x="2899" y="2647"/>
                    <a:pt x="2899" y="2490"/>
                  </a:cubicBezTo>
                  <a:lnTo>
                    <a:pt x="2899" y="1765"/>
                  </a:lnTo>
                  <a:cubicBezTo>
                    <a:pt x="2899" y="1576"/>
                    <a:pt x="3056" y="1418"/>
                    <a:pt x="3245" y="1418"/>
                  </a:cubicBezTo>
                  <a:cubicBezTo>
                    <a:pt x="3434" y="1418"/>
                    <a:pt x="3592" y="1576"/>
                    <a:pt x="3592" y="1765"/>
                  </a:cubicBezTo>
                  <a:lnTo>
                    <a:pt x="3592" y="1954"/>
                  </a:lnTo>
                  <a:cubicBezTo>
                    <a:pt x="3781" y="1702"/>
                    <a:pt x="4033" y="1450"/>
                    <a:pt x="4222" y="1229"/>
                  </a:cubicBezTo>
                  <a:cubicBezTo>
                    <a:pt x="4726" y="694"/>
                    <a:pt x="5324" y="347"/>
                    <a:pt x="5923" y="190"/>
                  </a:cubicBezTo>
                  <a:cubicBezTo>
                    <a:pt x="5293" y="32"/>
                    <a:pt x="4631" y="1"/>
                    <a:pt x="39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85"/>
            <p:cNvSpPr/>
            <p:nvPr/>
          </p:nvSpPr>
          <p:spPr>
            <a:xfrm>
              <a:off x="-18442750" y="4150575"/>
              <a:ext cx="102400" cy="100625"/>
            </a:xfrm>
            <a:custGeom>
              <a:avLst/>
              <a:gdLst/>
              <a:ahLst/>
              <a:cxnLst/>
              <a:rect l="l" t="t" r="r" b="b"/>
              <a:pathLst>
                <a:path w="4096" h="4025" extrusionOk="0">
                  <a:moveTo>
                    <a:pt x="630" y="0"/>
                  </a:moveTo>
                  <a:cubicBezTo>
                    <a:pt x="544" y="0"/>
                    <a:pt x="457" y="39"/>
                    <a:pt x="378" y="118"/>
                  </a:cubicBezTo>
                  <a:cubicBezTo>
                    <a:pt x="221" y="276"/>
                    <a:pt x="95" y="496"/>
                    <a:pt x="0" y="685"/>
                  </a:cubicBezTo>
                  <a:cubicBezTo>
                    <a:pt x="851" y="1063"/>
                    <a:pt x="1481" y="1725"/>
                    <a:pt x="1891" y="2134"/>
                  </a:cubicBezTo>
                  <a:cubicBezTo>
                    <a:pt x="2300" y="2513"/>
                    <a:pt x="2962" y="3206"/>
                    <a:pt x="3371" y="4025"/>
                  </a:cubicBezTo>
                  <a:cubicBezTo>
                    <a:pt x="3560" y="3962"/>
                    <a:pt x="3749" y="3836"/>
                    <a:pt x="3907" y="3647"/>
                  </a:cubicBezTo>
                  <a:cubicBezTo>
                    <a:pt x="4096" y="3552"/>
                    <a:pt x="4096" y="3332"/>
                    <a:pt x="3938" y="3206"/>
                  </a:cubicBezTo>
                  <a:lnTo>
                    <a:pt x="3434" y="2702"/>
                  </a:lnTo>
                  <a:cubicBezTo>
                    <a:pt x="3371" y="2607"/>
                    <a:pt x="3245" y="2544"/>
                    <a:pt x="3119" y="2450"/>
                  </a:cubicBezTo>
                  <a:cubicBezTo>
                    <a:pt x="3560" y="1788"/>
                    <a:pt x="3529" y="937"/>
                    <a:pt x="3529" y="906"/>
                  </a:cubicBezTo>
                  <a:cubicBezTo>
                    <a:pt x="3529" y="717"/>
                    <a:pt x="3371" y="591"/>
                    <a:pt x="3151" y="559"/>
                  </a:cubicBezTo>
                  <a:cubicBezTo>
                    <a:pt x="3147" y="559"/>
                    <a:pt x="3130" y="559"/>
                    <a:pt x="3103" y="559"/>
                  </a:cubicBezTo>
                  <a:cubicBezTo>
                    <a:pt x="2910" y="559"/>
                    <a:pt x="2190" y="583"/>
                    <a:pt x="1639" y="969"/>
                  </a:cubicBezTo>
                  <a:cubicBezTo>
                    <a:pt x="1544" y="843"/>
                    <a:pt x="1481" y="748"/>
                    <a:pt x="1387" y="654"/>
                  </a:cubicBezTo>
                  <a:lnTo>
                    <a:pt x="882" y="118"/>
                  </a:lnTo>
                  <a:cubicBezTo>
                    <a:pt x="804" y="39"/>
                    <a:pt x="717" y="0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85"/>
            <p:cNvSpPr/>
            <p:nvPr/>
          </p:nvSpPr>
          <p:spPr>
            <a:xfrm>
              <a:off x="-18581375" y="4176775"/>
              <a:ext cx="243400" cy="211550"/>
            </a:xfrm>
            <a:custGeom>
              <a:avLst/>
              <a:gdLst/>
              <a:ahLst/>
              <a:cxnLst/>
              <a:rect l="l" t="t" r="r" b="b"/>
              <a:pathLst>
                <a:path w="9736" h="8462" extrusionOk="0">
                  <a:moveTo>
                    <a:pt x="4191" y="1000"/>
                  </a:moveTo>
                  <a:cubicBezTo>
                    <a:pt x="4277" y="1000"/>
                    <a:pt x="4364" y="1039"/>
                    <a:pt x="4443" y="1118"/>
                  </a:cubicBezTo>
                  <a:cubicBezTo>
                    <a:pt x="4600" y="1275"/>
                    <a:pt x="4600" y="1465"/>
                    <a:pt x="4443" y="1654"/>
                  </a:cubicBezTo>
                  <a:lnTo>
                    <a:pt x="3939" y="2158"/>
                  </a:lnTo>
                  <a:cubicBezTo>
                    <a:pt x="3860" y="2236"/>
                    <a:pt x="3765" y="2276"/>
                    <a:pt x="3675" y="2276"/>
                  </a:cubicBezTo>
                  <a:cubicBezTo>
                    <a:pt x="3584" y="2276"/>
                    <a:pt x="3498" y="2236"/>
                    <a:pt x="3435" y="2158"/>
                  </a:cubicBezTo>
                  <a:cubicBezTo>
                    <a:pt x="3277" y="2000"/>
                    <a:pt x="3277" y="1811"/>
                    <a:pt x="3435" y="1654"/>
                  </a:cubicBezTo>
                  <a:lnTo>
                    <a:pt x="3939" y="1118"/>
                  </a:lnTo>
                  <a:cubicBezTo>
                    <a:pt x="4017" y="1039"/>
                    <a:pt x="4104" y="1000"/>
                    <a:pt x="4191" y="1000"/>
                  </a:cubicBezTo>
                  <a:close/>
                  <a:moveTo>
                    <a:pt x="5230" y="3048"/>
                  </a:moveTo>
                  <a:cubicBezTo>
                    <a:pt x="5317" y="3048"/>
                    <a:pt x="5404" y="3087"/>
                    <a:pt x="5482" y="3166"/>
                  </a:cubicBezTo>
                  <a:cubicBezTo>
                    <a:pt x="5640" y="3323"/>
                    <a:pt x="5640" y="3512"/>
                    <a:pt x="5482" y="3701"/>
                  </a:cubicBezTo>
                  <a:lnTo>
                    <a:pt x="4978" y="4205"/>
                  </a:lnTo>
                  <a:cubicBezTo>
                    <a:pt x="4900" y="4284"/>
                    <a:pt x="4805" y="4324"/>
                    <a:pt x="4710" y="4324"/>
                  </a:cubicBezTo>
                  <a:cubicBezTo>
                    <a:pt x="4616" y="4324"/>
                    <a:pt x="4521" y="4284"/>
                    <a:pt x="4443" y="4205"/>
                  </a:cubicBezTo>
                  <a:cubicBezTo>
                    <a:pt x="4285" y="4048"/>
                    <a:pt x="4285" y="3796"/>
                    <a:pt x="4443" y="3701"/>
                  </a:cubicBezTo>
                  <a:lnTo>
                    <a:pt x="4978" y="3166"/>
                  </a:lnTo>
                  <a:cubicBezTo>
                    <a:pt x="5057" y="3087"/>
                    <a:pt x="5144" y="3048"/>
                    <a:pt x="5230" y="3048"/>
                  </a:cubicBezTo>
                  <a:close/>
                  <a:moveTo>
                    <a:pt x="2674" y="3583"/>
                  </a:moveTo>
                  <a:cubicBezTo>
                    <a:pt x="2765" y="3583"/>
                    <a:pt x="2852" y="3623"/>
                    <a:pt x="2930" y="3701"/>
                  </a:cubicBezTo>
                  <a:cubicBezTo>
                    <a:pt x="3088" y="3796"/>
                    <a:pt x="3088" y="4048"/>
                    <a:pt x="2930" y="4205"/>
                  </a:cubicBezTo>
                  <a:lnTo>
                    <a:pt x="2395" y="4710"/>
                  </a:lnTo>
                  <a:cubicBezTo>
                    <a:pt x="2316" y="4788"/>
                    <a:pt x="2229" y="4828"/>
                    <a:pt x="2143" y="4828"/>
                  </a:cubicBezTo>
                  <a:cubicBezTo>
                    <a:pt x="2056" y="4828"/>
                    <a:pt x="1970" y="4788"/>
                    <a:pt x="1891" y="4710"/>
                  </a:cubicBezTo>
                  <a:cubicBezTo>
                    <a:pt x="1733" y="4552"/>
                    <a:pt x="1733" y="4363"/>
                    <a:pt x="1891" y="4205"/>
                  </a:cubicBezTo>
                  <a:lnTo>
                    <a:pt x="2395" y="3701"/>
                  </a:lnTo>
                  <a:cubicBezTo>
                    <a:pt x="2489" y="3623"/>
                    <a:pt x="2584" y="3583"/>
                    <a:pt x="2674" y="3583"/>
                  </a:cubicBezTo>
                  <a:close/>
                  <a:moveTo>
                    <a:pt x="7207" y="4087"/>
                  </a:moveTo>
                  <a:cubicBezTo>
                    <a:pt x="7302" y="4087"/>
                    <a:pt x="7388" y="4127"/>
                    <a:pt x="7436" y="4205"/>
                  </a:cubicBezTo>
                  <a:cubicBezTo>
                    <a:pt x="7625" y="4363"/>
                    <a:pt x="7625" y="4552"/>
                    <a:pt x="7436" y="4710"/>
                  </a:cubicBezTo>
                  <a:lnTo>
                    <a:pt x="6932" y="5214"/>
                  </a:lnTo>
                  <a:cubicBezTo>
                    <a:pt x="6853" y="5292"/>
                    <a:pt x="6766" y="5332"/>
                    <a:pt x="6680" y="5332"/>
                  </a:cubicBezTo>
                  <a:cubicBezTo>
                    <a:pt x="6593" y="5332"/>
                    <a:pt x="6506" y="5292"/>
                    <a:pt x="6427" y="5214"/>
                  </a:cubicBezTo>
                  <a:cubicBezTo>
                    <a:pt x="6270" y="5056"/>
                    <a:pt x="6270" y="4867"/>
                    <a:pt x="6427" y="4710"/>
                  </a:cubicBezTo>
                  <a:lnTo>
                    <a:pt x="6932" y="4205"/>
                  </a:lnTo>
                  <a:cubicBezTo>
                    <a:pt x="7010" y="4127"/>
                    <a:pt x="7113" y="4087"/>
                    <a:pt x="7207" y="4087"/>
                  </a:cubicBezTo>
                  <a:close/>
                  <a:moveTo>
                    <a:pt x="5388" y="4875"/>
                  </a:moveTo>
                  <a:cubicBezTo>
                    <a:pt x="5474" y="4875"/>
                    <a:pt x="5561" y="4914"/>
                    <a:pt x="5640" y="4993"/>
                  </a:cubicBezTo>
                  <a:cubicBezTo>
                    <a:pt x="5797" y="5151"/>
                    <a:pt x="5797" y="5340"/>
                    <a:pt x="5640" y="5497"/>
                  </a:cubicBezTo>
                  <a:lnTo>
                    <a:pt x="5136" y="6001"/>
                  </a:lnTo>
                  <a:cubicBezTo>
                    <a:pt x="5057" y="6080"/>
                    <a:pt x="4963" y="6119"/>
                    <a:pt x="4868" y="6119"/>
                  </a:cubicBezTo>
                  <a:cubicBezTo>
                    <a:pt x="4773" y="6119"/>
                    <a:pt x="4679" y="6080"/>
                    <a:pt x="4600" y="6001"/>
                  </a:cubicBezTo>
                  <a:cubicBezTo>
                    <a:pt x="4443" y="5844"/>
                    <a:pt x="4443" y="5655"/>
                    <a:pt x="4600" y="5497"/>
                  </a:cubicBezTo>
                  <a:lnTo>
                    <a:pt x="5136" y="4993"/>
                  </a:lnTo>
                  <a:cubicBezTo>
                    <a:pt x="5215" y="4914"/>
                    <a:pt x="5301" y="4875"/>
                    <a:pt x="5388" y="4875"/>
                  </a:cubicBezTo>
                  <a:close/>
                  <a:moveTo>
                    <a:pt x="2674" y="5568"/>
                  </a:moveTo>
                  <a:cubicBezTo>
                    <a:pt x="2765" y="5568"/>
                    <a:pt x="2852" y="5607"/>
                    <a:pt x="2930" y="5686"/>
                  </a:cubicBezTo>
                  <a:cubicBezTo>
                    <a:pt x="3088" y="5844"/>
                    <a:pt x="3088" y="6064"/>
                    <a:pt x="2930" y="6222"/>
                  </a:cubicBezTo>
                  <a:lnTo>
                    <a:pt x="2395" y="6726"/>
                  </a:lnTo>
                  <a:cubicBezTo>
                    <a:pt x="2316" y="6805"/>
                    <a:pt x="2229" y="6844"/>
                    <a:pt x="2143" y="6844"/>
                  </a:cubicBezTo>
                  <a:cubicBezTo>
                    <a:pt x="2056" y="6844"/>
                    <a:pt x="1970" y="6805"/>
                    <a:pt x="1891" y="6726"/>
                  </a:cubicBezTo>
                  <a:cubicBezTo>
                    <a:pt x="1733" y="6568"/>
                    <a:pt x="1733" y="6379"/>
                    <a:pt x="1891" y="6222"/>
                  </a:cubicBezTo>
                  <a:lnTo>
                    <a:pt x="2395" y="5686"/>
                  </a:lnTo>
                  <a:cubicBezTo>
                    <a:pt x="2489" y="5607"/>
                    <a:pt x="2584" y="5568"/>
                    <a:pt x="2674" y="5568"/>
                  </a:cubicBezTo>
                  <a:close/>
                  <a:moveTo>
                    <a:pt x="4065" y="1"/>
                  </a:moveTo>
                  <a:cubicBezTo>
                    <a:pt x="3468" y="1"/>
                    <a:pt x="2828" y="244"/>
                    <a:pt x="2174" y="897"/>
                  </a:cubicBezTo>
                  <a:cubicBezTo>
                    <a:pt x="1355" y="1717"/>
                    <a:pt x="662" y="2977"/>
                    <a:pt x="347" y="4268"/>
                  </a:cubicBezTo>
                  <a:cubicBezTo>
                    <a:pt x="0" y="5781"/>
                    <a:pt x="190" y="7009"/>
                    <a:pt x="914" y="7702"/>
                  </a:cubicBezTo>
                  <a:cubicBezTo>
                    <a:pt x="1466" y="8255"/>
                    <a:pt x="2204" y="8461"/>
                    <a:pt x="2972" y="8461"/>
                  </a:cubicBezTo>
                  <a:cubicBezTo>
                    <a:pt x="3430" y="8461"/>
                    <a:pt x="3900" y="8387"/>
                    <a:pt x="4348" y="8270"/>
                  </a:cubicBezTo>
                  <a:cubicBezTo>
                    <a:pt x="5608" y="7955"/>
                    <a:pt x="6900" y="7230"/>
                    <a:pt x="7719" y="6442"/>
                  </a:cubicBezTo>
                  <a:cubicBezTo>
                    <a:pt x="9736" y="4426"/>
                    <a:pt x="7845" y="2536"/>
                    <a:pt x="6963" y="1654"/>
                  </a:cubicBezTo>
                  <a:cubicBezTo>
                    <a:pt x="6367" y="1057"/>
                    <a:pt x="5310" y="1"/>
                    <a:pt x="40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3" name="Google Shape;8363;p85"/>
          <p:cNvGrpSpPr/>
          <p:nvPr/>
        </p:nvGrpSpPr>
        <p:grpSpPr>
          <a:xfrm>
            <a:off x="7441485" y="1689592"/>
            <a:ext cx="395755" cy="449288"/>
            <a:chOff x="-16775350" y="3309200"/>
            <a:chExt cx="267800" cy="304025"/>
          </a:xfrm>
        </p:grpSpPr>
        <p:sp>
          <p:nvSpPr>
            <p:cNvPr id="8364" name="Google Shape;8364;p85"/>
            <p:cNvSpPr/>
            <p:nvPr/>
          </p:nvSpPr>
          <p:spPr>
            <a:xfrm>
              <a:off x="-16775350" y="3309200"/>
              <a:ext cx="267800" cy="160675"/>
            </a:xfrm>
            <a:custGeom>
              <a:avLst/>
              <a:gdLst/>
              <a:ahLst/>
              <a:cxnLst/>
              <a:rect l="l" t="t" r="r" b="b"/>
              <a:pathLst>
                <a:path w="10712" h="6427" extrusionOk="0">
                  <a:moveTo>
                    <a:pt x="4978" y="1418"/>
                  </a:moveTo>
                  <a:cubicBezTo>
                    <a:pt x="5388" y="1418"/>
                    <a:pt x="5703" y="1733"/>
                    <a:pt x="5703" y="2111"/>
                  </a:cubicBezTo>
                  <a:cubicBezTo>
                    <a:pt x="5703" y="2520"/>
                    <a:pt x="5388" y="2835"/>
                    <a:pt x="4978" y="2835"/>
                  </a:cubicBezTo>
                  <a:cubicBezTo>
                    <a:pt x="4600" y="2835"/>
                    <a:pt x="4285" y="2520"/>
                    <a:pt x="4285" y="2111"/>
                  </a:cubicBezTo>
                  <a:cubicBezTo>
                    <a:pt x="4285" y="1733"/>
                    <a:pt x="4600" y="1418"/>
                    <a:pt x="4978" y="1418"/>
                  </a:cubicBezTo>
                  <a:close/>
                  <a:moveTo>
                    <a:pt x="3182" y="2867"/>
                  </a:moveTo>
                  <a:cubicBezTo>
                    <a:pt x="3781" y="2867"/>
                    <a:pt x="4254" y="3340"/>
                    <a:pt x="4254" y="3938"/>
                  </a:cubicBezTo>
                  <a:cubicBezTo>
                    <a:pt x="4285" y="4505"/>
                    <a:pt x="3781" y="5009"/>
                    <a:pt x="3182" y="5009"/>
                  </a:cubicBezTo>
                  <a:cubicBezTo>
                    <a:pt x="2584" y="5009"/>
                    <a:pt x="2111" y="4537"/>
                    <a:pt x="2111" y="3938"/>
                  </a:cubicBezTo>
                  <a:cubicBezTo>
                    <a:pt x="2111" y="3340"/>
                    <a:pt x="2584" y="2867"/>
                    <a:pt x="3182" y="2867"/>
                  </a:cubicBezTo>
                  <a:close/>
                  <a:moveTo>
                    <a:pt x="5356" y="0"/>
                  </a:moveTo>
                  <a:cubicBezTo>
                    <a:pt x="2395" y="0"/>
                    <a:pt x="0" y="2394"/>
                    <a:pt x="0" y="5356"/>
                  </a:cubicBezTo>
                  <a:cubicBezTo>
                    <a:pt x="0" y="5954"/>
                    <a:pt x="473" y="6427"/>
                    <a:pt x="1040" y="6427"/>
                  </a:cubicBezTo>
                  <a:lnTo>
                    <a:pt x="9609" y="6427"/>
                  </a:lnTo>
                  <a:cubicBezTo>
                    <a:pt x="10208" y="6427"/>
                    <a:pt x="10681" y="5954"/>
                    <a:pt x="10681" y="5356"/>
                  </a:cubicBezTo>
                  <a:cubicBezTo>
                    <a:pt x="10712" y="2394"/>
                    <a:pt x="8286" y="0"/>
                    <a:pt x="53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85"/>
            <p:cNvSpPr/>
            <p:nvPr/>
          </p:nvSpPr>
          <p:spPr>
            <a:xfrm>
              <a:off x="-16704475" y="33989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85"/>
            <p:cNvSpPr/>
            <p:nvPr/>
          </p:nvSpPr>
          <p:spPr>
            <a:xfrm>
              <a:off x="-16707625" y="3487200"/>
              <a:ext cx="129200" cy="126025"/>
            </a:xfrm>
            <a:custGeom>
              <a:avLst/>
              <a:gdLst/>
              <a:ahLst/>
              <a:cxnLst/>
              <a:rect l="l" t="t" r="r" b="b"/>
              <a:pathLst>
                <a:path w="5168" h="5041" extrusionOk="0">
                  <a:moveTo>
                    <a:pt x="1135" y="0"/>
                  </a:moveTo>
                  <a:cubicBezTo>
                    <a:pt x="1072" y="725"/>
                    <a:pt x="914" y="1449"/>
                    <a:pt x="631" y="2079"/>
                  </a:cubicBezTo>
                  <a:cubicBezTo>
                    <a:pt x="1" y="3592"/>
                    <a:pt x="1103" y="5041"/>
                    <a:pt x="2584" y="5041"/>
                  </a:cubicBezTo>
                  <a:cubicBezTo>
                    <a:pt x="3939" y="5041"/>
                    <a:pt x="5168" y="3875"/>
                    <a:pt x="4632" y="2237"/>
                  </a:cubicBezTo>
                  <a:cubicBezTo>
                    <a:pt x="4411" y="1449"/>
                    <a:pt x="4222" y="725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7" name="Google Shape;8367;p85"/>
          <p:cNvGrpSpPr/>
          <p:nvPr/>
        </p:nvGrpSpPr>
        <p:grpSpPr>
          <a:xfrm>
            <a:off x="7441485" y="2241827"/>
            <a:ext cx="395755" cy="452835"/>
            <a:chOff x="-16775350" y="3683300"/>
            <a:chExt cx="267800" cy="306425"/>
          </a:xfrm>
        </p:grpSpPr>
        <p:sp>
          <p:nvSpPr>
            <p:cNvPr id="8368" name="Google Shape;8368;p85"/>
            <p:cNvSpPr/>
            <p:nvPr/>
          </p:nvSpPr>
          <p:spPr>
            <a:xfrm>
              <a:off x="-16775350" y="3683300"/>
              <a:ext cx="267800" cy="306425"/>
            </a:xfrm>
            <a:custGeom>
              <a:avLst/>
              <a:gdLst/>
              <a:ahLst/>
              <a:cxnLst/>
              <a:rect l="l" t="t" r="r" b="b"/>
              <a:pathLst>
                <a:path w="10712" h="12257" extrusionOk="0">
                  <a:moveTo>
                    <a:pt x="5356" y="1"/>
                  </a:moveTo>
                  <a:cubicBezTo>
                    <a:pt x="2395" y="1"/>
                    <a:pt x="0" y="2395"/>
                    <a:pt x="0" y="5357"/>
                  </a:cubicBezTo>
                  <a:lnTo>
                    <a:pt x="0" y="11847"/>
                  </a:lnTo>
                  <a:cubicBezTo>
                    <a:pt x="0" y="12036"/>
                    <a:pt x="158" y="12193"/>
                    <a:pt x="347" y="12193"/>
                  </a:cubicBezTo>
                  <a:lnTo>
                    <a:pt x="1418" y="12193"/>
                  </a:lnTo>
                  <a:lnTo>
                    <a:pt x="1418" y="11153"/>
                  </a:lnTo>
                  <a:cubicBezTo>
                    <a:pt x="1418" y="10303"/>
                    <a:pt x="1702" y="9578"/>
                    <a:pt x="2206" y="8917"/>
                  </a:cubicBezTo>
                  <a:lnTo>
                    <a:pt x="2741" y="8224"/>
                  </a:lnTo>
                  <a:lnTo>
                    <a:pt x="2017" y="7121"/>
                  </a:lnTo>
                  <a:cubicBezTo>
                    <a:pt x="1607" y="6522"/>
                    <a:pt x="1418" y="5829"/>
                    <a:pt x="1418" y="5136"/>
                  </a:cubicBezTo>
                  <a:cubicBezTo>
                    <a:pt x="1418" y="4128"/>
                    <a:pt x="2080" y="3183"/>
                    <a:pt x="3025" y="2994"/>
                  </a:cubicBezTo>
                  <a:cubicBezTo>
                    <a:pt x="3197" y="2953"/>
                    <a:pt x="3371" y="2933"/>
                    <a:pt x="3544" y="2933"/>
                  </a:cubicBezTo>
                  <a:cubicBezTo>
                    <a:pt x="4034" y="2933"/>
                    <a:pt x="4511" y="3092"/>
                    <a:pt x="4884" y="3372"/>
                  </a:cubicBezTo>
                  <a:cubicBezTo>
                    <a:pt x="5041" y="3529"/>
                    <a:pt x="5199" y="3687"/>
                    <a:pt x="5293" y="3844"/>
                  </a:cubicBezTo>
                  <a:cubicBezTo>
                    <a:pt x="5388" y="3687"/>
                    <a:pt x="5514" y="3561"/>
                    <a:pt x="5671" y="3466"/>
                  </a:cubicBezTo>
                  <a:cubicBezTo>
                    <a:pt x="6052" y="3086"/>
                    <a:pt x="6649" y="2896"/>
                    <a:pt x="7187" y="2896"/>
                  </a:cubicBezTo>
                  <a:cubicBezTo>
                    <a:pt x="7228" y="2896"/>
                    <a:pt x="7269" y="2897"/>
                    <a:pt x="7310" y="2899"/>
                  </a:cubicBezTo>
                  <a:cubicBezTo>
                    <a:pt x="8412" y="3025"/>
                    <a:pt x="9263" y="4002"/>
                    <a:pt x="9263" y="5136"/>
                  </a:cubicBezTo>
                  <a:cubicBezTo>
                    <a:pt x="9263" y="5735"/>
                    <a:pt x="9137" y="6302"/>
                    <a:pt x="8885" y="6837"/>
                  </a:cubicBezTo>
                  <a:cubicBezTo>
                    <a:pt x="8664" y="7404"/>
                    <a:pt x="8349" y="7877"/>
                    <a:pt x="7940" y="8255"/>
                  </a:cubicBezTo>
                  <a:cubicBezTo>
                    <a:pt x="8349" y="8665"/>
                    <a:pt x="8664" y="9137"/>
                    <a:pt x="8885" y="9673"/>
                  </a:cubicBezTo>
                  <a:cubicBezTo>
                    <a:pt x="9137" y="10240"/>
                    <a:pt x="9263" y="10775"/>
                    <a:pt x="9263" y="11374"/>
                  </a:cubicBezTo>
                  <a:lnTo>
                    <a:pt x="9263" y="12256"/>
                  </a:lnTo>
                  <a:lnTo>
                    <a:pt x="10302" y="12256"/>
                  </a:lnTo>
                  <a:cubicBezTo>
                    <a:pt x="10523" y="12256"/>
                    <a:pt x="10681" y="12099"/>
                    <a:pt x="10681" y="11878"/>
                  </a:cubicBezTo>
                  <a:lnTo>
                    <a:pt x="10681" y="5420"/>
                  </a:lnTo>
                  <a:cubicBezTo>
                    <a:pt x="10712" y="2395"/>
                    <a:pt x="8286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85"/>
            <p:cNvSpPr/>
            <p:nvPr/>
          </p:nvSpPr>
          <p:spPr>
            <a:xfrm>
              <a:off x="-16648550" y="3847925"/>
              <a:ext cx="13425" cy="21275"/>
            </a:xfrm>
            <a:custGeom>
              <a:avLst/>
              <a:gdLst/>
              <a:ahLst/>
              <a:cxnLst/>
              <a:rect l="l" t="t" r="r" b="b"/>
              <a:pathLst>
                <a:path w="537" h="851" extrusionOk="0">
                  <a:moveTo>
                    <a:pt x="284" y="0"/>
                  </a:moveTo>
                  <a:lnTo>
                    <a:pt x="1" y="252"/>
                  </a:lnTo>
                  <a:lnTo>
                    <a:pt x="284" y="851"/>
                  </a:lnTo>
                  <a:lnTo>
                    <a:pt x="536" y="252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85"/>
            <p:cNvSpPr/>
            <p:nvPr/>
          </p:nvSpPr>
          <p:spPr>
            <a:xfrm>
              <a:off x="-16722575" y="3771400"/>
              <a:ext cx="161475" cy="215950"/>
            </a:xfrm>
            <a:custGeom>
              <a:avLst/>
              <a:gdLst/>
              <a:ahLst/>
              <a:cxnLst/>
              <a:rect l="l" t="t" r="r" b="b"/>
              <a:pathLst>
                <a:path w="6459" h="8638" extrusionOk="0">
                  <a:moveTo>
                    <a:pt x="1827" y="1486"/>
                  </a:moveTo>
                  <a:cubicBezTo>
                    <a:pt x="2017" y="1486"/>
                    <a:pt x="2174" y="1644"/>
                    <a:pt x="2174" y="1833"/>
                  </a:cubicBezTo>
                  <a:cubicBezTo>
                    <a:pt x="2174" y="2022"/>
                    <a:pt x="2017" y="2179"/>
                    <a:pt x="1827" y="2179"/>
                  </a:cubicBezTo>
                  <a:cubicBezTo>
                    <a:pt x="1607" y="2179"/>
                    <a:pt x="1449" y="2022"/>
                    <a:pt x="1449" y="1833"/>
                  </a:cubicBezTo>
                  <a:cubicBezTo>
                    <a:pt x="1449" y="1644"/>
                    <a:pt x="1607" y="1486"/>
                    <a:pt x="1827" y="1486"/>
                  </a:cubicBezTo>
                  <a:close/>
                  <a:moveTo>
                    <a:pt x="4663" y="1486"/>
                  </a:moveTo>
                  <a:cubicBezTo>
                    <a:pt x="4852" y="1486"/>
                    <a:pt x="5009" y="1644"/>
                    <a:pt x="5009" y="1833"/>
                  </a:cubicBezTo>
                  <a:cubicBezTo>
                    <a:pt x="5009" y="2022"/>
                    <a:pt x="4852" y="2179"/>
                    <a:pt x="4663" y="2179"/>
                  </a:cubicBezTo>
                  <a:cubicBezTo>
                    <a:pt x="4442" y="2179"/>
                    <a:pt x="4285" y="2022"/>
                    <a:pt x="4285" y="1833"/>
                  </a:cubicBezTo>
                  <a:cubicBezTo>
                    <a:pt x="4285" y="1644"/>
                    <a:pt x="4442" y="1486"/>
                    <a:pt x="4663" y="1486"/>
                  </a:cubicBezTo>
                  <a:close/>
                  <a:moveTo>
                    <a:pt x="3257" y="2219"/>
                  </a:moveTo>
                  <a:cubicBezTo>
                    <a:pt x="3348" y="2219"/>
                    <a:pt x="3434" y="2258"/>
                    <a:pt x="3497" y="2337"/>
                  </a:cubicBezTo>
                  <a:lnTo>
                    <a:pt x="4222" y="3061"/>
                  </a:lnTo>
                  <a:cubicBezTo>
                    <a:pt x="4285" y="3124"/>
                    <a:pt x="4348" y="3282"/>
                    <a:pt x="4253" y="3439"/>
                  </a:cubicBezTo>
                  <a:lnTo>
                    <a:pt x="3560" y="4857"/>
                  </a:lnTo>
                  <a:cubicBezTo>
                    <a:pt x="3466" y="4983"/>
                    <a:pt x="3340" y="5046"/>
                    <a:pt x="3245" y="5046"/>
                  </a:cubicBezTo>
                  <a:cubicBezTo>
                    <a:pt x="3119" y="5046"/>
                    <a:pt x="2962" y="4983"/>
                    <a:pt x="2930" y="4857"/>
                  </a:cubicBezTo>
                  <a:lnTo>
                    <a:pt x="2206" y="3439"/>
                  </a:lnTo>
                  <a:cubicBezTo>
                    <a:pt x="2143" y="3313"/>
                    <a:pt x="2174" y="3124"/>
                    <a:pt x="2300" y="3061"/>
                  </a:cubicBezTo>
                  <a:lnTo>
                    <a:pt x="2993" y="2337"/>
                  </a:lnTo>
                  <a:cubicBezTo>
                    <a:pt x="3072" y="2258"/>
                    <a:pt x="3166" y="2219"/>
                    <a:pt x="3257" y="2219"/>
                  </a:cubicBezTo>
                  <a:close/>
                  <a:moveTo>
                    <a:pt x="5044" y="1"/>
                  </a:moveTo>
                  <a:cubicBezTo>
                    <a:pt x="4682" y="1"/>
                    <a:pt x="4348" y="125"/>
                    <a:pt x="4064" y="352"/>
                  </a:cubicBezTo>
                  <a:cubicBezTo>
                    <a:pt x="3749" y="635"/>
                    <a:pt x="3592" y="1045"/>
                    <a:pt x="3592" y="1423"/>
                  </a:cubicBezTo>
                  <a:cubicBezTo>
                    <a:pt x="3592" y="1612"/>
                    <a:pt x="3434" y="1770"/>
                    <a:pt x="3245" y="1770"/>
                  </a:cubicBezTo>
                  <a:cubicBezTo>
                    <a:pt x="3025" y="1770"/>
                    <a:pt x="2867" y="1612"/>
                    <a:pt x="2867" y="1423"/>
                  </a:cubicBezTo>
                  <a:cubicBezTo>
                    <a:pt x="2867" y="982"/>
                    <a:pt x="2678" y="604"/>
                    <a:pt x="2332" y="320"/>
                  </a:cubicBezTo>
                  <a:cubicBezTo>
                    <a:pt x="2072" y="108"/>
                    <a:pt x="1759" y="1"/>
                    <a:pt x="1419" y="1"/>
                  </a:cubicBezTo>
                  <a:cubicBezTo>
                    <a:pt x="1306" y="1"/>
                    <a:pt x="1190" y="13"/>
                    <a:pt x="1071" y="37"/>
                  </a:cubicBezTo>
                  <a:cubicBezTo>
                    <a:pt x="410" y="194"/>
                    <a:pt x="0" y="887"/>
                    <a:pt x="0" y="1549"/>
                  </a:cubicBezTo>
                  <a:cubicBezTo>
                    <a:pt x="0" y="2085"/>
                    <a:pt x="158" y="2652"/>
                    <a:pt x="473" y="3124"/>
                  </a:cubicBezTo>
                  <a:lnTo>
                    <a:pt x="1386" y="4448"/>
                  </a:lnTo>
                  <a:cubicBezTo>
                    <a:pt x="1449" y="4574"/>
                    <a:pt x="1449" y="4763"/>
                    <a:pt x="1386" y="4889"/>
                  </a:cubicBezTo>
                  <a:lnTo>
                    <a:pt x="662" y="5802"/>
                  </a:lnTo>
                  <a:cubicBezTo>
                    <a:pt x="284" y="6275"/>
                    <a:pt x="32" y="6905"/>
                    <a:pt x="32" y="7566"/>
                  </a:cubicBezTo>
                  <a:lnTo>
                    <a:pt x="32" y="8638"/>
                  </a:lnTo>
                  <a:lnTo>
                    <a:pt x="6459" y="8638"/>
                  </a:lnTo>
                  <a:lnTo>
                    <a:pt x="6459" y="7756"/>
                  </a:lnTo>
                  <a:cubicBezTo>
                    <a:pt x="6459" y="7283"/>
                    <a:pt x="6396" y="6779"/>
                    <a:pt x="6175" y="6338"/>
                  </a:cubicBezTo>
                  <a:cubicBezTo>
                    <a:pt x="5860" y="5708"/>
                    <a:pt x="5545" y="5424"/>
                    <a:pt x="5136" y="4920"/>
                  </a:cubicBezTo>
                  <a:cubicBezTo>
                    <a:pt x="4978" y="4794"/>
                    <a:pt x="4978" y="4574"/>
                    <a:pt x="5136" y="4416"/>
                  </a:cubicBezTo>
                  <a:cubicBezTo>
                    <a:pt x="5608" y="3943"/>
                    <a:pt x="5860" y="3691"/>
                    <a:pt x="6144" y="2967"/>
                  </a:cubicBezTo>
                  <a:cubicBezTo>
                    <a:pt x="6333" y="2526"/>
                    <a:pt x="6427" y="2022"/>
                    <a:pt x="6427" y="1549"/>
                  </a:cubicBezTo>
                  <a:cubicBezTo>
                    <a:pt x="6427" y="793"/>
                    <a:pt x="5860" y="100"/>
                    <a:pt x="5167" y="5"/>
                  </a:cubicBezTo>
                  <a:cubicBezTo>
                    <a:pt x="5126" y="2"/>
                    <a:pt x="5085" y="1"/>
                    <a:pt x="50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1" name="Google Shape;8371;p85"/>
          <p:cNvGrpSpPr/>
          <p:nvPr/>
        </p:nvGrpSpPr>
        <p:grpSpPr>
          <a:xfrm>
            <a:off x="7413536" y="2796870"/>
            <a:ext cx="451653" cy="449288"/>
            <a:chOff x="-16794250" y="4058225"/>
            <a:chExt cx="305625" cy="304025"/>
          </a:xfrm>
        </p:grpSpPr>
        <p:sp>
          <p:nvSpPr>
            <p:cNvPr id="8372" name="Google Shape;8372;p85"/>
            <p:cNvSpPr/>
            <p:nvPr/>
          </p:nvSpPr>
          <p:spPr>
            <a:xfrm>
              <a:off x="-16793475" y="4309475"/>
              <a:ext cx="70925" cy="17350"/>
            </a:xfrm>
            <a:custGeom>
              <a:avLst/>
              <a:gdLst/>
              <a:ahLst/>
              <a:cxnLst/>
              <a:rect l="l" t="t" r="r" b="b"/>
              <a:pathLst>
                <a:path w="2837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2490" y="693"/>
                  </a:lnTo>
                  <a:cubicBezTo>
                    <a:pt x="2679" y="693"/>
                    <a:pt x="2836" y="536"/>
                    <a:pt x="2836" y="347"/>
                  </a:cubicBezTo>
                  <a:cubicBezTo>
                    <a:pt x="2836" y="158"/>
                    <a:pt x="2679" y="0"/>
                    <a:pt x="24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85"/>
            <p:cNvSpPr/>
            <p:nvPr/>
          </p:nvSpPr>
          <p:spPr>
            <a:xfrm>
              <a:off x="-16758025" y="4344900"/>
              <a:ext cx="89800" cy="17350"/>
            </a:xfrm>
            <a:custGeom>
              <a:avLst/>
              <a:gdLst/>
              <a:ahLst/>
              <a:cxnLst/>
              <a:rect l="l" t="t" r="r" b="b"/>
              <a:pathLst>
                <a:path w="3592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3245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85"/>
            <p:cNvSpPr/>
            <p:nvPr/>
          </p:nvSpPr>
          <p:spPr>
            <a:xfrm>
              <a:off x="-16615475" y="4344900"/>
              <a:ext cx="89825" cy="17350"/>
            </a:xfrm>
            <a:custGeom>
              <a:avLst/>
              <a:gdLst/>
              <a:ahLst/>
              <a:cxnLst/>
              <a:rect l="l" t="t" r="r" b="b"/>
              <a:pathLst>
                <a:path w="359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3246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85"/>
            <p:cNvSpPr/>
            <p:nvPr/>
          </p:nvSpPr>
          <p:spPr>
            <a:xfrm>
              <a:off x="-16561900" y="4309475"/>
              <a:ext cx="71700" cy="17350"/>
            </a:xfrm>
            <a:custGeom>
              <a:avLst/>
              <a:gdLst/>
              <a:ahLst/>
              <a:cxnLst/>
              <a:rect l="l" t="t" r="r" b="b"/>
              <a:pathLst>
                <a:path w="286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2521" y="693"/>
                  </a:lnTo>
                  <a:cubicBezTo>
                    <a:pt x="2710" y="693"/>
                    <a:pt x="2867" y="536"/>
                    <a:pt x="2867" y="347"/>
                  </a:cubicBezTo>
                  <a:cubicBezTo>
                    <a:pt x="2867" y="158"/>
                    <a:pt x="2710" y="0"/>
                    <a:pt x="25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85"/>
            <p:cNvSpPr/>
            <p:nvPr/>
          </p:nvSpPr>
          <p:spPr>
            <a:xfrm>
              <a:off x="-16704475" y="4309475"/>
              <a:ext cx="125275" cy="17350"/>
            </a:xfrm>
            <a:custGeom>
              <a:avLst/>
              <a:gdLst/>
              <a:ahLst/>
              <a:cxnLst/>
              <a:rect l="l" t="t" r="r" b="b"/>
              <a:pathLst>
                <a:path w="501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632" y="693"/>
                  </a:lnTo>
                  <a:cubicBezTo>
                    <a:pt x="4821" y="693"/>
                    <a:pt x="5010" y="536"/>
                    <a:pt x="5010" y="347"/>
                  </a:cubicBezTo>
                  <a:cubicBezTo>
                    <a:pt x="5010" y="158"/>
                    <a:pt x="4821" y="0"/>
                    <a:pt x="46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85"/>
            <p:cNvSpPr/>
            <p:nvPr/>
          </p:nvSpPr>
          <p:spPr>
            <a:xfrm>
              <a:off x="-16704475" y="4074750"/>
              <a:ext cx="126050" cy="165425"/>
            </a:xfrm>
            <a:custGeom>
              <a:avLst/>
              <a:gdLst/>
              <a:ahLst/>
              <a:cxnLst/>
              <a:rect l="l" t="t" r="r" b="b"/>
              <a:pathLst>
                <a:path w="5042" h="6617" extrusionOk="0">
                  <a:moveTo>
                    <a:pt x="1072" y="2931"/>
                  </a:moveTo>
                  <a:cubicBezTo>
                    <a:pt x="1261" y="2931"/>
                    <a:pt x="1419" y="3088"/>
                    <a:pt x="1419" y="3277"/>
                  </a:cubicBezTo>
                  <a:lnTo>
                    <a:pt x="1419" y="5483"/>
                  </a:lnTo>
                  <a:cubicBezTo>
                    <a:pt x="1419" y="5672"/>
                    <a:pt x="1261" y="5829"/>
                    <a:pt x="1072" y="5829"/>
                  </a:cubicBezTo>
                  <a:cubicBezTo>
                    <a:pt x="851" y="5829"/>
                    <a:pt x="694" y="5672"/>
                    <a:pt x="694" y="5483"/>
                  </a:cubicBezTo>
                  <a:lnTo>
                    <a:pt x="694" y="3277"/>
                  </a:lnTo>
                  <a:cubicBezTo>
                    <a:pt x="694" y="3088"/>
                    <a:pt x="851" y="2931"/>
                    <a:pt x="1072" y="2931"/>
                  </a:cubicBezTo>
                  <a:close/>
                  <a:moveTo>
                    <a:pt x="3939" y="2931"/>
                  </a:moveTo>
                  <a:cubicBezTo>
                    <a:pt x="4128" y="2931"/>
                    <a:pt x="4285" y="3088"/>
                    <a:pt x="4285" y="3277"/>
                  </a:cubicBezTo>
                  <a:lnTo>
                    <a:pt x="4285" y="5483"/>
                  </a:lnTo>
                  <a:cubicBezTo>
                    <a:pt x="4285" y="5672"/>
                    <a:pt x="4128" y="5829"/>
                    <a:pt x="3939" y="5829"/>
                  </a:cubicBezTo>
                  <a:cubicBezTo>
                    <a:pt x="3718" y="5829"/>
                    <a:pt x="3561" y="5672"/>
                    <a:pt x="3561" y="5483"/>
                  </a:cubicBezTo>
                  <a:lnTo>
                    <a:pt x="3561" y="3277"/>
                  </a:lnTo>
                  <a:cubicBezTo>
                    <a:pt x="3561" y="3088"/>
                    <a:pt x="3718" y="2931"/>
                    <a:pt x="3939" y="2931"/>
                  </a:cubicBezTo>
                  <a:close/>
                  <a:moveTo>
                    <a:pt x="1" y="1"/>
                  </a:moveTo>
                  <a:lnTo>
                    <a:pt x="1" y="6554"/>
                  </a:lnTo>
                  <a:cubicBezTo>
                    <a:pt x="116" y="6542"/>
                    <a:pt x="240" y="6535"/>
                    <a:pt x="366" y="6535"/>
                  </a:cubicBezTo>
                  <a:cubicBezTo>
                    <a:pt x="584" y="6535"/>
                    <a:pt x="809" y="6557"/>
                    <a:pt x="1009" y="6617"/>
                  </a:cubicBezTo>
                  <a:cubicBezTo>
                    <a:pt x="1293" y="6207"/>
                    <a:pt x="1671" y="5924"/>
                    <a:pt x="2143" y="5829"/>
                  </a:cubicBezTo>
                  <a:lnTo>
                    <a:pt x="2143" y="3939"/>
                  </a:lnTo>
                  <a:cubicBezTo>
                    <a:pt x="2143" y="3750"/>
                    <a:pt x="2332" y="3592"/>
                    <a:pt x="2521" y="3592"/>
                  </a:cubicBezTo>
                  <a:cubicBezTo>
                    <a:pt x="2710" y="3592"/>
                    <a:pt x="2868" y="3750"/>
                    <a:pt x="2868" y="3939"/>
                  </a:cubicBezTo>
                  <a:lnTo>
                    <a:pt x="2868" y="5829"/>
                  </a:lnTo>
                  <a:cubicBezTo>
                    <a:pt x="3340" y="5955"/>
                    <a:pt x="3750" y="6239"/>
                    <a:pt x="4002" y="6617"/>
                  </a:cubicBezTo>
                  <a:cubicBezTo>
                    <a:pt x="4207" y="6555"/>
                    <a:pt x="4439" y="6507"/>
                    <a:pt x="4672" y="6507"/>
                  </a:cubicBezTo>
                  <a:cubicBezTo>
                    <a:pt x="4796" y="6507"/>
                    <a:pt x="4921" y="6521"/>
                    <a:pt x="5042" y="6554"/>
                  </a:cubicBezTo>
                  <a:lnTo>
                    <a:pt x="5042" y="1"/>
                  </a:lnTo>
                  <a:lnTo>
                    <a:pt x="4285" y="1"/>
                  </a:lnTo>
                  <a:lnTo>
                    <a:pt x="4285" y="1796"/>
                  </a:lnTo>
                  <a:cubicBezTo>
                    <a:pt x="4285" y="1985"/>
                    <a:pt x="4128" y="2143"/>
                    <a:pt x="3939" y="2143"/>
                  </a:cubicBezTo>
                  <a:cubicBezTo>
                    <a:pt x="3718" y="2143"/>
                    <a:pt x="3561" y="1985"/>
                    <a:pt x="3561" y="1796"/>
                  </a:cubicBezTo>
                  <a:lnTo>
                    <a:pt x="3561" y="1"/>
                  </a:lnTo>
                  <a:lnTo>
                    <a:pt x="2868" y="1"/>
                  </a:lnTo>
                  <a:lnTo>
                    <a:pt x="2868" y="2490"/>
                  </a:lnTo>
                  <a:cubicBezTo>
                    <a:pt x="2868" y="2679"/>
                    <a:pt x="2710" y="2836"/>
                    <a:pt x="2521" y="2836"/>
                  </a:cubicBezTo>
                  <a:cubicBezTo>
                    <a:pt x="2301" y="2836"/>
                    <a:pt x="2143" y="2679"/>
                    <a:pt x="2143" y="2490"/>
                  </a:cubicBezTo>
                  <a:lnTo>
                    <a:pt x="2143" y="1"/>
                  </a:lnTo>
                  <a:lnTo>
                    <a:pt x="1450" y="1"/>
                  </a:lnTo>
                  <a:lnTo>
                    <a:pt x="1450" y="1796"/>
                  </a:lnTo>
                  <a:cubicBezTo>
                    <a:pt x="1450" y="1985"/>
                    <a:pt x="1293" y="2143"/>
                    <a:pt x="1103" y="2143"/>
                  </a:cubicBezTo>
                  <a:cubicBezTo>
                    <a:pt x="883" y="2143"/>
                    <a:pt x="725" y="1985"/>
                    <a:pt x="725" y="1796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85"/>
            <p:cNvSpPr/>
            <p:nvPr/>
          </p:nvSpPr>
          <p:spPr>
            <a:xfrm>
              <a:off x="-16725725" y="4237800"/>
              <a:ext cx="164625" cy="53575"/>
            </a:xfrm>
            <a:custGeom>
              <a:avLst/>
              <a:gdLst/>
              <a:ahLst/>
              <a:cxnLst/>
              <a:rect l="l" t="t" r="r" b="b"/>
              <a:pathLst>
                <a:path w="6585" h="2143" extrusionOk="0">
                  <a:moveTo>
                    <a:pt x="3308" y="0"/>
                  </a:moveTo>
                  <a:cubicBezTo>
                    <a:pt x="2867" y="0"/>
                    <a:pt x="2458" y="252"/>
                    <a:pt x="2300" y="693"/>
                  </a:cubicBezTo>
                  <a:cubicBezTo>
                    <a:pt x="2232" y="830"/>
                    <a:pt x="2082" y="933"/>
                    <a:pt x="1921" y="933"/>
                  </a:cubicBezTo>
                  <a:cubicBezTo>
                    <a:pt x="1859" y="933"/>
                    <a:pt x="1795" y="917"/>
                    <a:pt x="1733" y="882"/>
                  </a:cubicBezTo>
                  <a:cubicBezTo>
                    <a:pt x="1570" y="774"/>
                    <a:pt x="1377" y="721"/>
                    <a:pt x="1181" y="721"/>
                  </a:cubicBezTo>
                  <a:cubicBezTo>
                    <a:pt x="809" y="721"/>
                    <a:pt x="427" y="910"/>
                    <a:pt x="221" y="1260"/>
                  </a:cubicBezTo>
                  <a:cubicBezTo>
                    <a:pt x="63" y="1512"/>
                    <a:pt x="0" y="1827"/>
                    <a:pt x="126" y="2143"/>
                  </a:cubicBezTo>
                  <a:lnTo>
                    <a:pt x="6522" y="2143"/>
                  </a:lnTo>
                  <a:cubicBezTo>
                    <a:pt x="6585" y="1890"/>
                    <a:pt x="6585" y="1575"/>
                    <a:pt x="6459" y="1292"/>
                  </a:cubicBezTo>
                  <a:cubicBezTo>
                    <a:pt x="6292" y="918"/>
                    <a:pt x="5893" y="708"/>
                    <a:pt x="5487" y="708"/>
                  </a:cubicBezTo>
                  <a:cubicBezTo>
                    <a:pt x="5278" y="708"/>
                    <a:pt x="5066" y="764"/>
                    <a:pt x="4883" y="882"/>
                  </a:cubicBezTo>
                  <a:cubicBezTo>
                    <a:pt x="4820" y="924"/>
                    <a:pt x="4747" y="945"/>
                    <a:pt x="4675" y="945"/>
                  </a:cubicBezTo>
                  <a:cubicBezTo>
                    <a:pt x="4530" y="945"/>
                    <a:pt x="4390" y="861"/>
                    <a:pt x="4348" y="693"/>
                  </a:cubicBezTo>
                  <a:cubicBezTo>
                    <a:pt x="4190" y="252"/>
                    <a:pt x="3781" y="0"/>
                    <a:pt x="3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85"/>
            <p:cNvSpPr/>
            <p:nvPr/>
          </p:nvSpPr>
          <p:spPr>
            <a:xfrm>
              <a:off x="-16559550" y="4058225"/>
              <a:ext cx="70925" cy="233150"/>
            </a:xfrm>
            <a:custGeom>
              <a:avLst/>
              <a:gdLst/>
              <a:ahLst/>
              <a:cxnLst/>
              <a:rect l="l" t="t" r="r" b="b"/>
              <a:pathLst>
                <a:path w="2837" h="9326" extrusionOk="0">
                  <a:moveTo>
                    <a:pt x="694" y="0"/>
                  </a:moveTo>
                  <a:cubicBezTo>
                    <a:pt x="284" y="0"/>
                    <a:pt x="1" y="315"/>
                    <a:pt x="1" y="725"/>
                  </a:cubicBezTo>
                  <a:lnTo>
                    <a:pt x="1" y="7530"/>
                  </a:lnTo>
                  <a:cubicBezTo>
                    <a:pt x="127" y="7719"/>
                    <a:pt x="347" y="7908"/>
                    <a:pt x="442" y="8160"/>
                  </a:cubicBezTo>
                  <a:cubicBezTo>
                    <a:pt x="662" y="8506"/>
                    <a:pt x="694" y="8947"/>
                    <a:pt x="599" y="9326"/>
                  </a:cubicBezTo>
                  <a:lnTo>
                    <a:pt x="2458" y="9326"/>
                  </a:lnTo>
                  <a:cubicBezTo>
                    <a:pt x="2647" y="9326"/>
                    <a:pt x="2836" y="9168"/>
                    <a:pt x="2836" y="8979"/>
                  </a:cubicBezTo>
                  <a:lnTo>
                    <a:pt x="2836" y="2520"/>
                  </a:lnTo>
                  <a:cubicBezTo>
                    <a:pt x="2836" y="2048"/>
                    <a:pt x="2521" y="1670"/>
                    <a:pt x="2112" y="1512"/>
                  </a:cubicBezTo>
                  <a:lnTo>
                    <a:pt x="2112" y="6112"/>
                  </a:lnTo>
                  <a:cubicBezTo>
                    <a:pt x="2112" y="6301"/>
                    <a:pt x="1954" y="6459"/>
                    <a:pt x="1765" y="6459"/>
                  </a:cubicBezTo>
                  <a:cubicBezTo>
                    <a:pt x="1576" y="6459"/>
                    <a:pt x="1387" y="6301"/>
                    <a:pt x="1387" y="6112"/>
                  </a:cubicBezTo>
                  <a:lnTo>
                    <a:pt x="1387" y="725"/>
                  </a:lnTo>
                  <a:cubicBezTo>
                    <a:pt x="1387" y="315"/>
                    <a:pt x="1040" y="0"/>
                    <a:pt x="6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85"/>
            <p:cNvSpPr/>
            <p:nvPr/>
          </p:nvSpPr>
          <p:spPr>
            <a:xfrm>
              <a:off x="-16794250" y="4059000"/>
              <a:ext cx="70900" cy="232375"/>
            </a:xfrm>
            <a:custGeom>
              <a:avLst/>
              <a:gdLst/>
              <a:ahLst/>
              <a:cxnLst/>
              <a:rect l="l" t="t" r="r" b="b"/>
              <a:pathLst>
                <a:path w="2836" h="9295" extrusionOk="0">
                  <a:moveTo>
                    <a:pt x="2111" y="1"/>
                  </a:moveTo>
                  <a:cubicBezTo>
                    <a:pt x="1733" y="1"/>
                    <a:pt x="1418" y="316"/>
                    <a:pt x="1418" y="725"/>
                  </a:cubicBezTo>
                  <a:lnTo>
                    <a:pt x="1418" y="6113"/>
                  </a:lnTo>
                  <a:cubicBezTo>
                    <a:pt x="1418" y="6302"/>
                    <a:pt x="1260" y="6459"/>
                    <a:pt x="1071" y="6459"/>
                  </a:cubicBezTo>
                  <a:cubicBezTo>
                    <a:pt x="851" y="6459"/>
                    <a:pt x="693" y="6302"/>
                    <a:pt x="693" y="6113"/>
                  </a:cubicBezTo>
                  <a:lnTo>
                    <a:pt x="693" y="1513"/>
                  </a:lnTo>
                  <a:cubicBezTo>
                    <a:pt x="284" y="1670"/>
                    <a:pt x="0" y="2048"/>
                    <a:pt x="0" y="2521"/>
                  </a:cubicBezTo>
                  <a:lnTo>
                    <a:pt x="0" y="8979"/>
                  </a:lnTo>
                  <a:cubicBezTo>
                    <a:pt x="0" y="9137"/>
                    <a:pt x="158" y="9295"/>
                    <a:pt x="347" y="9295"/>
                  </a:cubicBezTo>
                  <a:lnTo>
                    <a:pt x="2174" y="9295"/>
                  </a:lnTo>
                  <a:cubicBezTo>
                    <a:pt x="2080" y="8885"/>
                    <a:pt x="2111" y="8444"/>
                    <a:pt x="2363" y="8034"/>
                  </a:cubicBezTo>
                  <a:cubicBezTo>
                    <a:pt x="2489" y="7845"/>
                    <a:pt x="2647" y="7688"/>
                    <a:pt x="2836" y="7530"/>
                  </a:cubicBezTo>
                  <a:lnTo>
                    <a:pt x="2836" y="725"/>
                  </a:lnTo>
                  <a:cubicBezTo>
                    <a:pt x="2836" y="316"/>
                    <a:pt x="2489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81" name="Google Shape;8381;p85"/>
          <p:cNvSpPr/>
          <p:nvPr/>
        </p:nvSpPr>
        <p:spPr>
          <a:xfrm>
            <a:off x="7992205" y="1689084"/>
            <a:ext cx="452798" cy="450470"/>
          </a:xfrm>
          <a:custGeom>
            <a:avLst/>
            <a:gdLst/>
            <a:ahLst/>
            <a:cxnLst/>
            <a:rect l="l" t="t" r="r" b="b"/>
            <a:pathLst>
              <a:path w="12256" h="12193" extrusionOk="0">
                <a:moveTo>
                  <a:pt x="5324" y="2899"/>
                </a:moveTo>
                <a:cubicBezTo>
                  <a:pt x="5513" y="2899"/>
                  <a:pt x="5671" y="3056"/>
                  <a:pt x="5671" y="3245"/>
                </a:cubicBezTo>
                <a:lnTo>
                  <a:pt x="5671" y="3970"/>
                </a:lnTo>
                <a:cubicBezTo>
                  <a:pt x="5671" y="4159"/>
                  <a:pt x="5513" y="4316"/>
                  <a:pt x="5324" y="4316"/>
                </a:cubicBezTo>
                <a:cubicBezTo>
                  <a:pt x="5104" y="4316"/>
                  <a:pt x="4946" y="4159"/>
                  <a:pt x="4946" y="3970"/>
                </a:cubicBezTo>
                <a:lnTo>
                  <a:pt x="4946" y="3245"/>
                </a:lnTo>
                <a:cubicBezTo>
                  <a:pt x="4946" y="3056"/>
                  <a:pt x="5104" y="2899"/>
                  <a:pt x="5324" y="2899"/>
                </a:cubicBezTo>
                <a:close/>
                <a:moveTo>
                  <a:pt x="6742" y="2899"/>
                </a:moveTo>
                <a:cubicBezTo>
                  <a:pt x="6931" y="2899"/>
                  <a:pt x="7089" y="3056"/>
                  <a:pt x="7089" y="3245"/>
                </a:cubicBezTo>
                <a:lnTo>
                  <a:pt x="7089" y="3970"/>
                </a:lnTo>
                <a:cubicBezTo>
                  <a:pt x="7089" y="4159"/>
                  <a:pt x="6931" y="4316"/>
                  <a:pt x="6742" y="4316"/>
                </a:cubicBezTo>
                <a:cubicBezTo>
                  <a:pt x="6522" y="4316"/>
                  <a:pt x="6364" y="4159"/>
                  <a:pt x="6364" y="3970"/>
                </a:cubicBezTo>
                <a:lnTo>
                  <a:pt x="6364" y="3245"/>
                </a:lnTo>
                <a:cubicBezTo>
                  <a:pt x="6364" y="3056"/>
                  <a:pt x="6522" y="2899"/>
                  <a:pt x="6742" y="2899"/>
                </a:cubicBezTo>
                <a:close/>
                <a:moveTo>
                  <a:pt x="6017" y="5041"/>
                </a:moveTo>
                <a:cubicBezTo>
                  <a:pt x="6206" y="5041"/>
                  <a:pt x="6364" y="5198"/>
                  <a:pt x="6364" y="5387"/>
                </a:cubicBezTo>
                <a:lnTo>
                  <a:pt x="6364" y="6081"/>
                </a:lnTo>
                <a:cubicBezTo>
                  <a:pt x="6364" y="6301"/>
                  <a:pt x="6206" y="6427"/>
                  <a:pt x="6017" y="6427"/>
                </a:cubicBezTo>
                <a:cubicBezTo>
                  <a:pt x="5828" y="6427"/>
                  <a:pt x="5671" y="6301"/>
                  <a:pt x="5671" y="6081"/>
                </a:cubicBezTo>
                <a:lnTo>
                  <a:pt x="5671" y="5387"/>
                </a:lnTo>
                <a:cubicBezTo>
                  <a:pt x="5671" y="5198"/>
                  <a:pt x="5828" y="5041"/>
                  <a:pt x="6017" y="5041"/>
                </a:cubicBezTo>
                <a:close/>
                <a:moveTo>
                  <a:pt x="5324" y="7183"/>
                </a:moveTo>
                <a:cubicBezTo>
                  <a:pt x="5513" y="7183"/>
                  <a:pt x="5671" y="7341"/>
                  <a:pt x="5671" y="7561"/>
                </a:cubicBezTo>
                <a:lnTo>
                  <a:pt x="5671" y="8254"/>
                </a:lnTo>
                <a:cubicBezTo>
                  <a:pt x="5671" y="8443"/>
                  <a:pt x="5513" y="8601"/>
                  <a:pt x="5324" y="8601"/>
                </a:cubicBezTo>
                <a:cubicBezTo>
                  <a:pt x="5104" y="8601"/>
                  <a:pt x="4946" y="8443"/>
                  <a:pt x="4946" y="8254"/>
                </a:cubicBezTo>
                <a:lnTo>
                  <a:pt x="4946" y="7561"/>
                </a:lnTo>
                <a:cubicBezTo>
                  <a:pt x="4946" y="7341"/>
                  <a:pt x="5104" y="7183"/>
                  <a:pt x="5324" y="7183"/>
                </a:cubicBezTo>
                <a:close/>
                <a:moveTo>
                  <a:pt x="6742" y="7183"/>
                </a:moveTo>
                <a:cubicBezTo>
                  <a:pt x="6931" y="7183"/>
                  <a:pt x="7089" y="7341"/>
                  <a:pt x="7089" y="7561"/>
                </a:cubicBezTo>
                <a:lnTo>
                  <a:pt x="7089" y="8254"/>
                </a:lnTo>
                <a:cubicBezTo>
                  <a:pt x="7089" y="8443"/>
                  <a:pt x="6931" y="8601"/>
                  <a:pt x="6742" y="8601"/>
                </a:cubicBezTo>
                <a:cubicBezTo>
                  <a:pt x="6522" y="8601"/>
                  <a:pt x="6364" y="8443"/>
                  <a:pt x="6364" y="8254"/>
                </a:cubicBezTo>
                <a:lnTo>
                  <a:pt x="6364" y="7561"/>
                </a:lnTo>
                <a:cubicBezTo>
                  <a:pt x="6364" y="7341"/>
                  <a:pt x="6522" y="7183"/>
                  <a:pt x="6742" y="7183"/>
                </a:cubicBezTo>
                <a:close/>
                <a:moveTo>
                  <a:pt x="6017" y="9326"/>
                </a:moveTo>
                <a:cubicBezTo>
                  <a:pt x="6206" y="9326"/>
                  <a:pt x="6364" y="9483"/>
                  <a:pt x="6364" y="9672"/>
                </a:cubicBezTo>
                <a:lnTo>
                  <a:pt x="6364" y="10397"/>
                </a:lnTo>
                <a:cubicBezTo>
                  <a:pt x="6364" y="10586"/>
                  <a:pt x="6206" y="10743"/>
                  <a:pt x="6017" y="10743"/>
                </a:cubicBezTo>
                <a:cubicBezTo>
                  <a:pt x="5828" y="10743"/>
                  <a:pt x="5671" y="10586"/>
                  <a:pt x="5671" y="10397"/>
                </a:cubicBezTo>
                <a:lnTo>
                  <a:pt x="5671" y="9672"/>
                </a:lnTo>
                <a:cubicBezTo>
                  <a:pt x="5671" y="9483"/>
                  <a:pt x="5828" y="9326"/>
                  <a:pt x="6017" y="9326"/>
                </a:cubicBezTo>
                <a:close/>
                <a:moveTo>
                  <a:pt x="1418" y="0"/>
                </a:moveTo>
                <a:cubicBezTo>
                  <a:pt x="630" y="0"/>
                  <a:pt x="0" y="630"/>
                  <a:pt x="0" y="1418"/>
                </a:cubicBezTo>
                <a:lnTo>
                  <a:pt x="0" y="4631"/>
                </a:lnTo>
                <a:cubicBezTo>
                  <a:pt x="0" y="6396"/>
                  <a:pt x="1449" y="7876"/>
                  <a:pt x="3245" y="7876"/>
                </a:cubicBezTo>
                <a:lnTo>
                  <a:pt x="3623" y="7876"/>
                </a:lnTo>
                <a:lnTo>
                  <a:pt x="3623" y="11499"/>
                </a:lnTo>
                <a:lnTo>
                  <a:pt x="2552" y="11499"/>
                </a:lnTo>
                <a:cubicBezTo>
                  <a:pt x="2363" y="11499"/>
                  <a:pt x="2205" y="11657"/>
                  <a:pt x="2205" y="11846"/>
                </a:cubicBezTo>
                <a:cubicBezTo>
                  <a:pt x="2205" y="12035"/>
                  <a:pt x="2363" y="12193"/>
                  <a:pt x="2552" y="12193"/>
                </a:cubicBezTo>
                <a:lnTo>
                  <a:pt x="9704" y="12193"/>
                </a:lnTo>
                <a:cubicBezTo>
                  <a:pt x="9893" y="12193"/>
                  <a:pt x="10050" y="12035"/>
                  <a:pt x="10050" y="11846"/>
                </a:cubicBezTo>
                <a:cubicBezTo>
                  <a:pt x="10050" y="11657"/>
                  <a:pt x="9893" y="11499"/>
                  <a:pt x="9704" y="11499"/>
                </a:cubicBezTo>
                <a:lnTo>
                  <a:pt x="8632" y="11499"/>
                </a:lnTo>
                <a:lnTo>
                  <a:pt x="8632" y="10743"/>
                </a:lnTo>
                <a:lnTo>
                  <a:pt x="9010" y="10743"/>
                </a:lnTo>
                <a:cubicBezTo>
                  <a:pt x="10775" y="10743"/>
                  <a:pt x="12255" y="9294"/>
                  <a:pt x="12255" y="7498"/>
                </a:cubicBezTo>
                <a:lnTo>
                  <a:pt x="12255" y="5041"/>
                </a:lnTo>
                <a:cubicBezTo>
                  <a:pt x="12129" y="4253"/>
                  <a:pt x="11499" y="3623"/>
                  <a:pt x="10712" y="3623"/>
                </a:cubicBezTo>
                <a:cubicBezTo>
                  <a:pt x="9924" y="3623"/>
                  <a:pt x="9294" y="4253"/>
                  <a:pt x="9294" y="5041"/>
                </a:cubicBezTo>
                <a:lnTo>
                  <a:pt x="9294" y="7498"/>
                </a:lnTo>
                <a:cubicBezTo>
                  <a:pt x="9294" y="7719"/>
                  <a:pt x="9136" y="7876"/>
                  <a:pt x="8947" y="7876"/>
                </a:cubicBezTo>
                <a:lnTo>
                  <a:pt x="8538" y="7876"/>
                </a:lnTo>
                <a:lnTo>
                  <a:pt x="8538" y="3214"/>
                </a:lnTo>
                <a:cubicBezTo>
                  <a:pt x="8538" y="1827"/>
                  <a:pt x="7435" y="725"/>
                  <a:pt x="6049" y="725"/>
                </a:cubicBezTo>
                <a:cubicBezTo>
                  <a:pt x="4694" y="725"/>
                  <a:pt x="3592" y="1827"/>
                  <a:pt x="3592" y="3214"/>
                </a:cubicBezTo>
                <a:lnTo>
                  <a:pt x="3592" y="4978"/>
                </a:lnTo>
                <a:lnTo>
                  <a:pt x="3182" y="4978"/>
                </a:lnTo>
                <a:cubicBezTo>
                  <a:pt x="2993" y="4978"/>
                  <a:pt x="2835" y="4820"/>
                  <a:pt x="2835" y="4631"/>
                </a:cubicBezTo>
                <a:lnTo>
                  <a:pt x="2835" y="1418"/>
                </a:lnTo>
                <a:cubicBezTo>
                  <a:pt x="2835" y="630"/>
                  <a:pt x="2205" y="0"/>
                  <a:pt x="141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82" name="Google Shape;8382;p85"/>
          <p:cNvGrpSpPr/>
          <p:nvPr/>
        </p:nvGrpSpPr>
        <p:grpSpPr>
          <a:xfrm>
            <a:off x="2414953" y="1689573"/>
            <a:ext cx="457453" cy="449325"/>
            <a:chOff x="-20199150" y="3317850"/>
            <a:chExt cx="309550" cy="304050"/>
          </a:xfrm>
        </p:grpSpPr>
        <p:sp>
          <p:nvSpPr>
            <p:cNvPr id="8383" name="Google Shape;8383;p85"/>
            <p:cNvSpPr/>
            <p:nvPr/>
          </p:nvSpPr>
          <p:spPr>
            <a:xfrm>
              <a:off x="-20161350" y="3507675"/>
              <a:ext cx="68550" cy="43325"/>
            </a:xfrm>
            <a:custGeom>
              <a:avLst/>
              <a:gdLst/>
              <a:ahLst/>
              <a:cxnLst/>
              <a:rect l="l" t="t" r="r" b="b"/>
              <a:pathLst>
                <a:path w="2742" h="1733" extrusionOk="0">
                  <a:moveTo>
                    <a:pt x="2647" y="0"/>
                  </a:moveTo>
                  <a:cubicBezTo>
                    <a:pt x="2174" y="158"/>
                    <a:pt x="1639" y="284"/>
                    <a:pt x="1072" y="284"/>
                  </a:cubicBezTo>
                  <a:cubicBezTo>
                    <a:pt x="788" y="284"/>
                    <a:pt x="505" y="252"/>
                    <a:pt x="221" y="221"/>
                  </a:cubicBezTo>
                  <a:cubicBezTo>
                    <a:pt x="64" y="567"/>
                    <a:pt x="1" y="945"/>
                    <a:pt x="1" y="1386"/>
                  </a:cubicBezTo>
                  <a:cubicBezTo>
                    <a:pt x="1" y="1575"/>
                    <a:pt x="158" y="1733"/>
                    <a:pt x="347" y="1733"/>
                  </a:cubicBezTo>
                  <a:cubicBezTo>
                    <a:pt x="1292" y="1733"/>
                    <a:pt x="2174" y="1292"/>
                    <a:pt x="2741" y="630"/>
                  </a:cubicBezTo>
                  <a:cubicBezTo>
                    <a:pt x="2710" y="441"/>
                    <a:pt x="2678" y="189"/>
                    <a:pt x="26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85"/>
            <p:cNvSpPr/>
            <p:nvPr/>
          </p:nvSpPr>
          <p:spPr>
            <a:xfrm>
              <a:off x="-20161350" y="3389525"/>
              <a:ext cx="68550" cy="43350"/>
            </a:xfrm>
            <a:custGeom>
              <a:avLst/>
              <a:gdLst/>
              <a:ahLst/>
              <a:cxnLst/>
              <a:rect l="l" t="t" r="r" b="b"/>
              <a:pathLst>
                <a:path w="2742" h="1734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757"/>
                    <a:pt x="64" y="1166"/>
                    <a:pt x="221" y="1544"/>
                  </a:cubicBezTo>
                  <a:cubicBezTo>
                    <a:pt x="505" y="1513"/>
                    <a:pt x="788" y="1481"/>
                    <a:pt x="1072" y="1481"/>
                  </a:cubicBezTo>
                  <a:cubicBezTo>
                    <a:pt x="1639" y="1481"/>
                    <a:pt x="2174" y="1576"/>
                    <a:pt x="2647" y="1733"/>
                  </a:cubicBezTo>
                  <a:cubicBezTo>
                    <a:pt x="2678" y="1544"/>
                    <a:pt x="2741" y="1292"/>
                    <a:pt x="2741" y="1103"/>
                  </a:cubicBezTo>
                  <a:cubicBezTo>
                    <a:pt x="2174" y="442"/>
                    <a:pt x="1292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85"/>
            <p:cNvSpPr/>
            <p:nvPr/>
          </p:nvSpPr>
          <p:spPr>
            <a:xfrm>
              <a:off x="-20199150" y="3443075"/>
              <a:ext cx="97675" cy="53225"/>
            </a:xfrm>
            <a:custGeom>
              <a:avLst/>
              <a:gdLst/>
              <a:ahLst/>
              <a:cxnLst/>
              <a:rect l="l" t="t" r="r" b="b"/>
              <a:pathLst>
                <a:path w="3907" h="2129" extrusionOk="0">
                  <a:moveTo>
                    <a:pt x="2584" y="1"/>
                  </a:moveTo>
                  <a:cubicBezTo>
                    <a:pt x="1260" y="1"/>
                    <a:pt x="252" y="725"/>
                    <a:pt x="221" y="788"/>
                  </a:cubicBezTo>
                  <a:cubicBezTo>
                    <a:pt x="0" y="914"/>
                    <a:pt x="0" y="1230"/>
                    <a:pt x="221" y="1324"/>
                  </a:cubicBezTo>
                  <a:cubicBezTo>
                    <a:pt x="252" y="1387"/>
                    <a:pt x="1260" y="2112"/>
                    <a:pt x="2584" y="2112"/>
                  </a:cubicBezTo>
                  <a:cubicBezTo>
                    <a:pt x="2669" y="2123"/>
                    <a:pt x="2754" y="2128"/>
                    <a:pt x="2839" y="2128"/>
                  </a:cubicBezTo>
                  <a:cubicBezTo>
                    <a:pt x="3224" y="2128"/>
                    <a:pt x="3597" y="2020"/>
                    <a:pt x="3907" y="1891"/>
                  </a:cubicBezTo>
                  <a:cubicBezTo>
                    <a:pt x="3844" y="1639"/>
                    <a:pt x="3718" y="1450"/>
                    <a:pt x="3592" y="1230"/>
                  </a:cubicBezTo>
                  <a:cubicBezTo>
                    <a:pt x="3560" y="1103"/>
                    <a:pt x="3560" y="1009"/>
                    <a:pt x="3592" y="914"/>
                  </a:cubicBezTo>
                  <a:cubicBezTo>
                    <a:pt x="3718" y="662"/>
                    <a:pt x="3844" y="473"/>
                    <a:pt x="3907" y="221"/>
                  </a:cubicBezTo>
                  <a:cubicBezTo>
                    <a:pt x="3529" y="127"/>
                    <a:pt x="3088" y="1"/>
                    <a:pt x="25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85"/>
            <p:cNvSpPr/>
            <p:nvPr/>
          </p:nvSpPr>
          <p:spPr>
            <a:xfrm>
              <a:off x="-20091250" y="3479325"/>
              <a:ext cx="92175" cy="142575"/>
            </a:xfrm>
            <a:custGeom>
              <a:avLst/>
              <a:gdLst/>
              <a:ahLst/>
              <a:cxnLst/>
              <a:rect l="l" t="t" r="r" b="b"/>
              <a:pathLst>
                <a:path w="3687" h="5703" extrusionOk="0">
                  <a:moveTo>
                    <a:pt x="190" y="0"/>
                  </a:moveTo>
                  <a:cubicBezTo>
                    <a:pt x="946" y="1638"/>
                    <a:pt x="883" y="3592"/>
                    <a:pt x="95" y="5198"/>
                  </a:cubicBezTo>
                  <a:cubicBezTo>
                    <a:pt x="0" y="5450"/>
                    <a:pt x="158" y="5702"/>
                    <a:pt x="442" y="5702"/>
                  </a:cubicBezTo>
                  <a:lnTo>
                    <a:pt x="3245" y="5702"/>
                  </a:lnTo>
                  <a:cubicBezTo>
                    <a:pt x="3529" y="5702"/>
                    <a:pt x="3687" y="5450"/>
                    <a:pt x="3592" y="5198"/>
                  </a:cubicBezTo>
                  <a:cubicBezTo>
                    <a:pt x="2741" y="3592"/>
                    <a:pt x="2741" y="1607"/>
                    <a:pt x="34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85"/>
            <p:cNvSpPr/>
            <p:nvPr/>
          </p:nvSpPr>
          <p:spPr>
            <a:xfrm>
              <a:off x="-20090475" y="3317850"/>
              <a:ext cx="91400" cy="142575"/>
            </a:xfrm>
            <a:custGeom>
              <a:avLst/>
              <a:gdLst/>
              <a:ahLst/>
              <a:cxnLst/>
              <a:rect l="l" t="t" r="r" b="b"/>
              <a:pathLst>
                <a:path w="3656" h="5703" extrusionOk="0">
                  <a:moveTo>
                    <a:pt x="411" y="1"/>
                  </a:moveTo>
                  <a:cubicBezTo>
                    <a:pt x="285" y="1"/>
                    <a:pt x="159" y="95"/>
                    <a:pt x="64" y="158"/>
                  </a:cubicBezTo>
                  <a:cubicBezTo>
                    <a:pt x="1" y="284"/>
                    <a:pt x="1" y="410"/>
                    <a:pt x="64" y="505"/>
                  </a:cubicBezTo>
                  <a:cubicBezTo>
                    <a:pt x="915" y="2143"/>
                    <a:pt x="915" y="4096"/>
                    <a:pt x="159" y="5703"/>
                  </a:cubicBezTo>
                  <a:lnTo>
                    <a:pt x="3467" y="5703"/>
                  </a:lnTo>
                  <a:cubicBezTo>
                    <a:pt x="2710" y="4065"/>
                    <a:pt x="2710" y="2143"/>
                    <a:pt x="3530" y="505"/>
                  </a:cubicBezTo>
                  <a:cubicBezTo>
                    <a:pt x="3656" y="284"/>
                    <a:pt x="3467" y="1"/>
                    <a:pt x="32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85"/>
            <p:cNvSpPr/>
            <p:nvPr/>
          </p:nvSpPr>
          <p:spPr>
            <a:xfrm>
              <a:off x="-19984925" y="3389525"/>
              <a:ext cx="94550" cy="107925"/>
            </a:xfrm>
            <a:custGeom>
              <a:avLst/>
              <a:gdLst/>
              <a:ahLst/>
              <a:cxnLst/>
              <a:rect l="l" t="t" r="r" b="b"/>
              <a:pathLst>
                <a:path w="3782" h="4317" extrusionOk="0">
                  <a:moveTo>
                    <a:pt x="473" y="1"/>
                  </a:moveTo>
                  <a:cubicBezTo>
                    <a:pt x="190" y="1"/>
                    <a:pt x="1" y="316"/>
                    <a:pt x="158" y="568"/>
                  </a:cubicBezTo>
                  <a:cubicBezTo>
                    <a:pt x="946" y="1702"/>
                    <a:pt x="946" y="3119"/>
                    <a:pt x="253" y="4317"/>
                  </a:cubicBezTo>
                  <a:lnTo>
                    <a:pt x="3529" y="4317"/>
                  </a:lnTo>
                  <a:cubicBezTo>
                    <a:pt x="2868" y="3151"/>
                    <a:pt x="2868" y="1702"/>
                    <a:pt x="3624" y="568"/>
                  </a:cubicBezTo>
                  <a:cubicBezTo>
                    <a:pt x="3781" y="316"/>
                    <a:pt x="3624" y="1"/>
                    <a:pt x="3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85"/>
            <p:cNvSpPr/>
            <p:nvPr/>
          </p:nvSpPr>
          <p:spPr>
            <a:xfrm>
              <a:off x="-19984125" y="3514750"/>
              <a:ext cx="94525" cy="107150"/>
            </a:xfrm>
            <a:custGeom>
              <a:avLst/>
              <a:gdLst/>
              <a:ahLst/>
              <a:cxnLst/>
              <a:rect l="l" t="t" r="r" b="b"/>
              <a:pathLst>
                <a:path w="3781" h="4286" extrusionOk="0">
                  <a:moveTo>
                    <a:pt x="221" y="1"/>
                  </a:moveTo>
                  <a:cubicBezTo>
                    <a:pt x="914" y="1135"/>
                    <a:pt x="914" y="2647"/>
                    <a:pt x="158" y="3750"/>
                  </a:cubicBezTo>
                  <a:cubicBezTo>
                    <a:pt x="0" y="3970"/>
                    <a:pt x="158" y="4285"/>
                    <a:pt x="473" y="4285"/>
                  </a:cubicBezTo>
                  <a:lnTo>
                    <a:pt x="3308" y="4285"/>
                  </a:lnTo>
                  <a:cubicBezTo>
                    <a:pt x="3592" y="4285"/>
                    <a:pt x="3781" y="3970"/>
                    <a:pt x="3623" y="3750"/>
                  </a:cubicBezTo>
                  <a:cubicBezTo>
                    <a:pt x="2836" y="2584"/>
                    <a:pt x="2804" y="1135"/>
                    <a:pt x="34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0" name="Google Shape;8390;p85"/>
          <p:cNvGrpSpPr/>
          <p:nvPr/>
        </p:nvGrpSpPr>
        <p:grpSpPr>
          <a:xfrm>
            <a:off x="2417281" y="2242861"/>
            <a:ext cx="452798" cy="450766"/>
            <a:chOff x="-20199150" y="3693150"/>
            <a:chExt cx="306400" cy="305025"/>
          </a:xfrm>
        </p:grpSpPr>
        <p:sp>
          <p:nvSpPr>
            <p:cNvPr id="8391" name="Google Shape;8391;p85"/>
            <p:cNvSpPr/>
            <p:nvPr/>
          </p:nvSpPr>
          <p:spPr>
            <a:xfrm>
              <a:off x="-20182625" y="3762250"/>
              <a:ext cx="227650" cy="212650"/>
            </a:xfrm>
            <a:custGeom>
              <a:avLst/>
              <a:gdLst/>
              <a:ahLst/>
              <a:cxnLst/>
              <a:rect l="l" t="t" r="r" b="b"/>
              <a:pathLst>
                <a:path w="9106" h="8506" extrusionOk="0">
                  <a:moveTo>
                    <a:pt x="1862" y="1"/>
                  </a:moveTo>
                  <a:cubicBezTo>
                    <a:pt x="1462" y="1"/>
                    <a:pt x="1056" y="148"/>
                    <a:pt x="726" y="466"/>
                  </a:cubicBezTo>
                  <a:cubicBezTo>
                    <a:pt x="1" y="1222"/>
                    <a:pt x="158" y="2514"/>
                    <a:pt x="1104" y="3018"/>
                  </a:cubicBezTo>
                  <a:lnTo>
                    <a:pt x="4097" y="4687"/>
                  </a:lnTo>
                  <a:lnTo>
                    <a:pt x="5735" y="7680"/>
                  </a:lnTo>
                  <a:cubicBezTo>
                    <a:pt x="6024" y="8223"/>
                    <a:pt x="6562" y="8506"/>
                    <a:pt x="7117" y="8506"/>
                  </a:cubicBezTo>
                  <a:cubicBezTo>
                    <a:pt x="7529" y="8506"/>
                    <a:pt x="7951" y="8349"/>
                    <a:pt x="8287" y="8027"/>
                  </a:cubicBezTo>
                  <a:cubicBezTo>
                    <a:pt x="9106" y="7239"/>
                    <a:pt x="8854" y="5853"/>
                    <a:pt x="7783" y="5412"/>
                  </a:cubicBezTo>
                  <a:lnTo>
                    <a:pt x="4632" y="4152"/>
                  </a:lnTo>
                  <a:lnTo>
                    <a:pt x="3372" y="1001"/>
                  </a:lnTo>
                  <a:cubicBezTo>
                    <a:pt x="3102" y="366"/>
                    <a:pt x="2491" y="1"/>
                    <a:pt x="18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85"/>
            <p:cNvSpPr/>
            <p:nvPr/>
          </p:nvSpPr>
          <p:spPr>
            <a:xfrm>
              <a:off x="-20077075" y="3785225"/>
              <a:ext cx="97700" cy="91075"/>
            </a:xfrm>
            <a:custGeom>
              <a:avLst/>
              <a:gdLst/>
              <a:ahLst/>
              <a:cxnLst/>
              <a:rect l="l" t="t" r="r" b="b"/>
              <a:pathLst>
                <a:path w="3908" h="3643" extrusionOk="0">
                  <a:moveTo>
                    <a:pt x="1187" y="1"/>
                  </a:moveTo>
                  <a:cubicBezTo>
                    <a:pt x="799" y="1"/>
                    <a:pt x="395" y="94"/>
                    <a:pt x="1" y="303"/>
                  </a:cubicBezTo>
                  <a:lnTo>
                    <a:pt x="946" y="2697"/>
                  </a:lnTo>
                  <a:lnTo>
                    <a:pt x="3372" y="3642"/>
                  </a:lnTo>
                  <a:cubicBezTo>
                    <a:pt x="3907" y="2571"/>
                    <a:pt x="3624" y="1469"/>
                    <a:pt x="2931" y="713"/>
                  </a:cubicBezTo>
                  <a:cubicBezTo>
                    <a:pt x="2473" y="275"/>
                    <a:pt x="1852" y="1"/>
                    <a:pt x="11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85"/>
            <p:cNvSpPr/>
            <p:nvPr/>
          </p:nvSpPr>
          <p:spPr>
            <a:xfrm>
              <a:off x="-20051875" y="3693150"/>
              <a:ext cx="159125" cy="176850"/>
            </a:xfrm>
            <a:custGeom>
              <a:avLst/>
              <a:gdLst/>
              <a:ahLst/>
              <a:cxnLst/>
              <a:rect l="l" t="t" r="r" b="b"/>
              <a:pathLst>
                <a:path w="6365" h="7074" extrusionOk="0">
                  <a:moveTo>
                    <a:pt x="3159" y="1"/>
                  </a:moveTo>
                  <a:cubicBezTo>
                    <a:pt x="3104" y="1"/>
                    <a:pt x="3057" y="16"/>
                    <a:pt x="3025" y="48"/>
                  </a:cubicBezTo>
                  <a:lnTo>
                    <a:pt x="190" y="1466"/>
                  </a:lnTo>
                  <a:cubicBezTo>
                    <a:pt x="64" y="1529"/>
                    <a:pt x="1" y="1655"/>
                    <a:pt x="1" y="1781"/>
                  </a:cubicBezTo>
                  <a:lnTo>
                    <a:pt x="1" y="2978"/>
                  </a:lnTo>
                  <a:cubicBezTo>
                    <a:pt x="54" y="2975"/>
                    <a:pt x="107" y="2974"/>
                    <a:pt x="159" y="2974"/>
                  </a:cubicBezTo>
                  <a:cubicBezTo>
                    <a:pt x="727" y="2974"/>
                    <a:pt x="1246" y="3128"/>
                    <a:pt x="1765" y="3387"/>
                  </a:cubicBezTo>
                  <a:lnTo>
                    <a:pt x="2206" y="2631"/>
                  </a:lnTo>
                  <a:cubicBezTo>
                    <a:pt x="2249" y="2524"/>
                    <a:pt x="2379" y="2461"/>
                    <a:pt x="2507" y="2461"/>
                  </a:cubicBezTo>
                  <a:cubicBezTo>
                    <a:pt x="2568" y="2461"/>
                    <a:pt x="2628" y="2475"/>
                    <a:pt x="2679" y="2505"/>
                  </a:cubicBezTo>
                  <a:cubicBezTo>
                    <a:pt x="2836" y="2600"/>
                    <a:pt x="2899" y="2820"/>
                    <a:pt x="2773" y="2978"/>
                  </a:cubicBezTo>
                  <a:lnTo>
                    <a:pt x="2301" y="3828"/>
                  </a:lnTo>
                  <a:cubicBezTo>
                    <a:pt x="2553" y="4017"/>
                    <a:pt x="2679" y="4080"/>
                    <a:pt x="2899" y="4490"/>
                  </a:cubicBezTo>
                  <a:lnTo>
                    <a:pt x="3813" y="4238"/>
                  </a:lnTo>
                  <a:cubicBezTo>
                    <a:pt x="3832" y="4235"/>
                    <a:pt x="3852" y="4233"/>
                    <a:pt x="3872" y="4233"/>
                  </a:cubicBezTo>
                  <a:cubicBezTo>
                    <a:pt x="4045" y="4233"/>
                    <a:pt x="4226" y="4352"/>
                    <a:pt x="4254" y="4522"/>
                  </a:cubicBezTo>
                  <a:cubicBezTo>
                    <a:pt x="4285" y="4711"/>
                    <a:pt x="4159" y="4931"/>
                    <a:pt x="3970" y="4963"/>
                  </a:cubicBezTo>
                  <a:lnTo>
                    <a:pt x="3183" y="5152"/>
                  </a:lnTo>
                  <a:cubicBezTo>
                    <a:pt x="3372" y="5750"/>
                    <a:pt x="3435" y="6412"/>
                    <a:pt x="3214" y="7073"/>
                  </a:cubicBezTo>
                  <a:cubicBezTo>
                    <a:pt x="3340" y="7042"/>
                    <a:pt x="6050" y="5719"/>
                    <a:pt x="6176" y="5624"/>
                  </a:cubicBezTo>
                  <a:cubicBezTo>
                    <a:pt x="6302" y="5561"/>
                    <a:pt x="6365" y="5435"/>
                    <a:pt x="6365" y="5309"/>
                  </a:cubicBezTo>
                  <a:lnTo>
                    <a:pt x="6365" y="1718"/>
                  </a:lnTo>
                  <a:cubicBezTo>
                    <a:pt x="6365" y="1623"/>
                    <a:pt x="6302" y="1497"/>
                    <a:pt x="6176" y="1466"/>
                  </a:cubicBezTo>
                  <a:lnTo>
                    <a:pt x="3340" y="48"/>
                  </a:lnTo>
                  <a:cubicBezTo>
                    <a:pt x="3277" y="16"/>
                    <a:pt x="3214" y="1"/>
                    <a:pt x="3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85"/>
            <p:cNvSpPr/>
            <p:nvPr/>
          </p:nvSpPr>
          <p:spPr>
            <a:xfrm>
              <a:off x="-20155825" y="38613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221" y="1"/>
                  </a:moveTo>
                  <a:lnTo>
                    <a:pt x="63" y="158"/>
                  </a:lnTo>
                  <a:lnTo>
                    <a:pt x="0" y="190"/>
                  </a:lnTo>
                  <a:lnTo>
                    <a:pt x="3529" y="3687"/>
                  </a:lnTo>
                  <a:lnTo>
                    <a:pt x="3560" y="3655"/>
                  </a:lnTo>
                  <a:lnTo>
                    <a:pt x="3718" y="3498"/>
                  </a:lnTo>
                  <a:lnTo>
                    <a:pt x="2457" y="1230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85"/>
            <p:cNvSpPr/>
            <p:nvPr/>
          </p:nvSpPr>
          <p:spPr>
            <a:xfrm>
              <a:off x="-20199150" y="3918025"/>
              <a:ext cx="81150" cy="80150"/>
            </a:xfrm>
            <a:custGeom>
              <a:avLst/>
              <a:gdLst/>
              <a:ahLst/>
              <a:cxnLst/>
              <a:rect l="l" t="t" r="r" b="b"/>
              <a:pathLst>
                <a:path w="3246" h="3206" extrusionOk="0">
                  <a:moveTo>
                    <a:pt x="851" y="0"/>
                  </a:moveTo>
                  <a:lnTo>
                    <a:pt x="851" y="0"/>
                  </a:lnTo>
                  <a:cubicBezTo>
                    <a:pt x="756" y="536"/>
                    <a:pt x="851" y="1134"/>
                    <a:pt x="1071" y="1670"/>
                  </a:cubicBezTo>
                  <a:lnTo>
                    <a:pt x="158" y="2584"/>
                  </a:lnTo>
                  <a:cubicBezTo>
                    <a:pt x="0" y="2741"/>
                    <a:pt x="0" y="2930"/>
                    <a:pt x="158" y="3088"/>
                  </a:cubicBezTo>
                  <a:cubicBezTo>
                    <a:pt x="237" y="3166"/>
                    <a:pt x="331" y="3206"/>
                    <a:pt x="426" y="3206"/>
                  </a:cubicBezTo>
                  <a:cubicBezTo>
                    <a:pt x="520" y="3206"/>
                    <a:pt x="615" y="3166"/>
                    <a:pt x="693" y="3088"/>
                  </a:cubicBezTo>
                  <a:lnTo>
                    <a:pt x="1607" y="2174"/>
                  </a:lnTo>
                  <a:cubicBezTo>
                    <a:pt x="2017" y="2332"/>
                    <a:pt x="2458" y="2458"/>
                    <a:pt x="2899" y="2458"/>
                  </a:cubicBezTo>
                  <a:cubicBezTo>
                    <a:pt x="3025" y="2458"/>
                    <a:pt x="3119" y="2426"/>
                    <a:pt x="3245" y="2426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85"/>
            <p:cNvSpPr/>
            <p:nvPr/>
          </p:nvSpPr>
          <p:spPr>
            <a:xfrm>
              <a:off x="-20173950" y="3880200"/>
              <a:ext cx="92175" cy="92200"/>
            </a:xfrm>
            <a:custGeom>
              <a:avLst/>
              <a:gdLst/>
              <a:ahLst/>
              <a:cxnLst/>
              <a:rect l="l" t="t" r="r" b="b"/>
              <a:pathLst>
                <a:path w="3687" h="3688" extrusionOk="0">
                  <a:moveTo>
                    <a:pt x="316" y="1"/>
                  </a:moveTo>
                  <a:cubicBezTo>
                    <a:pt x="189" y="222"/>
                    <a:pt x="63" y="442"/>
                    <a:pt x="0" y="663"/>
                  </a:cubicBezTo>
                  <a:lnTo>
                    <a:pt x="3025" y="3687"/>
                  </a:lnTo>
                  <a:cubicBezTo>
                    <a:pt x="3245" y="3624"/>
                    <a:pt x="3498" y="3498"/>
                    <a:pt x="3687" y="3372"/>
                  </a:cubicBezTo>
                  <a:lnTo>
                    <a:pt x="3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7" name="Google Shape;8397;p85"/>
          <p:cNvGrpSpPr/>
          <p:nvPr/>
        </p:nvGrpSpPr>
        <p:grpSpPr>
          <a:xfrm>
            <a:off x="2417854" y="2795687"/>
            <a:ext cx="451653" cy="451653"/>
            <a:chOff x="-20197575" y="4066875"/>
            <a:chExt cx="305625" cy="305625"/>
          </a:xfrm>
        </p:grpSpPr>
        <p:sp>
          <p:nvSpPr>
            <p:cNvPr id="8398" name="Google Shape;8398;p85"/>
            <p:cNvSpPr/>
            <p:nvPr/>
          </p:nvSpPr>
          <p:spPr>
            <a:xfrm>
              <a:off x="-20089675" y="4066875"/>
              <a:ext cx="89025" cy="92175"/>
            </a:xfrm>
            <a:custGeom>
              <a:avLst/>
              <a:gdLst/>
              <a:ahLst/>
              <a:cxnLst/>
              <a:rect l="l" t="t" r="r" b="b"/>
              <a:pathLst>
                <a:path w="3561" h="3687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946" y="725"/>
                    <a:pt x="1418" y="1229"/>
                    <a:pt x="1418" y="1828"/>
                  </a:cubicBezTo>
                  <a:lnTo>
                    <a:pt x="1418" y="3687"/>
                  </a:lnTo>
                  <a:cubicBezTo>
                    <a:pt x="1544" y="3624"/>
                    <a:pt x="1670" y="3592"/>
                    <a:pt x="1765" y="3592"/>
                  </a:cubicBezTo>
                  <a:cubicBezTo>
                    <a:pt x="1891" y="3592"/>
                    <a:pt x="2017" y="3624"/>
                    <a:pt x="2143" y="3687"/>
                  </a:cubicBezTo>
                  <a:lnTo>
                    <a:pt x="2143" y="1828"/>
                  </a:lnTo>
                  <a:cubicBezTo>
                    <a:pt x="2143" y="1229"/>
                    <a:pt x="2615" y="725"/>
                    <a:pt x="3182" y="725"/>
                  </a:cubicBezTo>
                  <a:cubicBezTo>
                    <a:pt x="3403" y="725"/>
                    <a:pt x="3561" y="568"/>
                    <a:pt x="3561" y="379"/>
                  </a:cubicBezTo>
                  <a:cubicBezTo>
                    <a:pt x="3561" y="158"/>
                    <a:pt x="3403" y="1"/>
                    <a:pt x="3182" y="1"/>
                  </a:cubicBezTo>
                  <a:cubicBezTo>
                    <a:pt x="2615" y="1"/>
                    <a:pt x="2080" y="284"/>
                    <a:pt x="1765" y="725"/>
                  </a:cubicBezTo>
                  <a:cubicBezTo>
                    <a:pt x="1450" y="284"/>
                    <a:pt x="94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85"/>
            <p:cNvSpPr/>
            <p:nvPr/>
          </p:nvSpPr>
          <p:spPr>
            <a:xfrm>
              <a:off x="-20024300" y="4085775"/>
              <a:ext cx="132350" cy="125250"/>
            </a:xfrm>
            <a:custGeom>
              <a:avLst/>
              <a:gdLst/>
              <a:ahLst/>
              <a:cxnLst/>
              <a:rect l="l" t="t" r="r" b="b"/>
              <a:pathLst>
                <a:path w="5294" h="5010" extrusionOk="0">
                  <a:moveTo>
                    <a:pt x="2741" y="2175"/>
                  </a:moveTo>
                  <a:cubicBezTo>
                    <a:pt x="2930" y="2175"/>
                    <a:pt x="3119" y="2332"/>
                    <a:pt x="3119" y="2521"/>
                  </a:cubicBezTo>
                  <a:cubicBezTo>
                    <a:pt x="3119" y="2710"/>
                    <a:pt x="2930" y="2868"/>
                    <a:pt x="2741" y="2868"/>
                  </a:cubicBezTo>
                  <a:cubicBezTo>
                    <a:pt x="2552" y="2868"/>
                    <a:pt x="2395" y="2710"/>
                    <a:pt x="2395" y="2521"/>
                  </a:cubicBezTo>
                  <a:cubicBezTo>
                    <a:pt x="2395" y="2332"/>
                    <a:pt x="2552" y="2175"/>
                    <a:pt x="2741" y="2175"/>
                  </a:cubicBezTo>
                  <a:close/>
                  <a:moveTo>
                    <a:pt x="1985" y="3592"/>
                  </a:moveTo>
                  <a:cubicBezTo>
                    <a:pt x="2206" y="3592"/>
                    <a:pt x="2363" y="3750"/>
                    <a:pt x="2363" y="3939"/>
                  </a:cubicBezTo>
                  <a:cubicBezTo>
                    <a:pt x="2395" y="4128"/>
                    <a:pt x="2206" y="4285"/>
                    <a:pt x="1985" y="4285"/>
                  </a:cubicBezTo>
                  <a:cubicBezTo>
                    <a:pt x="1796" y="4285"/>
                    <a:pt x="1639" y="4128"/>
                    <a:pt x="1639" y="3939"/>
                  </a:cubicBezTo>
                  <a:cubicBezTo>
                    <a:pt x="1639" y="3750"/>
                    <a:pt x="1796" y="3592"/>
                    <a:pt x="1985" y="3592"/>
                  </a:cubicBezTo>
                  <a:close/>
                  <a:moveTo>
                    <a:pt x="4915" y="1"/>
                  </a:moveTo>
                  <a:cubicBezTo>
                    <a:pt x="2710" y="1"/>
                    <a:pt x="820" y="1355"/>
                    <a:pt x="0" y="3246"/>
                  </a:cubicBezTo>
                  <a:cubicBezTo>
                    <a:pt x="158" y="3435"/>
                    <a:pt x="252" y="3655"/>
                    <a:pt x="252" y="3939"/>
                  </a:cubicBezTo>
                  <a:lnTo>
                    <a:pt x="252" y="5010"/>
                  </a:lnTo>
                  <a:lnTo>
                    <a:pt x="2899" y="5010"/>
                  </a:lnTo>
                  <a:cubicBezTo>
                    <a:pt x="3340" y="5010"/>
                    <a:pt x="3718" y="4695"/>
                    <a:pt x="3812" y="4254"/>
                  </a:cubicBezTo>
                  <a:cubicBezTo>
                    <a:pt x="4632" y="4096"/>
                    <a:pt x="5293" y="3403"/>
                    <a:pt x="5293" y="2490"/>
                  </a:cubicBezTo>
                  <a:lnTo>
                    <a:pt x="5293" y="347"/>
                  </a:lnTo>
                  <a:cubicBezTo>
                    <a:pt x="5262" y="158"/>
                    <a:pt x="5104" y="1"/>
                    <a:pt x="49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85"/>
            <p:cNvSpPr/>
            <p:nvPr/>
          </p:nvSpPr>
          <p:spPr>
            <a:xfrm>
              <a:off x="-19983350" y="4263775"/>
              <a:ext cx="18925" cy="18150"/>
            </a:xfrm>
            <a:custGeom>
              <a:avLst/>
              <a:gdLst/>
              <a:ahLst/>
              <a:cxnLst/>
              <a:rect l="l" t="t" r="r" b="b"/>
              <a:pathLst>
                <a:path w="757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57" y="221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85"/>
            <p:cNvSpPr/>
            <p:nvPr/>
          </p:nvSpPr>
          <p:spPr>
            <a:xfrm>
              <a:off x="-20035325" y="4228350"/>
              <a:ext cx="125250" cy="143350"/>
            </a:xfrm>
            <a:custGeom>
              <a:avLst/>
              <a:gdLst/>
              <a:ahLst/>
              <a:cxnLst/>
              <a:rect l="l" t="t" r="r" b="b"/>
              <a:pathLst>
                <a:path w="5010" h="5734" extrusionOk="0">
                  <a:moveTo>
                    <a:pt x="2426" y="756"/>
                  </a:moveTo>
                  <a:cubicBezTo>
                    <a:pt x="3025" y="756"/>
                    <a:pt x="3497" y="1229"/>
                    <a:pt x="3497" y="1827"/>
                  </a:cubicBezTo>
                  <a:cubicBezTo>
                    <a:pt x="3560" y="2363"/>
                    <a:pt x="3025" y="2899"/>
                    <a:pt x="2426" y="2899"/>
                  </a:cubicBezTo>
                  <a:cubicBezTo>
                    <a:pt x="1859" y="2899"/>
                    <a:pt x="1387" y="2426"/>
                    <a:pt x="1387" y="1827"/>
                  </a:cubicBezTo>
                  <a:cubicBezTo>
                    <a:pt x="1387" y="1229"/>
                    <a:pt x="1859" y="756"/>
                    <a:pt x="2426" y="756"/>
                  </a:cubicBezTo>
                  <a:close/>
                  <a:moveTo>
                    <a:pt x="693" y="0"/>
                  </a:moveTo>
                  <a:lnTo>
                    <a:pt x="693" y="2489"/>
                  </a:lnTo>
                  <a:cubicBezTo>
                    <a:pt x="693" y="2962"/>
                    <a:pt x="378" y="3371"/>
                    <a:pt x="0" y="3529"/>
                  </a:cubicBezTo>
                  <a:lnTo>
                    <a:pt x="0" y="4663"/>
                  </a:lnTo>
                  <a:cubicBezTo>
                    <a:pt x="0" y="5261"/>
                    <a:pt x="473" y="5734"/>
                    <a:pt x="1071" y="5734"/>
                  </a:cubicBezTo>
                  <a:cubicBezTo>
                    <a:pt x="1639" y="5734"/>
                    <a:pt x="2111" y="5261"/>
                    <a:pt x="2111" y="4663"/>
                  </a:cubicBezTo>
                  <a:cubicBezTo>
                    <a:pt x="2111" y="4474"/>
                    <a:pt x="2269" y="4316"/>
                    <a:pt x="2489" y="4316"/>
                  </a:cubicBezTo>
                  <a:cubicBezTo>
                    <a:pt x="3182" y="4316"/>
                    <a:pt x="3812" y="4033"/>
                    <a:pt x="4285" y="3529"/>
                  </a:cubicBezTo>
                  <a:cubicBezTo>
                    <a:pt x="4758" y="2993"/>
                    <a:pt x="5010" y="2331"/>
                    <a:pt x="4947" y="1670"/>
                  </a:cubicBezTo>
                  <a:cubicBezTo>
                    <a:pt x="4884" y="725"/>
                    <a:pt x="4127" y="0"/>
                    <a:pt x="32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85"/>
            <p:cNvSpPr/>
            <p:nvPr/>
          </p:nvSpPr>
          <p:spPr>
            <a:xfrm>
              <a:off x="-20054225" y="4175575"/>
              <a:ext cx="18125" cy="125250"/>
            </a:xfrm>
            <a:custGeom>
              <a:avLst/>
              <a:gdLst/>
              <a:ahLst/>
              <a:cxnLst/>
              <a:rect l="l" t="t" r="r" b="b"/>
              <a:pathLst>
                <a:path w="725" h="501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632"/>
                  </a:lnTo>
                  <a:cubicBezTo>
                    <a:pt x="0" y="4852"/>
                    <a:pt x="158" y="5010"/>
                    <a:pt x="347" y="5010"/>
                  </a:cubicBezTo>
                  <a:cubicBezTo>
                    <a:pt x="567" y="5010"/>
                    <a:pt x="725" y="4852"/>
                    <a:pt x="725" y="4632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85"/>
            <p:cNvSpPr/>
            <p:nvPr/>
          </p:nvSpPr>
          <p:spPr>
            <a:xfrm>
              <a:off x="-20197575" y="4085775"/>
              <a:ext cx="132350" cy="125250"/>
            </a:xfrm>
            <a:custGeom>
              <a:avLst/>
              <a:gdLst/>
              <a:ahLst/>
              <a:cxnLst/>
              <a:rect l="l" t="t" r="r" b="b"/>
              <a:pathLst>
                <a:path w="5294" h="5010" extrusionOk="0">
                  <a:moveTo>
                    <a:pt x="2521" y="2175"/>
                  </a:moveTo>
                  <a:cubicBezTo>
                    <a:pt x="2710" y="2175"/>
                    <a:pt x="2867" y="2332"/>
                    <a:pt x="2867" y="2521"/>
                  </a:cubicBezTo>
                  <a:cubicBezTo>
                    <a:pt x="2867" y="2710"/>
                    <a:pt x="2710" y="2868"/>
                    <a:pt x="2521" y="2868"/>
                  </a:cubicBezTo>
                  <a:cubicBezTo>
                    <a:pt x="2300" y="2868"/>
                    <a:pt x="2143" y="2710"/>
                    <a:pt x="2143" y="2521"/>
                  </a:cubicBezTo>
                  <a:cubicBezTo>
                    <a:pt x="2174" y="2332"/>
                    <a:pt x="2300" y="2175"/>
                    <a:pt x="2521" y="2175"/>
                  </a:cubicBezTo>
                  <a:close/>
                  <a:moveTo>
                    <a:pt x="3245" y="3592"/>
                  </a:moveTo>
                  <a:cubicBezTo>
                    <a:pt x="3466" y="3592"/>
                    <a:pt x="3623" y="3750"/>
                    <a:pt x="3623" y="3939"/>
                  </a:cubicBezTo>
                  <a:cubicBezTo>
                    <a:pt x="3623" y="4128"/>
                    <a:pt x="3466" y="4285"/>
                    <a:pt x="3245" y="4285"/>
                  </a:cubicBezTo>
                  <a:cubicBezTo>
                    <a:pt x="3056" y="4285"/>
                    <a:pt x="2899" y="4128"/>
                    <a:pt x="2899" y="3939"/>
                  </a:cubicBezTo>
                  <a:cubicBezTo>
                    <a:pt x="2867" y="3750"/>
                    <a:pt x="3056" y="3592"/>
                    <a:pt x="3245" y="3592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2490"/>
                  </a:lnTo>
                  <a:cubicBezTo>
                    <a:pt x="0" y="3403"/>
                    <a:pt x="662" y="4096"/>
                    <a:pt x="1481" y="4254"/>
                  </a:cubicBezTo>
                  <a:cubicBezTo>
                    <a:pt x="1576" y="4695"/>
                    <a:pt x="1954" y="5010"/>
                    <a:pt x="2395" y="5010"/>
                  </a:cubicBezTo>
                  <a:lnTo>
                    <a:pt x="5041" y="5010"/>
                  </a:lnTo>
                  <a:lnTo>
                    <a:pt x="5041" y="3939"/>
                  </a:lnTo>
                  <a:cubicBezTo>
                    <a:pt x="5041" y="3655"/>
                    <a:pt x="5136" y="3435"/>
                    <a:pt x="5293" y="3246"/>
                  </a:cubicBezTo>
                  <a:cubicBezTo>
                    <a:pt x="4474" y="1355"/>
                    <a:pt x="2584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85"/>
            <p:cNvSpPr/>
            <p:nvPr/>
          </p:nvSpPr>
          <p:spPr>
            <a:xfrm>
              <a:off x="-20179475" y="4229925"/>
              <a:ext cx="125275" cy="142575"/>
            </a:xfrm>
            <a:custGeom>
              <a:avLst/>
              <a:gdLst/>
              <a:ahLst/>
              <a:cxnLst/>
              <a:rect l="l" t="t" r="r" b="b"/>
              <a:pathLst>
                <a:path w="5011" h="5703" extrusionOk="0">
                  <a:moveTo>
                    <a:pt x="2521" y="693"/>
                  </a:moveTo>
                  <a:cubicBezTo>
                    <a:pt x="3120" y="693"/>
                    <a:pt x="3592" y="1166"/>
                    <a:pt x="3592" y="1764"/>
                  </a:cubicBezTo>
                  <a:cubicBezTo>
                    <a:pt x="3592" y="2300"/>
                    <a:pt x="3120" y="2836"/>
                    <a:pt x="2521" y="2836"/>
                  </a:cubicBezTo>
                  <a:cubicBezTo>
                    <a:pt x="1954" y="2836"/>
                    <a:pt x="1482" y="2363"/>
                    <a:pt x="1482" y="1764"/>
                  </a:cubicBezTo>
                  <a:cubicBezTo>
                    <a:pt x="1482" y="1166"/>
                    <a:pt x="1954" y="693"/>
                    <a:pt x="2521" y="693"/>
                  </a:cubicBezTo>
                  <a:close/>
                  <a:moveTo>
                    <a:pt x="1797" y="0"/>
                  </a:moveTo>
                  <a:cubicBezTo>
                    <a:pt x="883" y="0"/>
                    <a:pt x="95" y="693"/>
                    <a:pt x="64" y="1638"/>
                  </a:cubicBezTo>
                  <a:cubicBezTo>
                    <a:pt x="1" y="2363"/>
                    <a:pt x="253" y="2962"/>
                    <a:pt x="726" y="3497"/>
                  </a:cubicBezTo>
                  <a:cubicBezTo>
                    <a:pt x="1198" y="4001"/>
                    <a:pt x="1828" y="4285"/>
                    <a:pt x="2521" y="4285"/>
                  </a:cubicBezTo>
                  <a:cubicBezTo>
                    <a:pt x="2742" y="4285"/>
                    <a:pt x="2899" y="4442"/>
                    <a:pt x="2899" y="4631"/>
                  </a:cubicBezTo>
                  <a:cubicBezTo>
                    <a:pt x="2899" y="5230"/>
                    <a:pt x="3372" y="5702"/>
                    <a:pt x="3939" y="5702"/>
                  </a:cubicBezTo>
                  <a:cubicBezTo>
                    <a:pt x="4538" y="5702"/>
                    <a:pt x="5010" y="5230"/>
                    <a:pt x="5010" y="4631"/>
                  </a:cubicBezTo>
                  <a:lnTo>
                    <a:pt x="5010" y="3497"/>
                  </a:lnTo>
                  <a:cubicBezTo>
                    <a:pt x="4601" y="3340"/>
                    <a:pt x="4317" y="2899"/>
                    <a:pt x="4317" y="2458"/>
                  </a:cubicBezTo>
                  <a:lnTo>
                    <a:pt x="43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85"/>
            <p:cNvSpPr/>
            <p:nvPr/>
          </p:nvSpPr>
          <p:spPr>
            <a:xfrm>
              <a:off x="-20125125" y="426377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221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6" name="Google Shape;8406;p85"/>
          <p:cNvGrpSpPr/>
          <p:nvPr/>
        </p:nvGrpSpPr>
        <p:grpSpPr>
          <a:xfrm>
            <a:off x="5200071" y="1687520"/>
            <a:ext cx="449325" cy="453426"/>
            <a:chOff x="-18271050" y="3333200"/>
            <a:chExt cx="304050" cy="306825"/>
          </a:xfrm>
        </p:grpSpPr>
        <p:sp>
          <p:nvSpPr>
            <p:cNvPr id="8407" name="Google Shape;8407;p85"/>
            <p:cNvSpPr/>
            <p:nvPr/>
          </p:nvSpPr>
          <p:spPr>
            <a:xfrm>
              <a:off x="-18271050" y="3407650"/>
              <a:ext cx="63025" cy="79575"/>
            </a:xfrm>
            <a:custGeom>
              <a:avLst/>
              <a:gdLst/>
              <a:ahLst/>
              <a:cxnLst/>
              <a:rect l="l" t="t" r="r" b="b"/>
              <a:pathLst>
                <a:path w="2521" h="3183" extrusionOk="0"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363"/>
                    <a:pt x="284" y="2867"/>
                    <a:pt x="694" y="3182"/>
                  </a:cubicBezTo>
                  <a:cubicBezTo>
                    <a:pt x="694" y="1733"/>
                    <a:pt x="1544" y="567"/>
                    <a:pt x="2521" y="158"/>
                  </a:cubicBezTo>
                  <a:cubicBezTo>
                    <a:pt x="2300" y="32"/>
                    <a:pt x="2048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85"/>
            <p:cNvSpPr/>
            <p:nvPr/>
          </p:nvSpPr>
          <p:spPr>
            <a:xfrm>
              <a:off x="-18030050" y="3406850"/>
              <a:ext cx="63050" cy="79575"/>
            </a:xfrm>
            <a:custGeom>
              <a:avLst/>
              <a:gdLst/>
              <a:ahLst/>
              <a:cxnLst/>
              <a:rect l="l" t="t" r="r" b="b"/>
              <a:pathLst>
                <a:path w="2522" h="3183" extrusionOk="0">
                  <a:moveTo>
                    <a:pt x="757" y="1"/>
                  </a:moveTo>
                  <a:cubicBezTo>
                    <a:pt x="474" y="1"/>
                    <a:pt x="253" y="64"/>
                    <a:pt x="1" y="158"/>
                  </a:cubicBezTo>
                  <a:cubicBezTo>
                    <a:pt x="978" y="568"/>
                    <a:pt x="1828" y="1733"/>
                    <a:pt x="1828" y="3183"/>
                  </a:cubicBezTo>
                  <a:cubicBezTo>
                    <a:pt x="2238" y="2868"/>
                    <a:pt x="2521" y="2332"/>
                    <a:pt x="2521" y="1765"/>
                  </a:cubicBezTo>
                  <a:cubicBezTo>
                    <a:pt x="2521" y="788"/>
                    <a:pt x="1734" y="1"/>
                    <a:pt x="7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85"/>
            <p:cNvSpPr/>
            <p:nvPr/>
          </p:nvSpPr>
          <p:spPr>
            <a:xfrm>
              <a:off x="-18136375" y="3549400"/>
              <a:ext cx="35475" cy="32325"/>
            </a:xfrm>
            <a:custGeom>
              <a:avLst/>
              <a:gdLst/>
              <a:ahLst/>
              <a:cxnLst/>
              <a:rect l="l" t="t" r="r" b="b"/>
              <a:pathLst>
                <a:path w="1419" h="1293" extrusionOk="0">
                  <a:moveTo>
                    <a:pt x="725" y="1"/>
                  </a:moveTo>
                  <a:cubicBezTo>
                    <a:pt x="347" y="1"/>
                    <a:pt x="95" y="222"/>
                    <a:pt x="1" y="600"/>
                  </a:cubicBezTo>
                  <a:lnTo>
                    <a:pt x="725" y="1293"/>
                  </a:lnTo>
                  <a:lnTo>
                    <a:pt x="1419" y="600"/>
                  </a:lnTo>
                  <a:cubicBezTo>
                    <a:pt x="1355" y="285"/>
                    <a:pt x="1072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85"/>
            <p:cNvSpPr/>
            <p:nvPr/>
          </p:nvSpPr>
          <p:spPr>
            <a:xfrm>
              <a:off x="-18233250" y="3423625"/>
              <a:ext cx="230800" cy="216400"/>
            </a:xfrm>
            <a:custGeom>
              <a:avLst/>
              <a:gdLst/>
              <a:ahLst/>
              <a:cxnLst/>
              <a:rect l="l" t="t" r="r" b="b"/>
              <a:pathLst>
                <a:path w="9232" h="8656" extrusionOk="0">
                  <a:moveTo>
                    <a:pt x="2427" y="2890"/>
                  </a:moveTo>
                  <a:cubicBezTo>
                    <a:pt x="2616" y="2890"/>
                    <a:pt x="2773" y="3047"/>
                    <a:pt x="2773" y="3268"/>
                  </a:cubicBezTo>
                  <a:cubicBezTo>
                    <a:pt x="2773" y="3457"/>
                    <a:pt x="2616" y="3614"/>
                    <a:pt x="2427" y="3614"/>
                  </a:cubicBezTo>
                  <a:cubicBezTo>
                    <a:pt x="2238" y="3614"/>
                    <a:pt x="2080" y="3457"/>
                    <a:pt x="2080" y="3268"/>
                  </a:cubicBezTo>
                  <a:cubicBezTo>
                    <a:pt x="2080" y="3047"/>
                    <a:pt x="2238" y="2890"/>
                    <a:pt x="2427" y="2890"/>
                  </a:cubicBezTo>
                  <a:close/>
                  <a:moveTo>
                    <a:pt x="6711" y="2890"/>
                  </a:moveTo>
                  <a:cubicBezTo>
                    <a:pt x="6900" y="2890"/>
                    <a:pt x="7089" y="3047"/>
                    <a:pt x="7089" y="3268"/>
                  </a:cubicBezTo>
                  <a:cubicBezTo>
                    <a:pt x="7058" y="3457"/>
                    <a:pt x="6900" y="3614"/>
                    <a:pt x="6711" y="3614"/>
                  </a:cubicBezTo>
                  <a:cubicBezTo>
                    <a:pt x="6522" y="3614"/>
                    <a:pt x="6365" y="3457"/>
                    <a:pt x="6365" y="3268"/>
                  </a:cubicBezTo>
                  <a:cubicBezTo>
                    <a:pt x="6365" y="3047"/>
                    <a:pt x="6522" y="2890"/>
                    <a:pt x="6711" y="2890"/>
                  </a:cubicBezTo>
                  <a:close/>
                  <a:moveTo>
                    <a:pt x="2066" y="0"/>
                  </a:moveTo>
                  <a:cubicBezTo>
                    <a:pt x="1647" y="0"/>
                    <a:pt x="1224" y="147"/>
                    <a:pt x="883" y="464"/>
                  </a:cubicBezTo>
                  <a:cubicBezTo>
                    <a:pt x="316" y="999"/>
                    <a:pt x="1" y="1724"/>
                    <a:pt x="1" y="2543"/>
                  </a:cubicBezTo>
                  <a:cubicBezTo>
                    <a:pt x="1" y="4528"/>
                    <a:pt x="1765" y="8308"/>
                    <a:pt x="4285" y="8655"/>
                  </a:cubicBezTo>
                  <a:lnTo>
                    <a:pt x="4285" y="6985"/>
                  </a:lnTo>
                  <a:lnTo>
                    <a:pt x="3372" y="6103"/>
                  </a:lnTo>
                  <a:lnTo>
                    <a:pt x="3340" y="6040"/>
                  </a:lnTo>
                  <a:cubicBezTo>
                    <a:pt x="3246" y="5977"/>
                    <a:pt x="3214" y="5883"/>
                    <a:pt x="3214" y="5820"/>
                  </a:cubicBezTo>
                  <a:cubicBezTo>
                    <a:pt x="3214" y="5032"/>
                    <a:pt x="3844" y="4402"/>
                    <a:pt x="4632" y="4402"/>
                  </a:cubicBezTo>
                  <a:cubicBezTo>
                    <a:pt x="5420" y="4402"/>
                    <a:pt x="6050" y="5032"/>
                    <a:pt x="6050" y="5820"/>
                  </a:cubicBezTo>
                  <a:cubicBezTo>
                    <a:pt x="6050" y="5883"/>
                    <a:pt x="6018" y="6009"/>
                    <a:pt x="5924" y="6040"/>
                  </a:cubicBezTo>
                  <a:lnTo>
                    <a:pt x="4947" y="6985"/>
                  </a:lnTo>
                  <a:lnTo>
                    <a:pt x="4947" y="8655"/>
                  </a:lnTo>
                  <a:cubicBezTo>
                    <a:pt x="7436" y="8340"/>
                    <a:pt x="9232" y="4559"/>
                    <a:pt x="9232" y="2543"/>
                  </a:cubicBezTo>
                  <a:cubicBezTo>
                    <a:pt x="9232" y="1724"/>
                    <a:pt x="8917" y="999"/>
                    <a:pt x="8349" y="464"/>
                  </a:cubicBezTo>
                  <a:cubicBezTo>
                    <a:pt x="7984" y="157"/>
                    <a:pt x="7553" y="14"/>
                    <a:pt x="7131" y="14"/>
                  </a:cubicBezTo>
                  <a:cubicBezTo>
                    <a:pt x="6425" y="14"/>
                    <a:pt x="5747" y="415"/>
                    <a:pt x="5451" y="1125"/>
                  </a:cubicBezTo>
                  <a:lnTo>
                    <a:pt x="5230" y="1755"/>
                  </a:lnTo>
                  <a:cubicBezTo>
                    <a:pt x="5104" y="2039"/>
                    <a:pt x="4852" y="2197"/>
                    <a:pt x="4600" y="2197"/>
                  </a:cubicBezTo>
                  <a:cubicBezTo>
                    <a:pt x="4317" y="2197"/>
                    <a:pt x="4033" y="2039"/>
                    <a:pt x="3970" y="1755"/>
                  </a:cubicBezTo>
                  <a:lnTo>
                    <a:pt x="3718" y="1125"/>
                  </a:lnTo>
                  <a:cubicBezTo>
                    <a:pt x="3461" y="414"/>
                    <a:pt x="2771" y="0"/>
                    <a:pt x="20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85"/>
            <p:cNvSpPr/>
            <p:nvPr/>
          </p:nvSpPr>
          <p:spPr>
            <a:xfrm>
              <a:off x="-18231675" y="3333200"/>
              <a:ext cx="220575" cy="125650"/>
            </a:xfrm>
            <a:custGeom>
              <a:avLst/>
              <a:gdLst/>
              <a:ahLst/>
              <a:cxnLst/>
              <a:rect l="l" t="t" r="r" b="b"/>
              <a:pathLst>
                <a:path w="8823" h="5026" extrusionOk="0">
                  <a:moveTo>
                    <a:pt x="3088" y="1088"/>
                  </a:moveTo>
                  <a:cubicBezTo>
                    <a:pt x="3277" y="1088"/>
                    <a:pt x="3435" y="1245"/>
                    <a:pt x="3435" y="1434"/>
                  </a:cubicBezTo>
                  <a:lnTo>
                    <a:pt x="3435" y="2159"/>
                  </a:lnTo>
                  <a:cubicBezTo>
                    <a:pt x="3435" y="2348"/>
                    <a:pt x="3277" y="2506"/>
                    <a:pt x="3088" y="2506"/>
                  </a:cubicBezTo>
                  <a:cubicBezTo>
                    <a:pt x="2868" y="2506"/>
                    <a:pt x="2710" y="2348"/>
                    <a:pt x="2710" y="2159"/>
                  </a:cubicBezTo>
                  <a:lnTo>
                    <a:pt x="2710" y="1434"/>
                  </a:lnTo>
                  <a:cubicBezTo>
                    <a:pt x="2710" y="1245"/>
                    <a:pt x="2868" y="1088"/>
                    <a:pt x="3088" y="1088"/>
                  </a:cubicBezTo>
                  <a:close/>
                  <a:moveTo>
                    <a:pt x="5955" y="1088"/>
                  </a:moveTo>
                  <a:cubicBezTo>
                    <a:pt x="6144" y="1088"/>
                    <a:pt x="6302" y="1245"/>
                    <a:pt x="6302" y="1434"/>
                  </a:cubicBezTo>
                  <a:lnTo>
                    <a:pt x="6302" y="2159"/>
                  </a:lnTo>
                  <a:cubicBezTo>
                    <a:pt x="6302" y="2348"/>
                    <a:pt x="6144" y="2506"/>
                    <a:pt x="5955" y="2506"/>
                  </a:cubicBezTo>
                  <a:cubicBezTo>
                    <a:pt x="5735" y="2506"/>
                    <a:pt x="5577" y="2348"/>
                    <a:pt x="5577" y="2159"/>
                  </a:cubicBezTo>
                  <a:lnTo>
                    <a:pt x="5577" y="1434"/>
                  </a:lnTo>
                  <a:cubicBezTo>
                    <a:pt x="5577" y="1245"/>
                    <a:pt x="5735" y="1088"/>
                    <a:pt x="5955" y="1088"/>
                  </a:cubicBezTo>
                  <a:close/>
                  <a:moveTo>
                    <a:pt x="4537" y="1781"/>
                  </a:moveTo>
                  <a:cubicBezTo>
                    <a:pt x="4726" y="1781"/>
                    <a:pt x="4884" y="1938"/>
                    <a:pt x="4884" y="2159"/>
                  </a:cubicBezTo>
                  <a:lnTo>
                    <a:pt x="4884" y="2852"/>
                  </a:lnTo>
                  <a:cubicBezTo>
                    <a:pt x="4884" y="3041"/>
                    <a:pt x="4726" y="3199"/>
                    <a:pt x="4537" y="3199"/>
                  </a:cubicBezTo>
                  <a:cubicBezTo>
                    <a:pt x="4317" y="3199"/>
                    <a:pt x="4159" y="3041"/>
                    <a:pt x="4159" y="2852"/>
                  </a:cubicBezTo>
                  <a:lnTo>
                    <a:pt x="4159" y="2159"/>
                  </a:lnTo>
                  <a:cubicBezTo>
                    <a:pt x="4159" y="1938"/>
                    <a:pt x="4317" y="1781"/>
                    <a:pt x="4537" y="1781"/>
                  </a:cubicBezTo>
                  <a:close/>
                  <a:moveTo>
                    <a:pt x="4427" y="1"/>
                  </a:moveTo>
                  <a:cubicBezTo>
                    <a:pt x="4372" y="1"/>
                    <a:pt x="4317" y="17"/>
                    <a:pt x="4254" y="48"/>
                  </a:cubicBezTo>
                  <a:lnTo>
                    <a:pt x="3655" y="395"/>
                  </a:lnTo>
                  <a:lnTo>
                    <a:pt x="2994" y="237"/>
                  </a:lnTo>
                  <a:cubicBezTo>
                    <a:pt x="2964" y="230"/>
                    <a:pt x="2934" y="226"/>
                    <a:pt x="2905" y="226"/>
                  </a:cubicBezTo>
                  <a:cubicBezTo>
                    <a:pt x="2810" y="226"/>
                    <a:pt x="2719" y="267"/>
                    <a:pt x="2647" y="363"/>
                  </a:cubicBezTo>
                  <a:lnTo>
                    <a:pt x="2175" y="836"/>
                  </a:lnTo>
                  <a:lnTo>
                    <a:pt x="1481" y="867"/>
                  </a:lnTo>
                  <a:cubicBezTo>
                    <a:pt x="1387" y="867"/>
                    <a:pt x="1261" y="962"/>
                    <a:pt x="1166" y="1088"/>
                  </a:cubicBezTo>
                  <a:lnTo>
                    <a:pt x="851" y="1655"/>
                  </a:lnTo>
                  <a:cubicBezTo>
                    <a:pt x="599" y="1749"/>
                    <a:pt x="127" y="1875"/>
                    <a:pt x="1" y="2096"/>
                  </a:cubicBezTo>
                  <a:cubicBezTo>
                    <a:pt x="851" y="2159"/>
                    <a:pt x="1450" y="2380"/>
                    <a:pt x="1922" y="2821"/>
                  </a:cubicBezTo>
                  <a:cubicBezTo>
                    <a:pt x="2994" y="2821"/>
                    <a:pt x="3907" y="3451"/>
                    <a:pt x="4285" y="4396"/>
                  </a:cubicBezTo>
                  <a:lnTo>
                    <a:pt x="4537" y="5026"/>
                  </a:lnTo>
                  <a:lnTo>
                    <a:pt x="4726" y="4396"/>
                  </a:lnTo>
                  <a:cubicBezTo>
                    <a:pt x="5104" y="3451"/>
                    <a:pt x="6018" y="2821"/>
                    <a:pt x="7058" y="2821"/>
                  </a:cubicBezTo>
                  <a:cubicBezTo>
                    <a:pt x="7486" y="2421"/>
                    <a:pt x="7992" y="2150"/>
                    <a:pt x="8623" y="2150"/>
                  </a:cubicBezTo>
                  <a:cubicBezTo>
                    <a:pt x="8688" y="2150"/>
                    <a:pt x="8754" y="2153"/>
                    <a:pt x="8822" y="2159"/>
                  </a:cubicBezTo>
                  <a:cubicBezTo>
                    <a:pt x="8791" y="2033"/>
                    <a:pt x="8696" y="1938"/>
                    <a:pt x="8633" y="1907"/>
                  </a:cubicBezTo>
                  <a:lnTo>
                    <a:pt x="8003" y="1655"/>
                  </a:lnTo>
                  <a:lnTo>
                    <a:pt x="7688" y="1088"/>
                  </a:lnTo>
                  <a:cubicBezTo>
                    <a:pt x="7656" y="962"/>
                    <a:pt x="7530" y="867"/>
                    <a:pt x="7373" y="867"/>
                  </a:cubicBezTo>
                  <a:lnTo>
                    <a:pt x="6711" y="836"/>
                  </a:lnTo>
                  <a:lnTo>
                    <a:pt x="6239" y="363"/>
                  </a:lnTo>
                  <a:cubicBezTo>
                    <a:pt x="6144" y="300"/>
                    <a:pt x="5987" y="237"/>
                    <a:pt x="5861" y="237"/>
                  </a:cubicBezTo>
                  <a:lnTo>
                    <a:pt x="5199" y="395"/>
                  </a:lnTo>
                  <a:lnTo>
                    <a:pt x="4600" y="48"/>
                  </a:lnTo>
                  <a:cubicBezTo>
                    <a:pt x="4537" y="17"/>
                    <a:pt x="4482" y="1"/>
                    <a:pt x="44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2" name="Google Shape;8412;p85"/>
          <p:cNvGrpSpPr/>
          <p:nvPr/>
        </p:nvGrpSpPr>
        <p:grpSpPr>
          <a:xfrm>
            <a:off x="5200644" y="2244171"/>
            <a:ext cx="448180" cy="448143"/>
            <a:chOff x="-18270275" y="3710875"/>
            <a:chExt cx="303275" cy="303250"/>
          </a:xfrm>
        </p:grpSpPr>
        <p:sp>
          <p:nvSpPr>
            <p:cNvPr id="8413" name="Google Shape;8413;p85"/>
            <p:cNvSpPr/>
            <p:nvPr/>
          </p:nvSpPr>
          <p:spPr>
            <a:xfrm>
              <a:off x="-18240325" y="3896975"/>
              <a:ext cx="59875" cy="71475"/>
            </a:xfrm>
            <a:custGeom>
              <a:avLst/>
              <a:gdLst/>
              <a:ahLst/>
              <a:cxnLst/>
              <a:rect l="l" t="t" r="r" b="b"/>
              <a:pathLst>
                <a:path w="2395" h="2859" extrusionOk="0">
                  <a:moveTo>
                    <a:pt x="1520" y="0"/>
                  </a:moveTo>
                  <a:cubicBezTo>
                    <a:pt x="1300" y="0"/>
                    <a:pt x="1085" y="84"/>
                    <a:pt x="945" y="244"/>
                  </a:cubicBezTo>
                  <a:lnTo>
                    <a:pt x="0" y="1189"/>
                  </a:lnTo>
                  <a:cubicBezTo>
                    <a:pt x="725" y="1220"/>
                    <a:pt x="1418" y="1567"/>
                    <a:pt x="1827" y="2165"/>
                  </a:cubicBezTo>
                  <a:cubicBezTo>
                    <a:pt x="1827" y="2165"/>
                    <a:pt x="2048" y="2386"/>
                    <a:pt x="2395" y="2859"/>
                  </a:cubicBezTo>
                  <a:cubicBezTo>
                    <a:pt x="2395" y="2670"/>
                    <a:pt x="2363" y="2512"/>
                    <a:pt x="2363" y="2354"/>
                  </a:cubicBezTo>
                  <a:lnTo>
                    <a:pt x="2363" y="811"/>
                  </a:lnTo>
                  <a:cubicBezTo>
                    <a:pt x="2363" y="496"/>
                    <a:pt x="2205" y="244"/>
                    <a:pt x="1890" y="86"/>
                  </a:cubicBezTo>
                  <a:cubicBezTo>
                    <a:pt x="1775" y="28"/>
                    <a:pt x="1647" y="0"/>
                    <a:pt x="1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85"/>
            <p:cNvSpPr/>
            <p:nvPr/>
          </p:nvSpPr>
          <p:spPr>
            <a:xfrm>
              <a:off x="-18254500" y="3765100"/>
              <a:ext cx="267800" cy="249025"/>
            </a:xfrm>
            <a:custGeom>
              <a:avLst/>
              <a:gdLst/>
              <a:ahLst/>
              <a:cxnLst/>
              <a:rect l="l" t="t" r="r" b="b"/>
              <a:pathLst>
                <a:path w="10712" h="9961" extrusionOk="0">
                  <a:moveTo>
                    <a:pt x="2583" y="2880"/>
                  </a:moveTo>
                  <a:cubicBezTo>
                    <a:pt x="2670" y="2880"/>
                    <a:pt x="2757" y="2919"/>
                    <a:pt x="2835" y="2998"/>
                  </a:cubicBezTo>
                  <a:lnTo>
                    <a:pt x="3560" y="3691"/>
                  </a:lnTo>
                  <a:cubicBezTo>
                    <a:pt x="3718" y="3849"/>
                    <a:pt x="3718" y="4038"/>
                    <a:pt x="3560" y="4195"/>
                  </a:cubicBezTo>
                  <a:cubicBezTo>
                    <a:pt x="3466" y="4290"/>
                    <a:pt x="3403" y="4321"/>
                    <a:pt x="3308" y="4321"/>
                  </a:cubicBezTo>
                  <a:cubicBezTo>
                    <a:pt x="3245" y="4321"/>
                    <a:pt x="3119" y="4290"/>
                    <a:pt x="3088" y="4195"/>
                  </a:cubicBezTo>
                  <a:lnTo>
                    <a:pt x="2363" y="3502"/>
                  </a:lnTo>
                  <a:cubicBezTo>
                    <a:pt x="2174" y="3345"/>
                    <a:pt x="2174" y="3093"/>
                    <a:pt x="2331" y="2998"/>
                  </a:cubicBezTo>
                  <a:cubicBezTo>
                    <a:pt x="2410" y="2919"/>
                    <a:pt x="2497" y="2880"/>
                    <a:pt x="2583" y="2880"/>
                  </a:cubicBezTo>
                  <a:close/>
                  <a:moveTo>
                    <a:pt x="8286" y="2880"/>
                  </a:moveTo>
                  <a:cubicBezTo>
                    <a:pt x="8372" y="2880"/>
                    <a:pt x="8459" y="2919"/>
                    <a:pt x="8538" y="2998"/>
                  </a:cubicBezTo>
                  <a:cubicBezTo>
                    <a:pt x="8695" y="3156"/>
                    <a:pt x="8695" y="3345"/>
                    <a:pt x="8538" y="3502"/>
                  </a:cubicBezTo>
                  <a:lnTo>
                    <a:pt x="7845" y="4195"/>
                  </a:lnTo>
                  <a:cubicBezTo>
                    <a:pt x="7750" y="4290"/>
                    <a:pt x="7687" y="4321"/>
                    <a:pt x="7593" y="4321"/>
                  </a:cubicBezTo>
                  <a:cubicBezTo>
                    <a:pt x="7530" y="4321"/>
                    <a:pt x="7404" y="4290"/>
                    <a:pt x="7372" y="4195"/>
                  </a:cubicBezTo>
                  <a:cubicBezTo>
                    <a:pt x="7183" y="4038"/>
                    <a:pt x="7183" y="3817"/>
                    <a:pt x="7341" y="3691"/>
                  </a:cubicBezTo>
                  <a:lnTo>
                    <a:pt x="8034" y="2998"/>
                  </a:lnTo>
                  <a:cubicBezTo>
                    <a:pt x="8113" y="2919"/>
                    <a:pt x="8199" y="2880"/>
                    <a:pt x="8286" y="2880"/>
                  </a:cubicBezTo>
                  <a:close/>
                  <a:moveTo>
                    <a:pt x="5272" y="0"/>
                  </a:moveTo>
                  <a:cubicBezTo>
                    <a:pt x="3911" y="0"/>
                    <a:pt x="2618" y="504"/>
                    <a:pt x="1607" y="1486"/>
                  </a:cubicBezTo>
                  <a:cubicBezTo>
                    <a:pt x="567" y="2526"/>
                    <a:pt x="0" y="3849"/>
                    <a:pt x="0" y="5361"/>
                  </a:cubicBezTo>
                  <a:lnTo>
                    <a:pt x="0" y="5897"/>
                  </a:lnTo>
                  <a:lnTo>
                    <a:pt x="977" y="4983"/>
                  </a:lnTo>
                  <a:cubicBezTo>
                    <a:pt x="1267" y="4693"/>
                    <a:pt x="1651" y="4534"/>
                    <a:pt x="2044" y="4534"/>
                  </a:cubicBezTo>
                  <a:cubicBezTo>
                    <a:pt x="2291" y="4534"/>
                    <a:pt x="2541" y="4597"/>
                    <a:pt x="2772" y="4731"/>
                  </a:cubicBezTo>
                  <a:cubicBezTo>
                    <a:pt x="3277" y="4983"/>
                    <a:pt x="3623" y="5519"/>
                    <a:pt x="3623" y="6086"/>
                  </a:cubicBezTo>
                  <a:lnTo>
                    <a:pt x="3623" y="7629"/>
                  </a:lnTo>
                  <a:cubicBezTo>
                    <a:pt x="3623" y="8575"/>
                    <a:pt x="4190" y="9709"/>
                    <a:pt x="5041" y="9961"/>
                  </a:cubicBezTo>
                  <a:lnTo>
                    <a:pt x="5041" y="8701"/>
                  </a:lnTo>
                  <a:lnTo>
                    <a:pt x="4411" y="7913"/>
                  </a:lnTo>
                  <a:cubicBezTo>
                    <a:pt x="4379" y="7818"/>
                    <a:pt x="4348" y="7755"/>
                    <a:pt x="4348" y="7661"/>
                  </a:cubicBezTo>
                  <a:cubicBezTo>
                    <a:pt x="4348" y="7062"/>
                    <a:pt x="4820" y="6590"/>
                    <a:pt x="5387" y="6590"/>
                  </a:cubicBezTo>
                  <a:cubicBezTo>
                    <a:pt x="5986" y="6590"/>
                    <a:pt x="6459" y="7062"/>
                    <a:pt x="6459" y="7661"/>
                  </a:cubicBezTo>
                  <a:cubicBezTo>
                    <a:pt x="6459" y="7755"/>
                    <a:pt x="6427" y="7818"/>
                    <a:pt x="6396" y="7913"/>
                  </a:cubicBezTo>
                  <a:lnTo>
                    <a:pt x="5765" y="8701"/>
                  </a:lnTo>
                  <a:lnTo>
                    <a:pt x="5765" y="9961"/>
                  </a:lnTo>
                  <a:cubicBezTo>
                    <a:pt x="6616" y="9709"/>
                    <a:pt x="7183" y="8575"/>
                    <a:pt x="7183" y="7629"/>
                  </a:cubicBezTo>
                  <a:lnTo>
                    <a:pt x="7183" y="6086"/>
                  </a:lnTo>
                  <a:cubicBezTo>
                    <a:pt x="7183" y="5519"/>
                    <a:pt x="7498" y="4983"/>
                    <a:pt x="8034" y="4731"/>
                  </a:cubicBezTo>
                  <a:cubicBezTo>
                    <a:pt x="8265" y="4597"/>
                    <a:pt x="8511" y="4534"/>
                    <a:pt x="8752" y="4534"/>
                  </a:cubicBezTo>
                  <a:cubicBezTo>
                    <a:pt x="9135" y="4534"/>
                    <a:pt x="9508" y="4693"/>
                    <a:pt x="9798" y="4983"/>
                  </a:cubicBezTo>
                  <a:lnTo>
                    <a:pt x="10712" y="5897"/>
                  </a:lnTo>
                  <a:lnTo>
                    <a:pt x="10712" y="5550"/>
                  </a:lnTo>
                  <a:cubicBezTo>
                    <a:pt x="10712" y="2557"/>
                    <a:pt x="8380" y="68"/>
                    <a:pt x="5513" y="5"/>
                  </a:cubicBezTo>
                  <a:cubicBezTo>
                    <a:pt x="5433" y="2"/>
                    <a:pt x="5352" y="0"/>
                    <a:pt x="52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85"/>
            <p:cNvSpPr/>
            <p:nvPr/>
          </p:nvSpPr>
          <p:spPr>
            <a:xfrm>
              <a:off x="-18057600" y="3896625"/>
              <a:ext cx="61450" cy="71825"/>
            </a:xfrm>
            <a:custGeom>
              <a:avLst/>
              <a:gdLst/>
              <a:ahLst/>
              <a:cxnLst/>
              <a:rect l="l" t="t" r="r" b="b"/>
              <a:pathLst>
                <a:path w="2458" h="2873" extrusionOk="0">
                  <a:moveTo>
                    <a:pt x="885" y="0"/>
                  </a:moveTo>
                  <a:cubicBezTo>
                    <a:pt x="760" y="0"/>
                    <a:pt x="630" y="32"/>
                    <a:pt x="504" y="100"/>
                  </a:cubicBezTo>
                  <a:cubicBezTo>
                    <a:pt x="252" y="258"/>
                    <a:pt x="32" y="510"/>
                    <a:pt x="32" y="825"/>
                  </a:cubicBezTo>
                  <a:lnTo>
                    <a:pt x="32" y="2368"/>
                  </a:lnTo>
                  <a:cubicBezTo>
                    <a:pt x="32" y="2526"/>
                    <a:pt x="32" y="2684"/>
                    <a:pt x="0" y="2873"/>
                  </a:cubicBezTo>
                  <a:lnTo>
                    <a:pt x="32" y="2841"/>
                  </a:lnTo>
                  <a:lnTo>
                    <a:pt x="567" y="2179"/>
                  </a:lnTo>
                  <a:cubicBezTo>
                    <a:pt x="630" y="2053"/>
                    <a:pt x="725" y="1959"/>
                    <a:pt x="819" y="1864"/>
                  </a:cubicBezTo>
                  <a:cubicBezTo>
                    <a:pt x="1260" y="1455"/>
                    <a:pt x="1828" y="1171"/>
                    <a:pt x="2458" y="1171"/>
                  </a:cubicBezTo>
                  <a:lnTo>
                    <a:pt x="1450" y="258"/>
                  </a:lnTo>
                  <a:cubicBezTo>
                    <a:pt x="1309" y="97"/>
                    <a:pt x="1104" y="0"/>
                    <a:pt x="8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85"/>
            <p:cNvSpPr/>
            <p:nvPr/>
          </p:nvSpPr>
          <p:spPr>
            <a:xfrm>
              <a:off x="-18127700" y="3949125"/>
              <a:ext cx="18125" cy="16975"/>
            </a:xfrm>
            <a:custGeom>
              <a:avLst/>
              <a:gdLst/>
              <a:ahLst/>
              <a:cxnLst/>
              <a:rect l="l" t="t" r="r" b="b"/>
              <a:pathLst>
                <a:path w="725" h="679" extrusionOk="0">
                  <a:moveTo>
                    <a:pt x="351" y="1"/>
                  </a:moveTo>
                  <a:cubicBezTo>
                    <a:pt x="197" y="1"/>
                    <a:pt x="48" y="79"/>
                    <a:pt x="0" y="237"/>
                  </a:cubicBezTo>
                  <a:lnTo>
                    <a:pt x="378" y="678"/>
                  </a:lnTo>
                  <a:lnTo>
                    <a:pt x="725" y="237"/>
                  </a:lnTo>
                  <a:cubicBezTo>
                    <a:pt x="662" y="79"/>
                    <a:pt x="504" y="1"/>
                    <a:pt x="3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85"/>
            <p:cNvSpPr/>
            <p:nvPr/>
          </p:nvSpPr>
          <p:spPr>
            <a:xfrm>
              <a:off x="-18270275" y="3710875"/>
              <a:ext cx="107150" cy="98475"/>
            </a:xfrm>
            <a:custGeom>
              <a:avLst/>
              <a:gdLst/>
              <a:ahLst/>
              <a:cxnLst/>
              <a:rect l="l" t="t" r="r" b="b"/>
              <a:pathLst>
                <a:path w="4286" h="3939" extrusionOk="0">
                  <a:moveTo>
                    <a:pt x="347" y="0"/>
                  </a:moveTo>
                  <a:cubicBezTo>
                    <a:pt x="158" y="0"/>
                    <a:pt x="32" y="189"/>
                    <a:pt x="32" y="379"/>
                  </a:cubicBezTo>
                  <a:lnTo>
                    <a:pt x="1" y="1103"/>
                  </a:lnTo>
                  <a:cubicBezTo>
                    <a:pt x="1" y="2174"/>
                    <a:pt x="474" y="3214"/>
                    <a:pt x="1230" y="3939"/>
                  </a:cubicBezTo>
                  <a:cubicBezTo>
                    <a:pt x="1387" y="3655"/>
                    <a:pt x="1576" y="3403"/>
                    <a:pt x="1860" y="3182"/>
                  </a:cubicBezTo>
                  <a:cubicBezTo>
                    <a:pt x="2553" y="2521"/>
                    <a:pt x="3403" y="2017"/>
                    <a:pt x="4286" y="1733"/>
                  </a:cubicBezTo>
                  <a:cubicBezTo>
                    <a:pt x="3593" y="694"/>
                    <a:pt x="2364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85"/>
            <p:cNvSpPr/>
            <p:nvPr/>
          </p:nvSpPr>
          <p:spPr>
            <a:xfrm>
              <a:off x="-18074925" y="3710875"/>
              <a:ext cx="107925" cy="99275"/>
            </a:xfrm>
            <a:custGeom>
              <a:avLst/>
              <a:gdLst/>
              <a:ahLst/>
              <a:cxnLst/>
              <a:rect l="l" t="t" r="r" b="b"/>
              <a:pathLst>
                <a:path w="4317" h="3971" extrusionOk="0">
                  <a:moveTo>
                    <a:pt x="3245" y="0"/>
                  </a:moveTo>
                  <a:cubicBezTo>
                    <a:pt x="1953" y="0"/>
                    <a:pt x="725" y="662"/>
                    <a:pt x="0" y="1733"/>
                  </a:cubicBezTo>
                  <a:cubicBezTo>
                    <a:pt x="1197" y="2111"/>
                    <a:pt x="2269" y="2899"/>
                    <a:pt x="3056" y="3970"/>
                  </a:cubicBezTo>
                  <a:cubicBezTo>
                    <a:pt x="3844" y="3214"/>
                    <a:pt x="4316" y="2206"/>
                    <a:pt x="4316" y="1103"/>
                  </a:cubicBezTo>
                  <a:lnTo>
                    <a:pt x="4316" y="379"/>
                  </a:lnTo>
                  <a:cubicBezTo>
                    <a:pt x="4316" y="189"/>
                    <a:pt x="4159" y="0"/>
                    <a:pt x="39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9" name="Google Shape;8419;p85"/>
          <p:cNvGrpSpPr/>
          <p:nvPr/>
        </p:nvGrpSpPr>
        <p:grpSpPr>
          <a:xfrm>
            <a:off x="5254196" y="2797422"/>
            <a:ext cx="341076" cy="448180"/>
            <a:chOff x="-18234025" y="4084200"/>
            <a:chExt cx="230800" cy="303275"/>
          </a:xfrm>
        </p:grpSpPr>
        <p:sp>
          <p:nvSpPr>
            <p:cNvPr id="8420" name="Google Shape;8420;p85"/>
            <p:cNvSpPr/>
            <p:nvPr/>
          </p:nvSpPr>
          <p:spPr>
            <a:xfrm>
              <a:off x="-18234025" y="4246450"/>
              <a:ext cx="230800" cy="141025"/>
            </a:xfrm>
            <a:custGeom>
              <a:avLst/>
              <a:gdLst/>
              <a:ahLst/>
              <a:cxnLst/>
              <a:rect l="l" t="t" r="r" b="b"/>
              <a:pathLst>
                <a:path w="9232" h="5641" extrusionOk="0">
                  <a:moveTo>
                    <a:pt x="1796" y="1"/>
                  </a:moveTo>
                  <a:lnTo>
                    <a:pt x="0" y="851"/>
                  </a:lnTo>
                  <a:cubicBezTo>
                    <a:pt x="221" y="3687"/>
                    <a:pt x="2048" y="5640"/>
                    <a:pt x="4631" y="5640"/>
                  </a:cubicBezTo>
                  <a:cubicBezTo>
                    <a:pt x="7183" y="5640"/>
                    <a:pt x="9042" y="3687"/>
                    <a:pt x="9231" y="851"/>
                  </a:cubicBezTo>
                  <a:lnTo>
                    <a:pt x="7467" y="1"/>
                  </a:lnTo>
                  <a:lnTo>
                    <a:pt x="6207" y="631"/>
                  </a:lnTo>
                  <a:cubicBezTo>
                    <a:pt x="6144" y="647"/>
                    <a:pt x="6081" y="654"/>
                    <a:pt x="6025" y="654"/>
                  </a:cubicBezTo>
                  <a:cubicBezTo>
                    <a:pt x="5970" y="654"/>
                    <a:pt x="5923" y="647"/>
                    <a:pt x="5892" y="631"/>
                  </a:cubicBezTo>
                  <a:lnTo>
                    <a:pt x="4631" y="1"/>
                  </a:lnTo>
                  <a:lnTo>
                    <a:pt x="3371" y="631"/>
                  </a:lnTo>
                  <a:cubicBezTo>
                    <a:pt x="3308" y="647"/>
                    <a:pt x="3245" y="654"/>
                    <a:pt x="3190" y="654"/>
                  </a:cubicBezTo>
                  <a:cubicBezTo>
                    <a:pt x="3135" y="654"/>
                    <a:pt x="3088" y="647"/>
                    <a:pt x="3056" y="631"/>
                  </a:cubicBezTo>
                  <a:lnTo>
                    <a:pt x="17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85"/>
            <p:cNvSpPr/>
            <p:nvPr/>
          </p:nvSpPr>
          <p:spPr>
            <a:xfrm>
              <a:off x="-18200175" y="4156675"/>
              <a:ext cx="161500" cy="87450"/>
            </a:xfrm>
            <a:custGeom>
              <a:avLst/>
              <a:gdLst/>
              <a:ahLst/>
              <a:cxnLst/>
              <a:rect l="l" t="t" r="r" b="b"/>
              <a:pathLst>
                <a:path w="6460" h="3498" extrusionOk="0">
                  <a:moveTo>
                    <a:pt x="2206" y="1040"/>
                  </a:moveTo>
                  <a:cubicBezTo>
                    <a:pt x="2395" y="1040"/>
                    <a:pt x="2553" y="1197"/>
                    <a:pt x="2553" y="1386"/>
                  </a:cubicBezTo>
                  <a:cubicBezTo>
                    <a:pt x="2553" y="1575"/>
                    <a:pt x="2395" y="1733"/>
                    <a:pt x="2206" y="1733"/>
                  </a:cubicBezTo>
                  <a:cubicBezTo>
                    <a:pt x="2017" y="1733"/>
                    <a:pt x="1860" y="1575"/>
                    <a:pt x="1860" y="1386"/>
                  </a:cubicBezTo>
                  <a:cubicBezTo>
                    <a:pt x="1860" y="1197"/>
                    <a:pt x="2017" y="1040"/>
                    <a:pt x="2206" y="1040"/>
                  </a:cubicBezTo>
                  <a:close/>
                  <a:moveTo>
                    <a:pt x="4317" y="1040"/>
                  </a:moveTo>
                  <a:cubicBezTo>
                    <a:pt x="4538" y="1040"/>
                    <a:pt x="4695" y="1197"/>
                    <a:pt x="4695" y="1386"/>
                  </a:cubicBezTo>
                  <a:cubicBezTo>
                    <a:pt x="4695" y="1575"/>
                    <a:pt x="4538" y="1733"/>
                    <a:pt x="4317" y="1733"/>
                  </a:cubicBezTo>
                  <a:cubicBezTo>
                    <a:pt x="4128" y="1733"/>
                    <a:pt x="3971" y="1575"/>
                    <a:pt x="3971" y="1386"/>
                  </a:cubicBezTo>
                  <a:cubicBezTo>
                    <a:pt x="3971" y="1197"/>
                    <a:pt x="4128" y="1040"/>
                    <a:pt x="4317" y="1040"/>
                  </a:cubicBezTo>
                  <a:close/>
                  <a:moveTo>
                    <a:pt x="1765" y="0"/>
                  </a:moveTo>
                  <a:lnTo>
                    <a:pt x="284" y="504"/>
                  </a:lnTo>
                  <a:cubicBezTo>
                    <a:pt x="127" y="914"/>
                    <a:pt x="1" y="1355"/>
                    <a:pt x="1" y="1764"/>
                  </a:cubicBezTo>
                  <a:cubicBezTo>
                    <a:pt x="1" y="2174"/>
                    <a:pt x="64" y="2521"/>
                    <a:pt x="190" y="2867"/>
                  </a:cubicBezTo>
                  <a:cubicBezTo>
                    <a:pt x="253" y="2851"/>
                    <a:pt x="300" y="2843"/>
                    <a:pt x="347" y="2843"/>
                  </a:cubicBezTo>
                  <a:cubicBezTo>
                    <a:pt x="395" y="2843"/>
                    <a:pt x="442" y="2851"/>
                    <a:pt x="505" y="2867"/>
                  </a:cubicBezTo>
                  <a:lnTo>
                    <a:pt x="1765" y="3497"/>
                  </a:lnTo>
                  <a:lnTo>
                    <a:pt x="2836" y="2962"/>
                  </a:lnTo>
                  <a:lnTo>
                    <a:pt x="2836" y="2458"/>
                  </a:lnTo>
                  <a:cubicBezTo>
                    <a:pt x="2836" y="2237"/>
                    <a:pt x="2994" y="2079"/>
                    <a:pt x="3183" y="2079"/>
                  </a:cubicBezTo>
                  <a:cubicBezTo>
                    <a:pt x="3403" y="2079"/>
                    <a:pt x="3561" y="2237"/>
                    <a:pt x="3561" y="2458"/>
                  </a:cubicBezTo>
                  <a:lnTo>
                    <a:pt x="3561" y="2962"/>
                  </a:lnTo>
                  <a:lnTo>
                    <a:pt x="4695" y="3497"/>
                  </a:lnTo>
                  <a:lnTo>
                    <a:pt x="5955" y="2867"/>
                  </a:lnTo>
                  <a:cubicBezTo>
                    <a:pt x="6003" y="2851"/>
                    <a:pt x="6050" y="2843"/>
                    <a:pt x="6101" y="2843"/>
                  </a:cubicBezTo>
                  <a:cubicBezTo>
                    <a:pt x="6152" y="2843"/>
                    <a:pt x="6207" y="2851"/>
                    <a:pt x="6270" y="2867"/>
                  </a:cubicBezTo>
                  <a:cubicBezTo>
                    <a:pt x="6365" y="2521"/>
                    <a:pt x="6459" y="2174"/>
                    <a:pt x="6459" y="1764"/>
                  </a:cubicBezTo>
                  <a:cubicBezTo>
                    <a:pt x="6459" y="1323"/>
                    <a:pt x="6365" y="914"/>
                    <a:pt x="6176" y="504"/>
                  </a:cubicBezTo>
                  <a:lnTo>
                    <a:pt x="4695" y="0"/>
                  </a:lnTo>
                  <a:lnTo>
                    <a:pt x="3372" y="630"/>
                  </a:lnTo>
                  <a:cubicBezTo>
                    <a:pt x="3325" y="646"/>
                    <a:pt x="3270" y="654"/>
                    <a:pt x="3214" y="654"/>
                  </a:cubicBezTo>
                  <a:cubicBezTo>
                    <a:pt x="3159" y="654"/>
                    <a:pt x="3104" y="646"/>
                    <a:pt x="3057" y="630"/>
                  </a:cubicBezTo>
                  <a:lnTo>
                    <a:pt x="176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85"/>
            <p:cNvSpPr/>
            <p:nvPr/>
          </p:nvSpPr>
          <p:spPr>
            <a:xfrm>
              <a:off x="-18211200" y="4084200"/>
              <a:ext cx="185125" cy="71700"/>
            </a:xfrm>
            <a:custGeom>
              <a:avLst/>
              <a:gdLst/>
              <a:ahLst/>
              <a:cxnLst/>
              <a:rect l="l" t="t" r="r" b="b"/>
              <a:pathLst>
                <a:path w="7405" h="2868" extrusionOk="0">
                  <a:moveTo>
                    <a:pt x="3718" y="1"/>
                  </a:moveTo>
                  <a:cubicBezTo>
                    <a:pt x="2301" y="1"/>
                    <a:pt x="914" y="1040"/>
                    <a:pt x="1" y="2868"/>
                  </a:cubicBezTo>
                  <a:lnTo>
                    <a:pt x="2175" y="2143"/>
                  </a:lnTo>
                  <a:cubicBezTo>
                    <a:pt x="2206" y="2127"/>
                    <a:pt x="2246" y="2119"/>
                    <a:pt x="2293" y="2119"/>
                  </a:cubicBezTo>
                  <a:cubicBezTo>
                    <a:pt x="2340" y="2119"/>
                    <a:pt x="2395" y="2127"/>
                    <a:pt x="2458" y="2143"/>
                  </a:cubicBezTo>
                  <a:lnTo>
                    <a:pt x="3718" y="2773"/>
                  </a:lnTo>
                  <a:lnTo>
                    <a:pt x="4979" y="2143"/>
                  </a:lnTo>
                  <a:cubicBezTo>
                    <a:pt x="5010" y="2127"/>
                    <a:pt x="5057" y="2119"/>
                    <a:pt x="5105" y="2119"/>
                  </a:cubicBezTo>
                  <a:cubicBezTo>
                    <a:pt x="5152" y="2119"/>
                    <a:pt x="5199" y="2127"/>
                    <a:pt x="5231" y="2143"/>
                  </a:cubicBezTo>
                  <a:lnTo>
                    <a:pt x="7404" y="2868"/>
                  </a:lnTo>
                  <a:cubicBezTo>
                    <a:pt x="6491" y="1040"/>
                    <a:pt x="5136" y="1"/>
                    <a:pt x="37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23" name="Google Shape;8423;p85"/>
          <p:cNvGrpSpPr/>
          <p:nvPr/>
        </p:nvGrpSpPr>
        <p:grpSpPr>
          <a:xfrm>
            <a:off x="2366751" y="3341641"/>
            <a:ext cx="449325" cy="450470"/>
            <a:chOff x="-16419350" y="3308400"/>
            <a:chExt cx="304050" cy="304825"/>
          </a:xfrm>
        </p:grpSpPr>
        <p:sp>
          <p:nvSpPr>
            <p:cNvPr id="8424" name="Google Shape;8424;p85"/>
            <p:cNvSpPr/>
            <p:nvPr/>
          </p:nvSpPr>
          <p:spPr>
            <a:xfrm>
              <a:off x="-16222450" y="3344625"/>
              <a:ext cx="53600" cy="67775"/>
            </a:xfrm>
            <a:custGeom>
              <a:avLst/>
              <a:gdLst/>
              <a:ahLst/>
              <a:cxnLst/>
              <a:rect l="l" t="t" r="r" b="b"/>
              <a:pathLst>
                <a:path w="2144" h="2711" extrusionOk="0"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76"/>
                    <a:pt x="284" y="1954"/>
                    <a:pt x="725" y="2112"/>
                  </a:cubicBezTo>
                  <a:lnTo>
                    <a:pt x="725" y="2710"/>
                  </a:lnTo>
                  <a:cubicBezTo>
                    <a:pt x="946" y="2584"/>
                    <a:pt x="1198" y="2521"/>
                    <a:pt x="1419" y="2427"/>
                  </a:cubicBezTo>
                  <a:lnTo>
                    <a:pt x="1419" y="2080"/>
                  </a:lnTo>
                  <a:cubicBezTo>
                    <a:pt x="1860" y="1923"/>
                    <a:pt x="2143" y="1544"/>
                    <a:pt x="2143" y="1072"/>
                  </a:cubicBezTo>
                  <a:cubicBezTo>
                    <a:pt x="2143" y="473"/>
                    <a:pt x="167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85"/>
            <p:cNvSpPr/>
            <p:nvPr/>
          </p:nvSpPr>
          <p:spPr>
            <a:xfrm>
              <a:off x="-16365000" y="3346200"/>
              <a:ext cx="52800" cy="66975"/>
            </a:xfrm>
            <a:custGeom>
              <a:avLst/>
              <a:gdLst/>
              <a:ahLst/>
              <a:cxnLst/>
              <a:rect l="l" t="t" r="r" b="b"/>
              <a:pathLst>
                <a:path w="2112" h="2679" extrusionOk="0">
                  <a:moveTo>
                    <a:pt x="1072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13"/>
                    <a:pt x="284" y="1891"/>
                    <a:pt x="694" y="2049"/>
                  </a:cubicBezTo>
                  <a:lnTo>
                    <a:pt x="694" y="2395"/>
                  </a:lnTo>
                  <a:cubicBezTo>
                    <a:pt x="946" y="2490"/>
                    <a:pt x="1166" y="2553"/>
                    <a:pt x="1418" y="2679"/>
                  </a:cubicBezTo>
                  <a:lnTo>
                    <a:pt x="1418" y="2080"/>
                  </a:lnTo>
                  <a:cubicBezTo>
                    <a:pt x="1859" y="1923"/>
                    <a:pt x="2111" y="1544"/>
                    <a:pt x="2111" y="1072"/>
                  </a:cubicBezTo>
                  <a:cubicBezTo>
                    <a:pt x="2111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85"/>
            <p:cNvSpPr/>
            <p:nvPr/>
          </p:nvSpPr>
          <p:spPr>
            <a:xfrm>
              <a:off x="-16419350" y="3417100"/>
              <a:ext cx="142575" cy="160700"/>
            </a:xfrm>
            <a:custGeom>
              <a:avLst/>
              <a:gdLst/>
              <a:ahLst/>
              <a:cxnLst/>
              <a:rect l="l" t="t" r="r" b="b"/>
              <a:pathLst>
                <a:path w="5703" h="642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4033"/>
                    <a:pt x="2395" y="6427"/>
                    <a:pt x="5356" y="6427"/>
                  </a:cubicBezTo>
                  <a:lnTo>
                    <a:pt x="5703" y="6427"/>
                  </a:lnTo>
                  <a:lnTo>
                    <a:pt x="5703" y="4001"/>
                  </a:lnTo>
                  <a:cubicBezTo>
                    <a:pt x="5703" y="2773"/>
                    <a:pt x="5073" y="1575"/>
                    <a:pt x="4065" y="914"/>
                  </a:cubicBezTo>
                  <a:cubicBezTo>
                    <a:pt x="3277" y="378"/>
                    <a:pt x="2206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85"/>
            <p:cNvSpPr/>
            <p:nvPr/>
          </p:nvSpPr>
          <p:spPr>
            <a:xfrm>
              <a:off x="-16258675" y="3417100"/>
              <a:ext cx="143375" cy="161475"/>
            </a:xfrm>
            <a:custGeom>
              <a:avLst/>
              <a:gdLst/>
              <a:ahLst/>
              <a:cxnLst/>
              <a:rect l="l" t="t" r="r" b="b"/>
              <a:pathLst>
                <a:path w="5735" h="6459" extrusionOk="0">
                  <a:moveTo>
                    <a:pt x="4632" y="0"/>
                  </a:moveTo>
                  <a:cubicBezTo>
                    <a:pt x="3529" y="0"/>
                    <a:pt x="2521" y="347"/>
                    <a:pt x="1702" y="914"/>
                  </a:cubicBezTo>
                  <a:cubicBezTo>
                    <a:pt x="631" y="1575"/>
                    <a:pt x="1" y="2773"/>
                    <a:pt x="1" y="4033"/>
                  </a:cubicBezTo>
                  <a:lnTo>
                    <a:pt x="1" y="6459"/>
                  </a:lnTo>
                  <a:lnTo>
                    <a:pt x="347" y="6459"/>
                  </a:lnTo>
                  <a:cubicBezTo>
                    <a:pt x="3309" y="6459"/>
                    <a:pt x="5703" y="4064"/>
                    <a:pt x="5703" y="1103"/>
                  </a:cubicBezTo>
                  <a:lnTo>
                    <a:pt x="5703" y="410"/>
                  </a:lnTo>
                  <a:cubicBezTo>
                    <a:pt x="5735" y="158"/>
                    <a:pt x="5577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85"/>
            <p:cNvSpPr/>
            <p:nvPr/>
          </p:nvSpPr>
          <p:spPr>
            <a:xfrm>
              <a:off x="-16310650" y="3308400"/>
              <a:ext cx="86650" cy="155975"/>
            </a:xfrm>
            <a:custGeom>
              <a:avLst/>
              <a:gdLst/>
              <a:ahLst/>
              <a:cxnLst/>
              <a:rect l="l" t="t" r="r" b="b"/>
              <a:pathLst>
                <a:path w="3466" h="6239" extrusionOk="0">
                  <a:moveTo>
                    <a:pt x="1733" y="1"/>
                  </a:moveTo>
                  <a:cubicBezTo>
                    <a:pt x="1134" y="1"/>
                    <a:pt x="662" y="473"/>
                    <a:pt x="662" y="1040"/>
                  </a:cubicBezTo>
                  <a:cubicBezTo>
                    <a:pt x="662" y="1513"/>
                    <a:pt x="977" y="1922"/>
                    <a:pt x="1355" y="2080"/>
                  </a:cubicBezTo>
                  <a:lnTo>
                    <a:pt x="1355" y="3088"/>
                  </a:lnTo>
                  <a:cubicBezTo>
                    <a:pt x="1103" y="3340"/>
                    <a:pt x="504" y="3844"/>
                    <a:pt x="0" y="4600"/>
                  </a:cubicBezTo>
                  <a:cubicBezTo>
                    <a:pt x="662" y="5041"/>
                    <a:pt x="1260" y="5577"/>
                    <a:pt x="1733" y="6238"/>
                  </a:cubicBezTo>
                  <a:cubicBezTo>
                    <a:pt x="2206" y="5577"/>
                    <a:pt x="2773" y="5041"/>
                    <a:pt x="3466" y="4600"/>
                  </a:cubicBezTo>
                  <a:cubicBezTo>
                    <a:pt x="2930" y="3844"/>
                    <a:pt x="2363" y="3340"/>
                    <a:pt x="2080" y="3088"/>
                  </a:cubicBezTo>
                  <a:lnTo>
                    <a:pt x="2080" y="2080"/>
                  </a:lnTo>
                  <a:cubicBezTo>
                    <a:pt x="2521" y="1922"/>
                    <a:pt x="2773" y="1513"/>
                    <a:pt x="2773" y="1040"/>
                  </a:cubicBezTo>
                  <a:cubicBezTo>
                    <a:pt x="2773" y="473"/>
                    <a:pt x="2300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85"/>
            <p:cNvSpPr/>
            <p:nvPr/>
          </p:nvSpPr>
          <p:spPr>
            <a:xfrm>
              <a:off x="-16327975" y="3589575"/>
              <a:ext cx="51200" cy="23650"/>
            </a:xfrm>
            <a:custGeom>
              <a:avLst/>
              <a:gdLst/>
              <a:ahLst/>
              <a:cxnLst/>
              <a:rect l="l" t="t" r="r" b="b"/>
              <a:pathLst>
                <a:path w="2048" h="946" extrusionOk="0">
                  <a:moveTo>
                    <a:pt x="0" y="1"/>
                  </a:moveTo>
                  <a:lnTo>
                    <a:pt x="0" y="1"/>
                  </a:lnTo>
                  <a:cubicBezTo>
                    <a:pt x="221" y="536"/>
                    <a:pt x="725" y="946"/>
                    <a:pt x="1355" y="946"/>
                  </a:cubicBezTo>
                  <a:lnTo>
                    <a:pt x="1481" y="946"/>
                  </a:lnTo>
                  <a:cubicBezTo>
                    <a:pt x="1827" y="914"/>
                    <a:pt x="2048" y="631"/>
                    <a:pt x="2048" y="316"/>
                  </a:cubicBezTo>
                  <a:lnTo>
                    <a:pt x="2048" y="253"/>
                  </a:lnTo>
                  <a:lnTo>
                    <a:pt x="1701" y="253"/>
                  </a:lnTo>
                  <a:cubicBezTo>
                    <a:pt x="1103" y="253"/>
                    <a:pt x="567" y="158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85"/>
            <p:cNvSpPr/>
            <p:nvPr/>
          </p:nvSpPr>
          <p:spPr>
            <a:xfrm>
              <a:off x="-16258675" y="3589575"/>
              <a:ext cx="51225" cy="23650"/>
            </a:xfrm>
            <a:custGeom>
              <a:avLst/>
              <a:gdLst/>
              <a:ahLst/>
              <a:cxnLst/>
              <a:rect l="l" t="t" r="r" b="b"/>
              <a:pathLst>
                <a:path w="2049" h="946" extrusionOk="0">
                  <a:moveTo>
                    <a:pt x="2048" y="1"/>
                  </a:moveTo>
                  <a:lnTo>
                    <a:pt x="2048" y="1"/>
                  </a:lnTo>
                  <a:cubicBezTo>
                    <a:pt x="1481" y="158"/>
                    <a:pt x="946" y="253"/>
                    <a:pt x="347" y="253"/>
                  </a:cubicBezTo>
                  <a:lnTo>
                    <a:pt x="1" y="253"/>
                  </a:lnTo>
                  <a:cubicBezTo>
                    <a:pt x="1" y="631"/>
                    <a:pt x="284" y="946"/>
                    <a:pt x="662" y="946"/>
                  </a:cubicBezTo>
                  <a:lnTo>
                    <a:pt x="694" y="946"/>
                  </a:lnTo>
                  <a:cubicBezTo>
                    <a:pt x="1324" y="946"/>
                    <a:pt x="1859" y="568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1" name="Google Shape;8431;p85"/>
          <p:cNvGrpSpPr/>
          <p:nvPr/>
        </p:nvGrpSpPr>
        <p:grpSpPr>
          <a:xfrm>
            <a:off x="4638306" y="3340423"/>
            <a:ext cx="395755" cy="452872"/>
            <a:chOff x="-16401225" y="3683275"/>
            <a:chExt cx="267800" cy="306450"/>
          </a:xfrm>
        </p:grpSpPr>
        <p:sp>
          <p:nvSpPr>
            <p:cNvPr id="8432" name="Google Shape;8432;p85"/>
            <p:cNvSpPr/>
            <p:nvPr/>
          </p:nvSpPr>
          <p:spPr>
            <a:xfrm>
              <a:off x="-16257875" y="3826650"/>
              <a:ext cx="70900" cy="72500"/>
            </a:xfrm>
            <a:custGeom>
              <a:avLst/>
              <a:gdLst/>
              <a:ahLst/>
              <a:cxnLst/>
              <a:rect l="l" t="t" r="r" b="b"/>
              <a:pathLst>
                <a:path w="2836" h="2900" extrusionOk="0">
                  <a:moveTo>
                    <a:pt x="567" y="1"/>
                  </a:moveTo>
                  <a:cubicBezTo>
                    <a:pt x="630" y="158"/>
                    <a:pt x="725" y="347"/>
                    <a:pt x="725" y="568"/>
                  </a:cubicBezTo>
                  <a:cubicBezTo>
                    <a:pt x="725" y="631"/>
                    <a:pt x="662" y="725"/>
                    <a:pt x="630" y="788"/>
                  </a:cubicBezTo>
                  <a:lnTo>
                    <a:pt x="0" y="1576"/>
                  </a:lnTo>
                  <a:cubicBezTo>
                    <a:pt x="32" y="2332"/>
                    <a:pt x="662" y="2899"/>
                    <a:pt x="1418" y="2899"/>
                  </a:cubicBezTo>
                  <a:cubicBezTo>
                    <a:pt x="2205" y="2899"/>
                    <a:pt x="2836" y="2269"/>
                    <a:pt x="2836" y="1481"/>
                  </a:cubicBezTo>
                  <a:cubicBezTo>
                    <a:pt x="2836" y="631"/>
                    <a:pt x="2205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85"/>
            <p:cNvSpPr/>
            <p:nvPr/>
          </p:nvSpPr>
          <p:spPr>
            <a:xfrm>
              <a:off x="-16275200" y="3832375"/>
              <a:ext cx="16550" cy="16350"/>
            </a:xfrm>
            <a:custGeom>
              <a:avLst/>
              <a:gdLst/>
              <a:ahLst/>
              <a:cxnLst/>
              <a:rect l="l" t="t" r="r" b="b"/>
              <a:pathLst>
                <a:path w="662" h="654" extrusionOk="0">
                  <a:moveTo>
                    <a:pt x="319" y="0"/>
                  </a:moveTo>
                  <a:cubicBezTo>
                    <a:pt x="173" y="0"/>
                    <a:pt x="32" y="71"/>
                    <a:pt x="0" y="213"/>
                  </a:cubicBezTo>
                  <a:lnTo>
                    <a:pt x="347" y="654"/>
                  </a:lnTo>
                  <a:lnTo>
                    <a:pt x="662" y="213"/>
                  </a:lnTo>
                  <a:cubicBezTo>
                    <a:pt x="614" y="71"/>
                    <a:pt x="465" y="0"/>
                    <a:pt x="3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85"/>
            <p:cNvSpPr/>
            <p:nvPr/>
          </p:nvSpPr>
          <p:spPr>
            <a:xfrm>
              <a:off x="-16347675" y="38258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cubicBezTo>
                    <a:pt x="1" y="2205"/>
                    <a:pt x="631" y="2836"/>
                    <a:pt x="1418" y="2836"/>
                  </a:cubicBezTo>
                  <a:cubicBezTo>
                    <a:pt x="2174" y="2836"/>
                    <a:pt x="2773" y="2237"/>
                    <a:pt x="2836" y="1544"/>
                  </a:cubicBezTo>
                  <a:lnTo>
                    <a:pt x="2206" y="788"/>
                  </a:lnTo>
                  <a:cubicBezTo>
                    <a:pt x="2174" y="725"/>
                    <a:pt x="2143" y="630"/>
                    <a:pt x="2143" y="536"/>
                  </a:cubicBezTo>
                  <a:cubicBezTo>
                    <a:pt x="2143" y="347"/>
                    <a:pt x="2174" y="158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85"/>
            <p:cNvSpPr/>
            <p:nvPr/>
          </p:nvSpPr>
          <p:spPr>
            <a:xfrm>
              <a:off x="-16338225" y="3907775"/>
              <a:ext cx="35475" cy="81950"/>
            </a:xfrm>
            <a:custGeom>
              <a:avLst/>
              <a:gdLst/>
              <a:ahLst/>
              <a:cxnLst/>
              <a:rect l="l" t="t" r="r" b="b"/>
              <a:pathLst>
                <a:path w="1419" h="3278" extrusionOk="0">
                  <a:moveTo>
                    <a:pt x="1" y="1"/>
                  </a:moveTo>
                  <a:lnTo>
                    <a:pt x="1" y="1796"/>
                  </a:lnTo>
                  <a:cubicBezTo>
                    <a:pt x="1" y="2206"/>
                    <a:pt x="158" y="2553"/>
                    <a:pt x="410" y="2836"/>
                  </a:cubicBezTo>
                  <a:cubicBezTo>
                    <a:pt x="694" y="3120"/>
                    <a:pt x="1040" y="3277"/>
                    <a:pt x="1418" y="3277"/>
                  </a:cubicBezTo>
                  <a:lnTo>
                    <a:pt x="1418" y="347"/>
                  </a:lnTo>
                  <a:cubicBezTo>
                    <a:pt x="1292" y="379"/>
                    <a:pt x="1166" y="379"/>
                    <a:pt x="1103" y="379"/>
                  </a:cubicBezTo>
                  <a:cubicBezTo>
                    <a:pt x="662" y="316"/>
                    <a:pt x="253" y="190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85"/>
            <p:cNvSpPr/>
            <p:nvPr/>
          </p:nvSpPr>
          <p:spPr>
            <a:xfrm>
              <a:off x="-16231900" y="3906200"/>
              <a:ext cx="35475" cy="81150"/>
            </a:xfrm>
            <a:custGeom>
              <a:avLst/>
              <a:gdLst/>
              <a:ahLst/>
              <a:cxnLst/>
              <a:rect l="l" t="t" r="r" b="b"/>
              <a:pathLst>
                <a:path w="1419" h="3246" extrusionOk="0">
                  <a:moveTo>
                    <a:pt x="1419" y="1"/>
                  </a:moveTo>
                  <a:cubicBezTo>
                    <a:pt x="1135" y="253"/>
                    <a:pt x="725" y="379"/>
                    <a:pt x="347" y="379"/>
                  </a:cubicBezTo>
                  <a:cubicBezTo>
                    <a:pt x="221" y="379"/>
                    <a:pt x="95" y="379"/>
                    <a:pt x="1" y="316"/>
                  </a:cubicBezTo>
                  <a:lnTo>
                    <a:pt x="1" y="3246"/>
                  </a:lnTo>
                  <a:cubicBezTo>
                    <a:pt x="788" y="3246"/>
                    <a:pt x="1419" y="2584"/>
                    <a:pt x="1419" y="1796"/>
                  </a:cubicBezTo>
                  <a:lnTo>
                    <a:pt x="14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85"/>
            <p:cNvSpPr/>
            <p:nvPr/>
          </p:nvSpPr>
          <p:spPr>
            <a:xfrm>
              <a:off x="-16285450" y="3891250"/>
              <a:ext cx="35475" cy="59875"/>
            </a:xfrm>
            <a:custGeom>
              <a:avLst/>
              <a:gdLst/>
              <a:ahLst/>
              <a:cxnLst/>
              <a:rect l="l" t="t" r="r" b="b"/>
              <a:pathLst>
                <a:path w="1419" h="2395" extrusionOk="0">
                  <a:moveTo>
                    <a:pt x="725" y="0"/>
                  </a:moveTo>
                  <a:cubicBezTo>
                    <a:pt x="505" y="252"/>
                    <a:pt x="284" y="504"/>
                    <a:pt x="0" y="662"/>
                  </a:cubicBezTo>
                  <a:lnTo>
                    <a:pt x="0" y="2268"/>
                  </a:lnTo>
                  <a:cubicBezTo>
                    <a:pt x="252" y="2363"/>
                    <a:pt x="473" y="2394"/>
                    <a:pt x="725" y="2394"/>
                  </a:cubicBezTo>
                  <a:cubicBezTo>
                    <a:pt x="946" y="2394"/>
                    <a:pt x="1198" y="2363"/>
                    <a:pt x="1418" y="2268"/>
                  </a:cubicBezTo>
                  <a:lnTo>
                    <a:pt x="1418" y="662"/>
                  </a:lnTo>
                  <a:cubicBezTo>
                    <a:pt x="1135" y="504"/>
                    <a:pt x="914" y="315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85"/>
            <p:cNvSpPr/>
            <p:nvPr/>
          </p:nvSpPr>
          <p:spPr>
            <a:xfrm>
              <a:off x="-16401225" y="3683275"/>
              <a:ext cx="267800" cy="249725"/>
            </a:xfrm>
            <a:custGeom>
              <a:avLst/>
              <a:gdLst/>
              <a:ahLst/>
              <a:cxnLst/>
              <a:rect l="l" t="t" r="r" b="b"/>
              <a:pathLst>
                <a:path w="10712" h="9989" extrusionOk="0">
                  <a:moveTo>
                    <a:pt x="3214" y="2900"/>
                  </a:moveTo>
                  <a:cubicBezTo>
                    <a:pt x="3403" y="2900"/>
                    <a:pt x="3560" y="3058"/>
                    <a:pt x="3560" y="3278"/>
                  </a:cubicBezTo>
                  <a:cubicBezTo>
                    <a:pt x="3560" y="3467"/>
                    <a:pt x="3403" y="3625"/>
                    <a:pt x="3214" y="3625"/>
                  </a:cubicBezTo>
                  <a:cubicBezTo>
                    <a:pt x="3025" y="3625"/>
                    <a:pt x="2867" y="3467"/>
                    <a:pt x="2867" y="3278"/>
                  </a:cubicBezTo>
                  <a:cubicBezTo>
                    <a:pt x="2867" y="3058"/>
                    <a:pt x="3025" y="2900"/>
                    <a:pt x="3214" y="2900"/>
                  </a:cubicBezTo>
                  <a:close/>
                  <a:moveTo>
                    <a:pt x="7498" y="2900"/>
                  </a:moveTo>
                  <a:cubicBezTo>
                    <a:pt x="7719" y="2900"/>
                    <a:pt x="7876" y="3058"/>
                    <a:pt x="7876" y="3278"/>
                  </a:cubicBezTo>
                  <a:cubicBezTo>
                    <a:pt x="7876" y="3467"/>
                    <a:pt x="7719" y="3625"/>
                    <a:pt x="7498" y="3625"/>
                  </a:cubicBezTo>
                  <a:cubicBezTo>
                    <a:pt x="7309" y="3625"/>
                    <a:pt x="7152" y="3467"/>
                    <a:pt x="7152" y="3278"/>
                  </a:cubicBezTo>
                  <a:cubicBezTo>
                    <a:pt x="7152" y="3058"/>
                    <a:pt x="7309" y="2900"/>
                    <a:pt x="7498" y="2900"/>
                  </a:cubicBezTo>
                  <a:close/>
                  <a:moveTo>
                    <a:pt x="5322" y="0"/>
                  </a:moveTo>
                  <a:cubicBezTo>
                    <a:pt x="5281" y="0"/>
                    <a:pt x="5240" y="1"/>
                    <a:pt x="5199" y="2"/>
                  </a:cubicBezTo>
                  <a:cubicBezTo>
                    <a:pt x="2300" y="65"/>
                    <a:pt x="0" y="2585"/>
                    <a:pt x="0" y="5578"/>
                  </a:cubicBezTo>
                  <a:lnTo>
                    <a:pt x="0" y="8225"/>
                  </a:lnTo>
                  <a:cubicBezTo>
                    <a:pt x="0" y="9201"/>
                    <a:pt x="788" y="9989"/>
                    <a:pt x="1764" y="9989"/>
                  </a:cubicBezTo>
                  <a:lnTo>
                    <a:pt x="1764" y="8319"/>
                  </a:lnTo>
                  <a:cubicBezTo>
                    <a:pt x="1512" y="7941"/>
                    <a:pt x="1418" y="7563"/>
                    <a:pt x="1418" y="7122"/>
                  </a:cubicBezTo>
                  <a:cubicBezTo>
                    <a:pt x="1418" y="5956"/>
                    <a:pt x="2363" y="5011"/>
                    <a:pt x="3529" y="5011"/>
                  </a:cubicBezTo>
                  <a:lnTo>
                    <a:pt x="7089" y="5011"/>
                  </a:lnTo>
                  <a:cubicBezTo>
                    <a:pt x="8255" y="5011"/>
                    <a:pt x="9200" y="5956"/>
                    <a:pt x="9200" y="7122"/>
                  </a:cubicBezTo>
                  <a:cubicBezTo>
                    <a:pt x="9200" y="7563"/>
                    <a:pt x="9074" y="7941"/>
                    <a:pt x="8853" y="8319"/>
                  </a:cubicBezTo>
                  <a:lnTo>
                    <a:pt x="8853" y="9989"/>
                  </a:lnTo>
                  <a:cubicBezTo>
                    <a:pt x="9830" y="9989"/>
                    <a:pt x="10617" y="9201"/>
                    <a:pt x="10617" y="8225"/>
                  </a:cubicBezTo>
                  <a:lnTo>
                    <a:pt x="10617" y="5389"/>
                  </a:lnTo>
                  <a:cubicBezTo>
                    <a:pt x="10712" y="3940"/>
                    <a:pt x="10113" y="2554"/>
                    <a:pt x="9074" y="1546"/>
                  </a:cubicBezTo>
                  <a:cubicBezTo>
                    <a:pt x="8063" y="535"/>
                    <a:pt x="6754" y="0"/>
                    <a:pt x="53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9" name="Google Shape;8439;p85"/>
          <p:cNvGrpSpPr/>
          <p:nvPr/>
        </p:nvGrpSpPr>
        <p:grpSpPr>
          <a:xfrm>
            <a:off x="8003755" y="2797062"/>
            <a:ext cx="450470" cy="448180"/>
            <a:chOff x="-16419350" y="4058200"/>
            <a:chExt cx="304825" cy="303275"/>
          </a:xfrm>
        </p:grpSpPr>
        <p:sp>
          <p:nvSpPr>
            <p:cNvPr id="8440" name="Google Shape;8440;p85"/>
            <p:cNvSpPr/>
            <p:nvPr/>
          </p:nvSpPr>
          <p:spPr>
            <a:xfrm>
              <a:off x="-16347675" y="42023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85"/>
            <p:cNvSpPr/>
            <p:nvPr/>
          </p:nvSpPr>
          <p:spPr>
            <a:xfrm>
              <a:off x="-16400450" y="4166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85"/>
            <p:cNvSpPr/>
            <p:nvPr/>
          </p:nvSpPr>
          <p:spPr>
            <a:xfrm>
              <a:off x="-16389425" y="4058200"/>
              <a:ext cx="220575" cy="106950"/>
            </a:xfrm>
            <a:custGeom>
              <a:avLst/>
              <a:gdLst/>
              <a:ahLst/>
              <a:cxnLst/>
              <a:rect l="l" t="t" r="r" b="b"/>
              <a:pathLst>
                <a:path w="8823" h="4278" extrusionOk="0">
                  <a:moveTo>
                    <a:pt x="6621" y="0"/>
                  </a:moveTo>
                  <a:cubicBezTo>
                    <a:pt x="6312" y="0"/>
                    <a:pt x="6008" y="97"/>
                    <a:pt x="5766" y="285"/>
                  </a:cubicBezTo>
                  <a:cubicBezTo>
                    <a:pt x="5703" y="348"/>
                    <a:pt x="5609" y="411"/>
                    <a:pt x="5546" y="474"/>
                  </a:cubicBezTo>
                  <a:cubicBezTo>
                    <a:pt x="5451" y="411"/>
                    <a:pt x="5388" y="316"/>
                    <a:pt x="5294" y="285"/>
                  </a:cubicBezTo>
                  <a:cubicBezTo>
                    <a:pt x="5057" y="111"/>
                    <a:pt x="4758" y="25"/>
                    <a:pt x="4459" y="25"/>
                  </a:cubicBezTo>
                  <a:cubicBezTo>
                    <a:pt x="4159" y="25"/>
                    <a:pt x="3860" y="111"/>
                    <a:pt x="3624" y="285"/>
                  </a:cubicBezTo>
                  <a:cubicBezTo>
                    <a:pt x="3529" y="348"/>
                    <a:pt x="3466" y="411"/>
                    <a:pt x="3372" y="474"/>
                  </a:cubicBezTo>
                  <a:cubicBezTo>
                    <a:pt x="3309" y="411"/>
                    <a:pt x="3214" y="316"/>
                    <a:pt x="3151" y="285"/>
                  </a:cubicBezTo>
                  <a:cubicBezTo>
                    <a:pt x="2915" y="101"/>
                    <a:pt x="2618" y="10"/>
                    <a:pt x="2316" y="10"/>
                  </a:cubicBezTo>
                  <a:cubicBezTo>
                    <a:pt x="1894" y="10"/>
                    <a:pt x="1460" y="188"/>
                    <a:pt x="1166" y="537"/>
                  </a:cubicBezTo>
                  <a:cubicBezTo>
                    <a:pt x="1103" y="631"/>
                    <a:pt x="1072" y="757"/>
                    <a:pt x="977" y="820"/>
                  </a:cubicBezTo>
                  <a:cubicBezTo>
                    <a:pt x="1" y="1356"/>
                    <a:pt x="1" y="2931"/>
                    <a:pt x="1103" y="3435"/>
                  </a:cubicBezTo>
                  <a:cubicBezTo>
                    <a:pt x="1166" y="3624"/>
                    <a:pt x="1356" y="3876"/>
                    <a:pt x="1513" y="3971"/>
                  </a:cubicBezTo>
                  <a:cubicBezTo>
                    <a:pt x="1781" y="4144"/>
                    <a:pt x="2088" y="4231"/>
                    <a:pt x="2387" y="4231"/>
                  </a:cubicBezTo>
                  <a:cubicBezTo>
                    <a:pt x="2687" y="4231"/>
                    <a:pt x="2978" y="4144"/>
                    <a:pt x="3214" y="3971"/>
                  </a:cubicBezTo>
                  <a:cubicBezTo>
                    <a:pt x="3277" y="3939"/>
                    <a:pt x="3356" y="3923"/>
                    <a:pt x="3435" y="3923"/>
                  </a:cubicBezTo>
                  <a:cubicBezTo>
                    <a:pt x="3514" y="3923"/>
                    <a:pt x="3592" y="3939"/>
                    <a:pt x="3655" y="3971"/>
                  </a:cubicBezTo>
                  <a:cubicBezTo>
                    <a:pt x="3907" y="4175"/>
                    <a:pt x="4215" y="4278"/>
                    <a:pt x="4518" y="4278"/>
                  </a:cubicBezTo>
                  <a:cubicBezTo>
                    <a:pt x="4821" y="4278"/>
                    <a:pt x="5120" y="4175"/>
                    <a:pt x="5357" y="3971"/>
                  </a:cubicBezTo>
                  <a:cubicBezTo>
                    <a:pt x="5404" y="3939"/>
                    <a:pt x="5483" y="3923"/>
                    <a:pt x="5561" y="3923"/>
                  </a:cubicBezTo>
                  <a:cubicBezTo>
                    <a:pt x="5640" y="3923"/>
                    <a:pt x="5719" y="3939"/>
                    <a:pt x="5766" y="3971"/>
                  </a:cubicBezTo>
                  <a:cubicBezTo>
                    <a:pt x="6018" y="4166"/>
                    <a:pt x="6312" y="4256"/>
                    <a:pt x="6604" y="4256"/>
                  </a:cubicBezTo>
                  <a:cubicBezTo>
                    <a:pt x="7114" y="4256"/>
                    <a:pt x="7616" y="3979"/>
                    <a:pt x="7877" y="3498"/>
                  </a:cubicBezTo>
                  <a:cubicBezTo>
                    <a:pt x="7909" y="3435"/>
                    <a:pt x="7940" y="3404"/>
                    <a:pt x="8035" y="3341"/>
                  </a:cubicBezTo>
                  <a:cubicBezTo>
                    <a:pt x="8507" y="3120"/>
                    <a:pt x="8822" y="2616"/>
                    <a:pt x="8728" y="1986"/>
                  </a:cubicBezTo>
                  <a:cubicBezTo>
                    <a:pt x="8696" y="1576"/>
                    <a:pt x="8507" y="1198"/>
                    <a:pt x="8129" y="946"/>
                  </a:cubicBezTo>
                  <a:cubicBezTo>
                    <a:pt x="8066" y="915"/>
                    <a:pt x="8035" y="883"/>
                    <a:pt x="7940" y="820"/>
                  </a:cubicBezTo>
                  <a:cubicBezTo>
                    <a:pt x="7909" y="694"/>
                    <a:pt x="7814" y="631"/>
                    <a:pt x="7751" y="537"/>
                  </a:cubicBezTo>
                  <a:cubicBezTo>
                    <a:pt x="7462" y="175"/>
                    <a:pt x="7038" y="0"/>
                    <a:pt x="66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85"/>
            <p:cNvSpPr/>
            <p:nvPr/>
          </p:nvSpPr>
          <p:spPr>
            <a:xfrm>
              <a:off x="-16298850" y="4178725"/>
              <a:ext cx="41000" cy="47275"/>
            </a:xfrm>
            <a:custGeom>
              <a:avLst/>
              <a:gdLst/>
              <a:ahLst/>
              <a:cxnLst/>
              <a:rect l="l" t="t" r="r" b="b"/>
              <a:pathLst>
                <a:path w="1640" h="1891" extrusionOk="0">
                  <a:moveTo>
                    <a:pt x="1" y="0"/>
                  </a:moveTo>
                  <a:cubicBezTo>
                    <a:pt x="158" y="252"/>
                    <a:pt x="221" y="630"/>
                    <a:pt x="221" y="945"/>
                  </a:cubicBezTo>
                  <a:cubicBezTo>
                    <a:pt x="221" y="1292"/>
                    <a:pt x="158" y="1607"/>
                    <a:pt x="1" y="1891"/>
                  </a:cubicBezTo>
                  <a:cubicBezTo>
                    <a:pt x="473" y="1733"/>
                    <a:pt x="946" y="1670"/>
                    <a:pt x="1419" y="1670"/>
                  </a:cubicBezTo>
                  <a:cubicBezTo>
                    <a:pt x="1576" y="1450"/>
                    <a:pt x="1639" y="1197"/>
                    <a:pt x="1639" y="945"/>
                  </a:cubicBezTo>
                  <a:cubicBezTo>
                    <a:pt x="1639" y="662"/>
                    <a:pt x="1576" y="378"/>
                    <a:pt x="1419" y="158"/>
                  </a:cubicBezTo>
                  <a:cubicBezTo>
                    <a:pt x="1272" y="187"/>
                    <a:pt x="1120" y="201"/>
                    <a:pt x="967" y="201"/>
                  </a:cubicBezTo>
                  <a:cubicBezTo>
                    <a:pt x="626" y="201"/>
                    <a:pt x="284" y="131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85"/>
            <p:cNvSpPr/>
            <p:nvPr/>
          </p:nvSpPr>
          <p:spPr>
            <a:xfrm>
              <a:off x="-16246075" y="4178725"/>
              <a:ext cx="41775" cy="55150"/>
            </a:xfrm>
            <a:custGeom>
              <a:avLst/>
              <a:gdLst/>
              <a:ahLst/>
              <a:cxnLst/>
              <a:rect l="l" t="t" r="r" b="b"/>
              <a:pathLst>
                <a:path w="1671" h="2206" extrusionOk="0">
                  <a:moveTo>
                    <a:pt x="1" y="0"/>
                  </a:moveTo>
                  <a:lnTo>
                    <a:pt x="1" y="0"/>
                  </a:lnTo>
                  <a:cubicBezTo>
                    <a:pt x="158" y="252"/>
                    <a:pt x="253" y="630"/>
                    <a:pt x="253" y="945"/>
                  </a:cubicBezTo>
                  <a:cubicBezTo>
                    <a:pt x="253" y="1197"/>
                    <a:pt x="190" y="1481"/>
                    <a:pt x="95" y="1765"/>
                  </a:cubicBezTo>
                  <a:cubicBezTo>
                    <a:pt x="505" y="1828"/>
                    <a:pt x="914" y="1954"/>
                    <a:pt x="1292" y="2206"/>
                  </a:cubicBezTo>
                  <a:cubicBezTo>
                    <a:pt x="1576" y="1891"/>
                    <a:pt x="1670" y="1355"/>
                    <a:pt x="1670" y="945"/>
                  </a:cubicBezTo>
                  <a:cubicBezTo>
                    <a:pt x="1670" y="662"/>
                    <a:pt x="1576" y="378"/>
                    <a:pt x="1418" y="158"/>
                  </a:cubicBezTo>
                  <a:cubicBezTo>
                    <a:pt x="1261" y="189"/>
                    <a:pt x="1103" y="221"/>
                    <a:pt x="946" y="221"/>
                  </a:cubicBezTo>
                  <a:cubicBezTo>
                    <a:pt x="631" y="221"/>
                    <a:pt x="316" y="158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85"/>
            <p:cNvSpPr/>
            <p:nvPr/>
          </p:nvSpPr>
          <p:spPr>
            <a:xfrm>
              <a:off x="-16419350" y="4122000"/>
              <a:ext cx="304050" cy="188725"/>
            </a:xfrm>
            <a:custGeom>
              <a:avLst/>
              <a:gdLst/>
              <a:ahLst/>
              <a:cxnLst/>
              <a:rect l="l" t="t" r="r" b="b"/>
              <a:pathLst>
                <a:path w="12162" h="7549" extrusionOk="0">
                  <a:moveTo>
                    <a:pt x="10712" y="1"/>
                  </a:moveTo>
                  <a:cubicBezTo>
                    <a:pt x="10586" y="600"/>
                    <a:pt x="10271" y="1135"/>
                    <a:pt x="9736" y="1450"/>
                  </a:cubicBezTo>
                  <a:cubicBezTo>
                    <a:pt x="9578" y="1734"/>
                    <a:pt x="9326" y="1986"/>
                    <a:pt x="9074" y="2143"/>
                  </a:cubicBezTo>
                  <a:cubicBezTo>
                    <a:pt x="9263" y="2458"/>
                    <a:pt x="9326" y="2805"/>
                    <a:pt x="9326" y="3183"/>
                  </a:cubicBezTo>
                  <a:cubicBezTo>
                    <a:pt x="9326" y="4065"/>
                    <a:pt x="9011" y="4821"/>
                    <a:pt x="8507" y="5168"/>
                  </a:cubicBezTo>
                  <a:cubicBezTo>
                    <a:pt x="8444" y="5199"/>
                    <a:pt x="8373" y="5215"/>
                    <a:pt x="8306" y="5215"/>
                  </a:cubicBezTo>
                  <a:cubicBezTo>
                    <a:pt x="8239" y="5215"/>
                    <a:pt x="8176" y="5199"/>
                    <a:pt x="8129" y="5168"/>
                  </a:cubicBezTo>
                  <a:cubicBezTo>
                    <a:pt x="7515" y="4805"/>
                    <a:pt x="6814" y="4624"/>
                    <a:pt x="6124" y="4624"/>
                  </a:cubicBezTo>
                  <a:cubicBezTo>
                    <a:pt x="5435" y="4624"/>
                    <a:pt x="4758" y="4805"/>
                    <a:pt x="4191" y="5168"/>
                  </a:cubicBezTo>
                  <a:cubicBezTo>
                    <a:pt x="4134" y="5213"/>
                    <a:pt x="4077" y="5230"/>
                    <a:pt x="4022" y="5230"/>
                  </a:cubicBezTo>
                  <a:cubicBezTo>
                    <a:pt x="3924" y="5230"/>
                    <a:pt x="3830" y="5177"/>
                    <a:pt x="3750" y="5136"/>
                  </a:cubicBezTo>
                  <a:cubicBezTo>
                    <a:pt x="3163" y="4757"/>
                    <a:pt x="2501" y="4557"/>
                    <a:pt x="1831" y="4557"/>
                  </a:cubicBezTo>
                  <a:cubicBezTo>
                    <a:pt x="1277" y="4557"/>
                    <a:pt x="717" y="4694"/>
                    <a:pt x="190" y="4979"/>
                  </a:cubicBezTo>
                  <a:cubicBezTo>
                    <a:pt x="95" y="5042"/>
                    <a:pt x="1" y="5168"/>
                    <a:pt x="1" y="5294"/>
                  </a:cubicBezTo>
                  <a:lnTo>
                    <a:pt x="1" y="7436"/>
                  </a:lnTo>
                  <a:cubicBezTo>
                    <a:pt x="316" y="7405"/>
                    <a:pt x="725" y="7247"/>
                    <a:pt x="977" y="7027"/>
                  </a:cubicBezTo>
                  <a:cubicBezTo>
                    <a:pt x="1240" y="6826"/>
                    <a:pt x="1533" y="6723"/>
                    <a:pt x="1823" y="6723"/>
                  </a:cubicBezTo>
                  <a:cubicBezTo>
                    <a:pt x="2124" y="6723"/>
                    <a:pt x="2422" y="6833"/>
                    <a:pt x="2679" y="7058"/>
                  </a:cubicBezTo>
                  <a:cubicBezTo>
                    <a:pt x="3072" y="7373"/>
                    <a:pt x="3529" y="7531"/>
                    <a:pt x="3986" y="7531"/>
                  </a:cubicBezTo>
                  <a:cubicBezTo>
                    <a:pt x="4443" y="7531"/>
                    <a:pt x="4900" y="7373"/>
                    <a:pt x="5293" y="7058"/>
                  </a:cubicBezTo>
                  <a:cubicBezTo>
                    <a:pt x="5545" y="6869"/>
                    <a:pt x="5837" y="6775"/>
                    <a:pt x="6128" y="6775"/>
                  </a:cubicBezTo>
                  <a:cubicBezTo>
                    <a:pt x="6420" y="6775"/>
                    <a:pt x="6711" y="6869"/>
                    <a:pt x="6963" y="7058"/>
                  </a:cubicBezTo>
                  <a:cubicBezTo>
                    <a:pt x="7474" y="7358"/>
                    <a:pt x="7985" y="7549"/>
                    <a:pt x="8524" y="7549"/>
                  </a:cubicBezTo>
                  <a:cubicBezTo>
                    <a:pt x="8948" y="7549"/>
                    <a:pt x="9390" y="7430"/>
                    <a:pt x="9862" y="7153"/>
                  </a:cubicBezTo>
                  <a:cubicBezTo>
                    <a:pt x="11153" y="6428"/>
                    <a:pt x="12162" y="4821"/>
                    <a:pt x="12162" y="3151"/>
                  </a:cubicBezTo>
                  <a:cubicBezTo>
                    <a:pt x="12162" y="1923"/>
                    <a:pt x="11626" y="789"/>
                    <a:pt x="107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85"/>
            <p:cNvSpPr/>
            <p:nvPr/>
          </p:nvSpPr>
          <p:spPr>
            <a:xfrm>
              <a:off x="-16419350" y="4263775"/>
              <a:ext cx="304825" cy="97700"/>
            </a:xfrm>
            <a:custGeom>
              <a:avLst/>
              <a:gdLst/>
              <a:ahLst/>
              <a:cxnLst/>
              <a:rect l="l" t="t" r="r" b="b"/>
              <a:pathLst>
                <a:path w="12193" h="3908" extrusionOk="0">
                  <a:moveTo>
                    <a:pt x="12193" y="1"/>
                  </a:moveTo>
                  <a:cubicBezTo>
                    <a:pt x="11689" y="914"/>
                    <a:pt x="10996" y="1639"/>
                    <a:pt x="10208" y="2112"/>
                  </a:cubicBezTo>
                  <a:cubicBezTo>
                    <a:pt x="9626" y="2424"/>
                    <a:pt x="9064" y="2570"/>
                    <a:pt x="8515" y="2570"/>
                  </a:cubicBezTo>
                  <a:cubicBezTo>
                    <a:pt x="7845" y="2570"/>
                    <a:pt x="7194" y="2352"/>
                    <a:pt x="6554" y="1954"/>
                  </a:cubicBezTo>
                  <a:cubicBezTo>
                    <a:pt x="6402" y="1819"/>
                    <a:pt x="6241" y="1756"/>
                    <a:pt x="6085" y="1756"/>
                  </a:cubicBezTo>
                  <a:cubicBezTo>
                    <a:pt x="5951" y="1756"/>
                    <a:pt x="5820" y="1803"/>
                    <a:pt x="5703" y="1891"/>
                  </a:cubicBezTo>
                  <a:cubicBezTo>
                    <a:pt x="5199" y="2316"/>
                    <a:pt x="4592" y="2529"/>
                    <a:pt x="3986" y="2529"/>
                  </a:cubicBezTo>
                  <a:cubicBezTo>
                    <a:pt x="3380" y="2529"/>
                    <a:pt x="2773" y="2316"/>
                    <a:pt x="2269" y="1891"/>
                  </a:cubicBezTo>
                  <a:cubicBezTo>
                    <a:pt x="2143" y="1797"/>
                    <a:pt x="2001" y="1749"/>
                    <a:pt x="1863" y="1749"/>
                  </a:cubicBezTo>
                  <a:cubicBezTo>
                    <a:pt x="1725" y="1749"/>
                    <a:pt x="1592" y="1797"/>
                    <a:pt x="1481" y="1891"/>
                  </a:cubicBezTo>
                  <a:cubicBezTo>
                    <a:pt x="1040" y="2269"/>
                    <a:pt x="505" y="2427"/>
                    <a:pt x="1" y="2490"/>
                  </a:cubicBezTo>
                  <a:lnTo>
                    <a:pt x="1" y="3561"/>
                  </a:lnTo>
                  <a:cubicBezTo>
                    <a:pt x="1" y="3750"/>
                    <a:pt x="158" y="3907"/>
                    <a:pt x="379" y="3907"/>
                  </a:cubicBezTo>
                  <a:lnTo>
                    <a:pt x="11815" y="3907"/>
                  </a:lnTo>
                  <a:cubicBezTo>
                    <a:pt x="12004" y="3907"/>
                    <a:pt x="12193" y="3750"/>
                    <a:pt x="12193" y="3561"/>
                  </a:cubicBezTo>
                  <a:lnTo>
                    <a:pt x="121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7" name="Google Shape;8447;p85"/>
          <p:cNvGrpSpPr/>
          <p:nvPr/>
        </p:nvGrpSpPr>
        <p:grpSpPr>
          <a:xfrm>
            <a:off x="4030643" y="3343080"/>
            <a:ext cx="450507" cy="447589"/>
            <a:chOff x="-15296200" y="3326900"/>
            <a:chExt cx="304850" cy="302875"/>
          </a:xfrm>
        </p:grpSpPr>
        <p:sp>
          <p:nvSpPr>
            <p:cNvPr id="8448" name="Google Shape;8448;p85"/>
            <p:cNvSpPr/>
            <p:nvPr/>
          </p:nvSpPr>
          <p:spPr>
            <a:xfrm>
              <a:off x="-15182775" y="3326900"/>
              <a:ext cx="77200" cy="157175"/>
            </a:xfrm>
            <a:custGeom>
              <a:avLst/>
              <a:gdLst/>
              <a:ahLst/>
              <a:cxnLst/>
              <a:rect l="l" t="t" r="r" b="b"/>
              <a:pathLst>
                <a:path w="3088" h="6287" extrusionOk="0">
                  <a:moveTo>
                    <a:pt x="1556" y="1"/>
                  </a:moveTo>
                  <a:cubicBezTo>
                    <a:pt x="1434" y="1"/>
                    <a:pt x="1308" y="48"/>
                    <a:pt x="1229" y="143"/>
                  </a:cubicBezTo>
                  <a:cubicBezTo>
                    <a:pt x="1198" y="237"/>
                    <a:pt x="410" y="1560"/>
                    <a:pt x="0" y="3451"/>
                  </a:cubicBezTo>
                  <a:cubicBezTo>
                    <a:pt x="630" y="4333"/>
                    <a:pt x="1166" y="5278"/>
                    <a:pt x="1544" y="6286"/>
                  </a:cubicBezTo>
                  <a:cubicBezTo>
                    <a:pt x="1954" y="5309"/>
                    <a:pt x="2458" y="4364"/>
                    <a:pt x="3088" y="3451"/>
                  </a:cubicBezTo>
                  <a:cubicBezTo>
                    <a:pt x="2678" y="1529"/>
                    <a:pt x="1891" y="237"/>
                    <a:pt x="1859" y="143"/>
                  </a:cubicBezTo>
                  <a:cubicBezTo>
                    <a:pt x="1796" y="48"/>
                    <a:pt x="1678" y="1"/>
                    <a:pt x="15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85"/>
            <p:cNvSpPr/>
            <p:nvPr/>
          </p:nvSpPr>
          <p:spPr>
            <a:xfrm>
              <a:off x="-15260825" y="3363175"/>
              <a:ext cx="108800" cy="199650"/>
            </a:xfrm>
            <a:custGeom>
              <a:avLst/>
              <a:gdLst/>
              <a:ahLst/>
              <a:cxnLst/>
              <a:rect l="l" t="t" r="r" b="b"/>
              <a:pathLst>
                <a:path w="4352" h="7986" extrusionOk="0">
                  <a:moveTo>
                    <a:pt x="432" y="1"/>
                  </a:moveTo>
                  <a:cubicBezTo>
                    <a:pt x="212" y="1"/>
                    <a:pt x="0" y="182"/>
                    <a:pt x="66" y="424"/>
                  </a:cubicBezTo>
                  <a:lnTo>
                    <a:pt x="949" y="3638"/>
                  </a:lnTo>
                  <a:cubicBezTo>
                    <a:pt x="1075" y="4047"/>
                    <a:pt x="1201" y="4520"/>
                    <a:pt x="1264" y="4961"/>
                  </a:cubicBezTo>
                  <a:cubicBezTo>
                    <a:pt x="1642" y="5497"/>
                    <a:pt x="2051" y="6001"/>
                    <a:pt x="2587" y="6410"/>
                  </a:cubicBezTo>
                  <a:cubicBezTo>
                    <a:pt x="3406" y="7072"/>
                    <a:pt x="3721" y="7292"/>
                    <a:pt x="4351" y="7986"/>
                  </a:cubicBezTo>
                  <a:lnTo>
                    <a:pt x="4351" y="6064"/>
                  </a:lnTo>
                  <a:cubicBezTo>
                    <a:pt x="4351" y="6001"/>
                    <a:pt x="4351" y="5938"/>
                    <a:pt x="4320" y="5906"/>
                  </a:cubicBezTo>
                  <a:cubicBezTo>
                    <a:pt x="3721" y="4205"/>
                    <a:pt x="2839" y="2693"/>
                    <a:pt x="1705" y="1338"/>
                  </a:cubicBezTo>
                  <a:lnTo>
                    <a:pt x="697" y="109"/>
                  </a:lnTo>
                  <a:cubicBezTo>
                    <a:pt x="621" y="34"/>
                    <a:pt x="526" y="1"/>
                    <a:pt x="4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85"/>
            <p:cNvSpPr/>
            <p:nvPr/>
          </p:nvSpPr>
          <p:spPr>
            <a:xfrm>
              <a:off x="-15135525" y="3362475"/>
              <a:ext cx="109325" cy="200350"/>
            </a:xfrm>
            <a:custGeom>
              <a:avLst/>
              <a:gdLst/>
              <a:ahLst/>
              <a:cxnLst/>
              <a:rect l="l" t="t" r="r" b="b"/>
              <a:pathLst>
                <a:path w="4373" h="8014" extrusionOk="0">
                  <a:moveTo>
                    <a:pt x="3945" y="1"/>
                  </a:moveTo>
                  <a:cubicBezTo>
                    <a:pt x="3846" y="1"/>
                    <a:pt x="3742" y="41"/>
                    <a:pt x="3655" y="137"/>
                  </a:cubicBezTo>
                  <a:lnTo>
                    <a:pt x="2647" y="1366"/>
                  </a:lnTo>
                  <a:cubicBezTo>
                    <a:pt x="1513" y="2721"/>
                    <a:pt x="599" y="4296"/>
                    <a:pt x="32" y="5934"/>
                  </a:cubicBezTo>
                  <a:cubicBezTo>
                    <a:pt x="32" y="5966"/>
                    <a:pt x="1" y="6060"/>
                    <a:pt x="1" y="6092"/>
                  </a:cubicBezTo>
                  <a:lnTo>
                    <a:pt x="1" y="8014"/>
                  </a:lnTo>
                  <a:cubicBezTo>
                    <a:pt x="631" y="7320"/>
                    <a:pt x="914" y="7163"/>
                    <a:pt x="1765" y="6438"/>
                  </a:cubicBezTo>
                  <a:cubicBezTo>
                    <a:pt x="2301" y="6060"/>
                    <a:pt x="2710" y="5525"/>
                    <a:pt x="3088" y="4989"/>
                  </a:cubicBezTo>
                  <a:cubicBezTo>
                    <a:pt x="3151" y="4517"/>
                    <a:pt x="3246" y="4075"/>
                    <a:pt x="3403" y="3666"/>
                  </a:cubicBezTo>
                  <a:lnTo>
                    <a:pt x="4285" y="452"/>
                  </a:lnTo>
                  <a:cubicBezTo>
                    <a:pt x="4373" y="211"/>
                    <a:pt x="4171" y="1"/>
                    <a:pt x="39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85"/>
            <p:cNvSpPr/>
            <p:nvPr/>
          </p:nvSpPr>
          <p:spPr>
            <a:xfrm>
              <a:off x="-15296200" y="3416600"/>
              <a:ext cx="143375" cy="213175"/>
            </a:xfrm>
            <a:custGeom>
              <a:avLst/>
              <a:gdLst/>
              <a:ahLst/>
              <a:cxnLst/>
              <a:rect l="l" t="t" r="r" b="b"/>
              <a:pathLst>
                <a:path w="5735" h="8527" extrusionOk="0">
                  <a:moveTo>
                    <a:pt x="346" y="0"/>
                  </a:moveTo>
                  <a:cubicBezTo>
                    <a:pt x="170" y="0"/>
                    <a:pt x="1" y="123"/>
                    <a:pt x="1" y="335"/>
                  </a:cubicBezTo>
                  <a:lnTo>
                    <a:pt x="1" y="3171"/>
                  </a:lnTo>
                  <a:cubicBezTo>
                    <a:pt x="1" y="6132"/>
                    <a:pt x="2458" y="8526"/>
                    <a:pt x="5357" y="8526"/>
                  </a:cubicBezTo>
                  <a:lnTo>
                    <a:pt x="5735" y="8526"/>
                  </a:lnTo>
                  <a:lnTo>
                    <a:pt x="5735" y="7581"/>
                  </a:lnTo>
                  <a:cubicBezTo>
                    <a:pt x="5735" y="7172"/>
                    <a:pt x="5577" y="6731"/>
                    <a:pt x="5262" y="6384"/>
                  </a:cubicBezTo>
                  <a:cubicBezTo>
                    <a:pt x="4695" y="5723"/>
                    <a:pt x="4254" y="5471"/>
                    <a:pt x="3529" y="4840"/>
                  </a:cubicBezTo>
                  <a:cubicBezTo>
                    <a:pt x="2584" y="4084"/>
                    <a:pt x="1828" y="3108"/>
                    <a:pt x="1387" y="2005"/>
                  </a:cubicBezTo>
                  <a:lnTo>
                    <a:pt x="694" y="241"/>
                  </a:lnTo>
                  <a:cubicBezTo>
                    <a:pt x="625" y="75"/>
                    <a:pt x="483" y="0"/>
                    <a:pt x="3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85"/>
            <p:cNvSpPr/>
            <p:nvPr/>
          </p:nvSpPr>
          <p:spPr>
            <a:xfrm>
              <a:off x="-15134725" y="3416100"/>
              <a:ext cx="143375" cy="213675"/>
            </a:xfrm>
            <a:custGeom>
              <a:avLst/>
              <a:gdLst/>
              <a:ahLst/>
              <a:cxnLst/>
              <a:rect l="l" t="t" r="r" b="b"/>
              <a:pathLst>
                <a:path w="5735" h="8547" extrusionOk="0">
                  <a:moveTo>
                    <a:pt x="5357" y="1"/>
                  </a:moveTo>
                  <a:cubicBezTo>
                    <a:pt x="5224" y="1"/>
                    <a:pt x="5094" y="71"/>
                    <a:pt x="5041" y="229"/>
                  </a:cubicBezTo>
                  <a:lnTo>
                    <a:pt x="4348" y="2025"/>
                  </a:lnTo>
                  <a:cubicBezTo>
                    <a:pt x="3907" y="3128"/>
                    <a:pt x="3151" y="4104"/>
                    <a:pt x="2206" y="4860"/>
                  </a:cubicBezTo>
                  <a:cubicBezTo>
                    <a:pt x="1481" y="5427"/>
                    <a:pt x="1040" y="5743"/>
                    <a:pt x="473" y="6341"/>
                  </a:cubicBezTo>
                  <a:cubicBezTo>
                    <a:pt x="158" y="6688"/>
                    <a:pt x="0" y="7129"/>
                    <a:pt x="0" y="7601"/>
                  </a:cubicBezTo>
                  <a:lnTo>
                    <a:pt x="0" y="8546"/>
                  </a:lnTo>
                  <a:lnTo>
                    <a:pt x="378" y="8546"/>
                  </a:lnTo>
                  <a:cubicBezTo>
                    <a:pt x="3308" y="8546"/>
                    <a:pt x="5734" y="6152"/>
                    <a:pt x="5734" y="3191"/>
                  </a:cubicBezTo>
                  <a:lnTo>
                    <a:pt x="5734" y="355"/>
                  </a:lnTo>
                  <a:cubicBezTo>
                    <a:pt x="5734" y="136"/>
                    <a:pt x="5543" y="1"/>
                    <a:pt x="53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3" name="Google Shape;8453;p85"/>
          <p:cNvGrpSpPr/>
          <p:nvPr/>
        </p:nvGrpSpPr>
        <p:grpSpPr>
          <a:xfrm>
            <a:off x="2946296" y="1706881"/>
            <a:ext cx="486566" cy="414708"/>
            <a:chOff x="-19835275" y="3330250"/>
            <a:chExt cx="329250" cy="280625"/>
          </a:xfrm>
        </p:grpSpPr>
        <p:sp>
          <p:nvSpPr>
            <p:cNvPr id="8454" name="Google Shape;8454;p85"/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85"/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85"/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7" name="Google Shape;8457;p85"/>
          <p:cNvGrpSpPr/>
          <p:nvPr/>
        </p:nvGrpSpPr>
        <p:grpSpPr>
          <a:xfrm>
            <a:off x="2964325" y="2243470"/>
            <a:ext cx="450507" cy="449547"/>
            <a:chOff x="-19822675" y="3692750"/>
            <a:chExt cx="304850" cy="304200"/>
          </a:xfrm>
        </p:grpSpPr>
        <p:sp>
          <p:nvSpPr>
            <p:cNvPr id="8458" name="Google Shape;8458;p85"/>
            <p:cNvSpPr/>
            <p:nvPr/>
          </p:nvSpPr>
          <p:spPr>
            <a:xfrm>
              <a:off x="-19715550" y="3692750"/>
              <a:ext cx="90600" cy="60675"/>
            </a:xfrm>
            <a:custGeom>
              <a:avLst/>
              <a:gdLst/>
              <a:ahLst/>
              <a:cxnLst/>
              <a:rect l="l" t="t" r="r" b="b"/>
              <a:pathLst>
                <a:path w="3624" h="2427" extrusionOk="0">
                  <a:moveTo>
                    <a:pt x="441" y="1"/>
                  </a:moveTo>
                  <a:cubicBezTo>
                    <a:pt x="252" y="1"/>
                    <a:pt x="95" y="158"/>
                    <a:pt x="95" y="379"/>
                  </a:cubicBezTo>
                  <a:cubicBezTo>
                    <a:pt x="0" y="946"/>
                    <a:pt x="315" y="1482"/>
                    <a:pt x="756" y="1828"/>
                  </a:cubicBezTo>
                  <a:cubicBezTo>
                    <a:pt x="567" y="1986"/>
                    <a:pt x="347" y="2175"/>
                    <a:pt x="252" y="2427"/>
                  </a:cubicBezTo>
                  <a:cubicBezTo>
                    <a:pt x="756" y="2269"/>
                    <a:pt x="1261" y="2175"/>
                    <a:pt x="1828" y="2175"/>
                  </a:cubicBezTo>
                  <a:cubicBezTo>
                    <a:pt x="2363" y="2175"/>
                    <a:pt x="2867" y="2238"/>
                    <a:pt x="3403" y="2427"/>
                  </a:cubicBezTo>
                  <a:cubicBezTo>
                    <a:pt x="3277" y="2175"/>
                    <a:pt x="3088" y="1986"/>
                    <a:pt x="2867" y="1828"/>
                  </a:cubicBezTo>
                  <a:cubicBezTo>
                    <a:pt x="3308" y="1513"/>
                    <a:pt x="3623" y="946"/>
                    <a:pt x="3623" y="379"/>
                  </a:cubicBezTo>
                  <a:cubicBezTo>
                    <a:pt x="3623" y="158"/>
                    <a:pt x="3466" y="1"/>
                    <a:pt x="3277" y="1"/>
                  </a:cubicBezTo>
                  <a:cubicBezTo>
                    <a:pt x="3088" y="1"/>
                    <a:pt x="2930" y="158"/>
                    <a:pt x="2930" y="379"/>
                  </a:cubicBezTo>
                  <a:cubicBezTo>
                    <a:pt x="2930" y="946"/>
                    <a:pt x="2458" y="1482"/>
                    <a:pt x="1859" y="1482"/>
                  </a:cubicBezTo>
                  <a:cubicBezTo>
                    <a:pt x="1261" y="1482"/>
                    <a:pt x="788" y="946"/>
                    <a:pt x="788" y="379"/>
                  </a:cubicBezTo>
                  <a:cubicBezTo>
                    <a:pt x="788" y="158"/>
                    <a:pt x="630" y="1"/>
                    <a:pt x="4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85"/>
            <p:cNvSpPr/>
            <p:nvPr/>
          </p:nvSpPr>
          <p:spPr>
            <a:xfrm>
              <a:off x="-19660425" y="3766200"/>
              <a:ext cx="142600" cy="230750"/>
            </a:xfrm>
            <a:custGeom>
              <a:avLst/>
              <a:gdLst/>
              <a:ahLst/>
              <a:cxnLst/>
              <a:rect l="l" t="t" r="r" b="b"/>
              <a:pathLst>
                <a:path w="5704" h="9230" extrusionOk="0">
                  <a:moveTo>
                    <a:pt x="1733" y="3521"/>
                  </a:moveTo>
                  <a:cubicBezTo>
                    <a:pt x="1922" y="3521"/>
                    <a:pt x="2080" y="3679"/>
                    <a:pt x="2080" y="3899"/>
                  </a:cubicBezTo>
                  <a:cubicBezTo>
                    <a:pt x="2080" y="4088"/>
                    <a:pt x="1922" y="4246"/>
                    <a:pt x="1733" y="4246"/>
                  </a:cubicBezTo>
                  <a:cubicBezTo>
                    <a:pt x="1544" y="4246"/>
                    <a:pt x="1387" y="4088"/>
                    <a:pt x="1387" y="3899"/>
                  </a:cubicBezTo>
                  <a:cubicBezTo>
                    <a:pt x="1387" y="3679"/>
                    <a:pt x="1544" y="3521"/>
                    <a:pt x="1733" y="3521"/>
                  </a:cubicBezTo>
                  <a:close/>
                  <a:moveTo>
                    <a:pt x="2080" y="4939"/>
                  </a:moveTo>
                  <a:cubicBezTo>
                    <a:pt x="2490" y="4939"/>
                    <a:pt x="2805" y="5254"/>
                    <a:pt x="2805" y="5664"/>
                  </a:cubicBezTo>
                  <a:cubicBezTo>
                    <a:pt x="2805" y="6042"/>
                    <a:pt x="2490" y="6357"/>
                    <a:pt x="2080" y="6357"/>
                  </a:cubicBezTo>
                  <a:cubicBezTo>
                    <a:pt x="1702" y="6357"/>
                    <a:pt x="1387" y="6042"/>
                    <a:pt x="1387" y="5664"/>
                  </a:cubicBezTo>
                  <a:cubicBezTo>
                    <a:pt x="1387" y="5254"/>
                    <a:pt x="1702" y="4939"/>
                    <a:pt x="2080" y="4939"/>
                  </a:cubicBezTo>
                  <a:close/>
                  <a:moveTo>
                    <a:pt x="5346" y="0"/>
                  </a:moveTo>
                  <a:cubicBezTo>
                    <a:pt x="5207" y="0"/>
                    <a:pt x="5057" y="65"/>
                    <a:pt x="5010" y="182"/>
                  </a:cubicBezTo>
                  <a:lnTo>
                    <a:pt x="4348" y="1474"/>
                  </a:lnTo>
                  <a:lnTo>
                    <a:pt x="3309" y="1883"/>
                  </a:lnTo>
                  <a:cubicBezTo>
                    <a:pt x="3088" y="1568"/>
                    <a:pt x="2805" y="1253"/>
                    <a:pt x="2490" y="1001"/>
                  </a:cubicBezTo>
                  <a:cubicBezTo>
                    <a:pt x="2017" y="1946"/>
                    <a:pt x="1103" y="2671"/>
                    <a:pt x="1" y="2797"/>
                  </a:cubicBezTo>
                  <a:lnTo>
                    <a:pt x="1387" y="8877"/>
                  </a:lnTo>
                  <a:cubicBezTo>
                    <a:pt x="2175" y="8562"/>
                    <a:pt x="2805" y="8027"/>
                    <a:pt x="3309" y="7365"/>
                  </a:cubicBezTo>
                  <a:lnTo>
                    <a:pt x="4348" y="7743"/>
                  </a:lnTo>
                  <a:lnTo>
                    <a:pt x="5010" y="9035"/>
                  </a:lnTo>
                  <a:cubicBezTo>
                    <a:pt x="5078" y="9149"/>
                    <a:pt x="5213" y="9230"/>
                    <a:pt x="5342" y="9230"/>
                  </a:cubicBezTo>
                  <a:cubicBezTo>
                    <a:pt x="5391" y="9230"/>
                    <a:pt x="5439" y="9218"/>
                    <a:pt x="5483" y="9192"/>
                  </a:cubicBezTo>
                  <a:cubicBezTo>
                    <a:pt x="5640" y="9129"/>
                    <a:pt x="5703" y="8877"/>
                    <a:pt x="5640" y="8720"/>
                  </a:cubicBezTo>
                  <a:lnTo>
                    <a:pt x="4915" y="7270"/>
                  </a:lnTo>
                  <a:cubicBezTo>
                    <a:pt x="4884" y="7207"/>
                    <a:pt x="4821" y="7113"/>
                    <a:pt x="4726" y="7113"/>
                  </a:cubicBezTo>
                  <a:lnTo>
                    <a:pt x="3718" y="6735"/>
                  </a:lnTo>
                  <a:cubicBezTo>
                    <a:pt x="4002" y="6168"/>
                    <a:pt x="4128" y="5569"/>
                    <a:pt x="4222" y="4939"/>
                  </a:cubicBezTo>
                  <a:lnTo>
                    <a:pt x="5325" y="4939"/>
                  </a:lnTo>
                  <a:cubicBezTo>
                    <a:pt x="5514" y="4939"/>
                    <a:pt x="5672" y="4782"/>
                    <a:pt x="5672" y="4592"/>
                  </a:cubicBezTo>
                  <a:cubicBezTo>
                    <a:pt x="5672" y="4403"/>
                    <a:pt x="5514" y="4246"/>
                    <a:pt x="5325" y="4246"/>
                  </a:cubicBezTo>
                  <a:lnTo>
                    <a:pt x="4222" y="4246"/>
                  </a:lnTo>
                  <a:cubicBezTo>
                    <a:pt x="4191" y="3616"/>
                    <a:pt x="4002" y="2986"/>
                    <a:pt x="3718" y="2482"/>
                  </a:cubicBezTo>
                  <a:lnTo>
                    <a:pt x="4726" y="2072"/>
                  </a:lnTo>
                  <a:cubicBezTo>
                    <a:pt x="4821" y="2041"/>
                    <a:pt x="4884" y="2009"/>
                    <a:pt x="4915" y="1915"/>
                  </a:cubicBezTo>
                  <a:lnTo>
                    <a:pt x="5640" y="497"/>
                  </a:lnTo>
                  <a:cubicBezTo>
                    <a:pt x="5703" y="339"/>
                    <a:pt x="5640" y="119"/>
                    <a:pt x="5483" y="24"/>
                  </a:cubicBezTo>
                  <a:cubicBezTo>
                    <a:pt x="5442" y="8"/>
                    <a:pt x="5395" y="0"/>
                    <a:pt x="53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85"/>
            <p:cNvSpPr/>
            <p:nvPr/>
          </p:nvSpPr>
          <p:spPr>
            <a:xfrm>
              <a:off x="-19728150" y="3763650"/>
              <a:ext cx="114225" cy="54375"/>
            </a:xfrm>
            <a:custGeom>
              <a:avLst/>
              <a:gdLst/>
              <a:ahLst/>
              <a:cxnLst/>
              <a:rect l="l" t="t" r="r" b="b"/>
              <a:pathLst>
                <a:path w="4569" h="2175" extrusionOk="0">
                  <a:moveTo>
                    <a:pt x="2269" y="0"/>
                  </a:moveTo>
                  <a:cubicBezTo>
                    <a:pt x="1449" y="0"/>
                    <a:pt x="662" y="252"/>
                    <a:pt x="0" y="630"/>
                  </a:cubicBezTo>
                  <a:cubicBezTo>
                    <a:pt x="126" y="914"/>
                    <a:pt x="315" y="1197"/>
                    <a:pt x="504" y="1418"/>
                  </a:cubicBezTo>
                  <a:cubicBezTo>
                    <a:pt x="977" y="1891"/>
                    <a:pt x="1607" y="2174"/>
                    <a:pt x="2269" y="2174"/>
                  </a:cubicBezTo>
                  <a:cubicBezTo>
                    <a:pt x="3308" y="2174"/>
                    <a:pt x="4222" y="1544"/>
                    <a:pt x="4568" y="630"/>
                  </a:cubicBezTo>
                  <a:cubicBezTo>
                    <a:pt x="3907" y="252"/>
                    <a:pt x="3119" y="0"/>
                    <a:pt x="22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85"/>
            <p:cNvSpPr/>
            <p:nvPr/>
          </p:nvSpPr>
          <p:spPr>
            <a:xfrm>
              <a:off x="-19695075" y="3868400"/>
              <a:ext cx="48075" cy="110300"/>
            </a:xfrm>
            <a:custGeom>
              <a:avLst/>
              <a:gdLst/>
              <a:ahLst/>
              <a:cxnLst/>
              <a:rect l="l" t="t" r="r" b="b"/>
              <a:pathLst>
                <a:path w="1923" h="4412" extrusionOk="0">
                  <a:moveTo>
                    <a:pt x="977" y="0"/>
                  </a:moveTo>
                  <a:lnTo>
                    <a:pt x="0" y="4285"/>
                  </a:lnTo>
                  <a:cubicBezTo>
                    <a:pt x="316" y="4380"/>
                    <a:pt x="631" y="4411"/>
                    <a:pt x="977" y="4411"/>
                  </a:cubicBezTo>
                  <a:cubicBezTo>
                    <a:pt x="1261" y="4411"/>
                    <a:pt x="1576" y="4380"/>
                    <a:pt x="1922" y="4285"/>
                  </a:cubicBezTo>
                  <a:lnTo>
                    <a:pt x="9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85"/>
            <p:cNvSpPr/>
            <p:nvPr/>
          </p:nvSpPr>
          <p:spPr>
            <a:xfrm>
              <a:off x="-19822675" y="3764250"/>
              <a:ext cx="142575" cy="229550"/>
            </a:xfrm>
            <a:custGeom>
              <a:avLst/>
              <a:gdLst/>
              <a:ahLst/>
              <a:cxnLst/>
              <a:rect l="l" t="t" r="r" b="b"/>
              <a:pathLst>
                <a:path w="5703" h="9182" extrusionOk="0">
                  <a:moveTo>
                    <a:pt x="3939" y="3599"/>
                  </a:moveTo>
                  <a:cubicBezTo>
                    <a:pt x="4128" y="3599"/>
                    <a:pt x="4285" y="3757"/>
                    <a:pt x="4285" y="3977"/>
                  </a:cubicBezTo>
                  <a:cubicBezTo>
                    <a:pt x="4285" y="4166"/>
                    <a:pt x="4128" y="4324"/>
                    <a:pt x="3939" y="4324"/>
                  </a:cubicBezTo>
                  <a:cubicBezTo>
                    <a:pt x="3750" y="4324"/>
                    <a:pt x="3592" y="4166"/>
                    <a:pt x="3592" y="3977"/>
                  </a:cubicBezTo>
                  <a:cubicBezTo>
                    <a:pt x="3592" y="3757"/>
                    <a:pt x="3750" y="3599"/>
                    <a:pt x="3939" y="3599"/>
                  </a:cubicBezTo>
                  <a:close/>
                  <a:moveTo>
                    <a:pt x="3592" y="5017"/>
                  </a:moveTo>
                  <a:cubicBezTo>
                    <a:pt x="3970" y="5017"/>
                    <a:pt x="4285" y="5332"/>
                    <a:pt x="4285" y="5742"/>
                  </a:cubicBezTo>
                  <a:cubicBezTo>
                    <a:pt x="4285" y="6120"/>
                    <a:pt x="3970" y="6435"/>
                    <a:pt x="3592" y="6435"/>
                  </a:cubicBezTo>
                  <a:cubicBezTo>
                    <a:pt x="3183" y="6435"/>
                    <a:pt x="2868" y="6120"/>
                    <a:pt x="2868" y="5742"/>
                  </a:cubicBezTo>
                  <a:cubicBezTo>
                    <a:pt x="2868" y="5332"/>
                    <a:pt x="3183" y="5017"/>
                    <a:pt x="3592" y="5017"/>
                  </a:cubicBezTo>
                  <a:close/>
                  <a:moveTo>
                    <a:pt x="371" y="1"/>
                  </a:moveTo>
                  <a:cubicBezTo>
                    <a:pt x="318" y="1"/>
                    <a:pt x="266" y="12"/>
                    <a:pt x="221" y="39"/>
                  </a:cubicBezTo>
                  <a:cubicBezTo>
                    <a:pt x="64" y="102"/>
                    <a:pt x="1" y="354"/>
                    <a:pt x="64" y="480"/>
                  </a:cubicBezTo>
                  <a:lnTo>
                    <a:pt x="788" y="1930"/>
                  </a:lnTo>
                  <a:cubicBezTo>
                    <a:pt x="820" y="1993"/>
                    <a:pt x="914" y="2056"/>
                    <a:pt x="977" y="2056"/>
                  </a:cubicBezTo>
                  <a:lnTo>
                    <a:pt x="2017" y="2465"/>
                  </a:lnTo>
                  <a:cubicBezTo>
                    <a:pt x="1733" y="3001"/>
                    <a:pt x="1576" y="3599"/>
                    <a:pt x="1481" y="4229"/>
                  </a:cubicBezTo>
                  <a:lnTo>
                    <a:pt x="379" y="4229"/>
                  </a:lnTo>
                  <a:cubicBezTo>
                    <a:pt x="190" y="4229"/>
                    <a:pt x="32" y="4387"/>
                    <a:pt x="32" y="4576"/>
                  </a:cubicBezTo>
                  <a:cubicBezTo>
                    <a:pt x="32" y="4797"/>
                    <a:pt x="190" y="4954"/>
                    <a:pt x="379" y="4954"/>
                  </a:cubicBezTo>
                  <a:lnTo>
                    <a:pt x="1481" y="4954"/>
                  </a:lnTo>
                  <a:cubicBezTo>
                    <a:pt x="1544" y="5584"/>
                    <a:pt x="1733" y="6151"/>
                    <a:pt x="2017" y="6718"/>
                  </a:cubicBezTo>
                  <a:lnTo>
                    <a:pt x="977" y="7096"/>
                  </a:lnTo>
                  <a:cubicBezTo>
                    <a:pt x="914" y="7159"/>
                    <a:pt x="820" y="7191"/>
                    <a:pt x="788" y="7254"/>
                  </a:cubicBezTo>
                  <a:lnTo>
                    <a:pt x="64" y="8672"/>
                  </a:lnTo>
                  <a:cubicBezTo>
                    <a:pt x="1" y="8829"/>
                    <a:pt x="64" y="9081"/>
                    <a:pt x="221" y="9144"/>
                  </a:cubicBezTo>
                  <a:cubicBezTo>
                    <a:pt x="282" y="9170"/>
                    <a:pt x="340" y="9182"/>
                    <a:pt x="394" y="9182"/>
                  </a:cubicBezTo>
                  <a:cubicBezTo>
                    <a:pt x="536" y="9182"/>
                    <a:pt x="648" y="9101"/>
                    <a:pt x="694" y="8987"/>
                  </a:cubicBezTo>
                  <a:lnTo>
                    <a:pt x="1387" y="7695"/>
                  </a:lnTo>
                  <a:lnTo>
                    <a:pt x="2395" y="7317"/>
                  </a:lnTo>
                  <a:cubicBezTo>
                    <a:pt x="2868" y="7979"/>
                    <a:pt x="3529" y="8483"/>
                    <a:pt x="4317" y="8829"/>
                  </a:cubicBezTo>
                  <a:lnTo>
                    <a:pt x="5703" y="2749"/>
                  </a:lnTo>
                  <a:cubicBezTo>
                    <a:pt x="4947" y="2749"/>
                    <a:pt x="4285" y="2434"/>
                    <a:pt x="3813" y="1930"/>
                  </a:cubicBezTo>
                  <a:cubicBezTo>
                    <a:pt x="3529" y="1646"/>
                    <a:pt x="3340" y="1362"/>
                    <a:pt x="3214" y="1016"/>
                  </a:cubicBezTo>
                  <a:cubicBezTo>
                    <a:pt x="2899" y="1236"/>
                    <a:pt x="2647" y="1552"/>
                    <a:pt x="2395" y="1867"/>
                  </a:cubicBezTo>
                  <a:lnTo>
                    <a:pt x="1387" y="1489"/>
                  </a:lnTo>
                  <a:lnTo>
                    <a:pt x="694" y="165"/>
                  </a:lnTo>
                  <a:cubicBezTo>
                    <a:pt x="649" y="75"/>
                    <a:pt x="506" y="1"/>
                    <a:pt x="3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3" name="Google Shape;8463;p85"/>
          <p:cNvGrpSpPr/>
          <p:nvPr/>
        </p:nvGrpSpPr>
        <p:grpSpPr>
          <a:xfrm>
            <a:off x="2964916" y="2796278"/>
            <a:ext cx="449325" cy="450470"/>
            <a:chOff x="-19822675" y="4066875"/>
            <a:chExt cx="304050" cy="304825"/>
          </a:xfrm>
        </p:grpSpPr>
        <p:sp>
          <p:nvSpPr>
            <p:cNvPr id="8464" name="Google Shape;8464;p85"/>
            <p:cNvSpPr/>
            <p:nvPr/>
          </p:nvSpPr>
          <p:spPr>
            <a:xfrm>
              <a:off x="-19803775" y="4086925"/>
              <a:ext cx="71700" cy="68975"/>
            </a:xfrm>
            <a:custGeom>
              <a:avLst/>
              <a:gdLst/>
              <a:ahLst/>
              <a:cxnLst/>
              <a:rect l="l" t="t" r="r" b="b"/>
              <a:pathLst>
                <a:path w="2868" h="2759" extrusionOk="0">
                  <a:moveTo>
                    <a:pt x="1829" y="1"/>
                  </a:moveTo>
                  <a:cubicBezTo>
                    <a:pt x="1712" y="1"/>
                    <a:pt x="1595" y="17"/>
                    <a:pt x="1482" y="49"/>
                  </a:cubicBezTo>
                  <a:cubicBezTo>
                    <a:pt x="536" y="270"/>
                    <a:pt x="64" y="1467"/>
                    <a:pt x="1" y="2759"/>
                  </a:cubicBezTo>
                  <a:lnTo>
                    <a:pt x="2143" y="2759"/>
                  </a:lnTo>
                  <a:cubicBezTo>
                    <a:pt x="2238" y="1971"/>
                    <a:pt x="2458" y="1089"/>
                    <a:pt x="2868" y="364"/>
                  </a:cubicBezTo>
                  <a:cubicBezTo>
                    <a:pt x="2517" y="131"/>
                    <a:pt x="2167" y="1"/>
                    <a:pt x="1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85"/>
            <p:cNvSpPr/>
            <p:nvPr/>
          </p:nvSpPr>
          <p:spPr>
            <a:xfrm>
              <a:off x="-19822675" y="4174775"/>
              <a:ext cx="304050" cy="124475"/>
            </a:xfrm>
            <a:custGeom>
              <a:avLst/>
              <a:gdLst/>
              <a:ahLst/>
              <a:cxnLst/>
              <a:rect l="l" t="t" r="r" b="b"/>
              <a:pathLst>
                <a:path w="12162" h="4979" extrusionOk="0">
                  <a:moveTo>
                    <a:pt x="3939" y="1450"/>
                  </a:moveTo>
                  <a:cubicBezTo>
                    <a:pt x="4128" y="1450"/>
                    <a:pt x="4285" y="1608"/>
                    <a:pt x="4285" y="1797"/>
                  </a:cubicBezTo>
                  <a:cubicBezTo>
                    <a:pt x="4285" y="1986"/>
                    <a:pt x="4128" y="2143"/>
                    <a:pt x="3939" y="2143"/>
                  </a:cubicBezTo>
                  <a:lnTo>
                    <a:pt x="2521" y="2143"/>
                  </a:lnTo>
                  <a:cubicBezTo>
                    <a:pt x="2332" y="2143"/>
                    <a:pt x="2175" y="1986"/>
                    <a:pt x="2175" y="1797"/>
                  </a:cubicBezTo>
                  <a:cubicBezTo>
                    <a:pt x="2175" y="1608"/>
                    <a:pt x="2332" y="1450"/>
                    <a:pt x="2521" y="1450"/>
                  </a:cubicBezTo>
                  <a:close/>
                  <a:moveTo>
                    <a:pt x="6774" y="1450"/>
                  </a:moveTo>
                  <a:cubicBezTo>
                    <a:pt x="6963" y="1450"/>
                    <a:pt x="7121" y="1608"/>
                    <a:pt x="7121" y="1797"/>
                  </a:cubicBezTo>
                  <a:cubicBezTo>
                    <a:pt x="7121" y="1986"/>
                    <a:pt x="6963" y="2143"/>
                    <a:pt x="6774" y="2143"/>
                  </a:cubicBezTo>
                  <a:lnTo>
                    <a:pt x="5357" y="2143"/>
                  </a:lnTo>
                  <a:cubicBezTo>
                    <a:pt x="5167" y="2143"/>
                    <a:pt x="5010" y="1986"/>
                    <a:pt x="5010" y="1797"/>
                  </a:cubicBezTo>
                  <a:cubicBezTo>
                    <a:pt x="5010" y="1608"/>
                    <a:pt x="5167" y="1450"/>
                    <a:pt x="5357" y="1450"/>
                  </a:cubicBezTo>
                  <a:close/>
                  <a:moveTo>
                    <a:pt x="9641" y="1450"/>
                  </a:moveTo>
                  <a:cubicBezTo>
                    <a:pt x="9830" y="1450"/>
                    <a:pt x="9988" y="1608"/>
                    <a:pt x="9988" y="1797"/>
                  </a:cubicBezTo>
                  <a:cubicBezTo>
                    <a:pt x="9988" y="1986"/>
                    <a:pt x="9830" y="2143"/>
                    <a:pt x="9641" y="2143"/>
                  </a:cubicBezTo>
                  <a:lnTo>
                    <a:pt x="8223" y="2143"/>
                  </a:lnTo>
                  <a:cubicBezTo>
                    <a:pt x="8034" y="2143"/>
                    <a:pt x="7877" y="1986"/>
                    <a:pt x="7877" y="1797"/>
                  </a:cubicBezTo>
                  <a:cubicBezTo>
                    <a:pt x="7877" y="1608"/>
                    <a:pt x="8034" y="1450"/>
                    <a:pt x="8223" y="1450"/>
                  </a:cubicBezTo>
                  <a:close/>
                  <a:moveTo>
                    <a:pt x="5357" y="2868"/>
                  </a:moveTo>
                  <a:cubicBezTo>
                    <a:pt x="5546" y="2868"/>
                    <a:pt x="5703" y="3025"/>
                    <a:pt x="5703" y="3214"/>
                  </a:cubicBezTo>
                  <a:cubicBezTo>
                    <a:pt x="5703" y="3403"/>
                    <a:pt x="5546" y="3561"/>
                    <a:pt x="5357" y="3561"/>
                  </a:cubicBezTo>
                  <a:lnTo>
                    <a:pt x="3939" y="3561"/>
                  </a:lnTo>
                  <a:cubicBezTo>
                    <a:pt x="3750" y="3561"/>
                    <a:pt x="3592" y="3403"/>
                    <a:pt x="3592" y="3214"/>
                  </a:cubicBezTo>
                  <a:cubicBezTo>
                    <a:pt x="3592" y="3025"/>
                    <a:pt x="3750" y="2868"/>
                    <a:pt x="3939" y="2868"/>
                  </a:cubicBezTo>
                  <a:close/>
                  <a:moveTo>
                    <a:pt x="8223" y="2868"/>
                  </a:moveTo>
                  <a:cubicBezTo>
                    <a:pt x="8412" y="2868"/>
                    <a:pt x="8570" y="3025"/>
                    <a:pt x="8570" y="3214"/>
                  </a:cubicBezTo>
                  <a:cubicBezTo>
                    <a:pt x="8570" y="3403"/>
                    <a:pt x="8412" y="3561"/>
                    <a:pt x="8223" y="3561"/>
                  </a:cubicBezTo>
                  <a:lnTo>
                    <a:pt x="6806" y="3561"/>
                  </a:lnTo>
                  <a:cubicBezTo>
                    <a:pt x="6617" y="3561"/>
                    <a:pt x="6459" y="3403"/>
                    <a:pt x="6459" y="3214"/>
                  </a:cubicBezTo>
                  <a:cubicBezTo>
                    <a:pt x="6459" y="3025"/>
                    <a:pt x="6617" y="2868"/>
                    <a:pt x="6806" y="2868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3214"/>
                    <a:pt x="1765" y="4979"/>
                    <a:pt x="3939" y="4979"/>
                  </a:cubicBezTo>
                  <a:lnTo>
                    <a:pt x="8223" y="4979"/>
                  </a:lnTo>
                  <a:cubicBezTo>
                    <a:pt x="10397" y="4979"/>
                    <a:pt x="12162" y="3214"/>
                    <a:pt x="12162" y="1040"/>
                  </a:cubicBezTo>
                  <a:cubicBezTo>
                    <a:pt x="12162" y="473"/>
                    <a:pt x="11689" y="1"/>
                    <a:pt x="11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85"/>
            <p:cNvSpPr/>
            <p:nvPr/>
          </p:nvSpPr>
          <p:spPr>
            <a:xfrm>
              <a:off x="-19732100" y="4066875"/>
              <a:ext cx="122100" cy="89825"/>
            </a:xfrm>
            <a:custGeom>
              <a:avLst/>
              <a:gdLst/>
              <a:ahLst/>
              <a:cxnLst/>
              <a:rect l="l" t="t" r="r" b="b"/>
              <a:pathLst>
                <a:path w="4884" h="3593" extrusionOk="0">
                  <a:moveTo>
                    <a:pt x="2427" y="1"/>
                  </a:moveTo>
                  <a:cubicBezTo>
                    <a:pt x="1229" y="1"/>
                    <a:pt x="190" y="1796"/>
                    <a:pt x="1" y="3592"/>
                  </a:cubicBezTo>
                  <a:lnTo>
                    <a:pt x="4884" y="3592"/>
                  </a:lnTo>
                  <a:cubicBezTo>
                    <a:pt x="4695" y="1796"/>
                    <a:pt x="3687" y="1"/>
                    <a:pt x="24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85"/>
            <p:cNvSpPr/>
            <p:nvPr/>
          </p:nvSpPr>
          <p:spPr>
            <a:xfrm>
              <a:off x="-19609225" y="4087725"/>
              <a:ext cx="71700" cy="69750"/>
            </a:xfrm>
            <a:custGeom>
              <a:avLst/>
              <a:gdLst/>
              <a:ahLst/>
              <a:cxnLst/>
              <a:rect l="l" t="t" r="r" b="b"/>
              <a:pathLst>
                <a:path w="2868" h="2790" extrusionOk="0">
                  <a:moveTo>
                    <a:pt x="1039" y="0"/>
                  </a:moveTo>
                  <a:cubicBezTo>
                    <a:pt x="701" y="0"/>
                    <a:pt x="351" y="130"/>
                    <a:pt x="1" y="364"/>
                  </a:cubicBezTo>
                  <a:cubicBezTo>
                    <a:pt x="410" y="1120"/>
                    <a:pt x="631" y="1971"/>
                    <a:pt x="725" y="2790"/>
                  </a:cubicBezTo>
                  <a:lnTo>
                    <a:pt x="2867" y="2790"/>
                  </a:lnTo>
                  <a:lnTo>
                    <a:pt x="2867" y="2758"/>
                  </a:lnTo>
                  <a:cubicBezTo>
                    <a:pt x="2804" y="1466"/>
                    <a:pt x="2332" y="269"/>
                    <a:pt x="1387" y="49"/>
                  </a:cubicBezTo>
                  <a:cubicBezTo>
                    <a:pt x="1273" y="16"/>
                    <a:pt x="1157" y="0"/>
                    <a:pt x="10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85"/>
            <p:cNvSpPr/>
            <p:nvPr/>
          </p:nvSpPr>
          <p:spPr>
            <a:xfrm>
              <a:off x="-19643875" y="4308675"/>
              <a:ext cx="70900" cy="44125"/>
            </a:xfrm>
            <a:custGeom>
              <a:avLst/>
              <a:gdLst/>
              <a:ahLst/>
              <a:cxnLst/>
              <a:rect l="l" t="t" r="r" b="b"/>
              <a:pathLst>
                <a:path w="2836" h="1765" extrusionOk="0">
                  <a:moveTo>
                    <a:pt x="2836" y="1"/>
                  </a:moveTo>
                  <a:cubicBezTo>
                    <a:pt x="2300" y="221"/>
                    <a:pt x="1702" y="347"/>
                    <a:pt x="1071" y="347"/>
                  </a:cubicBezTo>
                  <a:lnTo>
                    <a:pt x="63" y="347"/>
                  </a:lnTo>
                  <a:cubicBezTo>
                    <a:pt x="0" y="473"/>
                    <a:pt x="0" y="568"/>
                    <a:pt x="0" y="694"/>
                  </a:cubicBezTo>
                  <a:lnTo>
                    <a:pt x="0" y="1387"/>
                  </a:lnTo>
                  <a:cubicBezTo>
                    <a:pt x="0" y="1607"/>
                    <a:pt x="189" y="1765"/>
                    <a:pt x="378" y="1765"/>
                  </a:cubicBezTo>
                  <a:lnTo>
                    <a:pt x="1071" y="1765"/>
                  </a:lnTo>
                  <a:cubicBezTo>
                    <a:pt x="2048" y="1765"/>
                    <a:pt x="2836" y="977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85"/>
            <p:cNvSpPr/>
            <p:nvPr/>
          </p:nvSpPr>
          <p:spPr>
            <a:xfrm>
              <a:off x="-19581650" y="4292925"/>
              <a:ext cx="63025" cy="78775"/>
            </a:xfrm>
            <a:custGeom>
              <a:avLst/>
              <a:gdLst/>
              <a:ahLst/>
              <a:cxnLst/>
              <a:rect l="l" t="t" r="r" b="b"/>
              <a:pathLst>
                <a:path w="2521" h="3151" extrusionOk="0">
                  <a:moveTo>
                    <a:pt x="1418" y="1"/>
                  </a:moveTo>
                  <a:lnTo>
                    <a:pt x="1071" y="221"/>
                  </a:lnTo>
                  <a:lnTo>
                    <a:pt x="1071" y="631"/>
                  </a:lnTo>
                  <a:cubicBezTo>
                    <a:pt x="1071" y="1450"/>
                    <a:pt x="630" y="2206"/>
                    <a:pt x="0" y="2678"/>
                  </a:cubicBezTo>
                  <a:cubicBezTo>
                    <a:pt x="410" y="2930"/>
                    <a:pt x="945" y="3151"/>
                    <a:pt x="1449" y="3151"/>
                  </a:cubicBezTo>
                  <a:lnTo>
                    <a:pt x="2174" y="3151"/>
                  </a:lnTo>
                  <a:cubicBezTo>
                    <a:pt x="2363" y="3151"/>
                    <a:pt x="2521" y="2993"/>
                    <a:pt x="2521" y="2773"/>
                  </a:cubicBezTo>
                  <a:lnTo>
                    <a:pt x="2521" y="2080"/>
                  </a:lnTo>
                  <a:cubicBezTo>
                    <a:pt x="2521" y="1198"/>
                    <a:pt x="2048" y="473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0" name="Google Shape;8470;p85"/>
          <p:cNvGrpSpPr/>
          <p:nvPr/>
        </p:nvGrpSpPr>
        <p:grpSpPr>
          <a:xfrm>
            <a:off x="5773985" y="1689571"/>
            <a:ext cx="399302" cy="449325"/>
            <a:chOff x="-17878825" y="3334400"/>
            <a:chExt cx="270200" cy="304050"/>
          </a:xfrm>
        </p:grpSpPr>
        <p:sp>
          <p:nvSpPr>
            <p:cNvPr id="8471" name="Google Shape;8471;p85"/>
            <p:cNvSpPr/>
            <p:nvPr/>
          </p:nvSpPr>
          <p:spPr>
            <a:xfrm>
              <a:off x="-17683475" y="3334400"/>
              <a:ext cx="74850" cy="74050"/>
            </a:xfrm>
            <a:custGeom>
              <a:avLst/>
              <a:gdLst/>
              <a:ahLst/>
              <a:cxnLst/>
              <a:rect l="l" t="t" r="r" b="b"/>
              <a:pathLst>
                <a:path w="2994" h="2962" extrusionOk="0">
                  <a:moveTo>
                    <a:pt x="1985" y="0"/>
                  </a:moveTo>
                  <a:cubicBezTo>
                    <a:pt x="1197" y="0"/>
                    <a:pt x="473" y="378"/>
                    <a:pt x="0" y="945"/>
                  </a:cubicBezTo>
                  <a:cubicBezTo>
                    <a:pt x="630" y="1481"/>
                    <a:pt x="1229" y="2174"/>
                    <a:pt x="1670" y="2962"/>
                  </a:cubicBezTo>
                  <a:lnTo>
                    <a:pt x="2867" y="473"/>
                  </a:lnTo>
                  <a:cubicBezTo>
                    <a:pt x="2993" y="252"/>
                    <a:pt x="2836" y="0"/>
                    <a:pt x="25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85"/>
            <p:cNvSpPr/>
            <p:nvPr/>
          </p:nvSpPr>
          <p:spPr>
            <a:xfrm>
              <a:off x="-17752000" y="35139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441"/>
                    <a:pt x="158" y="536"/>
                    <a:pt x="347" y="662"/>
                  </a:cubicBezTo>
                  <a:cubicBezTo>
                    <a:pt x="504" y="599"/>
                    <a:pt x="630" y="473"/>
                    <a:pt x="662" y="378"/>
                  </a:cubicBezTo>
                  <a:lnTo>
                    <a:pt x="662" y="284"/>
                  </a:lnTo>
                  <a:cubicBezTo>
                    <a:pt x="630" y="126"/>
                    <a:pt x="50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85"/>
            <p:cNvSpPr/>
            <p:nvPr/>
          </p:nvSpPr>
          <p:spPr>
            <a:xfrm>
              <a:off x="-17860700" y="3405275"/>
              <a:ext cx="107150" cy="206225"/>
            </a:xfrm>
            <a:custGeom>
              <a:avLst/>
              <a:gdLst/>
              <a:ahLst/>
              <a:cxnLst/>
              <a:rect l="l" t="t" r="r" b="b"/>
              <a:pathLst>
                <a:path w="4286" h="8249" extrusionOk="0">
                  <a:moveTo>
                    <a:pt x="2521" y="2931"/>
                  </a:moveTo>
                  <a:cubicBezTo>
                    <a:pt x="2710" y="2931"/>
                    <a:pt x="2867" y="3088"/>
                    <a:pt x="2867" y="3277"/>
                  </a:cubicBezTo>
                  <a:cubicBezTo>
                    <a:pt x="2867" y="3466"/>
                    <a:pt x="2710" y="3624"/>
                    <a:pt x="2521" y="3624"/>
                  </a:cubicBezTo>
                  <a:cubicBezTo>
                    <a:pt x="2332" y="3624"/>
                    <a:pt x="2174" y="3466"/>
                    <a:pt x="2174" y="3277"/>
                  </a:cubicBezTo>
                  <a:cubicBezTo>
                    <a:pt x="2174" y="3088"/>
                    <a:pt x="2332" y="2931"/>
                    <a:pt x="2521" y="2931"/>
                  </a:cubicBezTo>
                  <a:close/>
                  <a:moveTo>
                    <a:pt x="1513" y="1"/>
                  </a:moveTo>
                  <a:cubicBezTo>
                    <a:pt x="568" y="1387"/>
                    <a:pt x="1" y="3246"/>
                    <a:pt x="1" y="4695"/>
                  </a:cubicBezTo>
                  <a:cubicBezTo>
                    <a:pt x="1" y="6113"/>
                    <a:pt x="473" y="7184"/>
                    <a:pt x="1450" y="7845"/>
                  </a:cubicBezTo>
                  <a:cubicBezTo>
                    <a:pt x="1859" y="8112"/>
                    <a:pt x="2328" y="8248"/>
                    <a:pt x="2801" y="8248"/>
                  </a:cubicBezTo>
                  <a:cubicBezTo>
                    <a:pt x="3166" y="8248"/>
                    <a:pt x="3533" y="8167"/>
                    <a:pt x="3876" y="8003"/>
                  </a:cubicBezTo>
                  <a:cubicBezTo>
                    <a:pt x="4128" y="7845"/>
                    <a:pt x="4285" y="7562"/>
                    <a:pt x="4285" y="7310"/>
                  </a:cubicBezTo>
                  <a:lnTo>
                    <a:pt x="4285" y="5608"/>
                  </a:lnTo>
                  <a:cubicBezTo>
                    <a:pt x="4065" y="5451"/>
                    <a:pt x="3718" y="5199"/>
                    <a:pt x="3624" y="4852"/>
                  </a:cubicBezTo>
                  <a:cubicBezTo>
                    <a:pt x="3592" y="4821"/>
                    <a:pt x="3592" y="4726"/>
                    <a:pt x="3592" y="4695"/>
                  </a:cubicBezTo>
                  <a:lnTo>
                    <a:pt x="3592" y="2300"/>
                  </a:lnTo>
                  <a:cubicBezTo>
                    <a:pt x="3592" y="1670"/>
                    <a:pt x="3277" y="1103"/>
                    <a:pt x="2773" y="78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85"/>
            <p:cNvSpPr/>
            <p:nvPr/>
          </p:nvSpPr>
          <p:spPr>
            <a:xfrm>
              <a:off x="-17735475" y="3405275"/>
              <a:ext cx="107150" cy="206475"/>
            </a:xfrm>
            <a:custGeom>
              <a:avLst/>
              <a:gdLst/>
              <a:ahLst/>
              <a:cxnLst/>
              <a:rect l="l" t="t" r="r" b="b"/>
              <a:pathLst>
                <a:path w="4286" h="8259" extrusionOk="0">
                  <a:moveTo>
                    <a:pt x="1797" y="2931"/>
                  </a:moveTo>
                  <a:cubicBezTo>
                    <a:pt x="2017" y="2931"/>
                    <a:pt x="2175" y="3088"/>
                    <a:pt x="2175" y="3277"/>
                  </a:cubicBezTo>
                  <a:cubicBezTo>
                    <a:pt x="2175" y="3466"/>
                    <a:pt x="2017" y="3624"/>
                    <a:pt x="1797" y="3624"/>
                  </a:cubicBezTo>
                  <a:cubicBezTo>
                    <a:pt x="1608" y="3624"/>
                    <a:pt x="1450" y="3466"/>
                    <a:pt x="1450" y="3277"/>
                  </a:cubicBezTo>
                  <a:cubicBezTo>
                    <a:pt x="1450" y="3088"/>
                    <a:pt x="1608" y="2931"/>
                    <a:pt x="1797" y="2931"/>
                  </a:cubicBezTo>
                  <a:close/>
                  <a:moveTo>
                    <a:pt x="2805" y="1"/>
                  </a:moveTo>
                  <a:lnTo>
                    <a:pt x="1545" y="788"/>
                  </a:lnTo>
                  <a:cubicBezTo>
                    <a:pt x="1009" y="1103"/>
                    <a:pt x="694" y="1702"/>
                    <a:pt x="694" y="2300"/>
                  </a:cubicBezTo>
                  <a:lnTo>
                    <a:pt x="694" y="4506"/>
                  </a:lnTo>
                  <a:lnTo>
                    <a:pt x="694" y="4695"/>
                  </a:lnTo>
                  <a:cubicBezTo>
                    <a:pt x="694" y="4789"/>
                    <a:pt x="694" y="4852"/>
                    <a:pt x="662" y="4947"/>
                  </a:cubicBezTo>
                  <a:lnTo>
                    <a:pt x="662" y="4978"/>
                  </a:lnTo>
                  <a:cubicBezTo>
                    <a:pt x="568" y="5293"/>
                    <a:pt x="253" y="5514"/>
                    <a:pt x="1" y="5640"/>
                  </a:cubicBezTo>
                  <a:lnTo>
                    <a:pt x="1" y="7310"/>
                  </a:lnTo>
                  <a:cubicBezTo>
                    <a:pt x="1" y="7562"/>
                    <a:pt x="158" y="7845"/>
                    <a:pt x="442" y="8003"/>
                  </a:cubicBezTo>
                  <a:cubicBezTo>
                    <a:pt x="777" y="8174"/>
                    <a:pt x="1139" y="8258"/>
                    <a:pt x="1503" y="8258"/>
                  </a:cubicBezTo>
                  <a:cubicBezTo>
                    <a:pt x="2884" y="8258"/>
                    <a:pt x="4285" y="7039"/>
                    <a:pt x="4285" y="4695"/>
                  </a:cubicBezTo>
                  <a:cubicBezTo>
                    <a:pt x="4285" y="3246"/>
                    <a:pt x="3750" y="1418"/>
                    <a:pt x="28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85"/>
            <p:cNvSpPr/>
            <p:nvPr/>
          </p:nvSpPr>
          <p:spPr>
            <a:xfrm>
              <a:off x="-17812650" y="3353300"/>
              <a:ext cx="136275" cy="144150"/>
            </a:xfrm>
            <a:custGeom>
              <a:avLst/>
              <a:gdLst/>
              <a:ahLst/>
              <a:cxnLst/>
              <a:rect l="l" t="t" r="r" b="b"/>
              <a:pathLst>
                <a:path w="5451" h="5766" extrusionOk="0">
                  <a:moveTo>
                    <a:pt x="2741" y="0"/>
                  </a:moveTo>
                  <a:cubicBezTo>
                    <a:pt x="1702" y="0"/>
                    <a:pt x="756" y="599"/>
                    <a:pt x="0" y="1513"/>
                  </a:cubicBezTo>
                  <a:lnTo>
                    <a:pt x="1229" y="2300"/>
                  </a:lnTo>
                  <a:cubicBezTo>
                    <a:pt x="1954" y="2741"/>
                    <a:pt x="2363" y="3529"/>
                    <a:pt x="2363" y="4379"/>
                  </a:cubicBezTo>
                  <a:lnTo>
                    <a:pt x="2363" y="5766"/>
                  </a:lnTo>
                  <a:cubicBezTo>
                    <a:pt x="2489" y="5703"/>
                    <a:pt x="2615" y="5671"/>
                    <a:pt x="2773" y="5671"/>
                  </a:cubicBezTo>
                  <a:cubicBezTo>
                    <a:pt x="2899" y="5671"/>
                    <a:pt x="2993" y="5703"/>
                    <a:pt x="3088" y="5766"/>
                  </a:cubicBezTo>
                  <a:lnTo>
                    <a:pt x="3088" y="4379"/>
                  </a:lnTo>
                  <a:cubicBezTo>
                    <a:pt x="3088" y="3497"/>
                    <a:pt x="3529" y="2710"/>
                    <a:pt x="4222" y="2300"/>
                  </a:cubicBezTo>
                  <a:lnTo>
                    <a:pt x="5451" y="1513"/>
                  </a:lnTo>
                  <a:cubicBezTo>
                    <a:pt x="4695" y="599"/>
                    <a:pt x="3749" y="0"/>
                    <a:pt x="27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85"/>
            <p:cNvSpPr/>
            <p:nvPr/>
          </p:nvSpPr>
          <p:spPr>
            <a:xfrm>
              <a:off x="-17770900" y="3614000"/>
              <a:ext cx="52775" cy="24450"/>
            </a:xfrm>
            <a:custGeom>
              <a:avLst/>
              <a:gdLst/>
              <a:ahLst/>
              <a:cxnLst/>
              <a:rect l="l" t="t" r="r" b="b"/>
              <a:pathLst>
                <a:path w="2111" h="978" extrusionOk="0">
                  <a:moveTo>
                    <a:pt x="1071" y="0"/>
                  </a:moveTo>
                  <a:cubicBezTo>
                    <a:pt x="756" y="252"/>
                    <a:pt x="378" y="410"/>
                    <a:pt x="0" y="536"/>
                  </a:cubicBezTo>
                  <a:lnTo>
                    <a:pt x="0" y="630"/>
                  </a:lnTo>
                  <a:cubicBezTo>
                    <a:pt x="0" y="851"/>
                    <a:pt x="158" y="977"/>
                    <a:pt x="347" y="977"/>
                  </a:cubicBezTo>
                  <a:lnTo>
                    <a:pt x="1764" y="977"/>
                  </a:lnTo>
                  <a:cubicBezTo>
                    <a:pt x="1953" y="977"/>
                    <a:pt x="2111" y="851"/>
                    <a:pt x="2111" y="630"/>
                  </a:cubicBezTo>
                  <a:lnTo>
                    <a:pt x="2111" y="536"/>
                  </a:lnTo>
                  <a:cubicBezTo>
                    <a:pt x="1733" y="410"/>
                    <a:pt x="1386" y="252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85"/>
            <p:cNvSpPr/>
            <p:nvPr/>
          </p:nvSpPr>
          <p:spPr>
            <a:xfrm>
              <a:off x="-17878825" y="3334400"/>
              <a:ext cx="74075" cy="74050"/>
            </a:xfrm>
            <a:custGeom>
              <a:avLst/>
              <a:gdLst/>
              <a:ahLst/>
              <a:cxnLst/>
              <a:rect l="l" t="t" r="r" b="b"/>
              <a:pathLst>
                <a:path w="2963" h="2962" extrusionOk="0">
                  <a:moveTo>
                    <a:pt x="410" y="0"/>
                  </a:moveTo>
                  <a:cubicBezTo>
                    <a:pt x="127" y="0"/>
                    <a:pt x="1" y="284"/>
                    <a:pt x="95" y="536"/>
                  </a:cubicBezTo>
                  <a:lnTo>
                    <a:pt x="1324" y="2962"/>
                  </a:lnTo>
                  <a:cubicBezTo>
                    <a:pt x="1765" y="2174"/>
                    <a:pt x="2301" y="1512"/>
                    <a:pt x="2962" y="945"/>
                  </a:cubicBezTo>
                  <a:cubicBezTo>
                    <a:pt x="2490" y="378"/>
                    <a:pt x="179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8" name="Google Shape;8478;p85"/>
          <p:cNvGrpSpPr/>
          <p:nvPr/>
        </p:nvGrpSpPr>
        <p:grpSpPr>
          <a:xfrm>
            <a:off x="5747809" y="2242416"/>
            <a:ext cx="451653" cy="451653"/>
            <a:chOff x="-17896150" y="3709300"/>
            <a:chExt cx="305625" cy="305625"/>
          </a:xfrm>
        </p:grpSpPr>
        <p:sp>
          <p:nvSpPr>
            <p:cNvPr id="8479" name="Google Shape;8479;p85"/>
            <p:cNvSpPr/>
            <p:nvPr/>
          </p:nvSpPr>
          <p:spPr>
            <a:xfrm>
              <a:off x="-17896150" y="3709300"/>
              <a:ext cx="54375" cy="77200"/>
            </a:xfrm>
            <a:custGeom>
              <a:avLst/>
              <a:gdLst/>
              <a:ahLst/>
              <a:cxnLst/>
              <a:rect l="l" t="t" r="r" b="b"/>
              <a:pathLst>
                <a:path w="2175" h="3088" extrusionOk="0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lnTo>
                    <a:pt x="1103" y="2143"/>
                  </a:lnTo>
                  <a:lnTo>
                    <a:pt x="1513" y="3088"/>
                  </a:lnTo>
                  <a:cubicBezTo>
                    <a:pt x="1702" y="3025"/>
                    <a:pt x="1891" y="2930"/>
                    <a:pt x="2080" y="2899"/>
                  </a:cubicBezTo>
                  <a:lnTo>
                    <a:pt x="2175" y="2899"/>
                  </a:lnTo>
                  <a:lnTo>
                    <a:pt x="1765" y="1859"/>
                  </a:lnTo>
                  <a:cubicBezTo>
                    <a:pt x="2017" y="1670"/>
                    <a:pt x="2143" y="1387"/>
                    <a:pt x="2143" y="1072"/>
                  </a:cubicBezTo>
                  <a:cubicBezTo>
                    <a:pt x="2143" y="473"/>
                    <a:pt x="167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85"/>
            <p:cNvSpPr/>
            <p:nvPr/>
          </p:nvSpPr>
          <p:spPr>
            <a:xfrm>
              <a:off x="-17877250" y="3801075"/>
              <a:ext cx="286725" cy="213850"/>
            </a:xfrm>
            <a:custGeom>
              <a:avLst/>
              <a:gdLst/>
              <a:ahLst/>
              <a:cxnLst/>
              <a:rect l="l" t="t" r="r" b="b"/>
              <a:pathLst>
                <a:path w="11469" h="8554" extrusionOk="0">
                  <a:moveTo>
                    <a:pt x="1765" y="1339"/>
                  </a:moveTo>
                  <a:cubicBezTo>
                    <a:pt x="1954" y="1339"/>
                    <a:pt x="2112" y="1496"/>
                    <a:pt x="2112" y="1717"/>
                  </a:cubicBezTo>
                  <a:cubicBezTo>
                    <a:pt x="2112" y="1906"/>
                    <a:pt x="1954" y="2063"/>
                    <a:pt x="1765" y="2063"/>
                  </a:cubicBezTo>
                  <a:cubicBezTo>
                    <a:pt x="1576" y="2063"/>
                    <a:pt x="1419" y="1906"/>
                    <a:pt x="1419" y="1717"/>
                  </a:cubicBezTo>
                  <a:cubicBezTo>
                    <a:pt x="1419" y="1496"/>
                    <a:pt x="1576" y="1339"/>
                    <a:pt x="1765" y="1339"/>
                  </a:cubicBezTo>
                  <a:close/>
                  <a:moveTo>
                    <a:pt x="1829" y="0"/>
                  </a:moveTo>
                  <a:cubicBezTo>
                    <a:pt x="913" y="0"/>
                    <a:pt x="1" y="710"/>
                    <a:pt x="1" y="1811"/>
                  </a:cubicBezTo>
                  <a:lnTo>
                    <a:pt x="1" y="5308"/>
                  </a:lnTo>
                  <a:cubicBezTo>
                    <a:pt x="1" y="7104"/>
                    <a:pt x="1450" y="8553"/>
                    <a:pt x="3214" y="8553"/>
                  </a:cubicBezTo>
                  <a:lnTo>
                    <a:pt x="11091" y="8553"/>
                  </a:lnTo>
                  <a:cubicBezTo>
                    <a:pt x="11311" y="8553"/>
                    <a:pt x="11469" y="8396"/>
                    <a:pt x="11469" y="8207"/>
                  </a:cubicBezTo>
                  <a:cubicBezTo>
                    <a:pt x="11411" y="8061"/>
                    <a:pt x="11325" y="7566"/>
                    <a:pt x="11338" y="7566"/>
                  </a:cubicBezTo>
                  <a:lnTo>
                    <a:pt x="11338" y="7566"/>
                  </a:lnTo>
                  <a:cubicBezTo>
                    <a:pt x="11338" y="7566"/>
                    <a:pt x="11338" y="7566"/>
                    <a:pt x="11338" y="7566"/>
                  </a:cubicBezTo>
                  <a:lnTo>
                    <a:pt x="11338" y="7566"/>
                  </a:lnTo>
                  <a:cubicBezTo>
                    <a:pt x="11340" y="7574"/>
                    <a:pt x="11341" y="7580"/>
                    <a:pt x="11342" y="7580"/>
                  </a:cubicBezTo>
                  <a:cubicBezTo>
                    <a:pt x="11343" y="7580"/>
                    <a:pt x="11343" y="7579"/>
                    <a:pt x="11343" y="7577"/>
                  </a:cubicBezTo>
                  <a:cubicBezTo>
                    <a:pt x="11333" y="7529"/>
                    <a:pt x="11329" y="7513"/>
                    <a:pt x="11329" y="7513"/>
                  </a:cubicBezTo>
                  <a:lnTo>
                    <a:pt x="11329" y="7513"/>
                  </a:lnTo>
                  <a:cubicBezTo>
                    <a:pt x="11328" y="7513"/>
                    <a:pt x="11330" y="7523"/>
                    <a:pt x="11332" y="7534"/>
                  </a:cubicBezTo>
                  <a:lnTo>
                    <a:pt x="11332" y="7534"/>
                  </a:lnTo>
                  <a:cubicBezTo>
                    <a:pt x="11201" y="7046"/>
                    <a:pt x="10923" y="6591"/>
                    <a:pt x="10555" y="6285"/>
                  </a:cubicBezTo>
                  <a:cubicBezTo>
                    <a:pt x="9893" y="6789"/>
                    <a:pt x="9043" y="7073"/>
                    <a:pt x="8192" y="7073"/>
                  </a:cubicBezTo>
                  <a:cubicBezTo>
                    <a:pt x="7090" y="7073"/>
                    <a:pt x="6050" y="6506"/>
                    <a:pt x="5514" y="5655"/>
                  </a:cubicBezTo>
                  <a:lnTo>
                    <a:pt x="5514" y="5592"/>
                  </a:lnTo>
                  <a:cubicBezTo>
                    <a:pt x="5483" y="5592"/>
                    <a:pt x="5420" y="5655"/>
                    <a:pt x="5388" y="5655"/>
                  </a:cubicBezTo>
                  <a:lnTo>
                    <a:pt x="4632" y="5655"/>
                  </a:lnTo>
                  <a:cubicBezTo>
                    <a:pt x="4065" y="5655"/>
                    <a:pt x="3592" y="5182"/>
                    <a:pt x="3592" y="4584"/>
                  </a:cubicBezTo>
                  <a:lnTo>
                    <a:pt x="3592" y="1748"/>
                  </a:lnTo>
                  <a:cubicBezTo>
                    <a:pt x="3592" y="1433"/>
                    <a:pt x="3498" y="1150"/>
                    <a:pt x="3340" y="929"/>
                  </a:cubicBezTo>
                  <a:cubicBezTo>
                    <a:pt x="2987" y="283"/>
                    <a:pt x="2407" y="0"/>
                    <a:pt x="1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85"/>
            <p:cNvSpPr/>
            <p:nvPr/>
          </p:nvSpPr>
          <p:spPr>
            <a:xfrm>
              <a:off x="-17783500" y="3763075"/>
              <a:ext cx="191400" cy="194350"/>
            </a:xfrm>
            <a:custGeom>
              <a:avLst/>
              <a:gdLst/>
              <a:ahLst/>
              <a:cxnLst/>
              <a:rect l="l" t="t" r="r" b="b"/>
              <a:pathLst>
                <a:path w="7656" h="7774" extrusionOk="0">
                  <a:moveTo>
                    <a:pt x="3368" y="1"/>
                  </a:moveTo>
                  <a:cubicBezTo>
                    <a:pt x="3223" y="1"/>
                    <a:pt x="3077" y="8"/>
                    <a:pt x="2930" y="23"/>
                  </a:cubicBezTo>
                  <a:cubicBezTo>
                    <a:pt x="1764" y="149"/>
                    <a:pt x="693" y="779"/>
                    <a:pt x="0" y="1725"/>
                  </a:cubicBezTo>
                  <a:cubicBezTo>
                    <a:pt x="315" y="2166"/>
                    <a:pt x="504" y="2670"/>
                    <a:pt x="504" y="3237"/>
                  </a:cubicBezTo>
                  <a:lnTo>
                    <a:pt x="504" y="6041"/>
                  </a:lnTo>
                  <a:cubicBezTo>
                    <a:pt x="504" y="6261"/>
                    <a:pt x="662" y="6419"/>
                    <a:pt x="851" y="6419"/>
                  </a:cubicBezTo>
                  <a:lnTo>
                    <a:pt x="1418" y="6419"/>
                  </a:lnTo>
                  <a:cubicBezTo>
                    <a:pt x="1418" y="6419"/>
                    <a:pt x="1418" y="6356"/>
                    <a:pt x="1386" y="6356"/>
                  </a:cubicBezTo>
                  <a:cubicBezTo>
                    <a:pt x="1260" y="6041"/>
                    <a:pt x="1197" y="5694"/>
                    <a:pt x="1197" y="5348"/>
                  </a:cubicBezTo>
                  <a:lnTo>
                    <a:pt x="1197" y="4749"/>
                  </a:lnTo>
                  <a:cubicBezTo>
                    <a:pt x="1197" y="3363"/>
                    <a:pt x="2268" y="2197"/>
                    <a:pt x="3560" y="2166"/>
                  </a:cubicBezTo>
                  <a:cubicBezTo>
                    <a:pt x="3634" y="2159"/>
                    <a:pt x="3707" y="2156"/>
                    <a:pt x="3779" y="2156"/>
                  </a:cubicBezTo>
                  <a:cubicBezTo>
                    <a:pt x="4417" y="2156"/>
                    <a:pt x="4997" y="2403"/>
                    <a:pt x="5450" y="2827"/>
                  </a:cubicBezTo>
                  <a:cubicBezTo>
                    <a:pt x="5986" y="3300"/>
                    <a:pt x="6238" y="3930"/>
                    <a:pt x="6238" y="4623"/>
                  </a:cubicBezTo>
                  <a:lnTo>
                    <a:pt x="6238" y="5001"/>
                  </a:lnTo>
                  <a:cubicBezTo>
                    <a:pt x="6238" y="5789"/>
                    <a:pt x="5639" y="6419"/>
                    <a:pt x="4852" y="6419"/>
                  </a:cubicBezTo>
                  <a:cubicBezTo>
                    <a:pt x="4064" y="6419"/>
                    <a:pt x="3371" y="5789"/>
                    <a:pt x="3371" y="5001"/>
                  </a:cubicBezTo>
                  <a:lnTo>
                    <a:pt x="3371" y="4623"/>
                  </a:lnTo>
                  <a:cubicBezTo>
                    <a:pt x="3371" y="4434"/>
                    <a:pt x="3529" y="4276"/>
                    <a:pt x="3749" y="4276"/>
                  </a:cubicBezTo>
                  <a:cubicBezTo>
                    <a:pt x="3938" y="4276"/>
                    <a:pt x="4096" y="4434"/>
                    <a:pt x="4096" y="4623"/>
                  </a:cubicBezTo>
                  <a:lnTo>
                    <a:pt x="4096" y="5001"/>
                  </a:lnTo>
                  <a:cubicBezTo>
                    <a:pt x="4096" y="5379"/>
                    <a:pt x="4442" y="5694"/>
                    <a:pt x="4852" y="5694"/>
                  </a:cubicBezTo>
                  <a:cubicBezTo>
                    <a:pt x="5230" y="5694"/>
                    <a:pt x="5545" y="5379"/>
                    <a:pt x="5545" y="5001"/>
                  </a:cubicBezTo>
                  <a:lnTo>
                    <a:pt x="5545" y="4623"/>
                  </a:lnTo>
                  <a:cubicBezTo>
                    <a:pt x="5545" y="4119"/>
                    <a:pt x="5356" y="3678"/>
                    <a:pt x="5009" y="3331"/>
                  </a:cubicBezTo>
                  <a:cubicBezTo>
                    <a:pt x="4631" y="2985"/>
                    <a:pt x="4127" y="2827"/>
                    <a:pt x="3655" y="2827"/>
                  </a:cubicBezTo>
                  <a:cubicBezTo>
                    <a:pt x="2709" y="2859"/>
                    <a:pt x="1953" y="3741"/>
                    <a:pt x="1953" y="4717"/>
                  </a:cubicBezTo>
                  <a:lnTo>
                    <a:pt x="1953" y="5316"/>
                  </a:lnTo>
                  <a:cubicBezTo>
                    <a:pt x="1953" y="5946"/>
                    <a:pt x="2205" y="6576"/>
                    <a:pt x="2583" y="6954"/>
                  </a:cubicBezTo>
                  <a:cubicBezTo>
                    <a:pt x="3056" y="7458"/>
                    <a:pt x="3749" y="7773"/>
                    <a:pt x="4474" y="7773"/>
                  </a:cubicBezTo>
                  <a:cubicBezTo>
                    <a:pt x="5104" y="7773"/>
                    <a:pt x="5702" y="7584"/>
                    <a:pt x="6175" y="7269"/>
                  </a:cubicBezTo>
                  <a:cubicBezTo>
                    <a:pt x="7089" y="6734"/>
                    <a:pt x="7656" y="5726"/>
                    <a:pt x="7656" y="4560"/>
                  </a:cubicBezTo>
                  <a:lnTo>
                    <a:pt x="7656" y="4213"/>
                  </a:lnTo>
                  <a:cubicBezTo>
                    <a:pt x="7656" y="3111"/>
                    <a:pt x="7152" y="1914"/>
                    <a:pt x="6238" y="1126"/>
                  </a:cubicBezTo>
                  <a:cubicBezTo>
                    <a:pt x="5461" y="405"/>
                    <a:pt x="4440" y="1"/>
                    <a:pt x="33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85"/>
            <p:cNvSpPr/>
            <p:nvPr/>
          </p:nvSpPr>
          <p:spPr>
            <a:xfrm>
              <a:off x="-17825250" y="3710075"/>
              <a:ext cx="54375" cy="76425"/>
            </a:xfrm>
            <a:custGeom>
              <a:avLst/>
              <a:gdLst/>
              <a:ahLst/>
              <a:cxnLst/>
              <a:rect l="l" t="t" r="r" b="b"/>
              <a:pathLst>
                <a:path w="2175" h="3057" extrusionOk="0">
                  <a:moveTo>
                    <a:pt x="1103" y="1"/>
                  </a:moveTo>
                  <a:cubicBezTo>
                    <a:pt x="504" y="1"/>
                    <a:pt x="32" y="474"/>
                    <a:pt x="32" y="1041"/>
                  </a:cubicBezTo>
                  <a:cubicBezTo>
                    <a:pt x="32" y="1356"/>
                    <a:pt x="189" y="1639"/>
                    <a:pt x="410" y="1828"/>
                  </a:cubicBezTo>
                  <a:lnTo>
                    <a:pt x="0" y="2868"/>
                  </a:lnTo>
                  <a:cubicBezTo>
                    <a:pt x="252" y="2899"/>
                    <a:pt x="473" y="2931"/>
                    <a:pt x="662" y="3057"/>
                  </a:cubicBezTo>
                  <a:lnTo>
                    <a:pt x="1071" y="2112"/>
                  </a:lnTo>
                  <a:lnTo>
                    <a:pt x="1103" y="2112"/>
                  </a:lnTo>
                  <a:cubicBezTo>
                    <a:pt x="1702" y="2112"/>
                    <a:pt x="2174" y="1639"/>
                    <a:pt x="2174" y="1041"/>
                  </a:cubicBezTo>
                  <a:cubicBezTo>
                    <a:pt x="2174" y="474"/>
                    <a:pt x="1702" y="1"/>
                    <a:pt x="11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3" name="Google Shape;8483;p85"/>
          <p:cNvGrpSpPr/>
          <p:nvPr/>
        </p:nvGrpSpPr>
        <p:grpSpPr>
          <a:xfrm>
            <a:off x="5775740" y="2795686"/>
            <a:ext cx="395792" cy="451653"/>
            <a:chOff x="-17878025" y="4082625"/>
            <a:chExt cx="267825" cy="305625"/>
          </a:xfrm>
        </p:grpSpPr>
        <p:sp>
          <p:nvSpPr>
            <p:cNvPr id="8484" name="Google Shape;8484;p85"/>
            <p:cNvSpPr/>
            <p:nvPr/>
          </p:nvSpPr>
          <p:spPr>
            <a:xfrm>
              <a:off x="-17660650" y="4191325"/>
              <a:ext cx="50450" cy="52000"/>
            </a:xfrm>
            <a:custGeom>
              <a:avLst/>
              <a:gdLst/>
              <a:ahLst/>
              <a:cxnLst/>
              <a:rect l="l" t="t" r="r" b="b"/>
              <a:pathLst>
                <a:path w="2018" h="2080" extrusionOk="0">
                  <a:moveTo>
                    <a:pt x="946" y="0"/>
                  </a:moveTo>
                  <a:cubicBezTo>
                    <a:pt x="599" y="0"/>
                    <a:pt x="284" y="126"/>
                    <a:pt x="1" y="284"/>
                  </a:cubicBezTo>
                  <a:cubicBezTo>
                    <a:pt x="316" y="788"/>
                    <a:pt x="505" y="1418"/>
                    <a:pt x="536" y="2080"/>
                  </a:cubicBezTo>
                  <a:cubicBezTo>
                    <a:pt x="1387" y="1922"/>
                    <a:pt x="2017" y="1229"/>
                    <a:pt x="2017" y="347"/>
                  </a:cubicBezTo>
                  <a:cubicBezTo>
                    <a:pt x="2017" y="158"/>
                    <a:pt x="1860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85"/>
            <p:cNvSpPr/>
            <p:nvPr/>
          </p:nvSpPr>
          <p:spPr>
            <a:xfrm>
              <a:off x="-17716575" y="4084200"/>
              <a:ext cx="88250" cy="103200"/>
            </a:xfrm>
            <a:custGeom>
              <a:avLst/>
              <a:gdLst/>
              <a:ahLst/>
              <a:cxnLst/>
              <a:rect l="l" t="t" r="r" b="b"/>
              <a:pathLst>
                <a:path w="3530" h="4128" extrusionOk="0"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040"/>
                  </a:lnTo>
                  <a:cubicBezTo>
                    <a:pt x="2836" y="1261"/>
                    <a:pt x="2679" y="1418"/>
                    <a:pt x="2458" y="1418"/>
                  </a:cubicBezTo>
                  <a:lnTo>
                    <a:pt x="2112" y="1418"/>
                  </a:lnTo>
                  <a:lnTo>
                    <a:pt x="2112" y="1040"/>
                  </a:lnTo>
                  <a:cubicBezTo>
                    <a:pt x="2112" y="851"/>
                    <a:pt x="1954" y="694"/>
                    <a:pt x="1765" y="694"/>
                  </a:cubicBezTo>
                  <a:cubicBezTo>
                    <a:pt x="1576" y="694"/>
                    <a:pt x="1419" y="851"/>
                    <a:pt x="1419" y="1040"/>
                  </a:cubicBezTo>
                  <a:lnTo>
                    <a:pt x="1419" y="2112"/>
                  </a:lnTo>
                  <a:lnTo>
                    <a:pt x="1041" y="2112"/>
                  </a:lnTo>
                  <a:cubicBezTo>
                    <a:pt x="852" y="2112"/>
                    <a:pt x="694" y="1954"/>
                    <a:pt x="694" y="1765"/>
                  </a:cubicBezTo>
                  <a:lnTo>
                    <a:pt x="694" y="1040"/>
                  </a:lnTo>
                  <a:cubicBezTo>
                    <a:pt x="694" y="851"/>
                    <a:pt x="537" y="694"/>
                    <a:pt x="347" y="694"/>
                  </a:cubicBezTo>
                  <a:cubicBezTo>
                    <a:pt x="158" y="694"/>
                    <a:pt x="1" y="851"/>
                    <a:pt x="1" y="1040"/>
                  </a:cubicBezTo>
                  <a:lnTo>
                    <a:pt x="1" y="1765"/>
                  </a:lnTo>
                  <a:cubicBezTo>
                    <a:pt x="1" y="2364"/>
                    <a:pt x="474" y="2836"/>
                    <a:pt x="1041" y="2836"/>
                  </a:cubicBezTo>
                  <a:lnTo>
                    <a:pt x="1419" y="2836"/>
                  </a:lnTo>
                  <a:lnTo>
                    <a:pt x="1419" y="3466"/>
                  </a:lnTo>
                  <a:cubicBezTo>
                    <a:pt x="1419" y="3498"/>
                    <a:pt x="1356" y="3529"/>
                    <a:pt x="1356" y="3624"/>
                  </a:cubicBezTo>
                  <a:cubicBezTo>
                    <a:pt x="1576" y="3781"/>
                    <a:pt x="1734" y="3939"/>
                    <a:pt x="1923" y="4128"/>
                  </a:cubicBezTo>
                  <a:cubicBezTo>
                    <a:pt x="2049" y="3939"/>
                    <a:pt x="2143" y="3718"/>
                    <a:pt x="2143" y="3498"/>
                  </a:cubicBezTo>
                  <a:lnTo>
                    <a:pt x="2143" y="2112"/>
                  </a:lnTo>
                  <a:lnTo>
                    <a:pt x="2521" y="2112"/>
                  </a:lnTo>
                  <a:cubicBezTo>
                    <a:pt x="3057" y="2112"/>
                    <a:pt x="3529" y="1639"/>
                    <a:pt x="3529" y="1040"/>
                  </a:cubicBez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85"/>
            <p:cNvSpPr/>
            <p:nvPr/>
          </p:nvSpPr>
          <p:spPr>
            <a:xfrm>
              <a:off x="-17860700" y="4082625"/>
              <a:ext cx="90600" cy="104000"/>
            </a:xfrm>
            <a:custGeom>
              <a:avLst/>
              <a:gdLst/>
              <a:ahLst/>
              <a:cxnLst/>
              <a:rect l="l" t="t" r="r" b="b"/>
              <a:pathLst>
                <a:path w="3624" h="4160" extrusionOk="0">
                  <a:moveTo>
                    <a:pt x="442" y="1"/>
                  </a:moveTo>
                  <a:cubicBezTo>
                    <a:pt x="253" y="1"/>
                    <a:pt x="95" y="158"/>
                    <a:pt x="95" y="379"/>
                  </a:cubicBezTo>
                  <a:lnTo>
                    <a:pt x="95" y="1072"/>
                  </a:lnTo>
                  <a:cubicBezTo>
                    <a:pt x="1" y="1702"/>
                    <a:pt x="505" y="2175"/>
                    <a:pt x="1103" y="2175"/>
                  </a:cubicBezTo>
                  <a:lnTo>
                    <a:pt x="1450" y="2175"/>
                  </a:lnTo>
                  <a:lnTo>
                    <a:pt x="1450" y="3529"/>
                  </a:lnTo>
                  <a:cubicBezTo>
                    <a:pt x="1450" y="3750"/>
                    <a:pt x="1544" y="4002"/>
                    <a:pt x="1702" y="4159"/>
                  </a:cubicBezTo>
                  <a:cubicBezTo>
                    <a:pt x="1859" y="3939"/>
                    <a:pt x="2048" y="3781"/>
                    <a:pt x="2237" y="3624"/>
                  </a:cubicBezTo>
                  <a:cubicBezTo>
                    <a:pt x="2206" y="3592"/>
                    <a:pt x="2206" y="3561"/>
                    <a:pt x="2206" y="3466"/>
                  </a:cubicBezTo>
                  <a:lnTo>
                    <a:pt x="2206" y="2836"/>
                  </a:lnTo>
                  <a:lnTo>
                    <a:pt x="2584" y="2836"/>
                  </a:lnTo>
                  <a:cubicBezTo>
                    <a:pt x="3151" y="2836"/>
                    <a:pt x="3624" y="2364"/>
                    <a:pt x="3624" y="1797"/>
                  </a:cubicBezTo>
                  <a:lnTo>
                    <a:pt x="3624" y="1072"/>
                  </a:lnTo>
                  <a:cubicBezTo>
                    <a:pt x="3624" y="883"/>
                    <a:pt x="3466" y="725"/>
                    <a:pt x="3277" y="725"/>
                  </a:cubicBezTo>
                  <a:cubicBezTo>
                    <a:pt x="3088" y="725"/>
                    <a:pt x="2930" y="883"/>
                    <a:pt x="2930" y="1072"/>
                  </a:cubicBezTo>
                  <a:lnTo>
                    <a:pt x="2930" y="1797"/>
                  </a:lnTo>
                  <a:cubicBezTo>
                    <a:pt x="2930" y="1986"/>
                    <a:pt x="2773" y="2143"/>
                    <a:pt x="2552" y="2143"/>
                  </a:cubicBezTo>
                  <a:lnTo>
                    <a:pt x="2206" y="2143"/>
                  </a:lnTo>
                  <a:lnTo>
                    <a:pt x="2206" y="1072"/>
                  </a:lnTo>
                  <a:cubicBezTo>
                    <a:pt x="2206" y="883"/>
                    <a:pt x="2048" y="725"/>
                    <a:pt x="1859" y="725"/>
                  </a:cubicBezTo>
                  <a:cubicBezTo>
                    <a:pt x="1670" y="725"/>
                    <a:pt x="1513" y="883"/>
                    <a:pt x="1513" y="1072"/>
                  </a:cubicBezTo>
                  <a:lnTo>
                    <a:pt x="1513" y="1418"/>
                  </a:lnTo>
                  <a:lnTo>
                    <a:pt x="1135" y="1418"/>
                  </a:lnTo>
                  <a:cubicBezTo>
                    <a:pt x="946" y="1418"/>
                    <a:pt x="788" y="1261"/>
                    <a:pt x="788" y="1072"/>
                  </a:cubicBezTo>
                  <a:lnTo>
                    <a:pt x="788" y="379"/>
                  </a:lnTo>
                  <a:cubicBezTo>
                    <a:pt x="788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85"/>
            <p:cNvSpPr/>
            <p:nvPr/>
          </p:nvSpPr>
          <p:spPr>
            <a:xfrm>
              <a:off x="-17752000" y="4281300"/>
              <a:ext cx="16550" cy="16375"/>
            </a:xfrm>
            <a:custGeom>
              <a:avLst/>
              <a:gdLst/>
              <a:ahLst/>
              <a:cxnLst/>
              <a:rect l="l" t="t" r="r" b="b"/>
              <a:pathLst>
                <a:path w="662" h="655" extrusionOk="0">
                  <a:moveTo>
                    <a:pt x="319" y="1"/>
                  </a:moveTo>
                  <a:cubicBezTo>
                    <a:pt x="173" y="1"/>
                    <a:pt x="32" y="72"/>
                    <a:pt x="0" y="213"/>
                  </a:cubicBezTo>
                  <a:lnTo>
                    <a:pt x="347" y="655"/>
                  </a:lnTo>
                  <a:lnTo>
                    <a:pt x="662" y="213"/>
                  </a:lnTo>
                  <a:cubicBezTo>
                    <a:pt x="615" y="72"/>
                    <a:pt x="465" y="1"/>
                    <a:pt x="3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85"/>
            <p:cNvSpPr/>
            <p:nvPr/>
          </p:nvSpPr>
          <p:spPr>
            <a:xfrm>
              <a:off x="-17825250" y="4173200"/>
              <a:ext cx="161475" cy="161500"/>
            </a:xfrm>
            <a:custGeom>
              <a:avLst/>
              <a:gdLst/>
              <a:ahLst/>
              <a:cxnLst/>
              <a:rect l="l" t="t" r="r" b="b"/>
              <a:pathLst>
                <a:path w="6459" h="6460" extrusionOk="0">
                  <a:moveTo>
                    <a:pt x="1828" y="2175"/>
                  </a:moveTo>
                  <a:cubicBezTo>
                    <a:pt x="2017" y="2175"/>
                    <a:pt x="2174" y="2332"/>
                    <a:pt x="2174" y="2521"/>
                  </a:cubicBezTo>
                  <a:cubicBezTo>
                    <a:pt x="2174" y="2742"/>
                    <a:pt x="2017" y="2899"/>
                    <a:pt x="1828" y="2899"/>
                  </a:cubicBezTo>
                  <a:cubicBezTo>
                    <a:pt x="1607" y="2899"/>
                    <a:pt x="1449" y="2742"/>
                    <a:pt x="1449" y="2521"/>
                  </a:cubicBezTo>
                  <a:cubicBezTo>
                    <a:pt x="1449" y="2332"/>
                    <a:pt x="1607" y="2175"/>
                    <a:pt x="1828" y="2175"/>
                  </a:cubicBezTo>
                  <a:close/>
                  <a:moveTo>
                    <a:pt x="4663" y="2175"/>
                  </a:moveTo>
                  <a:cubicBezTo>
                    <a:pt x="4852" y="2175"/>
                    <a:pt x="5010" y="2332"/>
                    <a:pt x="5010" y="2521"/>
                  </a:cubicBezTo>
                  <a:cubicBezTo>
                    <a:pt x="5041" y="2742"/>
                    <a:pt x="4852" y="2899"/>
                    <a:pt x="4663" y="2899"/>
                  </a:cubicBezTo>
                  <a:cubicBezTo>
                    <a:pt x="4442" y="2899"/>
                    <a:pt x="4285" y="2742"/>
                    <a:pt x="4285" y="2521"/>
                  </a:cubicBezTo>
                  <a:cubicBezTo>
                    <a:pt x="4285" y="2332"/>
                    <a:pt x="4442" y="2175"/>
                    <a:pt x="4663" y="2175"/>
                  </a:cubicBezTo>
                  <a:close/>
                  <a:moveTo>
                    <a:pt x="3245" y="1"/>
                  </a:moveTo>
                  <a:cubicBezTo>
                    <a:pt x="1260" y="1"/>
                    <a:pt x="0" y="1229"/>
                    <a:pt x="0" y="3246"/>
                  </a:cubicBezTo>
                  <a:cubicBezTo>
                    <a:pt x="0" y="4348"/>
                    <a:pt x="410" y="5546"/>
                    <a:pt x="1040" y="6459"/>
                  </a:cubicBezTo>
                  <a:lnTo>
                    <a:pt x="1229" y="5325"/>
                  </a:lnTo>
                  <a:cubicBezTo>
                    <a:pt x="1386" y="4348"/>
                    <a:pt x="2237" y="3624"/>
                    <a:pt x="3245" y="3624"/>
                  </a:cubicBezTo>
                  <a:cubicBezTo>
                    <a:pt x="4222" y="3624"/>
                    <a:pt x="5073" y="4348"/>
                    <a:pt x="5230" y="5325"/>
                  </a:cubicBezTo>
                  <a:lnTo>
                    <a:pt x="5451" y="6459"/>
                  </a:lnTo>
                  <a:cubicBezTo>
                    <a:pt x="6081" y="5546"/>
                    <a:pt x="6459" y="4348"/>
                    <a:pt x="6459" y="3246"/>
                  </a:cubicBezTo>
                  <a:cubicBezTo>
                    <a:pt x="6459" y="1229"/>
                    <a:pt x="5230" y="1"/>
                    <a:pt x="32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85"/>
            <p:cNvSpPr/>
            <p:nvPr/>
          </p:nvSpPr>
          <p:spPr>
            <a:xfrm>
              <a:off x="-17787450" y="4293725"/>
              <a:ext cx="84300" cy="94525"/>
            </a:xfrm>
            <a:custGeom>
              <a:avLst/>
              <a:gdLst/>
              <a:ahLst/>
              <a:cxnLst/>
              <a:rect l="l" t="t" r="r" b="b"/>
              <a:pathLst>
                <a:path w="3372" h="3781" extrusionOk="0">
                  <a:moveTo>
                    <a:pt x="662" y="0"/>
                  </a:moveTo>
                  <a:cubicBezTo>
                    <a:pt x="536" y="158"/>
                    <a:pt x="442" y="378"/>
                    <a:pt x="379" y="599"/>
                  </a:cubicBezTo>
                  <a:lnTo>
                    <a:pt x="32" y="2741"/>
                  </a:lnTo>
                  <a:cubicBezTo>
                    <a:pt x="0" y="2961"/>
                    <a:pt x="63" y="3182"/>
                    <a:pt x="221" y="3308"/>
                  </a:cubicBezTo>
                  <a:cubicBezTo>
                    <a:pt x="631" y="3623"/>
                    <a:pt x="1072" y="3781"/>
                    <a:pt x="1544" y="3781"/>
                  </a:cubicBezTo>
                  <a:lnTo>
                    <a:pt x="1859" y="3781"/>
                  </a:lnTo>
                  <a:cubicBezTo>
                    <a:pt x="2332" y="3781"/>
                    <a:pt x="2804" y="3623"/>
                    <a:pt x="3182" y="3308"/>
                  </a:cubicBezTo>
                  <a:cubicBezTo>
                    <a:pt x="3340" y="3182"/>
                    <a:pt x="3372" y="2993"/>
                    <a:pt x="3372" y="2772"/>
                  </a:cubicBezTo>
                  <a:lnTo>
                    <a:pt x="3025" y="630"/>
                  </a:lnTo>
                  <a:cubicBezTo>
                    <a:pt x="3025" y="347"/>
                    <a:pt x="2899" y="158"/>
                    <a:pt x="2773" y="0"/>
                  </a:cubicBezTo>
                  <a:cubicBezTo>
                    <a:pt x="2773" y="32"/>
                    <a:pt x="2741" y="32"/>
                    <a:pt x="2741" y="63"/>
                  </a:cubicBezTo>
                  <a:lnTo>
                    <a:pt x="2111" y="851"/>
                  </a:lnTo>
                  <a:lnTo>
                    <a:pt x="2111" y="1134"/>
                  </a:lnTo>
                  <a:lnTo>
                    <a:pt x="2710" y="1733"/>
                  </a:lnTo>
                  <a:cubicBezTo>
                    <a:pt x="2867" y="1890"/>
                    <a:pt x="2867" y="2079"/>
                    <a:pt x="2710" y="2237"/>
                  </a:cubicBezTo>
                  <a:cubicBezTo>
                    <a:pt x="2631" y="2316"/>
                    <a:pt x="2545" y="2355"/>
                    <a:pt x="2458" y="2355"/>
                  </a:cubicBezTo>
                  <a:cubicBezTo>
                    <a:pt x="2371" y="2355"/>
                    <a:pt x="2285" y="2316"/>
                    <a:pt x="2206" y="2237"/>
                  </a:cubicBezTo>
                  <a:lnTo>
                    <a:pt x="1733" y="1764"/>
                  </a:lnTo>
                  <a:lnTo>
                    <a:pt x="1261" y="2237"/>
                  </a:lnTo>
                  <a:cubicBezTo>
                    <a:pt x="1182" y="2316"/>
                    <a:pt x="1087" y="2355"/>
                    <a:pt x="997" y="2355"/>
                  </a:cubicBezTo>
                  <a:cubicBezTo>
                    <a:pt x="906" y="2355"/>
                    <a:pt x="820" y="2316"/>
                    <a:pt x="757" y="2237"/>
                  </a:cubicBezTo>
                  <a:cubicBezTo>
                    <a:pt x="568" y="2079"/>
                    <a:pt x="568" y="1890"/>
                    <a:pt x="757" y="1733"/>
                  </a:cubicBezTo>
                  <a:lnTo>
                    <a:pt x="1324" y="1134"/>
                  </a:lnTo>
                  <a:lnTo>
                    <a:pt x="1324" y="851"/>
                  </a:lnTo>
                  <a:lnTo>
                    <a:pt x="694" y="63"/>
                  </a:lnTo>
                  <a:cubicBezTo>
                    <a:pt x="694" y="32"/>
                    <a:pt x="662" y="32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85"/>
            <p:cNvSpPr/>
            <p:nvPr/>
          </p:nvSpPr>
          <p:spPr>
            <a:xfrm>
              <a:off x="-17878025" y="4191325"/>
              <a:ext cx="49650" cy="52000"/>
            </a:xfrm>
            <a:custGeom>
              <a:avLst/>
              <a:gdLst/>
              <a:ahLst/>
              <a:cxnLst/>
              <a:rect l="l" t="t" r="r" b="b"/>
              <a:pathLst>
                <a:path w="1986" h="208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1229"/>
                    <a:pt x="631" y="1954"/>
                    <a:pt x="1450" y="2080"/>
                  </a:cubicBezTo>
                  <a:cubicBezTo>
                    <a:pt x="1481" y="1355"/>
                    <a:pt x="1670" y="788"/>
                    <a:pt x="1985" y="252"/>
                  </a:cubicBezTo>
                  <a:cubicBezTo>
                    <a:pt x="1733" y="9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1" name="Google Shape;8491;p85"/>
          <p:cNvGrpSpPr/>
          <p:nvPr/>
        </p:nvGrpSpPr>
        <p:grpSpPr>
          <a:xfrm>
            <a:off x="2919632" y="3355015"/>
            <a:ext cx="450507" cy="423722"/>
            <a:chOff x="-16044450" y="3317850"/>
            <a:chExt cx="304850" cy="286725"/>
          </a:xfrm>
        </p:grpSpPr>
        <p:sp>
          <p:nvSpPr>
            <p:cNvPr id="8492" name="Google Shape;8492;p85"/>
            <p:cNvSpPr/>
            <p:nvPr/>
          </p:nvSpPr>
          <p:spPr>
            <a:xfrm>
              <a:off x="-15873525" y="3317850"/>
              <a:ext cx="133925" cy="115025"/>
            </a:xfrm>
            <a:custGeom>
              <a:avLst/>
              <a:gdLst/>
              <a:ahLst/>
              <a:cxnLst/>
              <a:rect l="l" t="t" r="r" b="b"/>
              <a:pathLst>
                <a:path w="5357" h="4601" extrusionOk="0">
                  <a:moveTo>
                    <a:pt x="2458" y="1"/>
                  </a:moveTo>
                  <a:cubicBezTo>
                    <a:pt x="1418" y="1"/>
                    <a:pt x="473" y="599"/>
                    <a:pt x="1" y="1513"/>
                  </a:cubicBezTo>
                  <a:cubicBezTo>
                    <a:pt x="1670" y="1765"/>
                    <a:pt x="3088" y="3025"/>
                    <a:pt x="3876" y="4600"/>
                  </a:cubicBezTo>
                  <a:cubicBezTo>
                    <a:pt x="3939" y="4159"/>
                    <a:pt x="3876" y="3718"/>
                    <a:pt x="3718" y="3277"/>
                  </a:cubicBezTo>
                  <a:lnTo>
                    <a:pt x="3718" y="3277"/>
                  </a:lnTo>
                  <a:cubicBezTo>
                    <a:pt x="4002" y="3466"/>
                    <a:pt x="4254" y="3750"/>
                    <a:pt x="4443" y="4096"/>
                  </a:cubicBezTo>
                  <a:cubicBezTo>
                    <a:pt x="4506" y="4222"/>
                    <a:pt x="4632" y="4285"/>
                    <a:pt x="4758" y="4285"/>
                  </a:cubicBezTo>
                  <a:cubicBezTo>
                    <a:pt x="4884" y="4285"/>
                    <a:pt x="5010" y="4222"/>
                    <a:pt x="5073" y="4096"/>
                  </a:cubicBezTo>
                  <a:cubicBezTo>
                    <a:pt x="5262" y="3718"/>
                    <a:pt x="5356" y="3309"/>
                    <a:pt x="5356" y="2868"/>
                  </a:cubicBezTo>
                  <a:cubicBezTo>
                    <a:pt x="5293" y="1292"/>
                    <a:pt x="4033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85"/>
            <p:cNvSpPr/>
            <p:nvPr/>
          </p:nvSpPr>
          <p:spPr>
            <a:xfrm>
              <a:off x="-15915275" y="3459625"/>
              <a:ext cx="44125" cy="54375"/>
            </a:xfrm>
            <a:custGeom>
              <a:avLst/>
              <a:gdLst/>
              <a:ahLst/>
              <a:cxnLst/>
              <a:rect l="l" t="t" r="r" b="b"/>
              <a:pathLst>
                <a:path w="1765" h="2175" extrusionOk="0">
                  <a:moveTo>
                    <a:pt x="883" y="0"/>
                  </a:moveTo>
                  <a:cubicBezTo>
                    <a:pt x="631" y="0"/>
                    <a:pt x="410" y="158"/>
                    <a:pt x="316" y="441"/>
                  </a:cubicBezTo>
                  <a:lnTo>
                    <a:pt x="32" y="1450"/>
                  </a:lnTo>
                  <a:cubicBezTo>
                    <a:pt x="1" y="1859"/>
                    <a:pt x="284" y="2174"/>
                    <a:pt x="631" y="2174"/>
                  </a:cubicBezTo>
                  <a:lnTo>
                    <a:pt x="1135" y="2174"/>
                  </a:lnTo>
                  <a:cubicBezTo>
                    <a:pt x="1513" y="2174"/>
                    <a:pt x="1765" y="1828"/>
                    <a:pt x="1702" y="1450"/>
                  </a:cubicBezTo>
                  <a:lnTo>
                    <a:pt x="1419" y="441"/>
                  </a:lnTo>
                  <a:cubicBezTo>
                    <a:pt x="1355" y="189"/>
                    <a:pt x="1135" y="0"/>
                    <a:pt x="8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85"/>
            <p:cNvSpPr/>
            <p:nvPr/>
          </p:nvSpPr>
          <p:spPr>
            <a:xfrm>
              <a:off x="-16009000" y="3372200"/>
              <a:ext cx="232375" cy="232375"/>
            </a:xfrm>
            <a:custGeom>
              <a:avLst/>
              <a:gdLst/>
              <a:ahLst/>
              <a:cxnLst/>
              <a:rect l="l" t="t" r="r" b="b"/>
              <a:pathLst>
                <a:path w="9295" h="9295" extrusionOk="0">
                  <a:moveTo>
                    <a:pt x="2490" y="3592"/>
                  </a:moveTo>
                  <a:cubicBezTo>
                    <a:pt x="2679" y="3592"/>
                    <a:pt x="2836" y="3749"/>
                    <a:pt x="2836" y="3938"/>
                  </a:cubicBezTo>
                  <a:cubicBezTo>
                    <a:pt x="2836" y="4128"/>
                    <a:pt x="2679" y="4285"/>
                    <a:pt x="2490" y="4285"/>
                  </a:cubicBezTo>
                  <a:cubicBezTo>
                    <a:pt x="2301" y="4285"/>
                    <a:pt x="2143" y="4128"/>
                    <a:pt x="2143" y="3938"/>
                  </a:cubicBezTo>
                  <a:cubicBezTo>
                    <a:pt x="2143" y="3749"/>
                    <a:pt x="2301" y="3592"/>
                    <a:pt x="2490" y="3592"/>
                  </a:cubicBezTo>
                  <a:close/>
                  <a:moveTo>
                    <a:pt x="6774" y="3592"/>
                  </a:moveTo>
                  <a:cubicBezTo>
                    <a:pt x="6995" y="3592"/>
                    <a:pt x="7152" y="3749"/>
                    <a:pt x="7152" y="3938"/>
                  </a:cubicBezTo>
                  <a:cubicBezTo>
                    <a:pt x="7152" y="4128"/>
                    <a:pt x="6995" y="4285"/>
                    <a:pt x="6774" y="4285"/>
                  </a:cubicBezTo>
                  <a:cubicBezTo>
                    <a:pt x="6585" y="4285"/>
                    <a:pt x="6428" y="4128"/>
                    <a:pt x="6428" y="3938"/>
                  </a:cubicBezTo>
                  <a:cubicBezTo>
                    <a:pt x="6428" y="3749"/>
                    <a:pt x="6585" y="3592"/>
                    <a:pt x="6774" y="3592"/>
                  </a:cubicBezTo>
                  <a:close/>
                  <a:moveTo>
                    <a:pt x="4663" y="2867"/>
                  </a:moveTo>
                  <a:cubicBezTo>
                    <a:pt x="5262" y="2867"/>
                    <a:pt x="5766" y="3277"/>
                    <a:pt x="5892" y="3812"/>
                  </a:cubicBezTo>
                  <a:lnTo>
                    <a:pt x="6144" y="4852"/>
                  </a:lnTo>
                  <a:cubicBezTo>
                    <a:pt x="6365" y="5640"/>
                    <a:pt x="5766" y="6427"/>
                    <a:pt x="4947" y="6427"/>
                  </a:cubicBezTo>
                  <a:lnTo>
                    <a:pt x="4411" y="6427"/>
                  </a:lnTo>
                  <a:cubicBezTo>
                    <a:pt x="3561" y="6427"/>
                    <a:pt x="2962" y="5640"/>
                    <a:pt x="3151" y="4852"/>
                  </a:cubicBezTo>
                  <a:lnTo>
                    <a:pt x="3435" y="3812"/>
                  </a:lnTo>
                  <a:cubicBezTo>
                    <a:pt x="3592" y="3277"/>
                    <a:pt x="4065" y="2867"/>
                    <a:pt x="4663" y="2867"/>
                  </a:cubicBezTo>
                  <a:close/>
                  <a:moveTo>
                    <a:pt x="6090" y="6899"/>
                  </a:moveTo>
                  <a:cubicBezTo>
                    <a:pt x="6239" y="6899"/>
                    <a:pt x="6379" y="7007"/>
                    <a:pt x="6428" y="7152"/>
                  </a:cubicBezTo>
                  <a:cubicBezTo>
                    <a:pt x="6459" y="7373"/>
                    <a:pt x="6396" y="7562"/>
                    <a:pt x="6207" y="7593"/>
                  </a:cubicBezTo>
                  <a:cubicBezTo>
                    <a:pt x="5640" y="7782"/>
                    <a:pt x="5041" y="7845"/>
                    <a:pt x="4663" y="7845"/>
                  </a:cubicBezTo>
                  <a:cubicBezTo>
                    <a:pt x="4254" y="7845"/>
                    <a:pt x="3687" y="7782"/>
                    <a:pt x="3120" y="7593"/>
                  </a:cubicBezTo>
                  <a:cubicBezTo>
                    <a:pt x="2931" y="7530"/>
                    <a:pt x="2836" y="7310"/>
                    <a:pt x="2899" y="7152"/>
                  </a:cubicBezTo>
                  <a:cubicBezTo>
                    <a:pt x="2952" y="6994"/>
                    <a:pt x="3093" y="6924"/>
                    <a:pt x="3267" y="6924"/>
                  </a:cubicBezTo>
                  <a:cubicBezTo>
                    <a:pt x="3301" y="6924"/>
                    <a:pt x="3336" y="6926"/>
                    <a:pt x="3372" y="6931"/>
                  </a:cubicBezTo>
                  <a:cubicBezTo>
                    <a:pt x="3844" y="7089"/>
                    <a:pt x="4348" y="7120"/>
                    <a:pt x="4663" y="7120"/>
                  </a:cubicBezTo>
                  <a:cubicBezTo>
                    <a:pt x="4978" y="7120"/>
                    <a:pt x="5483" y="7089"/>
                    <a:pt x="5955" y="6931"/>
                  </a:cubicBezTo>
                  <a:cubicBezTo>
                    <a:pt x="5999" y="6909"/>
                    <a:pt x="6045" y="6899"/>
                    <a:pt x="6090" y="6899"/>
                  </a:cubicBezTo>
                  <a:close/>
                  <a:moveTo>
                    <a:pt x="4663" y="0"/>
                  </a:moveTo>
                  <a:cubicBezTo>
                    <a:pt x="2049" y="0"/>
                    <a:pt x="1" y="2867"/>
                    <a:pt x="1" y="5356"/>
                  </a:cubicBezTo>
                  <a:cubicBezTo>
                    <a:pt x="1" y="7751"/>
                    <a:pt x="1828" y="9294"/>
                    <a:pt x="4663" y="9294"/>
                  </a:cubicBezTo>
                  <a:cubicBezTo>
                    <a:pt x="7499" y="9294"/>
                    <a:pt x="9295" y="7751"/>
                    <a:pt x="9295" y="5356"/>
                  </a:cubicBezTo>
                  <a:cubicBezTo>
                    <a:pt x="9263" y="2867"/>
                    <a:pt x="7247" y="0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85"/>
            <p:cNvSpPr/>
            <p:nvPr/>
          </p:nvSpPr>
          <p:spPr>
            <a:xfrm>
              <a:off x="-16044450" y="3317850"/>
              <a:ext cx="133150" cy="115025"/>
            </a:xfrm>
            <a:custGeom>
              <a:avLst/>
              <a:gdLst/>
              <a:ahLst/>
              <a:cxnLst/>
              <a:rect l="l" t="t" r="r" b="b"/>
              <a:pathLst>
                <a:path w="5326" h="4601" extrusionOk="0">
                  <a:moveTo>
                    <a:pt x="2836" y="1"/>
                  </a:moveTo>
                  <a:cubicBezTo>
                    <a:pt x="1261" y="1"/>
                    <a:pt x="1" y="1292"/>
                    <a:pt x="1" y="2836"/>
                  </a:cubicBezTo>
                  <a:cubicBezTo>
                    <a:pt x="1" y="3277"/>
                    <a:pt x="95" y="3655"/>
                    <a:pt x="285" y="4065"/>
                  </a:cubicBezTo>
                  <a:cubicBezTo>
                    <a:pt x="348" y="4206"/>
                    <a:pt x="474" y="4277"/>
                    <a:pt x="600" y="4277"/>
                  </a:cubicBezTo>
                  <a:cubicBezTo>
                    <a:pt x="726" y="4277"/>
                    <a:pt x="852" y="4206"/>
                    <a:pt x="915" y="4065"/>
                  </a:cubicBezTo>
                  <a:cubicBezTo>
                    <a:pt x="1072" y="3718"/>
                    <a:pt x="1324" y="3435"/>
                    <a:pt x="1639" y="3246"/>
                  </a:cubicBezTo>
                  <a:lnTo>
                    <a:pt x="1639" y="3246"/>
                  </a:lnTo>
                  <a:cubicBezTo>
                    <a:pt x="1419" y="3718"/>
                    <a:pt x="1387" y="4128"/>
                    <a:pt x="1419" y="4600"/>
                  </a:cubicBezTo>
                  <a:cubicBezTo>
                    <a:pt x="2206" y="3025"/>
                    <a:pt x="3624" y="1765"/>
                    <a:pt x="5325" y="1513"/>
                  </a:cubicBezTo>
                  <a:cubicBezTo>
                    <a:pt x="4853" y="599"/>
                    <a:pt x="3908" y="1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96" name="Google Shape;8496;p85"/>
          <p:cNvSpPr/>
          <p:nvPr/>
        </p:nvSpPr>
        <p:spPr>
          <a:xfrm>
            <a:off x="5164353" y="3341975"/>
            <a:ext cx="448180" cy="450507"/>
          </a:xfrm>
          <a:custGeom>
            <a:avLst/>
            <a:gdLst/>
            <a:ahLst/>
            <a:cxnLst/>
            <a:rect l="l" t="t" r="r" b="b"/>
            <a:pathLst>
              <a:path w="12131" h="12194" extrusionOk="0">
                <a:moveTo>
                  <a:pt x="5798" y="1639"/>
                </a:moveTo>
                <a:lnTo>
                  <a:pt x="5798" y="2395"/>
                </a:lnTo>
                <a:lnTo>
                  <a:pt x="3782" y="3214"/>
                </a:lnTo>
                <a:lnTo>
                  <a:pt x="3214" y="2679"/>
                </a:lnTo>
                <a:lnTo>
                  <a:pt x="5798" y="1639"/>
                </a:lnTo>
                <a:close/>
                <a:moveTo>
                  <a:pt x="6491" y="1639"/>
                </a:moveTo>
                <a:lnTo>
                  <a:pt x="9043" y="2679"/>
                </a:lnTo>
                <a:lnTo>
                  <a:pt x="8507" y="3214"/>
                </a:lnTo>
                <a:lnTo>
                  <a:pt x="6491" y="2395"/>
                </a:lnTo>
                <a:lnTo>
                  <a:pt x="6491" y="1639"/>
                </a:lnTo>
                <a:close/>
                <a:moveTo>
                  <a:pt x="5798" y="3151"/>
                </a:moveTo>
                <a:lnTo>
                  <a:pt x="5798" y="3939"/>
                </a:lnTo>
                <a:lnTo>
                  <a:pt x="4853" y="4285"/>
                </a:lnTo>
                <a:lnTo>
                  <a:pt x="4286" y="3718"/>
                </a:lnTo>
                <a:lnTo>
                  <a:pt x="5798" y="3151"/>
                </a:lnTo>
                <a:close/>
                <a:moveTo>
                  <a:pt x="6491" y="3183"/>
                </a:moveTo>
                <a:lnTo>
                  <a:pt x="8003" y="3781"/>
                </a:lnTo>
                <a:lnTo>
                  <a:pt x="7436" y="4317"/>
                </a:lnTo>
                <a:lnTo>
                  <a:pt x="6491" y="3970"/>
                </a:lnTo>
                <a:lnTo>
                  <a:pt x="6491" y="3183"/>
                </a:lnTo>
                <a:close/>
                <a:moveTo>
                  <a:pt x="5798" y="4695"/>
                </a:moveTo>
                <a:lnTo>
                  <a:pt x="5798" y="5231"/>
                </a:lnTo>
                <a:lnTo>
                  <a:pt x="5388" y="4853"/>
                </a:lnTo>
                <a:lnTo>
                  <a:pt x="5798" y="4695"/>
                </a:lnTo>
                <a:close/>
                <a:moveTo>
                  <a:pt x="6491" y="4727"/>
                </a:moveTo>
                <a:lnTo>
                  <a:pt x="6901" y="4884"/>
                </a:lnTo>
                <a:lnTo>
                  <a:pt x="6491" y="5262"/>
                </a:lnTo>
                <a:lnTo>
                  <a:pt x="6491" y="4727"/>
                </a:lnTo>
                <a:close/>
                <a:moveTo>
                  <a:pt x="2679" y="3183"/>
                </a:moveTo>
                <a:lnTo>
                  <a:pt x="3214" y="3718"/>
                </a:lnTo>
                <a:lnTo>
                  <a:pt x="2395" y="5735"/>
                </a:lnTo>
                <a:lnTo>
                  <a:pt x="1608" y="5735"/>
                </a:lnTo>
                <a:lnTo>
                  <a:pt x="2679" y="3183"/>
                </a:lnTo>
                <a:close/>
                <a:moveTo>
                  <a:pt x="3782" y="4254"/>
                </a:moveTo>
                <a:lnTo>
                  <a:pt x="4317" y="4790"/>
                </a:lnTo>
                <a:lnTo>
                  <a:pt x="3971" y="5735"/>
                </a:lnTo>
                <a:lnTo>
                  <a:pt x="3183" y="5735"/>
                </a:lnTo>
                <a:lnTo>
                  <a:pt x="3782" y="4254"/>
                </a:lnTo>
                <a:close/>
                <a:moveTo>
                  <a:pt x="4884" y="5357"/>
                </a:moveTo>
                <a:lnTo>
                  <a:pt x="5262" y="5735"/>
                </a:lnTo>
                <a:lnTo>
                  <a:pt x="4727" y="5735"/>
                </a:lnTo>
                <a:lnTo>
                  <a:pt x="4884" y="5357"/>
                </a:lnTo>
                <a:close/>
                <a:moveTo>
                  <a:pt x="7405" y="5357"/>
                </a:moveTo>
                <a:lnTo>
                  <a:pt x="7562" y="5735"/>
                </a:lnTo>
                <a:lnTo>
                  <a:pt x="6995" y="5735"/>
                </a:lnTo>
                <a:lnTo>
                  <a:pt x="7405" y="5357"/>
                </a:lnTo>
                <a:close/>
                <a:moveTo>
                  <a:pt x="8507" y="4254"/>
                </a:moveTo>
                <a:lnTo>
                  <a:pt x="9106" y="5735"/>
                </a:lnTo>
                <a:lnTo>
                  <a:pt x="8318" y="5735"/>
                </a:lnTo>
                <a:lnTo>
                  <a:pt x="7940" y="4790"/>
                </a:lnTo>
                <a:lnTo>
                  <a:pt x="8507" y="4254"/>
                </a:lnTo>
                <a:close/>
                <a:moveTo>
                  <a:pt x="9578" y="3183"/>
                </a:moveTo>
                <a:lnTo>
                  <a:pt x="10587" y="5735"/>
                </a:lnTo>
                <a:lnTo>
                  <a:pt x="9831" y="5735"/>
                </a:lnTo>
                <a:lnTo>
                  <a:pt x="9011" y="3718"/>
                </a:lnTo>
                <a:lnTo>
                  <a:pt x="9578" y="3183"/>
                </a:lnTo>
                <a:close/>
                <a:moveTo>
                  <a:pt x="5262" y="6459"/>
                </a:moveTo>
                <a:lnTo>
                  <a:pt x="4884" y="6837"/>
                </a:lnTo>
                <a:lnTo>
                  <a:pt x="4727" y="6459"/>
                </a:lnTo>
                <a:close/>
                <a:moveTo>
                  <a:pt x="7531" y="6459"/>
                </a:moveTo>
                <a:lnTo>
                  <a:pt x="7373" y="6837"/>
                </a:lnTo>
                <a:lnTo>
                  <a:pt x="6964" y="6459"/>
                </a:lnTo>
                <a:close/>
                <a:moveTo>
                  <a:pt x="5798" y="6932"/>
                </a:moveTo>
                <a:lnTo>
                  <a:pt x="5798" y="7467"/>
                </a:lnTo>
                <a:lnTo>
                  <a:pt x="5388" y="7310"/>
                </a:lnTo>
                <a:lnTo>
                  <a:pt x="5798" y="6932"/>
                </a:lnTo>
                <a:close/>
                <a:moveTo>
                  <a:pt x="6491" y="6963"/>
                </a:moveTo>
                <a:lnTo>
                  <a:pt x="6901" y="7373"/>
                </a:lnTo>
                <a:lnTo>
                  <a:pt x="6491" y="7530"/>
                </a:lnTo>
                <a:lnTo>
                  <a:pt x="6491" y="6963"/>
                </a:lnTo>
                <a:close/>
                <a:moveTo>
                  <a:pt x="3971" y="6459"/>
                </a:moveTo>
                <a:lnTo>
                  <a:pt x="4317" y="7404"/>
                </a:lnTo>
                <a:lnTo>
                  <a:pt x="3782" y="7940"/>
                </a:lnTo>
                <a:lnTo>
                  <a:pt x="3183" y="6459"/>
                </a:lnTo>
                <a:close/>
                <a:moveTo>
                  <a:pt x="9043" y="6459"/>
                </a:moveTo>
                <a:lnTo>
                  <a:pt x="8476" y="7940"/>
                </a:lnTo>
                <a:lnTo>
                  <a:pt x="7909" y="7404"/>
                </a:lnTo>
                <a:lnTo>
                  <a:pt x="8255" y="6459"/>
                </a:lnTo>
                <a:close/>
                <a:moveTo>
                  <a:pt x="2427" y="6459"/>
                </a:moveTo>
                <a:lnTo>
                  <a:pt x="3277" y="8476"/>
                </a:lnTo>
                <a:lnTo>
                  <a:pt x="2710" y="9011"/>
                </a:lnTo>
                <a:lnTo>
                  <a:pt x="1639" y="6459"/>
                </a:lnTo>
                <a:close/>
                <a:moveTo>
                  <a:pt x="4853" y="7877"/>
                </a:moveTo>
                <a:lnTo>
                  <a:pt x="5798" y="8224"/>
                </a:lnTo>
                <a:lnTo>
                  <a:pt x="5798" y="9011"/>
                </a:lnTo>
                <a:lnTo>
                  <a:pt x="4286" y="8413"/>
                </a:lnTo>
                <a:lnTo>
                  <a:pt x="4853" y="7877"/>
                </a:lnTo>
                <a:close/>
                <a:moveTo>
                  <a:pt x="7436" y="7908"/>
                </a:moveTo>
                <a:lnTo>
                  <a:pt x="8003" y="8444"/>
                </a:lnTo>
                <a:lnTo>
                  <a:pt x="6491" y="9043"/>
                </a:lnTo>
                <a:lnTo>
                  <a:pt x="6491" y="8255"/>
                </a:lnTo>
                <a:lnTo>
                  <a:pt x="7436" y="7908"/>
                </a:lnTo>
                <a:close/>
                <a:moveTo>
                  <a:pt x="10618" y="6491"/>
                </a:moveTo>
                <a:lnTo>
                  <a:pt x="9578" y="9043"/>
                </a:lnTo>
                <a:lnTo>
                  <a:pt x="9011" y="8507"/>
                </a:lnTo>
                <a:lnTo>
                  <a:pt x="9831" y="6491"/>
                </a:lnTo>
                <a:close/>
                <a:moveTo>
                  <a:pt x="3782" y="8980"/>
                </a:moveTo>
                <a:lnTo>
                  <a:pt x="5798" y="9799"/>
                </a:lnTo>
                <a:lnTo>
                  <a:pt x="5798" y="10555"/>
                </a:lnTo>
                <a:lnTo>
                  <a:pt x="3214" y="9515"/>
                </a:lnTo>
                <a:lnTo>
                  <a:pt x="3782" y="8980"/>
                </a:lnTo>
                <a:close/>
                <a:moveTo>
                  <a:pt x="8507" y="8917"/>
                </a:moveTo>
                <a:lnTo>
                  <a:pt x="9043" y="9484"/>
                </a:lnTo>
                <a:lnTo>
                  <a:pt x="6491" y="10555"/>
                </a:lnTo>
                <a:lnTo>
                  <a:pt x="6491" y="9767"/>
                </a:lnTo>
                <a:lnTo>
                  <a:pt x="8507" y="8917"/>
                </a:lnTo>
                <a:close/>
                <a:moveTo>
                  <a:pt x="6113" y="1"/>
                </a:moveTo>
                <a:cubicBezTo>
                  <a:pt x="5892" y="1"/>
                  <a:pt x="5735" y="158"/>
                  <a:pt x="5735" y="347"/>
                </a:cubicBezTo>
                <a:lnTo>
                  <a:pt x="5735" y="851"/>
                </a:lnTo>
                <a:lnTo>
                  <a:pt x="2647" y="2112"/>
                </a:lnTo>
                <a:lnTo>
                  <a:pt x="2332" y="1797"/>
                </a:lnTo>
                <a:cubicBezTo>
                  <a:pt x="2254" y="1718"/>
                  <a:pt x="2159" y="1678"/>
                  <a:pt x="2065" y="1678"/>
                </a:cubicBezTo>
                <a:cubicBezTo>
                  <a:pt x="1970" y="1678"/>
                  <a:pt x="1875" y="1718"/>
                  <a:pt x="1797" y="1797"/>
                </a:cubicBezTo>
                <a:cubicBezTo>
                  <a:pt x="1639" y="1954"/>
                  <a:pt x="1639" y="2143"/>
                  <a:pt x="1797" y="2332"/>
                </a:cubicBezTo>
                <a:lnTo>
                  <a:pt x="2112" y="2647"/>
                </a:lnTo>
                <a:lnTo>
                  <a:pt x="852" y="5735"/>
                </a:lnTo>
                <a:lnTo>
                  <a:pt x="348" y="5735"/>
                </a:lnTo>
                <a:cubicBezTo>
                  <a:pt x="158" y="5735"/>
                  <a:pt x="1" y="5892"/>
                  <a:pt x="1" y="6081"/>
                </a:cubicBezTo>
                <a:cubicBezTo>
                  <a:pt x="1" y="6302"/>
                  <a:pt x="158" y="6459"/>
                  <a:pt x="348" y="6459"/>
                </a:cubicBezTo>
                <a:lnTo>
                  <a:pt x="852" y="6459"/>
                </a:lnTo>
                <a:lnTo>
                  <a:pt x="2112" y="9547"/>
                </a:lnTo>
                <a:lnTo>
                  <a:pt x="1797" y="9862"/>
                </a:lnTo>
                <a:cubicBezTo>
                  <a:pt x="1639" y="10019"/>
                  <a:pt x="1639" y="10240"/>
                  <a:pt x="1797" y="10397"/>
                </a:cubicBezTo>
                <a:cubicBezTo>
                  <a:pt x="1891" y="10460"/>
                  <a:pt x="1954" y="10492"/>
                  <a:pt x="2049" y="10492"/>
                </a:cubicBezTo>
                <a:cubicBezTo>
                  <a:pt x="2112" y="10492"/>
                  <a:pt x="2238" y="10460"/>
                  <a:pt x="2269" y="10397"/>
                </a:cubicBezTo>
                <a:lnTo>
                  <a:pt x="2584" y="10082"/>
                </a:lnTo>
                <a:lnTo>
                  <a:pt x="5703" y="11343"/>
                </a:lnTo>
                <a:lnTo>
                  <a:pt x="5703" y="11847"/>
                </a:lnTo>
                <a:cubicBezTo>
                  <a:pt x="5703" y="12036"/>
                  <a:pt x="5861" y="12193"/>
                  <a:pt x="6050" y="12193"/>
                </a:cubicBezTo>
                <a:cubicBezTo>
                  <a:pt x="6270" y="12193"/>
                  <a:pt x="6428" y="12036"/>
                  <a:pt x="6428" y="11847"/>
                </a:cubicBezTo>
                <a:lnTo>
                  <a:pt x="6428" y="11343"/>
                </a:lnTo>
                <a:lnTo>
                  <a:pt x="9515" y="10082"/>
                </a:lnTo>
                <a:lnTo>
                  <a:pt x="9831" y="10397"/>
                </a:lnTo>
                <a:cubicBezTo>
                  <a:pt x="9925" y="10460"/>
                  <a:pt x="9988" y="10492"/>
                  <a:pt x="10083" y="10492"/>
                </a:cubicBezTo>
                <a:cubicBezTo>
                  <a:pt x="10146" y="10492"/>
                  <a:pt x="10272" y="10460"/>
                  <a:pt x="10303" y="10397"/>
                </a:cubicBezTo>
                <a:cubicBezTo>
                  <a:pt x="10461" y="10240"/>
                  <a:pt x="10461" y="10019"/>
                  <a:pt x="10303" y="9862"/>
                </a:cubicBezTo>
                <a:lnTo>
                  <a:pt x="9988" y="9547"/>
                </a:lnTo>
                <a:lnTo>
                  <a:pt x="11248" y="6459"/>
                </a:lnTo>
                <a:lnTo>
                  <a:pt x="11784" y="6459"/>
                </a:lnTo>
                <a:cubicBezTo>
                  <a:pt x="11973" y="6459"/>
                  <a:pt x="12130" y="6302"/>
                  <a:pt x="12130" y="6081"/>
                </a:cubicBezTo>
                <a:cubicBezTo>
                  <a:pt x="12130" y="5892"/>
                  <a:pt x="12036" y="5735"/>
                  <a:pt x="11847" y="5735"/>
                </a:cubicBezTo>
                <a:lnTo>
                  <a:pt x="11343" y="5735"/>
                </a:lnTo>
                <a:lnTo>
                  <a:pt x="10083" y="2647"/>
                </a:lnTo>
                <a:lnTo>
                  <a:pt x="10398" y="2332"/>
                </a:lnTo>
                <a:cubicBezTo>
                  <a:pt x="10555" y="2175"/>
                  <a:pt x="10555" y="1954"/>
                  <a:pt x="10398" y="1797"/>
                </a:cubicBezTo>
                <a:cubicBezTo>
                  <a:pt x="10319" y="1718"/>
                  <a:pt x="10232" y="1678"/>
                  <a:pt x="10146" y="1678"/>
                </a:cubicBezTo>
                <a:cubicBezTo>
                  <a:pt x="10059" y="1678"/>
                  <a:pt x="9972" y="1718"/>
                  <a:pt x="9894" y="1797"/>
                </a:cubicBezTo>
                <a:lnTo>
                  <a:pt x="9578" y="2112"/>
                </a:lnTo>
                <a:lnTo>
                  <a:pt x="6459" y="851"/>
                </a:lnTo>
                <a:lnTo>
                  <a:pt x="6459" y="347"/>
                </a:lnTo>
                <a:cubicBezTo>
                  <a:pt x="6459" y="158"/>
                  <a:pt x="6302" y="1"/>
                  <a:pt x="611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97" name="Google Shape;8497;p85"/>
          <p:cNvGrpSpPr/>
          <p:nvPr/>
        </p:nvGrpSpPr>
        <p:grpSpPr>
          <a:xfrm>
            <a:off x="8042149" y="2243724"/>
            <a:ext cx="373662" cy="449030"/>
            <a:chOff x="-16018450" y="4058400"/>
            <a:chExt cx="252850" cy="303850"/>
          </a:xfrm>
        </p:grpSpPr>
        <p:sp>
          <p:nvSpPr>
            <p:cNvPr id="8498" name="Google Shape;8498;p85"/>
            <p:cNvSpPr/>
            <p:nvPr/>
          </p:nvSpPr>
          <p:spPr>
            <a:xfrm>
              <a:off x="-15927875" y="4129900"/>
              <a:ext cx="88250" cy="89025"/>
            </a:xfrm>
            <a:custGeom>
              <a:avLst/>
              <a:gdLst/>
              <a:ahLst/>
              <a:cxnLst/>
              <a:rect l="l" t="t" r="r" b="b"/>
              <a:pathLst>
                <a:path w="3530" h="3561" extrusionOk="0">
                  <a:moveTo>
                    <a:pt x="1765" y="0"/>
                  </a:moveTo>
                  <a:cubicBezTo>
                    <a:pt x="788" y="0"/>
                    <a:pt x="1" y="788"/>
                    <a:pt x="1" y="1764"/>
                  </a:cubicBezTo>
                  <a:cubicBezTo>
                    <a:pt x="1" y="2772"/>
                    <a:pt x="788" y="3560"/>
                    <a:pt x="1765" y="3560"/>
                  </a:cubicBezTo>
                  <a:cubicBezTo>
                    <a:pt x="2742" y="3560"/>
                    <a:pt x="3529" y="2772"/>
                    <a:pt x="3529" y="1764"/>
                  </a:cubicBezTo>
                  <a:cubicBezTo>
                    <a:pt x="3529" y="788"/>
                    <a:pt x="2742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85"/>
            <p:cNvSpPr/>
            <p:nvPr/>
          </p:nvSpPr>
          <p:spPr>
            <a:xfrm>
              <a:off x="-16002700" y="4058400"/>
              <a:ext cx="237100" cy="233575"/>
            </a:xfrm>
            <a:custGeom>
              <a:avLst/>
              <a:gdLst/>
              <a:ahLst/>
              <a:cxnLst/>
              <a:rect l="l" t="t" r="r" b="b"/>
              <a:pathLst>
                <a:path w="9484" h="9343" extrusionOk="0">
                  <a:moveTo>
                    <a:pt x="4758" y="2167"/>
                  </a:moveTo>
                  <a:cubicBezTo>
                    <a:pt x="6144" y="2167"/>
                    <a:pt x="7247" y="3270"/>
                    <a:pt x="7247" y="4656"/>
                  </a:cubicBezTo>
                  <a:cubicBezTo>
                    <a:pt x="7247" y="6010"/>
                    <a:pt x="6144" y="7113"/>
                    <a:pt x="4758" y="7113"/>
                  </a:cubicBezTo>
                  <a:cubicBezTo>
                    <a:pt x="3372" y="7113"/>
                    <a:pt x="2269" y="6010"/>
                    <a:pt x="2269" y="4656"/>
                  </a:cubicBezTo>
                  <a:cubicBezTo>
                    <a:pt x="2269" y="3270"/>
                    <a:pt x="3372" y="2167"/>
                    <a:pt x="4758" y="2167"/>
                  </a:cubicBezTo>
                  <a:close/>
                  <a:moveTo>
                    <a:pt x="4742" y="1"/>
                  </a:moveTo>
                  <a:cubicBezTo>
                    <a:pt x="4648" y="1"/>
                    <a:pt x="4553" y="40"/>
                    <a:pt x="4474" y="119"/>
                  </a:cubicBezTo>
                  <a:cubicBezTo>
                    <a:pt x="4159" y="434"/>
                    <a:pt x="3939" y="781"/>
                    <a:pt x="3813" y="1222"/>
                  </a:cubicBezTo>
                  <a:cubicBezTo>
                    <a:pt x="3498" y="938"/>
                    <a:pt x="3120" y="686"/>
                    <a:pt x="2679" y="623"/>
                  </a:cubicBezTo>
                  <a:cubicBezTo>
                    <a:pt x="2655" y="619"/>
                    <a:pt x="2630" y="617"/>
                    <a:pt x="2606" y="617"/>
                  </a:cubicBezTo>
                  <a:cubicBezTo>
                    <a:pt x="2437" y="617"/>
                    <a:pt x="2265" y="710"/>
                    <a:pt x="2238" y="875"/>
                  </a:cubicBezTo>
                  <a:cubicBezTo>
                    <a:pt x="2112" y="1285"/>
                    <a:pt x="2112" y="1726"/>
                    <a:pt x="2206" y="2135"/>
                  </a:cubicBezTo>
                  <a:cubicBezTo>
                    <a:pt x="2001" y="2092"/>
                    <a:pt x="1797" y="2068"/>
                    <a:pt x="1595" y="2068"/>
                  </a:cubicBezTo>
                  <a:cubicBezTo>
                    <a:pt x="1362" y="2068"/>
                    <a:pt x="1134" y="2099"/>
                    <a:pt x="914" y="2167"/>
                  </a:cubicBezTo>
                  <a:cubicBezTo>
                    <a:pt x="694" y="2198"/>
                    <a:pt x="599" y="2387"/>
                    <a:pt x="662" y="2608"/>
                  </a:cubicBezTo>
                  <a:cubicBezTo>
                    <a:pt x="788" y="3018"/>
                    <a:pt x="977" y="3396"/>
                    <a:pt x="1261" y="3742"/>
                  </a:cubicBezTo>
                  <a:cubicBezTo>
                    <a:pt x="851" y="3868"/>
                    <a:pt x="473" y="4089"/>
                    <a:pt x="158" y="4404"/>
                  </a:cubicBezTo>
                  <a:cubicBezTo>
                    <a:pt x="1" y="4561"/>
                    <a:pt x="1" y="4750"/>
                    <a:pt x="158" y="4908"/>
                  </a:cubicBezTo>
                  <a:cubicBezTo>
                    <a:pt x="473" y="5223"/>
                    <a:pt x="820" y="5475"/>
                    <a:pt x="1261" y="5601"/>
                  </a:cubicBezTo>
                  <a:cubicBezTo>
                    <a:pt x="977" y="5916"/>
                    <a:pt x="757" y="6294"/>
                    <a:pt x="662" y="6735"/>
                  </a:cubicBezTo>
                  <a:cubicBezTo>
                    <a:pt x="631" y="6924"/>
                    <a:pt x="757" y="7113"/>
                    <a:pt x="914" y="7176"/>
                  </a:cubicBezTo>
                  <a:cubicBezTo>
                    <a:pt x="1140" y="7228"/>
                    <a:pt x="1375" y="7252"/>
                    <a:pt x="1614" y="7252"/>
                  </a:cubicBezTo>
                  <a:cubicBezTo>
                    <a:pt x="1810" y="7252"/>
                    <a:pt x="2008" y="7236"/>
                    <a:pt x="2206" y="7208"/>
                  </a:cubicBezTo>
                  <a:lnTo>
                    <a:pt x="2206" y="7208"/>
                  </a:lnTo>
                  <a:cubicBezTo>
                    <a:pt x="2112" y="7649"/>
                    <a:pt x="2112" y="8058"/>
                    <a:pt x="2238" y="8468"/>
                  </a:cubicBezTo>
                  <a:cubicBezTo>
                    <a:pt x="2262" y="8613"/>
                    <a:pt x="2397" y="8721"/>
                    <a:pt x="2544" y="8721"/>
                  </a:cubicBezTo>
                  <a:cubicBezTo>
                    <a:pt x="2589" y="8721"/>
                    <a:pt x="2634" y="8711"/>
                    <a:pt x="2679" y="8688"/>
                  </a:cubicBezTo>
                  <a:cubicBezTo>
                    <a:pt x="3120" y="8594"/>
                    <a:pt x="3466" y="8373"/>
                    <a:pt x="3813" y="8121"/>
                  </a:cubicBezTo>
                  <a:cubicBezTo>
                    <a:pt x="3939" y="8499"/>
                    <a:pt x="4159" y="8909"/>
                    <a:pt x="4474" y="9224"/>
                  </a:cubicBezTo>
                  <a:cubicBezTo>
                    <a:pt x="4553" y="9303"/>
                    <a:pt x="4648" y="9342"/>
                    <a:pt x="4742" y="9342"/>
                  </a:cubicBezTo>
                  <a:cubicBezTo>
                    <a:pt x="4837" y="9342"/>
                    <a:pt x="4931" y="9303"/>
                    <a:pt x="5010" y="9224"/>
                  </a:cubicBezTo>
                  <a:cubicBezTo>
                    <a:pt x="5325" y="8909"/>
                    <a:pt x="5546" y="8531"/>
                    <a:pt x="5672" y="8121"/>
                  </a:cubicBezTo>
                  <a:cubicBezTo>
                    <a:pt x="5987" y="8342"/>
                    <a:pt x="6365" y="8594"/>
                    <a:pt x="6806" y="8688"/>
                  </a:cubicBezTo>
                  <a:cubicBezTo>
                    <a:pt x="6840" y="8700"/>
                    <a:pt x="6875" y="8705"/>
                    <a:pt x="6910" y="8705"/>
                  </a:cubicBezTo>
                  <a:cubicBezTo>
                    <a:pt x="7068" y="8705"/>
                    <a:pt x="7221" y="8597"/>
                    <a:pt x="7247" y="8468"/>
                  </a:cubicBezTo>
                  <a:cubicBezTo>
                    <a:pt x="7373" y="8027"/>
                    <a:pt x="7373" y="7586"/>
                    <a:pt x="7278" y="7208"/>
                  </a:cubicBezTo>
                  <a:lnTo>
                    <a:pt x="7278" y="7208"/>
                  </a:lnTo>
                  <a:cubicBezTo>
                    <a:pt x="7477" y="7236"/>
                    <a:pt x="7675" y="7252"/>
                    <a:pt x="7870" y="7252"/>
                  </a:cubicBezTo>
                  <a:cubicBezTo>
                    <a:pt x="8110" y="7252"/>
                    <a:pt x="8345" y="7228"/>
                    <a:pt x="8570" y="7176"/>
                  </a:cubicBezTo>
                  <a:cubicBezTo>
                    <a:pt x="8791" y="7113"/>
                    <a:pt x="8885" y="6924"/>
                    <a:pt x="8822" y="6735"/>
                  </a:cubicBezTo>
                  <a:cubicBezTo>
                    <a:pt x="8696" y="6294"/>
                    <a:pt x="8507" y="5947"/>
                    <a:pt x="8224" y="5601"/>
                  </a:cubicBezTo>
                  <a:cubicBezTo>
                    <a:pt x="8633" y="5475"/>
                    <a:pt x="9011" y="5223"/>
                    <a:pt x="9326" y="4908"/>
                  </a:cubicBezTo>
                  <a:cubicBezTo>
                    <a:pt x="9484" y="4750"/>
                    <a:pt x="9484" y="4561"/>
                    <a:pt x="9326" y="4404"/>
                  </a:cubicBezTo>
                  <a:cubicBezTo>
                    <a:pt x="9011" y="4089"/>
                    <a:pt x="8665" y="3868"/>
                    <a:pt x="8224" y="3742"/>
                  </a:cubicBezTo>
                  <a:cubicBezTo>
                    <a:pt x="8507" y="3427"/>
                    <a:pt x="8728" y="3018"/>
                    <a:pt x="8822" y="2608"/>
                  </a:cubicBezTo>
                  <a:cubicBezTo>
                    <a:pt x="8854" y="2387"/>
                    <a:pt x="8728" y="2198"/>
                    <a:pt x="8570" y="2167"/>
                  </a:cubicBezTo>
                  <a:cubicBezTo>
                    <a:pt x="8351" y="2099"/>
                    <a:pt x="8122" y="2068"/>
                    <a:pt x="7889" y="2068"/>
                  </a:cubicBezTo>
                  <a:cubicBezTo>
                    <a:pt x="7688" y="2068"/>
                    <a:pt x="7483" y="2092"/>
                    <a:pt x="7278" y="2135"/>
                  </a:cubicBezTo>
                  <a:cubicBezTo>
                    <a:pt x="7373" y="1694"/>
                    <a:pt x="7373" y="1253"/>
                    <a:pt x="7247" y="875"/>
                  </a:cubicBezTo>
                  <a:cubicBezTo>
                    <a:pt x="7223" y="705"/>
                    <a:pt x="7086" y="591"/>
                    <a:pt x="6938" y="591"/>
                  </a:cubicBezTo>
                  <a:cubicBezTo>
                    <a:pt x="6894" y="591"/>
                    <a:pt x="6849" y="602"/>
                    <a:pt x="6806" y="623"/>
                  </a:cubicBezTo>
                  <a:cubicBezTo>
                    <a:pt x="6365" y="749"/>
                    <a:pt x="6018" y="938"/>
                    <a:pt x="5672" y="1222"/>
                  </a:cubicBezTo>
                  <a:cubicBezTo>
                    <a:pt x="5546" y="812"/>
                    <a:pt x="5325" y="434"/>
                    <a:pt x="5010" y="119"/>
                  </a:cubicBezTo>
                  <a:cubicBezTo>
                    <a:pt x="4931" y="40"/>
                    <a:pt x="4837" y="1"/>
                    <a:pt x="47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85"/>
            <p:cNvSpPr/>
            <p:nvPr/>
          </p:nvSpPr>
          <p:spPr>
            <a:xfrm>
              <a:off x="-16018450" y="4253550"/>
              <a:ext cx="129200" cy="108700"/>
            </a:xfrm>
            <a:custGeom>
              <a:avLst/>
              <a:gdLst/>
              <a:ahLst/>
              <a:cxnLst/>
              <a:rect l="l" t="t" r="r" b="b"/>
              <a:pathLst>
                <a:path w="5168" h="4348" extrusionOk="0">
                  <a:moveTo>
                    <a:pt x="1009" y="0"/>
                  </a:moveTo>
                  <a:cubicBezTo>
                    <a:pt x="410" y="693"/>
                    <a:pt x="1" y="1607"/>
                    <a:pt x="1" y="2615"/>
                  </a:cubicBezTo>
                  <a:lnTo>
                    <a:pt x="1" y="4001"/>
                  </a:lnTo>
                  <a:lnTo>
                    <a:pt x="32" y="4001"/>
                  </a:lnTo>
                  <a:cubicBezTo>
                    <a:pt x="32" y="4190"/>
                    <a:pt x="190" y="4348"/>
                    <a:pt x="410" y="4348"/>
                  </a:cubicBezTo>
                  <a:lnTo>
                    <a:pt x="1796" y="4348"/>
                  </a:lnTo>
                  <a:cubicBezTo>
                    <a:pt x="3214" y="4348"/>
                    <a:pt x="4443" y="3560"/>
                    <a:pt x="5167" y="2426"/>
                  </a:cubicBezTo>
                  <a:cubicBezTo>
                    <a:pt x="4915" y="2237"/>
                    <a:pt x="4411" y="1733"/>
                    <a:pt x="4159" y="1355"/>
                  </a:cubicBezTo>
                  <a:cubicBezTo>
                    <a:pt x="3750" y="1576"/>
                    <a:pt x="3309" y="1670"/>
                    <a:pt x="2836" y="1796"/>
                  </a:cubicBezTo>
                  <a:cubicBezTo>
                    <a:pt x="2805" y="1801"/>
                    <a:pt x="2774" y="1804"/>
                    <a:pt x="2743" y="1804"/>
                  </a:cubicBezTo>
                  <a:cubicBezTo>
                    <a:pt x="2580" y="1804"/>
                    <a:pt x="2421" y="1734"/>
                    <a:pt x="2395" y="1576"/>
                  </a:cubicBezTo>
                  <a:cubicBezTo>
                    <a:pt x="2269" y="1040"/>
                    <a:pt x="2111" y="662"/>
                    <a:pt x="2080" y="189"/>
                  </a:cubicBezTo>
                  <a:cubicBezTo>
                    <a:pt x="1702" y="158"/>
                    <a:pt x="1418" y="63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85"/>
            <p:cNvSpPr/>
            <p:nvPr/>
          </p:nvSpPr>
          <p:spPr>
            <a:xfrm>
              <a:off x="-15876675" y="4254325"/>
              <a:ext cx="107925" cy="90600"/>
            </a:xfrm>
            <a:custGeom>
              <a:avLst/>
              <a:gdLst/>
              <a:ahLst/>
              <a:cxnLst/>
              <a:rect l="l" t="t" r="r" b="b"/>
              <a:pathLst>
                <a:path w="4317" h="3624" extrusionOk="0">
                  <a:moveTo>
                    <a:pt x="3750" y="1"/>
                  </a:moveTo>
                  <a:cubicBezTo>
                    <a:pt x="3466" y="64"/>
                    <a:pt x="3277" y="127"/>
                    <a:pt x="2993" y="127"/>
                  </a:cubicBezTo>
                  <a:cubicBezTo>
                    <a:pt x="2962" y="599"/>
                    <a:pt x="2836" y="977"/>
                    <a:pt x="2678" y="1482"/>
                  </a:cubicBezTo>
                  <a:cubicBezTo>
                    <a:pt x="2653" y="1657"/>
                    <a:pt x="2509" y="1753"/>
                    <a:pt x="2355" y="1753"/>
                  </a:cubicBezTo>
                  <a:cubicBezTo>
                    <a:pt x="2316" y="1753"/>
                    <a:pt x="2276" y="1746"/>
                    <a:pt x="2237" y="1734"/>
                  </a:cubicBezTo>
                  <a:cubicBezTo>
                    <a:pt x="1733" y="1608"/>
                    <a:pt x="1292" y="1482"/>
                    <a:pt x="914" y="1292"/>
                  </a:cubicBezTo>
                  <a:cubicBezTo>
                    <a:pt x="631" y="1702"/>
                    <a:pt x="347" y="1923"/>
                    <a:pt x="1" y="2269"/>
                  </a:cubicBezTo>
                  <a:cubicBezTo>
                    <a:pt x="599" y="3057"/>
                    <a:pt x="1481" y="3592"/>
                    <a:pt x="2552" y="3592"/>
                  </a:cubicBezTo>
                  <a:lnTo>
                    <a:pt x="3970" y="3592"/>
                  </a:lnTo>
                  <a:lnTo>
                    <a:pt x="3970" y="3624"/>
                  </a:lnTo>
                  <a:cubicBezTo>
                    <a:pt x="4159" y="3624"/>
                    <a:pt x="4317" y="3466"/>
                    <a:pt x="4317" y="3277"/>
                  </a:cubicBezTo>
                  <a:lnTo>
                    <a:pt x="4317" y="1860"/>
                  </a:lnTo>
                  <a:cubicBezTo>
                    <a:pt x="4317" y="1166"/>
                    <a:pt x="4096" y="536"/>
                    <a:pt x="3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2" name="Google Shape;8502;p85"/>
          <p:cNvSpPr/>
          <p:nvPr/>
        </p:nvSpPr>
        <p:spPr>
          <a:xfrm>
            <a:off x="6274865" y="3343157"/>
            <a:ext cx="449288" cy="448143"/>
          </a:xfrm>
          <a:custGeom>
            <a:avLst/>
            <a:gdLst/>
            <a:ahLst/>
            <a:cxnLst/>
            <a:rect l="l" t="t" r="r" b="b"/>
            <a:pathLst>
              <a:path w="12161" h="12130" extrusionOk="0">
                <a:moveTo>
                  <a:pt x="3245" y="0"/>
                </a:moveTo>
                <a:cubicBezTo>
                  <a:pt x="3245" y="0"/>
                  <a:pt x="2174" y="820"/>
                  <a:pt x="2174" y="1765"/>
                </a:cubicBezTo>
                <a:cubicBezTo>
                  <a:pt x="2174" y="2363"/>
                  <a:pt x="2552" y="2930"/>
                  <a:pt x="2867" y="3245"/>
                </a:cubicBezTo>
                <a:lnTo>
                  <a:pt x="2867" y="4254"/>
                </a:lnTo>
                <a:cubicBezTo>
                  <a:pt x="2867" y="3466"/>
                  <a:pt x="2237" y="2836"/>
                  <a:pt x="1449" y="2836"/>
                </a:cubicBezTo>
                <a:lnTo>
                  <a:pt x="756" y="2836"/>
                </a:lnTo>
                <a:lnTo>
                  <a:pt x="756" y="3560"/>
                </a:lnTo>
                <a:cubicBezTo>
                  <a:pt x="756" y="4348"/>
                  <a:pt x="1386" y="4978"/>
                  <a:pt x="2174" y="4978"/>
                </a:cubicBezTo>
                <a:lnTo>
                  <a:pt x="2867" y="4978"/>
                </a:lnTo>
                <a:lnTo>
                  <a:pt x="2867" y="6742"/>
                </a:lnTo>
                <a:cubicBezTo>
                  <a:pt x="2867" y="5955"/>
                  <a:pt x="2237" y="5325"/>
                  <a:pt x="1449" y="5325"/>
                </a:cubicBezTo>
                <a:lnTo>
                  <a:pt x="756" y="5325"/>
                </a:lnTo>
                <a:lnTo>
                  <a:pt x="756" y="6018"/>
                </a:lnTo>
                <a:cubicBezTo>
                  <a:pt x="756" y="6805"/>
                  <a:pt x="1386" y="7467"/>
                  <a:pt x="2174" y="7467"/>
                </a:cubicBezTo>
                <a:lnTo>
                  <a:pt x="2867" y="7467"/>
                </a:lnTo>
                <a:lnTo>
                  <a:pt x="2867" y="9263"/>
                </a:lnTo>
                <a:cubicBezTo>
                  <a:pt x="2867" y="8475"/>
                  <a:pt x="2237" y="7845"/>
                  <a:pt x="1449" y="7845"/>
                </a:cubicBezTo>
                <a:lnTo>
                  <a:pt x="756" y="7845"/>
                </a:lnTo>
                <a:lnTo>
                  <a:pt x="756" y="8570"/>
                </a:lnTo>
                <a:cubicBezTo>
                  <a:pt x="756" y="9357"/>
                  <a:pt x="1386" y="9987"/>
                  <a:pt x="2174" y="9987"/>
                </a:cubicBezTo>
                <a:lnTo>
                  <a:pt x="2867" y="9987"/>
                </a:lnTo>
                <a:lnTo>
                  <a:pt x="2867" y="11437"/>
                </a:lnTo>
                <a:lnTo>
                  <a:pt x="347" y="11437"/>
                </a:lnTo>
                <a:cubicBezTo>
                  <a:pt x="158" y="11437"/>
                  <a:pt x="0" y="11594"/>
                  <a:pt x="0" y="11783"/>
                </a:cubicBezTo>
                <a:cubicBezTo>
                  <a:pt x="0" y="11972"/>
                  <a:pt x="158" y="12130"/>
                  <a:pt x="347" y="12130"/>
                </a:cubicBezTo>
                <a:lnTo>
                  <a:pt x="11814" y="12130"/>
                </a:lnTo>
                <a:cubicBezTo>
                  <a:pt x="12004" y="12130"/>
                  <a:pt x="12161" y="11972"/>
                  <a:pt x="12161" y="11783"/>
                </a:cubicBezTo>
                <a:cubicBezTo>
                  <a:pt x="12161" y="11594"/>
                  <a:pt x="12004" y="11437"/>
                  <a:pt x="11814" y="11437"/>
                </a:cubicBezTo>
                <a:lnTo>
                  <a:pt x="9294" y="11437"/>
                </a:lnTo>
                <a:lnTo>
                  <a:pt x="9294" y="9987"/>
                </a:lnTo>
                <a:lnTo>
                  <a:pt x="10019" y="9987"/>
                </a:lnTo>
                <a:cubicBezTo>
                  <a:pt x="10806" y="9987"/>
                  <a:pt x="11436" y="9357"/>
                  <a:pt x="11436" y="8570"/>
                </a:cubicBezTo>
                <a:lnTo>
                  <a:pt x="11436" y="7845"/>
                </a:lnTo>
                <a:lnTo>
                  <a:pt x="10712" y="7845"/>
                </a:lnTo>
                <a:cubicBezTo>
                  <a:pt x="9924" y="7845"/>
                  <a:pt x="9294" y="8475"/>
                  <a:pt x="9294" y="9263"/>
                </a:cubicBezTo>
                <a:lnTo>
                  <a:pt x="9294" y="7467"/>
                </a:lnTo>
                <a:lnTo>
                  <a:pt x="10019" y="7467"/>
                </a:lnTo>
                <a:cubicBezTo>
                  <a:pt x="10806" y="7467"/>
                  <a:pt x="11436" y="6805"/>
                  <a:pt x="11436" y="6018"/>
                </a:cubicBezTo>
                <a:lnTo>
                  <a:pt x="11436" y="5325"/>
                </a:lnTo>
                <a:lnTo>
                  <a:pt x="10712" y="5325"/>
                </a:lnTo>
                <a:cubicBezTo>
                  <a:pt x="9924" y="5325"/>
                  <a:pt x="9294" y="5955"/>
                  <a:pt x="9294" y="6742"/>
                </a:cubicBezTo>
                <a:lnTo>
                  <a:pt x="9294" y="4978"/>
                </a:lnTo>
                <a:lnTo>
                  <a:pt x="10019" y="4978"/>
                </a:lnTo>
                <a:cubicBezTo>
                  <a:pt x="10806" y="4978"/>
                  <a:pt x="11436" y="4348"/>
                  <a:pt x="11436" y="3560"/>
                </a:cubicBezTo>
                <a:lnTo>
                  <a:pt x="11436" y="2836"/>
                </a:lnTo>
                <a:lnTo>
                  <a:pt x="10712" y="2836"/>
                </a:lnTo>
                <a:cubicBezTo>
                  <a:pt x="9924" y="2836"/>
                  <a:pt x="9294" y="3466"/>
                  <a:pt x="9294" y="4254"/>
                </a:cubicBezTo>
                <a:lnTo>
                  <a:pt x="9294" y="3245"/>
                </a:lnTo>
                <a:cubicBezTo>
                  <a:pt x="9609" y="2930"/>
                  <a:pt x="10019" y="2363"/>
                  <a:pt x="10019" y="1765"/>
                </a:cubicBezTo>
                <a:cubicBezTo>
                  <a:pt x="10019" y="788"/>
                  <a:pt x="8948" y="0"/>
                  <a:pt x="8948" y="0"/>
                </a:cubicBezTo>
                <a:cubicBezTo>
                  <a:pt x="8948" y="0"/>
                  <a:pt x="7876" y="820"/>
                  <a:pt x="7876" y="1765"/>
                </a:cubicBezTo>
                <a:cubicBezTo>
                  <a:pt x="7876" y="2363"/>
                  <a:pt x="8286" y="2930"/>
                  <a:pt x="8601" y="3245"/>
                </a:cubicBezTo>
                <a:lnTo>
                  <a:pt x="8601" y="4254"/>
                </a:lnTo>
                <a:cubicBezTo>
                  <a:pt x="8601" y="3466"/>
                  <a:pt x="7971" y="2836"/>
                  <a:pt x="7183" y="2836"/>
                </a:cubicBezTo>
                <a:lnTo>
                  <a:pt x="6459" y="2836"/>
                </a:lnTo>
                <a:lnTo>
                  <a:pt x="6459" y="3560"/>
                </a:lnTo>
                <a:cubicBezTo>
                  <a:pt x="6459" y="4348"/>
                  <a:pt x="7089" y="4978"/>
                  <a:pt x="7876" y="4978"/>
                </a:cubicBezTo>
                <a:lnTo>
                  <a:pt x="8601" y="4978"/>
                </a:lnTo>
                <a:lnTo>
                  <a:pt x="8601" y="6742"/>
                </a:lnTo>
                <a:cubicBezTo>
                  <a:pt x="8601" y="5955"/>
                  <a:pt x="7971" y="5325"/>
                  <a:pt x="7183" y="5325"/>
                </a:cubicBezTo>
                <a:lnTo>
                  <a:pt x="6459" y="5325"/>
                </a:lnTo>
                <a:lnTo>
                  <a:pt x="6459" y="6018"/>
                </a:lnTo>
                <a:cubicBezTo>
                  <a:pt x="6459" y="6805"/>
                  <a:pt x="7089" y="7467"/>
                  <a:pt x="7876" y="7467"/>
                </a:cubicBezTo>
                <a:lnTo>
                  <a:pt x="8601" y="7467"/>
                </a:lnTo>
                <a:lnTo>
                  <a:pt x="8601" y="9263"/>
                </a:lnTo>
                <a:cubicBezTo>
                  <a:pt x="8601" y="8475"/>
                  <a:pt x="7971" y="7845"/>
                  <a:pt x="7183" y="7845"/>
                </a:cubicBezTo>
                <a:lnTo>
                  <a:pt x="6459" y="7845"/>
                </a:lnTo>
                <a:lnTo>
                  <a:pt x="6459" y="8570"/>
                </a:lnTo>
                <a:cubicBezTo>
                  <a:pt x="6459" y="9357"/>
                  <a:pt x="7089" y="9987"/>
                  <a:pt x="7876" y="9987"/>
                </a:cubicBezTo>
                <a:lnTo>
                  <a:pt x="8601" y="9987"/>
                </a:lnTo>
                <a:lnTo>
                  <a:pt x="8601" y="11437"/>
                </a:lnTo>
                <a:lnTo>
                  <a:pt x="3592" y="11437"/>
                </a:lnTo>
                <a:lnTo>
                  <a:pt x="3592" y="9987"/>
                </a:lnTo>
                <a:lnTo>
                  <a:pt x="4285" y="9987"/>
                </a:lnTo>
                <a:cubicBezTo>
                  <a:pt x="5072" y="9987"/>
                  <a:pt x="5703" y="9357"/>
                  <a:pt x="5703" y="8570"/>
                </a:cubicBezTo>
                <a:lnTo>
                  <a:pt x="5703" y="7845"/>
                </a:lnTo>
                <a:lnTo>
                  <a:pt x="5009" y="7845"/>
                </a:lnTo>
                <a:cubicBezTo>
                  <a:pt x="4222" y="7845"/>
                  <a:pt x="3592" y="8475"/>
                  <a:pt x="3592" y="9263"/>
                </a:cubicBezTo>
                <a:lnTo>
                  <a:pt x="3592" y="7467"/>
                </a:lnTo>
                <a:lnTo>
                  <a:pt x="4285" y="7467"/>
                </a:lnTo>
                <a:cubicBezTo>
                  <a:pt x="5072" y="7467"/>
                  <a:pt x="5703" y="6805"/>
                  <a:pt x="5703" y="6018"/>
                </a:cubicBezTo>
                <a:lnTo>
                  <a:pt x="5703" y="5325"/>
                </a:lnTo>
                <a:lnTo>
                  <a:pt x="5009" y="5325"/>
                </a:lnTo>
                <a:cubicBezTo>
                  <a:pt x="4222" y="5325"/>
                  <a:pt x="3592" y="5955"/>
                  <a:pt x="3592" y="6742"/>
                </a:cubicBezTo>
                <a:lnTo>
                  <a:pt x="3592" y="4978"/>
                </a:lnTo>
                <a:lnTo>
                  <a:pt x="4285" y="4978"/>
                </a:lnTo>
                <a:cubicBezTo>
                  <a:pt x="5072" y="4978"/>
                  <a:pt x="5703" y="4348"/>
                  <a:pt x="5703" y="3560"/>
                </a:cubicBezTo>
                <a:lnTo>
                  <a:pt x="5703" y="2836"/>
                </a:lnTo>
                <a:lnTo>
                  <a:pt x="5009" y="2836"/>
                </a:lnTo>
                <a:cubicBezTo>
                  <a:pt x="4222" y="2836"/>
                  <a:pt x="3592" y="3466"/>
                  <a:pt x="3592" y="4254"/>
                </a:cubicBezTo>
                <a:lnTo>
                  <a:pt x="3592" y="3245"/>
                </a:lnTo>
                <a:cubicBezTo>
                  <a:pt x="3907" y="2930"/>
                  <a:pt x="4285" y="2363"/>
                  <a:pt x="4285" y="1765"/>
                </a:cubicBezTo>
                <a:cubicBezTo>
                  <a:pt x="4285" y="788"/>
                  <a:pt x="3245" y="0"/>
                  <a:pt x="324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7" name="Google Shape;8507;p86"/>
          <p:cNvSpPr txBox="1">
            <a:spLocks noGrp="1"/>
          </p:cNvSpPr>
          <p:nvPr>
            <p:ph type="title" idx="4294967295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SEO &amp; Marketing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08" name="Google Shape;8508;p86"/>
          <p:cNvGrpSpPr/>
          <p:nvPr/>
        </p:nvGrpSpPr>
        <p:grpSpPr>
          <a:xfrm>
            <a:off x="845901" y="1689241"/>
            <a:ext cx="442337" cy="419623"/>
            <a:chOff x="-6696925" y="3272575"/>
            <a:chExt cx="307200" cy="291425"/>
          </a:xfrm>
        </p:grpSpPr>
        <p:sp>
          <p:nvSpPr>
            <p:cNvPr id="8509" name="Google Shape;8509;p86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86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1" name="Google Shape;8511;p86"/>
          <p:cNvGrpSpPr/>
          <p:nvPr/>
        </p:nvGrpSpPr>
        <p:grpSpPr>
          <a:xfrm>
            <a:off x="845884" y="2204636"/>
            <a:ext cx="442373" cy="420775"/>
            <a:chOff x="-6690625" y="3631325"/>
            <a:chExt cx="307225" cy="292225"/>
          </a:xfrm>
        </p:grpSpPr>
        <p:sp>
          <p:nvSpPr>
            <p:cNvPr id="8512" name="Google Shape;8512;p86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86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86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86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86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7" name="Google Shape;8517;p86"/>
          <p:cNvGrpSpPr/>
          <p:nvPr/>
        </p:nvGrpSpPr>
        <p:grpSpPr>
          <a:xfrm>
            <a:off x="868005" y="2756972"/>
            <a:ext cx="421927" cy="419371"/>
            <a:chOff x="-6689825" y="3992050"/>
            <a:chExt cx="293025" cy="291250"/>
          </a:xfrm>
        </p:grpSpPr>
        <p:sp>
          <p:nvSpPr>
            <p:cNvPr id="8518" name="Google Shape;8518;p86"/>
            <p:cNvSpPr/>
            <p:nvPr/>
          </p:nvSpPr>
          <p:spPr>
            <a:xfrm>
              <a:off x="-6547275" y="3992050"/>
              <a:ext cx="30750" cy="65400"/>
            </a:xfrm>
            <a:custGeom>
              <a:avLst/>
              <a:gdLst/>
              <a:ahLst/>
              <a:cxnLst/>
              <a:rect l="l" t="t" r="r" b="b"/>
              <a:pathLst>
                <a:path w="1230" h="2616" extrusionOk="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86"/>
            <p:cNvSpPr/>
            <p:nvPr/>
          </p:nvSpPr>
          <p:spPr>
            <a:xfrm>
              <a:off x="-6547275" y="4143275"/>
              <a:ext cx="30750" cy="64600"/>
            </a:xfrm>
            <a:custGeom>
              <a:avLst/>
              <a:gdLst/>
              <a:ahLst/>
              <a:cxnLst/>
              <a:rect l="l" t="t" r="r" b="b"/>
              <a:pathLst>
                <a:path w="1230" h="2584" extrusionOk="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86"/>
            <p:cNvSpPr/>
            <p:nvPr/>
          </p:nvSpPr>
          <p:spPr>
            <a:xfrm>
              <a:off x="-6551200" y="4073975"/>
              <a:ext cx="34675" cy="51200"/>
            </a:xfrm>
            <a:custGeom>
              <a:avLst/>
              <a:gdLst/>
              <a:ahLst/>
              <a:cxnLst/>
              <a:rect l="l" t="t" r="r" b="b"/>
              <a:pathLst>
                <a:path w="1387" h="2048" extrusionOk="0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86"/>
            <p:cNvSpPr/>
            <p:nvPr/>
          </p:nvSpPr>
          <p:spPr>
            <a:xfrm>
              <a:off x="-6475600" y="3994425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86"/>
            <p:cNvSpPr/>
            <p:nvPr/>
          </p:nvSpPr>
          <p:spPr>
            <a:xfrm>
              <a:off x="-6449600" y="4073975"/>
              <a:ext cx="52800" cy="51200"/>
            </a:xfrm>
            <a:custGeom>
              <a:avLst/>
              <a:gdLst/>
              <a:ahLst/>
              <a:cxnLst/>
              <a:rect l="l" t="t" r="r" b="b"/>
              <a:pathLst>
                <a:path w="2112" h="2048" extrusionOk="0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86"/>
            <p:cNvSpPr/>
            <p:nvPr/>
          </p:nvSpPr>
          <p:spPr>
            <a:xfrm>
              <a:off x="-6500000" y="3992050"/>
              <a:ext cx="30725" cy="65400"/>
            </a:xfrm>
            <a:custGeom>
              <a:avLst/>
              <a:gdLst/>
              <a:ahLst/>
              <a:cxnLst/>
              <a:rect l="l" t="t" r="r" b="b"/>
              <a:pathLst>
                <a:path w="122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86"/>
            <p:cNvSpPr/>
            <p:nvPr/>
          </p:nvSpPr>
          <p:spPr>
            <a:xfrm>
              <a:off x="-6500000" y="4143275"/>
              <a:ext cx="30725" cy="64600"/>
            </a:xfrm>
            <a:custGeom>
              <a:avLst/>
              <a:gdLst/>
              <a:ahLst/>
              <a:cxnLst/>
              <a:rect l="l" t="t" r="r" b="b"/>
              <a:pathLst>
                <a:path w="1229" h="2584" extrusionOk="0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86"/>
            <p:cNvSpPr/>
            <p:nvPr/>
          </p:nvSpPr>
          <p:spPr>
            <a:xfrm>
              <a:off x="-6689825" y="4141700"/>
              <a:ext cx="149675" cy="141600"/>
            </a:xfrm>
            <a:custGeom>
              <a:avLst/>
              <a:gdLst/>
              <a:ahLst/>
              <a:cxnLst/>
              <a:rect l="l" t="t" r="r" b="b"/>
              <a:pathLst>
                <a:path w="5987" h="5664" extrusionOk="0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86"/>
            <p:cNvSpPr/>
            <p:nvPr/>
          </p:nvSpPr>
          <p:spPr>
            <a:xfrm>
              <a:off x="-6475600" y="4141700"/>
              <a:ext cx="70125" cy="64600"/>
            </a:xfrm>
            <a:custGeom>
              <a:avLst/>
              <a:gdLst/>
              <a:ahLst/>
              <a:cxnLst/>
              <a:rect l="l" t="t" r="r" b="b"/>
              <a:pathLst>
                <a:path w="2805" h="2584" extrusionOk="0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86"/>
            <p:cNvSpPr/>
            <p:nvPr/>
          </p:nvSpPr>
          <p:spPr>
            <a:xfrm>
              <a:off x="-6618950" y="4073975"/>
              <a:ext cx="52025" cy="51200"/>
            </a:xfrm>
            <a:custGeom>
              <a:avLst/>
              <a:gdLst/>
              <a:ahLst/>
              <a:cxnLst/>
              <a:rect l="l" t="t" r="r" b="b"/>
              <a:pathLst>
                <a:path w="2081" h="2048" extrusionOk="0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86"/>
            <p:cNvSpPr/>
            <p:nvPr/>
          </p:nvSpPr>
          <p:spPr>
            <a:xfrm>
              <a:off x="-6610275" y="3992850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86"/>
            <p:cNvSpPr/>
            <p:nvPr/>
          </p:nvSpPr>
          <p:spPr>
            <a:xfrm>
              <a:off x="-6500000" y="4073975"/>
              <a:ext cx="35450" cy="51200"/>
            </a:xfrm>
            <a:custGeom>
              <a:avLst/>
              <a:gdLst/>
              <a:ahLst/>
              <a:cxnLst/>
              <a:rect l="l" t="t" r="r" b="b"/>
              <a:pathLst>
                <a:path w="1418" h="2048" extrusionOk="0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30" name="Google Shape;8530;p86"/>
          <p:cNvSpPr/>
          <p:nvPr/>
        </p:nvSpPr>
        <p:spPr>
          <a:xfrm>
            <a:off x="3545854" y="1689199"/>
            <a:ext cx="434634" cy="419227"/>
          </a:xfrm>
          <a:custGeom>
            <a:avLst/>
            <a:gdLst/>
            <a:ahLst/>
            <a:cxnLst/>
            <a:rect l="l" t="t" r="r" b="b"/>
            <a:pathLst>
              <a:path w="12074" h="11646" extrusionOk="0">
                <a:moveTo>
                  <a:pt x="10001" y="2714"/>
                </a:moveTo>
                <a:cubicBezTo>
                  <a:pt x="10213" y="2714"/>
                  <a:pt x="10440" y="2904"/>
                  <a:pt x="10341" y="3182"/>
                </a:cubicBezTo>
                <a:lnTo>
                  <a:pt x="9332" y="5923"/>
                </a:lnTo>
                <a:cubicBezTo>
                  <a:pt x="9269" y="6065"/>
                  <a:pt x="9143" y="6136"/>
                  <a:pt x="9017" y="6136"/>
                </a:cubicBezTo>
                <a:cubicBezTo>
                  <a:pt x="8891" y="6136"/>
                  <a:pt x="8765" y="6065"/>
                  <a:pt x="8702" y="5923"/>
                </a:cubicBezTo>
                <a:lnTo>
                  <a:pt x="7978" y="4033"/>
                </a:lnTo>
                <a:lnTo>
                  <a:pt x="7285" y="5923"/>
                </a:lnTo>
                <a:cubicBezTo>
                  <a:pt x="7222" y="6065"/>
                  <a:pt x="7080" y="6136"/>
                  <a:pt x="6946" y="6136"/>
                </a:cubicBezTo>
                <a:cubicBezTo>
                  <a:pt x="6812" y="6136"/>
                  <a:pt x="6686" y="6065"/>
                  <a:pt x="6655" y="5923"/>
                </a:cubicBezTo>
                <a:lnTo>
                  <a:pt x="5615" y="3182"/>
                </a:lnTo>
                <a:cubicBezTo>
                  <a:pt x="5516" y="2904"/>
                  <a:pt x="5729" y="2714"/>
                  <a:pt x="5941" y="2714"/>
                </a:cubicBezTo>
                <a:cubicBezTo>
                  <a:pt x="6064" y="2714"/>
                  <a:pt x="6187" y="2779"/>
                  <a:pt x="6245" y="2930"/>
                </a:cubicBezTo>
                <a:lnTo>
                  <a:pt x="6970" y="4820"/>
                </a:lnTo>
                <a:lnTo>
                  <a:pt x="7663" y="2930"/>
                </a:lnTo>
                <a:cubicBezTo>
                  <a:pt x="7726" y="2804"/>
                  <a:pt x="7867" y="2741"/>
                  <a:pt x="8001" y="2741"/>
                </a:cubicBezTo>
                <a:cubicBezTo>
                  <a:pt x="8135" y="2741"/>
                  <a:pt x="8261" y="2804"/>
                  <a:pt x="8293" y="2930"/>
                </a:cubicBezTo>
                <a:lnTo>
                  <a:pt x="9017" y="4820"/>
                </a:lnTo>
                <a:lnTo>
                  <a:pt x="9711" y="2930"/>
                </a:lnTo>
                <a:cubicBezTo>
                  <a:pt x="9757" y="2779"/>
                  <a:pt x="9877" y="2714"/>
                  <a:pt x="10001" y="2714"/>
                </a:cubicBezTo>
                <a:close/>
                <a:moveTo>
                  <a:pt x="7946" y="0"/>
                </a:moveTo>
                <a:cubicBezTo>
                  <a:pt x="5678" y="0"/>
                  <a:pt x="3851" y="1827"/>
                  <a:pt x="3851" y="4096"/>
                </a:cubicBezTo>
                <a:cubicBezTo>
                  <a:pt x="3851" y="5104"/>
                  <a:pt x="4197" y="6018"/>
                  <a:pt x="4827" y="6711"/>
                </a:cubicBezTo>
                <a:lnTo>
                  <a:pt x="4134" y="7435"/>
                </a:lnTo>
                <a:cubicBezTo>
                  <a:pt x="3981" y="7364"/>
                  <a:pt x="3827" y="7329"/>
                  <a:pt x="3678" y="7329"/>
                </a:cubicBezTo>
                <a:cubicBezTo>
                  <a:pt x="3431" y="7329"/>
                  <a:pt x="3197" y="7427"/>
                  <a:pt x="3000" y="7624"/>
                </a:cubicBezTo>
                <a:lnTo>
                  <a:pt x="732" y="9861"/>
                </a:lnTo>
                <a:cubicBezTo>
                  <a:pt x="0" y="10593"/>
                  <a:pt x="722" y="11645"/>
                  <a:pt x="1524" y="11645"/>
                </a:cubicBezTo>
                <a:cubicBezTo>
                  <a:pt x="1758" y="11645"/>
                  <a:pt x="1999" y="11555"/>
                  <a:pt x="2212" y="11342"/>
                </a:cubicBezTo>
                <a:lnTo>
                  <a:pt x="4449" y="9074"/>
                </a:lnTo>
                <a:cubicBezTo>
                  <a:pt x="4764" y="8759"/>
                  <a:pt x="4796" y="8286"/>
                  <a:pt x="4638" y="7939"/>
                </a:cubicBezTo>
                <a:lnTo>
                  <a:pt x="5363" y="7246"/>
                </a:lnTo>
                <a:cubicBezTo>
                  <a:pt x="6056" y="7813"/>
                  <a:pt x="7001" y="8223"/>
                  <a:pt x="7978" y="8223"/>
                </a:cubicBezTo>
                <a:cubicBezTo>
                  <a:pt x="10278" y="8223"/>
                  <a:pt x="12073" y="6364"/>
                  <a:pt x="12073" y="4127"/>
                </a:cubicBezTo>
                <a:cubicBezTo>
                  <a:pt x="12073" y="1796"/>
                  <a:pt x="10246" y="0"/>
                  <a:pt x="794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31" name="Google Shape;8531;p86"/>
          <p:cNvGrpSpPr/>
          <p:nvPr/>
        </p:nvGrpSpPr>
        <p:grpSpPr>
          <a:xfrm>
            <a:off x="3551317" y="2205192"/>
            <a:ext cx="423043" cy="419659"/>
            <a:chOff x="-4837325" y="3612425"/>
            <a:chExt cx="293800" cy="291450"/>
          </a:xfrm>
        </p:grpSpPr>
        <p:sp>
          <p:nvSpPr>
            <p:cNvPr id="8532" name="Google Shape;8532;p86"/>
            <p:cNvSpPr/>
            <p:nvPr/>
          </p:nvSpPr>
          <p:spPr>
            <a:xfrm>
              <a:off x="-4836550" y="3612425"/>
              <a:ext cx="293025" cy="170925"/>
            </a:xfrm>
            <a:custGeom>
              <a:avLst/>
              <a:gdLst/>
              <a:ahLst/>
              <a:cxnLst/>
              <a:rect l="l" t="t" r="r" b="b"/>
              <a:pathLst>
                <a:path w="11721" h="6837" extrusionOk="0">
                  <a:moveTo>
                    <a:pt x="6837" y="2017"/>
                  </a:moveTo>
                  <a:lnTo>
                    <a:pt x="6837" y="2741"/>
                  </a:lnTo>
                  <a:lnTo>
                    <a:pt x="4789" y="2741"/>
                  </a:lnTo>
                  <a:lnTo>
                    <a:pt x="4789" y="2017"/>
                  </a:lnTo>
                  <a:close/>
                  <a:moveTo>
                    <a:pt x="4411" y="0"/>
                  </a:moveTo>
                  <a:cubicBezTo>
                    <a:pt x="3466" y="0"/>
                    <a:pt x="2741" y="725"/>
                    <a:pt x="2741" y="1702"/>
                  </a:cubicBezTo>
                  <a:lnTo>
                    <a:pt x="2741" y="2741"/>
                  </a:lnTo>
                  <a:lnTo>
                    <a:pt x="1166" y="2741"/>
                  </a:lnTo>
                  <a:cubicBezTo>
                    <a:pt x="536" y="2741"/>
                    <a:pt x="1" y="3277"/>
                    <a:pt x="1" y="3875"/>
                  </a:cubicBezTo>
                  <a:lnTo>
                    <a:pt x="1" y="4254"/>
                  </a:lnTo>
                  <a:cubicBezTo>
                    <a:pt x="1513" y="5860"/>
                    <a:pt x="3592" y="6837"/>
                    <a:pt x="5829" y="6837"/>
                  </a:cubicBezTo>
                  <a:cubicBezTo>
                    <a:pt x="8097" y="6837"/>
                    <a:pt x="10208" y="5892"/>
                    <a:pt x="11720" y="4254"/>
                  </a:cubicBezTo>
                  <a:lnTo>
                    <a:pt x="11720" y="3718"/>
                  </a:lnTo>
                  <a:cubicBezTo>
                    <a:pt x="11657" y="3214"/>
                    <a:pt x="11185" y="2741"/>
                    <a:pt x="10649" y="2741"/>
                  </a:cubicBezTo>
                  <a:lnTo>
                    <a:pt x="8885" y="2741"/>
                  </a:lnTo>
                  <a:lnTo>
                    <a:pt x="8885" y="1702"/>
                  </a:lnTo>
                  <a:cubicBezTo>
                    <a:pt x="8885" y="756"/>
                    <a:pt x="8129" y="0"/>
                    <a:pt x="718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86"/>
            <p:cNvSpPr/>
            <p:nvPr/>
          </p:nvSpPr>
          <p:spPr>
            <a:xfrm>
              <a:off x="-4837325" y="3743950"/>
              <a:ext cx="291425" cy="159925"/>
            </a:xfrm>
            <a:custGeom>
              <a:avLst/>
              <a:gdLst/>
              <a:ahLst/>
              <a:cxnLst/>
              <a:rect l="l" t="t" r="r" b="b"/>
              <a:pathLst>
                <a:path w="11657" h="6397" extrusionOk="0">
                  <a:moveTo>
                    <a:pt x="11657" y="1"/>
                  </a:moveTo>
                  <a:cubicBezTo>
                    <a:pt x="10523" y="1072"/>
                    <a:pt x="9073" y="1828"/>
                    <a:pt x="7530" y="2143"/>
                  </a:cubicBezTo>
                  <a:lnTo>
                    <a:pt x="7530" y="2647"/>
                  </a:lnTo>
                  <a:cubicBezTo>
                    <a:pt x="7530" y="3214"/>
                    <a:pt x="7057" y="3687"/>
                    <a:pt x="6490" y="3687"/>
                  </a:cubicBezTo>
                  <a:lnTo>
                    <a:pt x="5135" y="3687"/>
                  </a:lnTo>
                  <a:cubicBezTo>
                    <a:pt x="4568" y="3687"/>
                    <a:pt x="4096" y="3214"/>
                    <a:pt x="4096" y="2647"/>
                  </a:cubicBezTo>
                  <a:lnTo>
                    <a:pt x="4096" y="2143"/>
                  </a:lnTo>
                  <a:cubicBezTo>
                    <a:pt x="2552" y="1828"/>
                    <a:pt x="1134" y="1103"/>
                    <a:pt x="0" y="64"/>
                  </a:cubicBezTo>
                  <a:lnTo>
                    <a:pt x="0" y="4695"/>
                  </a:lnTo>
                  <a:cubicBezTo>
                    <a:pt x="0" y="5640"/>
                    <a:pt x="756" y="6396"/>
                    <a:pt x="1701" y="6396"/>
                  </a:cubicBezTo>
                  <a:lnTo>
                    <a:pt x="9956" y="6396"/>
                  </a:lnTo>
                  <a:cubicBezTo>
                    <a:pt x="10901" y="6396"/>
                    <a:pt x="11657" y="5640"/>
                    <a:pt x="11657" y="4695"/>
                  </a:cubicBezTo>
                  <a:lnTo>
                    <a:pt x="1165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86"/>
            <p:cNvSpPr/>
            <p:nvPr/>
          </p:nvSpPr>
          <p:spPr>
            <a:xfrm>
              <a:off x="-4716825" y="3799075"/>
              <a:ext cx="51225" cy="18950"/>
            </a:xfrm>
            <a:custGeom>
              <a:avLst/>
              <a:gdLst/>
              <a:ahLst/>
              <a:cxnLst/>
              <a:rect l="l" t="t" r="r" b="b"/>
              <a:pathLst>
                <a:path w="2049" h="758" extrusionOk="0">
                  <a:moveTo>
                    <a:pt x="0" y="1"/>
                  </a:moveTo>
                  <a:lnTo>
                    <a:pt x="0" y="411"/>
                  </a:lnTo>
                  <a:cubicBezTo>
                    <a:pt x="0" y="600"/>
                    <a:pt x="158" y="757"/>
                    <a:pt x="347" y="757"/>
                  </a:cubicBezTo>
                  <a:lnTo>
                    <a:pt x="1670" y="757"/>
                  </a:lnTo>
                  <a:cubicBezTo>
                    <a:pt x="1891" y="757"/>
                    <a:pt x="2048" y="600"/>
                    <a:pt x="2048" y="411"/>
                  </a:cubicBezTo>
                  <a:lnTo>
                    <a:pt x="2048" y="1"/>
                  </a:lnTo>
                  <a:cubicBezTo>
                    <a:pt x="1686" y="48"/>
                    <a:pt x="1347" y="72"/>
                    <a:pt x="1012" y="72"/>
                  </a:cubicBezTo>
                  <a:cubicBezTo>
                    <a:pt x="678" y="72"/>
                    <a:pt x="347" y="48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5" name="Google Shape;8535;p86"/>
          <p:cNvGrpSpPr/>
          <p:nvPr/>
        </p:nvGrpSpPr>
        <p:grpSpPr>
          <a:xfrm>
            <a:off x="3564349" y="2756826"/>
            <a:ext cx="420775" cy="419659"/>
            <a:chOff x="-4837325" y="3971575"/>
            <a:chExt cx="292225" cy="291450"/>
          </a:xfrm>
        </p:grpSpPr>
        <p:sp>
          <p:nvSpPr>
            <p:cNvPr id="8536" name="Google Shape;8536;p86"/>
            <p:cNvSpPr/>
            <p:nvPr/>
          </p:nvSpPr>
          <p:spPr>
            <a:xfrm>
              <a:off x="-4734150" y="407397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701" y="725"/>
                  </a:moveTo>
                  <a:cubicBezTo>
                    <a:pt x="2269" y="725"/>
                    <a:pt x="2773" y="1197"/>
                    <a:pt x="2773" y="1733"/>
                  </a:cubicBezTo>
                  <a:cubicBezTo>
                    <a:pt x="2773" y="2300"/>
                    <a:pt x="2300" y="2804"/>
                    <a:pt x="1733" y="2804"/>
                  </a:cubicBezTo>
                  <a:cubicBezTo>
                    <a:pt x="1197" y="2804"/>
                    <a:pt x="693" y="2300"/>
                    <a:pt x="693" y="1733"/>
                  </a:cubicBezTo>
                  <a:cubicBezTo>
                    <a:pt x="693" y="1197"/>
                    <a:pt x="1166" y="725"/>
                    <a:pt x="1701" y="725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56"/>
                    <a:pt x="0" y="1701"/>
                  </a:cubicBezTo>
                  <a:cubicBezTo>
                    <a:pt x="0" y="2647"/>
                    <a:pt x="851" y="3466"/>
                    <a:pt x="1796" y="3466"/>
                  </a:cubicBezTo>
                  <a:cubicBezTo>
                    <a:pt x="2741" y="3466"/>
                    <a:pt x="3466" y="2647"/>
                    <a:pt x="3466" y="1701"/>
                  </a:cubicBezTo>
                  <a:cubicBezTo>
                    <a:pt x="3434" y="756"/>
                    <a:pt x="2647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86"/>
            <p:cNvSpPr/>
            <p:nvPr/>
          </p:nvSpPr>
          <p:spPr>
            <a:xfrm>
              <a:off x="-4700300" y="4108625"/>
              <a:ext cx="18950" cy="17350"/>
            </a:xfrm>
            <a:custGeom>
              <a:avLst/>
              <a:gdLst/>
              <a:ahLst/>
              <a:cxnLst/>
              <a:rect l="l" t="t" r="r" b="b"/>
              <a:pathLst>
                <a:path w="75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757" y="536"/>
                    <a:pt x="757" y="347"/>
                  </a:cubicBezTo>
                  <a:cubicBezTo>
                    <a:pt x="757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86"/>
            <p:cNvSpPr/>
            <p:nvPr/>
          </p:nvSpPr>
          <p:spPr>
            <a:xfrm>
              <a:off x="-4748325" y="3971575"/>
              <a:ext cx="203225" cy="204025"/>
            </a:xfrm>
            <a:custGeom>
              <a:avLst/>
              <a:gdLst/>
              <a:ahLst/>
              <a:cxnLst/>
              <a:rect l="l" t="t" r="r" b="b"/>
              <a:pathLst>
                <a:path w="8129" h="8161" extrusionOk="0">
                  <a:moveTo>
                    <a:pt x="2268" y="1"/>
                  </a:moveTo>
                  <a:cubicBezTo>
                    <a:pt x="1449" y="1"/>
                    <a:pt x="693" y="158"/>
                    <a:pt x="0" y="473"/>
                  </a:cubicBezTo>
                  <a:lnTo>
                    <a:pt x="1512" y="3561"/>
                  </a:lnTo>
                  <a:cubicBezTo>
                    <a:pt x="1764" y="3466"/>
                    <a:pt x="1985" y="3435"/>
                    <a:pt x="2268" y="3435"/>
                  </a:cubicBezTo>
                  <a:cubicBezTo>
                    <a:pt x="3623" y="3435"/>
                    <a:pt x="4726" y="4506"/>
                    <a:pt x="4726" y="5829"/>
                  </a:cubicBezTo>
                  <a:cubicBezTo>
                    <a:pt x="4726" y="6112"/>
                    <a:pt x="4663" y="6396"/>
                    <a:pt x="4600" y="6617"/>
                  </a:cubicBezTo>
                  <a:lnTo>
                    <a:pt x="7656" y="8160"/>
                  </a:lnTo>
                  <a:cubicBezTo>
                    <a:pt x="7971" y="7436"/>
                    <a:pt x="8128" y="6617"/>
                    <a:pt x="8128" y="5829"/>
                  </a:cubicBezTo>
                  <a:cubicBezTo>
                    <a:pt x="8128" y="2647"/>
                    <a:pt x="5513" y="1"/>
                    <a:pt x="22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86"/>
            <p:cNvSpPr/>
            <p:nvPr/>
          </p:nvSpPr>
          <p:spPr>
            <a:xfrm>
              <a:off x="-4656175" y="4151950"/>
              <a:ext cx="91375" cy="9137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599" y="0"/>
                  </a:moveTo>
                  <a:cubicBezTo>
                    <a:pt x="441" y="221"/>
                    <a:pt x="252" y="441"/>
                    <a:pt x="0" y="599"/>
                  </a:cubicBezTo>
                  <a:lnTo>
                    <a:pt x="1544" y="3655"/>
                  </a:lnTo>
                  <a:cubicBezTo>
                    <a:pt x="2395" y="3151"/>
                    <a:pt x="3151" y="2395"/>
                    <a:pt x="3655" y="1544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86"/>
            <p:cNvSpPr/>
            <p:nvPr/>
          </p:nvSpPr>
          <p:spPr>
            <a:xfrm>
              <a:off x="-4817650" y="3991275"/>
              <a:ext cx="91400" cy="9137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2143" y="0"/>
                  </a:moveTo>
                  <a:cubicBezTo>
                    <a:pt x="1261" y="504"/>
                    <a:pt x="536" y="1260"/>
                    <a:pt x="1" y="2111"/>
                  </a:cubicBezTo>
                  <a:lnTo>
                    <a:pt x="3088" y="3655"/>
                  </a:lnTo>
                  <a:cubicBezTo>
                    <a:pt x="3246" y="3434"/>
                    <a:pt x="3435" y="3214"/>
                    <a:pt x="3655" y="3088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86"/>
            <p:cNvSpPr/>
            <p:nvPr/>
          </p:nvSpPr>
          <p:spPr>
            <a:xfrm>
              <a:off x="-4837325" y="4059000"/>
              <a:ext cx="204000" cy="204025"/>
            </a:xfrm>
            <a:custGeom>
              <a:avLst/>
              <a:gdLst/>
              <a:ahLst/>
              <a:cxnLst/>
              <a:rect l="l" t="t" r="r" b="b"/>
              <a:pathLst>
                <a:path w="8160" h="8161" extrusionOk="0">
                  <a:moveTo>
                    <a:pt x="473" y="1"/>
                  </a:moveTo>
                  <a:cubicBezTo>
                    <a:pt x="158" y="725"/>
                    <a:pt x="0" y="1513"/>
                    <a:pt x="0" y="2300"/>
                  </a:cubicBezTo>
                  <a:cubicBezTo>
                    <a:pt x="0" y="5482"/>
                    <a:pt x="2615" y="8160"/>
                    <a:pt x="5828" y="8160"/>
                  </a:cubicBezTo>
                  <a:cubicBezTo>
                    <a:pt x="6648" y="8160"/>
                    <a:pt x="7435" y="8003"/>
                    <a:pt x="8160" y="7688"/>
                  </a:cubicBezTo>
                  <a:lnTo>
                    <a:pt x="6616" y="4632"/>
                  </a:lnTo>
                  <a:cubicBezTo>
                    <a:pt x="6396" y="4695"/>
                    <a:pt x="6144" y="4726"/>
                    <a:pt x="5860" y="4726"/>
                  </a:cubicBezTo>
                  <a:cubicBezTo>
                    <a:pt x="4537" y="4726"/>
                    <a:pt x="3434" y="3624"/>
                    <a:pt x="3434" y="2300"/>
                  </a:cubicBezTo>
                  <a:cubicBezTo>
                    <a:pt x="3434" y="2017"/>
                    <a:pt x="3466" y="1796"/>
                    <a:pt x="3560" y="1544"/>
                  </a:cubicBezTo>
                  <a:lnTo>
                    <a:pt x="4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2" name="Google Shape;8542;p86"/>
          <p:cNvGrpSpPr/>
          <p:nvPr/>
        </p:nvGrpSpPr>
        <p:grpSpPr>
          <a:xfrm>
            <a:off x="6256364" y="1714185"/>
            <a:ext cx="430998" cy="369730"/>
            <a:chOff x="-3037625" y="3254850"/>
            <a:chExt cx="299325" cy="256775"/>
          </a:xfrm>
        </p:grpSpPr>
        <p:sp>
          <p:nvSpPr>
            <p:cNvPr id="8543" name="Google Shape;8543;p86"/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86"/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86"/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86"/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7" name="Google Shape;8547;p86"/>
          <p:cNvGrpSpPr/>
          <p:nvPr/>
        </p:nvGrpSpPr>
        <p:grpSpPr>
          <a:xfrm>
            <a:off x="6260324" y="2204615"/>
            <a:ext cx="423079" cy="420811"/>
            <a:chOff x="-3031325" y="3597450"/>
            <a:chExt cx="293825" cy="292250"/>
          </a:xfrm>
        </p:grpSpPr>
        <p:sp>
          <p:nvSpPr>
            <p:cNvPr id="8548" name="Google Shape;8548;p86"/>
            <p:cNvSpPr/>
            <p:nvPr/>
          </p:nvSpPr>
          <p:spPr>
            <a:xfrm>
              <a:off x="-3029750" y="3597450"/>
              <a:ext cx="292250" cy="67775"/>
            </a:xfrm>
            <a:custGeom>
              <a:avLst/>
              <a:gdLst/>
              <a:ahLst/>
              <a:cxnLst/>
              <a:rect l="l" t="t" r="r" b="b"/>
              <a:pathLst>
                <a:path w="11690" h="2711" extrusionOk="0">
                  <a:moveTo>
                    <a:pt x="1702" y="1387"/>
                  </a:moveTo>
                  <a:cubicBezTo>
                    <a:pt x="1891" y="1387"/>
                    <a:pt x="2049" y="1545"/>
                    <a:pt x="2049" y="1734"/>
                  </a:cubicBezTo>
                  <a:cubicBezTo>
                    <a:pt x="2049" y="1923"/>
                    <a:pt x="1891" y="2080"/>
                    <a:pt x="1702" y="2080"/>
                  </a:cubicBezTo>
                  <a:cubicBezTo>
                    <a:pt x="1513" y="2080"/>
                    <a:pt x="1356" y="1923"/>
                    <a:pt x="1356" y="1734"/>
                  </a:cubicBezTo>
                  <a:cubicBezTo>
                    <a:pt x="1356" y="1545"/>
                    <a:pt x="1513" y="1387"/>
                    <a:pt x="1702" y="1387"/>
                  </a:cubicBezTo>
                  <a:close/>
                  <a:moveTo>
                    <a:pt x="3120" y="1387"/>
                  </a:moveTo>
                  <a:cubicBezTo>
                    <a:pt x="3309" y="1387"/>
                    <a:pt x="3466" y="1545"/>
                    <a:pt x="3466" y="1734"/>
                  </a:cubicBezTo>
                  <a:cubicBezTo>
                    <a:pt x="3466" y="1923"/>
                    <a:pt x="3309" y="2080"/>
                    <a:pt x="3120" y="2080"/>
                  </a:cubicBezTo>
                  <a:cubicBezTo>
                    <a:pt x="2931" y="2080"/>
                    <a:pt x="2773" y="1923"/>
                    <a:pt x="2773" y="1734"/>
                  </a:cubicBezTo>
                  <a:cubicBezTo>
                    <a:pt x="2773" y="1545"/>
                    <a:pt x="2931" y="1387"/>
                    <a:pt x="3120" y="1387"/>
                  </a:cubicBezTo>
                  <a:close/>
                  <a:moveTo>
                    <a:pt x="9985" y="1417"/>
                  </a:moveTo>
                  <a:cubicBezTo>
                    <a:pt x="10400" y="1417"/>
                    <a:pt x="10449" y="2080"/>
                    <a:pt x="9956" y="2080"/>
                  </a:cubicBezTo>
                  <a:lnTo>
                    <a:pt x="5861" y="2080"/>
                  </a:lnTo>
                  <a:cubicBezTo>
                    <a:pt x="5451" y="2080"/>
                    <a:pt x="5388" y="1418"/>
                    <a:pt x="5861" y="1418"/>
                  </a:cubicBezTo>
                  <a:lnTo>
                    <a:pt x="9956" y="1418"/>
                  </a:lnTo>
                  <a:cubicBezTo>
                    <a:pt x="9966" y="1418"/>
                    <a:pt x="9976" y="1417"/>
                    <a:pt x="9985" y="141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10"/>
                  </a:lnTo>
                  <a:lnTo>
                    <a:pt x="11689" y="2710"/>
                  </a:lnTo>
                  <a:lnTo>
                    <a:pt x="11689" y="1040"/>
                  </a:lnTo>
                  <a:cubicBezTo>
                    <a:pt x="11658" y="473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86"/>
            <p:cNvSpPr/>
            <p:nvPr/>
          </p:nvSpPr>
          <p:spPr>
            <a:xfrm>
              <a:off x="-3031325" y="3687250"/>
              <a:ext cx="292250" cy="153600"/>
            </a:xfrm>
            <a:custGeom>
              <a:avLst/>
              <a:gdLst/>
              <a:ahLst/>
              <a:cxnLst/>
              <a:rect l="l" t="t" r="r" b="b"/>
              <a:pathLst>
                <a:path w="11690" h="6144" extrusionOk="0">
                  <a:moveTo>
                    <a:pt x="1" y="0"/>
                  </a:moveTo>
                  <a:lnTo>
                    <a:pt x="1" y="5104"/>
                  </a:lnTo>
                  <a:lnTo>
                    <a:pt x="64" y="5104"/>
                  </a:lnTo>
                  <a:cubicBezTo>
                    <a:pt x="64" y="5671"/>
                    <a:pt x="536" y="6144"/>
                    <a:pt x="1104" y="6144"/>
                  </a:cubicBezTo>
                  <a:lnTo>
                    <a:pt x="4475" y="6144"/>
                  </a:lnTo>
                  <a:cubicBezTo>
                    <a:pt x="4317" y="5671"/>
                    <a:pt x="4223" y="5199"/>
                    <a:pt x="4223" y="4695"/>
                  </a:cubicBezTo>
                  <a:lnTo>
                    <a:pt x="4223" y="2395"/>
                  </a:lnTo>
                  <a:cubicBezTo>
                    <a:pt x="4223" y="1790"/>
                    <a:pt x="4686" y="1366"/>
                    <a:pt x="5227" y="1366"/>
                  </a:cubicBezTo>
                  <a:cubicBezTo>
                    <a:pt x="5362" y="1366"/>
                    <a:pt x="5502" y="1393"/>
                    <a:pt x="5640" y="1450"/>
                  </a:cubicBezTo>
                  <a:cubicBezTo>
                    <a:pt x="5735" y="1481"/>
                    <a:pt x="5861" y="1544"/>
                    <a:pt x="5987" y="1544"/>
                  </a:cubicBezTo>
                  <a:cubicBezTo>
                    <a:pt x="6144" y="1544"/>
                    <a:pt x="6365" y="1450"/>
                    <a:pt x="6900" y="977"/>
                  </a:cubicBezTo>
                  <a:cubicBezTo>
                    <a:pt x="7090" y="788"/>
                    <a:pt x="7349" y="693"/>
                    <a:pt x="7613" y="693"/>
                  </a:cubicBezTo>
                  <a:cubicBezTo>
                    <a:pt x="7877" y="693"/>
                    <a:pt x="8145" y="788"/>
                    <a:pt x="8350" y="977"/>
                  </a:cubicBezTo>
                  <a:cubicBezTo>
                    <a:pt x="8822" y="1450"/>
                    <a:pt x="9106" y="1544"/>
                    <a:pt x="9263" y="1544"/>
                  </a:cubicBezTo>
                  <a:cubicBezTo>
                    <a:pt x="9358" y="1544"/>
                    <a:pt x="9484" y="1481"/>
                    <a:pt x="9610" y="1450"/>
                  </a:cubicBezTo>
                  <a:cubicBezTo>
                    <a:pt x="9742" y="1393"/>
                    <a:pt x="9878" y="1366"/>
                    <a:pt x="10011" y="1366"/>
                  </a:cubicBezTo>
                  <a:cubicBezTo>
                    <a:pt x="10544" y="1366"/>
                    <a:pt x="11028" y="1790"/>
                    <a:pt x="11028" y="2395"/>
                  </a:cubicBezTo>
                  <a:lnTo>
                    <a:pt x="11028" y="4695"/>
                  </a:lnTo>
                  <a:cubicBezTo>
                    <a:pt x="11028" y="5199"/>
                    <a:pt x="10933" y="5671"/>
                    <a:pt x="10744" y="6144"/>
                  </a:cubicBezTo>
                  <a:cubicBezTo>
                    <a:pt x="11248" y="6112"/>
                    <a:pt x="11689" y="5671"/>
                    <a:pt x="11689" y="5104"/>
                  </a:cubicBezTo>
                  <a:lnTo>
                    <a:pt x="116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86"/>
            <p:cNvSpPr/>
            <p:nvPr/>
          </p:nvSpPr>
          <p:spPr>
            <a:xfrm>
              <a:off x="-2908450" y="3724275"/>
              <a:ext cx="59900" cy="164625"/>
            </a:xfrm>
            <a:custGeom>
              <a:avLst/>
              <a:gdLst/>
              <a:ahLst/>
              <a:cxnLst/>
              <a:rect l="l" t="t" r="r" b="b"/>
              <a:pathLst>
                <a:path w="2396" h="6585" extrusionOk="0">
                  <a:moveTo>
                    <a:pt x="2395" y="0"/>
                  </a:moveTo>
                  <a:cubicBezTo>
                    <a:pt x="1904" y="491"/>
                    <a:pt x="1500" y="721"/>
                    <a:pt x="1085" y="721"/>
                  </a:cubicBezTo>
                  <a:cubicBezTo>
                    <a:pt x="887" y="721"/>
                    <a:pt x="687" y="669"/>
                    <a:pt x="473" y="567"/>
                  </a:cubicBezTo>
                  <a:cubicBezTo>
                    <a:pt x="423" y="548"/>
                    <a:pt x="374" y="539"/>
                    <a:pt x="327" y="539"/>
                  </a:cubicBezTo>
                  <a:cubicBezTo>
                    <a:pt x="142" y="539"/>
                    <a:pt x="1" y="681"/>
                    <a:pt x="1" y="882"/>
                  </a:cubicBezTo>
                  <a:lnTo>
                    <a:pt x="1" y="3214"/>
                  </a:lnTo>
                  <a:cubicBezTo>
                    <a:pt x="1" y="3718"/>
                    <a:pt x="127" y="4222"/>
                    <a:pt x="316" y="4663"/>
                  </a:cubicBezTo>
                  <a:cubicBezTo>
                    <a:pt x="725" y="5513"/>
                    <a:pt x="1387" y="6238"/>
                    <a:pt x="2395" y="6585"/>
                  </a:cubicBezTo>
                  <a:lnTo>
                    <a:pt x="23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86"/>
            <p:cNvSpPr/>
            <p:nvPr/>
          </p:nvSpPr>
          <p:spPr>
            <a:xfrm>
              <a:off x="-2831250" y="3725850"/>
              <a:ext cx="59875" cy="163850"/>
            </a:xfrm>
            <a:custGeom>
              <a:avLst/>
              <a:gdLst/>
              <a:ahLst/>
              <a:cxnLst/>
              <a:rect l="l" t="t" r="r" b="b"/>
              <a:pathLst>
                <a:path w="2395" h="6554" extrusionOk="0">
                  <a:moveTo>
                    <a:pt x="0" y="0"/>
                  </a:moveTo>
                  <a:lnTo>
                    <a:pt x="0" y="6553"/>
                  </a:lnTo>
                  <a:cubicBezTo>
                    <a:pt x="1008" y="6175"/>
                    <a:pt x="1670" y="5450"/>
                    <a:pt x="2079" y="4631"/>
                  </a:cubicBezTo>
                  <a:cubicBezTo>
                    <a:pt x="2269" y="4159"/>
                    <a:pt x="2395" y="3686"/>
                    <a:pt x="2395" y="3182"/>
                  </a:cubicBezTo>
                  <a:lnTo>
                    <a:pt x="2395" y="851"/>
                  </a:lnTo>
                  <a:cubicBezTo>
                    <a:pt x="2395" y="623"/>
                    <a:pt x="2212" y="477"/>
                    <a:pt x="2042" y="477"/>
                  </a:cubicBezTo>
                  <a:cubicBezTo>
                    <a:pt x="2000" y="477"/>
                    <a:pt x="1959" y="485"/>
                    <a:pt x="1922" y="504"/>
                  </a:cubicBezTo>
                  <a:cubicBezTo>
                    <a:pt x="1704" y="598"/>
                    <a:pt x="1496" y="647"/>
                    <a:pt x="1291" y="647"/>
                  </a:cubicBezTo>
                  <a:cubicBezTo>
                    <a:pt x="873" y="647"/>
                    <a:pt x="465" y="444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2" name="Google Shape;8552;p86"/>
          <p:cNvGrpSpPr/>
          <p:nvPr/>
        </p:nvGrpSpPr>
        <p:grpSpPr>
          <a:xfrm>
            <a:off x="6272798" y="2781214"/>
            <a:ext cx="421927" cy="370882"/>
            <a:chOff x="-3030525" y="3973150"/>
            <a:chExt cx="293025" cy="257575"/>
          </a:xfrm>
        </p:grpSpPr>
        <p:sp>
          <p:nvSpPr>
            <p:cNvPr id="8553" name="Google Shape;8553;p86"/>
            <p:cNvSpPr/>
            <p:nvPr/>
          </p:nvSpPr>
          <p:spPr>
            <a:xfrm>
              <a:off x="-3029750" y="397315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86"/>
            <p:cNvSpPr/>
            <p:nvPr/>
          </p:nvSpPr>
          <p:spPr>
            <a:xfrm>
              <a:off x="-3030525" y="4059000"/>
              <a:ext cx="292225" cy="171725"/>
            </a:xfrm>
            <a:custGeom>
              <a:avLst/>
              <a:gdLst/>
              <a:ahLst/>
              <a:cxnLst/>
              <a:rect l="l" t="t" r="r" b="b"/>
              <a:pathLst>
                <a:path w="11689" h="6869" extrusionOk="0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5" name="Google Shape;8555;p86"/>
          <p:cNvGrpSpPr/>
          <p:nvPr/>
        </p:nvGrpSpPr>
        <p:grpSpPr>
          <a:xfrm>
            <a:off x="1374391" y="3369426"/>
            <a:ext cx="421927" cy="297195"/>
            <a:chOff x="-1199300" y="3279250"/>
            <a:chExt cx="293025" cy="206400"/>
          </a:xfrm>
        </p:grpSpPr>
        <p:sp>
          <p:nvSpPr>
            <p:cNvPr id="8556" name="Google Shape;8556;p86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86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8558;p86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8559;p86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0" name="Google Shape;8560;p86"/>
          <p:cNvGrpSpPr/>
          <p:nvPr/>
        </p:nvGrpSpPr>
        <p:grpSpPr>
          <a:xfrm>
            <a:off x="1381477" y="1688773"/>
            <a:ext cx="444605" cy="420559"/>
            <a:chOff x="-6338550" y="3272950"/>
            <a:chExt cx="308775" cy="292075"/>
          </a:xfrm>
        </p:grpSpPr>
        <p:sp>
          <p:nvSpPr>
            <p:cNvPr id="8561" name="Google Shape;8561;p86"/>
            <p:cNvSpPr/>
            <p:nvPr/>
          </p:nvSpPr>
          <p:spPr>
            <a:xfrm>
              <a:off x="-6338550" y="3272950"/>
              <a:ext cx="308775" cy="119750"/>
            </a:xfrm>
            <a:custGeom>
              <a:avLst/>
              <a:gdLst/>
              <a:ahLst/>
              <a:cxnLst/>
              <a:rect l="l" t="t" r="r" b="b"/>
              <a:pathLst>
                <a:path w="12351" h="4790" extrusionOk="0">
                  <a:moveTo>
                    <a:pt x="6144" y="2017"/>
                  </a:moveTo>
                  <a:cubicBezTo>
                    <a:pt x="6333" y="2017"/>
                    <a:pt x="6491" y="2206"/>
                    <a:pt x="6491" y="2395"/>
                  </a:cubicBezTo>
                  <a:cubicBezTo>
                    <a:pt x="6459" y="2584"/>
                    <a:pt x="6333" y="2742"/>
                    <a:pt x="6144" y="2742"/>
                  </a:cubicBezTo>
                  <a:cubicBezTo>
                    <a:pt x="5955" y="2742"/>
                    <a:pt x="5797" y="2584"/>
                    <a:pt x="5797" y="2395"/>
                  </a:cubicBezTo>
                  <a:cubicBezTo>
                    <a:pt x="5797" y="2206"/>
                    <a:pt x="5955" y="2017"/>
                    <a:pt x="6144" y="2017"/>
                  </a:cubicBezTo>
                  <a:close/>
                  <a:moveTo>
                    <a:pt x="6144" y="1"/>
                  </a:moveTo>
                  <a:cubicBezTo>
                    <a:pt x="4789" y="1"/>
                    <a:pt x="3750" y="1040"/>
                    <a:pt x="3750" y="2395"/>
                  </a:cubicBezTo>
                  <a:cubicBezTo>
                    <a:pt x="3750" y="2521"/>
                    <a:pt x="3750" y="2616"/>
                    <a:pt x="3781" y="2742"/>
                  </a:cubicBezTo>
                  <a:lnTo>
                    <a:pt x="1324" y="2742"/>
                  </a:lnTo>
                  <a:cubicBezTo>
                    <a:pt x="1" y="2742"/>
                    <a:pt x="1" y="4790"/>
                    <a:pt x="1324" y="4790"/>
                  </a:cubicBezTo>
                  <a:lnTo>
                    <a:pt x="10996" y="4790"/>
                  </a:lnTo>
                  <a:cubicBezTo>
                    <a:pt x="12351" y="4790"/>
                    <a:pt x="12351" y="2742"/>
                    <a:pt x="10996" y="2742"/>
                  </a:cubicBezTo>
                  <a:lnTo>
                    <a:pt x="8507" y="2742"/>
                  </a:lnTo>
                  <a:cubicBezTo>
                    <a:pt x="8507" y="2616"/>
                    <a:pt x="8538" y="2521"/>
                    <a:pt x="8538" y="2395"/>
                  </a:cubicBezTo>
                  <a:cubicBezTo>
                    <a:pt x="8538" y="1040"/>
                    <a:pt x="7467" y="1"/>
                    <a:pt x="61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8562;p86"/>
            <p:cNvSpPr/>
            <p:nvPr/>
          </p:nvSpPr>
          <p:spPr>
            <a:xfrm>
              <a:off x="-6228275" y="3479325"/>
              <a:ext cx="86650" cy="85700"/>
            </a:xfrm>
            <a:custGeom>
              <a:avLst/>
              <a:gdLst/>
              <a:ahLst/>
              <a:cxnLst/>
              <a:rect l="l" t="t" r="r" b="b"/>
              <a:pathLst>
                <a:path w="3466" h="3428" extrusionOk="0">
                  <a:moveTo>
                    <a:pt x="32" y="0"/>
                  </a:moveTo>
                  <a:lnTo>
                    <a:pt x="32" y="3088"/>
                  </a:lnTo>
                  <a:lnTo>
                    <a:pt x="0" y="3088"/>
                  </a:lnTo>
                  <a:cubicBezTo>
                    <a:pt x="0" y="3268"/>
                    <a:pt x="190" y="3428"/>
                    <a:pt x="380" y="3428"/>
                  </a:cubicBezTo>
                  <a:cubicBezTo>
                    <a:pt x="422" y="3428"/>
                    <a:pt x="464" y="3420"/>
                    <a:pt x="504" y="3403"/>
                  </a:cubicBezTo>
                  <a:lnTo>
                    <a:pt x="3277" y="2016"/>
                  </a:lnTo>
                  <a:cubicBezTo>
                    <a:pt x="3371" y="1985"/>
                    <a:pt x="3466" y="1859"/>
                    <a:pt x="3466" y="1701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8563;p86"/>
            <p:cNvSpPr/>
            <p:nvPr/>
          </p:nvSpPr>
          <p:spPr>
            <a:xfrm>
              <a:off x="-6292075" y="3410800"/>
              <a:ext cx="212675" cy="50425"/>
            </a:xfrm>
            <a:custGeom>
              <a:avLst/>
              <a:gdLst/>
              <a:ahLst/>
              <a:cxnLst/>
              <a:rect l="l" t="t" r="r" b="b"/>
              <a:pathLst>
                <a:path w="8507" h="2017" extrusionOk="0">
                  <a:moveTo>
                    <a:pt x="0" y="0"/>
                  </a:moveTo>
                  <a:lnTo>
                    <a:pt x="2048" y="2016"/>
                  </a:lnTo>
                  <a:lnTo>
                    <a:pt x="6459" y="2016"/>
                  </a:lnTo>
                  <a:lnTo>
                    <a:pt x="8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4" name="Google Shape;8564;p86"/>
          <p:cNvGrpSpPr/>
          <p:nvPr/>
        </p:nvGrpSpPr>
        <p:grpSpPr>
          <a:xfrm>
            <a:off x="1392817" y="2205194"/>
            <a:ext cx="421927" cy="419659"/>
            <a:chOff x="-6329100" y="3632100"/>
            <a:chExt cx="293025" cy="291450"/>
          </a:xfrm>
        </p:grpSpPr>
        <p:sp>
          <p:nvSpPr>
            <p:cNvPr id="8565" name="Google Shape;8565;p86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6" name="Google Shape;8566;p86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86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8" name="Google Shape;8568;p86"/>
          <p:cNvGrpSpPr/>
          <p:nvPr/>
        </p:nvGrpSpPr>
        <p:grpSpPr>
          <a:xfrm>
            <a:off x="1405867" y="2756828"/>
            <a:ext cx="419623" cy="419659"/>
            <a:chOff x="-6329875" y="3992050"/>
            <a:chExt cx="291425" cy="291450"/>
          </a:xfrm>
        </p:grpSpPr>
        <p:sp>
          <p:nvSpPr>
            <p:cNvPr id="8569" name="Google Shape;8569;p86"/>
            <p:cNvSpPr/>
            <p:nvPr/>
          </p:nvSpPr>
          <p:spPr>
            <a:xfrm>
              <a:off x="-6090450" y="4077900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0" name="Google Shape;8570;p86"/>
            <p:cNvSpPr/>
            <p:nvPr/>
          </p:nvSpPr>
          <p:spPr>
            <a:xfrm>
              <a:off x="-6262925" y="3992050"/>
              <a:ext cx="154400" cy="155200"/>
            </a:xfrm>
            <a:custGeom>
              <a:avLst/>
              <a:gdLst/>
              <a:ahLst/>
              <a:cxnLst/>
              <a:rect l="l" t="t" r="r" b="b"/>
              <a:pathLst>
                <a:path w="6176" h="6208" extrusionOk="0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1" name="Google Shape;8571;p86"/>
            <p:cNvSpPr/>
            <p:nvPr/>
          </p:nvSpPr>
          <p:spPr>
            <a:xfrm>
              <a:off x="-6329875" y="4044825"/>
              <a:ext cx="51200" cy="102425"/>
            </a:xfrm>
            <a:custGeom>
              <a:avLst/>
              <a:gdLst/>
              <a:ahLst/>
              <a:cxnLst/>
              <a:rect l="l" t="t" r="r" b="b"/>
              <a:pathLst>
                <a:path w="2048" h="4097" extrusionOk="0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2" name="Google Shape;8572;p86"/>
            <p:cNvSpPr/>
            <p:nvPr/>
          </p:nvSpPr>
          <p:spPr>
            <a:xfrm>
              <a:off x="-6329875" y="4129900"/>
              <a:ext cx="291425" cy="153600"/>
            </a:xfrm>
            <a:custGeom>
              <a:avLst/>
              <a:gdLst/>
              <a:ahLst/>
              <a:cxnLst/>
              <a:rect l="l" t="t" r="r" b="b"/>
              <a:pathLst>
                <a:path w="11657" h="6144" extrusionOk="0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3" name="Google Shape;8573;p86"/>
          <p:cNvGrpSpPr/>
          <p:nvPr/>
        </p:nvGrpSpPr>
        <p:grpSpPr>
          <a:xfrm>
            <a:off x="4092004" y="1687530"/>
            <a:ext cx="423079" cy="423043"/>
            <a:chOff x="-4478975" y="3251700"/>
            <a:chExt cx="293825" cy="293800"/>
          </a:xfrm>
        </p:grpSpPr>
        <p:sp>
          <p:nvSpPr>
            <p:cNvPr id="8574" name="Google Shape;8574;p86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86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86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7" name="Google Shape;8577;p86"/>
          <p:cNvGrpSpPr/>
          <p:nvPr/>
        </p:nvGrpSpPr>
        <p:grpSpPr>
          <a:xfrm>
            <a:off x="4092004" y="2205192"/>
            <a:ext cx="423079" cy="419659"/>
            <a:chOff x="-4475825" y="3612425"/>
            <a:chExt cx="293825" cy="291450"/>
          </a:xfrm>
        </p:grpSpPr>
        <p:sp>
          <p:nvSpPr>
            <p:cNvPr id="8578" name="Google Shape;8578;p86"/>
            <p:cNvSpPr/>
            <p:nvPr/>
          </p:nvSpPr>
          <p:spPr>
            <a:xfrm>
              <a:off x="-4349800" y="3664400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86"/>
            <p:cNvSpPr/>
            <p:nvPr/>
          </p:nvSpPr>
          <p:spPr>
            <a:xfrm>
              <a:off x="-4366325" y="3714800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86"/>
            <p:cNvSpPr/>
            <p:nvPr/>
          </p:nvSpPr>
          <p:spPr>
            <a:xfrm>
              <a:off x="-4475825" y="3612425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1" name="Google Shape;8581;p86"/>
          <p:cNvGrpSpPr/>
          <p:nvPr/>
        </p:nvGrpSpPr>
        <p:grpSpPr>
          <a:xfrm>
            <a:off x="4101077" y="2756844"/>
            <a:ext cx="428730" cy="419623"/>
            <a:chOff x="-4480550" y="3970800"/>
            <a:chExt cx="297750" cy="291425"/>
          </a:xfrm>
        </p:grpSpPr>
        <p:sp>
          <p:nvSpPr>
            <p:cNvPr id="8582" name="Google Shape;8582;p86"/>
            <p:cNvSpPr/>
            <p:nvPr/>
          </p:nvSpPr>
          <p:spPr>
            <a:xfrm>
              <a:off x="-4426200" y="4058225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86"/>
            <p:cNvSpPr/>
            <p:nvPr/>
          </p:nvSpPr>
          <p:spPr>
            <a:xfrm>
              <a:off x="-4480550" y="3970800"/>
              <a:ext cx="297750" cy="291425"/>
            </a:xfrm>
            <a:custGeom>
              <a:avLst/>
              <a:gdLst/>
              <a:ahLst/>
              <a:cxnLst/>
              <a:rect l="l" t="t" r="r" b="b"/>
              <a:pathLst>
                <a:path w="11910" h="11657" extrusionOk="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4" name="Google Shape;8584;p86"/>
          <p:cNvGrpSpPr/>
          <p:nvPr/>
        </p:nvGrpSpPr>
        <p:grpSpPr>
          <a:xfrm>
            <a:off x="6804910" y="1689221"/>
            <a:ext cx="415123" cy="419659"/>
            <a:chOff x="-2668225" y="3239075"/>
            <a:chExt cx="288300" cy="291450"/>
          </a:xfrm>
        </p:grpSpPr>
        <p:sp>
          <p:nvSpPr>
            <p:cNvPr id="8585" name="Google Shape;8585;p86"/>
            <p:cNvSpPr/>
            <p:nvPr/>
          </p:nvSpPr>
          <p:spPr>
            <a:xfrm>
              <a:off x="-2592600" y="3239075"/>
              <a:ext cx="137850" cy="51225"/>
            </a:xfrm>
            <a:custGeom>
              <a:avLst/>
              <a:gdLst/>
              <a:ahLst/>
              <a:cxnLst/>
              <a:rect l="l" t="t" r="r" b="b"/>
              <a:pathLst>
                <a:path w="5514" h="2049" extrusionOk="0">
                  <a:moveTo>
                    <a:pt x="1355" y="1"/>
                  </a:moveTo>
                  <a:cubicBezTo>
                    <a:pt x="0" y="1"/>
                    <a:pt x="11" y="2049"/>
                    <a:pt x="1386" y="2049"/>
                  </a:cubicBezTo>
                  <a:lnTo>
                    <a:pt x="4127" y="2049"/>
                  </a:lnTo>
                  <a:cubicBezTo>
                    <a:pt x="5482" y="2049"/>
                    <a:pt x="5514" y="1"/>
                    <a:pt x="4127" y="1"/>
                  </a:cubicBezTo>
                  <a:lnTo>
                    <a:pt x="1386" y="1"/>
                  </a:lnTo>
                  <a:cubicBezTo>
                    <a:pt x="1376" y="1"/>
                    <a:pt x="1366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86"/>
            <p:cNvSpPr/>
            <p:nvPr/>
          </p:nvSpPr>
          <p:spPr>
            <a:xfrm>
              <a:off x="-2587875" y="3307875"/>
              <a:ext cx="129200" cy="69850"/>
            </a:xfrm>
            <a:custGeom>
              <a:avLst/>
              <a:gdLst/>
              <a:ahLst/>
              <a:cxnLst/>
              <a:rect l="l" t="t" r="r" b="b"/>
              <a:pathLst>
                <a:path w="5168" h="2794" extrusionOk="0">
                  <a:moveTo>
                    <a:pt x="1235" y="1"/>
                  </a:moveTo>
                  <a:cubicBezTo>
                    <a:pt x="1002" y="1"/>
                    <a:pt x="977" y="13"/>
                    <a:pt x="882" y="53"/>
                  </a:cubicBezTo>
                  <a:lnTo>
                    <a:pt x="882" y="1502"/>
                  </a:lnTo>
                  <a:cubicBezTo>
                    <a:pt x="788" y="1628"/>
                    <a:pt x="599" y="1943"/>
                    <a:pt x="0" y="2794"/>
                  </a:cubicBezTo>
                  <a:lnTo>
                    <a:pt x="5167" y="2794"/>
                  </a:lnTo>
                  <a:cubicBezTo>
                    <a:pt x="4568" y="1912"/>
                    <a:pt x="4379" y="1597"/>
                    <a:pt x="4316" y="1471"/>
                  </a:cubicBezTo>
                  <a:lnTo>
                    <a:pt x="4316" y="22"/>
                  </a:lnTo>
                  <a:lnTo>
                    <a:pt x="3938" y="22"/>
                  </a:lnTo>
                  <a:cubicBezTo>
                    <a:pt x="2228" y="22"/>
                    <a:pt x="1547" y="1"/>
                    <a:pt x="12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86"/>
            <p:cNvSpPr/>
            <p:nvPr/>
          </p:nvSpPr>
          <p:spPr>
            <a:xfrm>
              <a:off x="-2566625" y="3427325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09"/>
                    <a:pt x="316" y="1324"/>
                    <a:pt x="662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316"/>
                    <a:pt x="1041" y="1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86"/>
            <p:cNvSpPr/>
            <p:nvPr/>
          </p:nvSpPr>
          <p:spPr>
            <a:xfrm>
              <a:off x="-2481550" y="34612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8"/>
                  </a:cubicBezTo>
                  <a:cubicBezTo>
                    <a:pt x="725" y="158"/>
                    <a:pt x="536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86"/>
            <p:cNvSpPr/>
            <p:nvPr/>
          </p:nvSpPr>
          <p:spPr>
            <a:xfrm>
              <a:off x="-2668225" y="3393475"/>
              <a:ext cx="288300" cy="137050"/>
            </a:xfrm>
            <a:custGeom>
              <a:avLst/>
              <a:gdLst/>
              <a:ahLst/>
              <a:cxnLst/>
              <a:rect l="l" t="t" r="r" b="b"/>
              <a:pathLst>
                <a:path w="11532" h="5482" extrusionOk="0">
                  <a:moveTo>
                    <a:pt x="4726" y="630"/>
                  </a:moveTo>
                  <a:cubicBezTo>
                    <a:pt x="5483" y="630"/>
                    <a:pt x="6113" y="1260"/>
                    <a:pt x="6113" y="2016"/>
                  </a:cubicBezTo>
                  <a:cubicBezTo>
                    <a:pt x="6113" y="2804"/>
                    <a:pt x="5514" y="3403"/>
                    <a:pt x="4726" y="3403"/>
                  </a:cubicBezTo>
                  <a:cubicBezTo>
                    <a:pt x="3970" y="3403"/>
                    <a:pt x="3340" y="2772"/>
                    <a:pt x="3340" y="2016"/>
                  </a:cubicBezTo>
                  <a:cubicBezTo>
                    <a:pt x="3340" y="1260"/>
                    <a:pt x="3970" y="630"/>
                    <a:pt x="4726" y="630"/>
                  </a:cubicBezTo>
                  <a:close/>
                  <a:moveTo>
                    <a:pt x="7845" y="2048"/>
                  </a:moveTo>
                  <a:cubicBezTo>
                    <a:pt x="8381" y="2048"/>
                    <a:pt x="8854" y="2520"/>
                    <a:pt x="8854" y="3087"/>
                  </a:cubicBezTo>
                  <a:cubicBezTo>
                    <a:pt x="8854" y="3623"/>
                    <a:pt x="8381" y="4096"/>
                    <a:pt x="7845" y="4096"/>
                  </a:cubicBezTo>
                  <a:cubicBezTo>
                    <a:pt x="7278" y="4096"/>
                    <a:pt x="6806" y="3623"/>
                    <a:pt x="6806" y="3087"/>
                  </a:cubicBezTo>
                  <a:cubicBezTo>
                    <a:pt x="6806" y="2520"/>
                    <a:pt x="7278" y="2048"/>
                    <a:pt x="7845" y="2048"/>
                  </a:cubicBezTo>
                  <a:close/>
                  <a:moveTo>
                    <a:pt x="2710" y="0"/>
                  </a:moveTo>
                  <a:cubicBezTo>
                    <a:pt x="2238" y="693"/>
                    <a:pt x="1607" y="1575"/>
                    <a:pt x="788" y="2804"/>
                  </a:cubicBezTo>
                  <a:cubicBezTo>
                    <a:pt x="1" y="3938"/>
                    <a:pt x="820" y="5482"/>
                    <a:pt x="2206" y="5482"/>
                  </a:cubicBezTo>
                  <a:lnTo>
                    <a:pt x="9295" y="5482"/>
                  </a:lnTo>
                  <a:cubicBezTo>
                    <a:pt x="10712" y="5482"/>
                    <a:pt x="11532" y="3938"/>
                    <a:pt x="10744" y="2804"/>
                  </a:cubicBezTo>
                  <a:cubicBezTo>
                    <a:pt x="9925" y="1575"/>
                    <a:pt x="9295" y="693"/>
                    <a:pt x="88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0" name="Google Shape;8590;p86"/>
          <p:cNvGrpSpPr/>
          <p:nvPr/>
        </p:nvGrpSpPr>
        <p:grpSpPr>
          <a:xfrm>
            <a:off x="6802066" y="2205191"/>
            <a:ext cx="420811" cy="419659"/>
            <a:chOff x="-2671375" y="3597450"/>
            <a:chExt cx="292250" cy="291450"/>
          </a:xfrm>
        </p:grpSpPr>
        <p:sp>
          <p:nvSpPr>
            <p:cNvPr id="8591" name="Google Shape;8591;p86"/>
            <p:cNvSpPr/>
            <p:nvPr/>
          </p:nvSpPr>
          <p:spPr>
            <a:xfrm>
              <a:off x="-2654050" y="3597450"/>
              <a:ext cx="260725" cy="51225"/>
            </a:xfrm>
            <a:custGeom>
              <a:avLst/>
              <a:gdLst/>
              <a:ahLst/>
              <a:cxnLst/>
              <a:rect l="l" t="t" r="r" b="b"/>
              <a:pathLst>
                <a:path w="10429" h="2049" extrusionOk="0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86"/>
            <p:cNvSpPr/>
            <p:nvPr/>
          </p:nvSpPr>
          <p:spPr>
            <a:xfrm>
              <a:off x="-2671375" y="3667550"/>
              <a:ext cx="292250" cy="221350"/>
            </a:xfrm>
            <a:custGeom>
              <a:avLst/>
              <a:gdLst/>
              <a:ahLst/>
              <a:cxnLst/>
              <a:rect l="l" t="t" r="r" b="b"/>
              <a:pathLst>
                <a:path w="11690" h="8854" extrusionOk="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3" name="Google Shape;8593;p86"/>
          <p:cNvGrpSpPr/>
          <p:nvPr/>
        </p:nvGrpSpPr>
        <p:grpSpPr>
          <a:xfrm>
            <a:off x="6812849" y="2755691"/>
            <a:ext cx="423043" cy="421927"/>
            <a:chOff x="-2670575" y="3956600"/>
            <a:chExt cx="293800" cy="293025"/>
          </a:xfrm>
        </p:grpSpPr>
        <p:sp>
          <p:nvSpPr>
            <p:cNvPr id="8594" name="Google Shape;8594;p86"/>
            <p:cNvSpPr/>
            <p:nvPr/>
          </p:nvSpPr>
          <p:spPr>
            <a:xfrm>
              <a:off x="-2670575" y="3975525"/>
              <a:ext cx="116575" cy="34675"/>
            </a:xfrm>
            <a:custGeom>
              <a:avLst/>
              <a:gdLst/>
              <a:ahLst/>
              <a:cxnLst/>
              <a:rect l="l" t="t" r="r" b="b"/>
              <a:pathLst>
                <a:path w="4663" h="1387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781" y="1386"/>
                  </a:lnTo>
                  <a:cubicBezTo>
                    <a:pt x="4001" y="882"/>
                    <a:pt x="4316" y="410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86"/>
            <p:cNvSpPr/>
            <p:nvPr/>
          </p:nvSpPr>
          <p:spPr>
            <a:xfrm>
              <a:off x="-2669800" y="4026700"/>
              <a:ext cx="170950" cy="136300"/>
            </a:xfrm>
            <a:custGeom>
              <a:avLst/>
              <a:gdLst/>
              <a:ahLst/>
              <a:cxnLst/>
              <a:rect l="l" t="t" r="r" b="b"/>
              <a:pathLst>
                <a:path w="6838" h="5452" extrusionOk="0">
                  <a:moveTo>
                    <a:pt x="1" y="1"/>
                  </a:moveTo>
                  <a:lnTo>
                    <a:pt x="1" y="5451"/>
                  </a:lnTo>
                  <a:lnTo>
                    <a:pt x="6837" y="5451"/>
                  </a:lnTo>
                  <a:lnTo>
                    <a:pt x="6837" y="5357"/>
                  </a:lnTo>
                  <a:cubicBezTo>
                    <a:pt x="6522" y="5294"/>
                    <a:pt x="6207" y="5168"/>
                    <a:pt x="5924" y="5042"/>
                  </a:cubicBezTo>
                  <a:lnTo>
                    <a:pt x="5104" y="5325"/>
                  </a:lnTo>
                  <a:cubicBezTo>
                    <a:pt x="4975" y="5368"/>
                    <a:pt x="4845" y="5389"/>
                    <a:pt x="4720" y="5389"/>
                  </a:cubicBezTo>
                  <a:cubicBezTo>
                    <a:pt x="3931" y="5389"/>
                    <a:pt x="3289" y="4597"/>
                    <a:pt x="3561" y="3781"/>
                  </a:cubicBezTo>
                  <a:lnTo>
                    <a:pt x="3844" y="2962"/>
                  </a:lnTo>
                  <a:cubicBezTo>
                    <a:pt x="3561" y="2364"/>
                    <a:pt x="3403" y="1702"/>
                    <a:pt x="3403" y="1041"/>
                  </a:cubicBezTo>
                  <a:cubicBezTo>
                    <a:pt x="3403" y="662"/>
                    <a:pt x="3466" y="316"/>
                    <a:pt x="35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86"/>
            <p:cNvSpPr/>
            <p:nvPr/>
          </p:nvSpPr>
          <p:spPr>
            <a:xfrm>
              <a:off x="-2669800" y="4179500"/>
              <a:ext cx="170950" cy="70125"/>
            </a:xfrm>
            <a:custGeom>
              <a:avLst/>
              <a:gdLst/>
              <a:ahLst/>
              <a:cxnLst/>
              <a:rect l="l" t="t" r="r" b="b"/>
              <a:pathLst>
                <a:path w="6838" h="2805" extrusionOk="0">
                  <a:moveTo>
                    <a:pt x="3403" y="757"/>
                  </a:moveTo>
                  <a:cubicBezTo>
                    <a:pt x="3592" y="757"/>
                    <a:pt x="3750" y="914"/>
                    <a:pt x="3750" y="1103"/>
                  </a:cubicBezTo>
                  <a:cubicBezTo>
                    <a:pt x="3750" y="1293"/>
                    <a:pt x="3592" y="1450"/>
                    <a:pt x="3403" y="1450"/>
                  </a:cubicBezTo>
                  <a:cubicBezTo>
                    <a:pt x="3214" y="1450"/>
                    <a:pt x="3057" y="1293"/>
                    <a:pt x="3057" y="1103"/>
                  </a:cubicBezTo>
                  <a:cubicBezTo>
                    <a:pt x="3057" y="914"/>
                    <a:pt x="3214" y="757"/>
                    <a:pt x="3403" y="757"/>
                  </a:cubicBezTo>
                  <a:close/>
                  <a:moveTo>
                    <a:pt x="1" y="1"/>
                  </a:moveTo>
                  <a:lnTo>
                    <a:pt x="1" y="1765"/>
                  </a:lnTo>
                  <a:cubicBezTo>
                    <a:pt x="1" y="2332"/>
                    <a:pt x="442" y="2805"/>
                    <a:pt x="1009" y="2805"/>
                  </a:cubicBezTo>
                  <a:lnTo>
                    <a:pt x="5829" y="2805"/>
                  </a:lnTo>
                  <a:cubicBezTo>
                    <a:pt x="6365" y="2805"/>
                    <a:pt x="6837" y="2332"/>
                    <a:pt x="6837" y="1765"/>
                  </a:cubicBezTo>
                  <a:lnTo>
                    <a:pt x="68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7" name="Google Shape;8597;p86"/>
            <p:cNvSpPr/>
            <p:nvPr/>
          </p:nvSpPr>
          <p:spPr>
            <a:xfrm>
              <a:off x="-2566625" y="3956600"/>
              <a:ext cx="189850" cy="190650"/>
            </a:xfrm>
            <a:custGeom>
              <a:avLst/>
              <a:gdLst/>
              <a:ahLst/>
              <a:cxnLst/>
              <a:rect l="l" t="t" r="r" b="b"/>
              <a:pathLst>
                <a:path w="7594" h="7626" extrusionOk="0">
                  <a:moveTo>
                    <a:pt x="3759" y="1391"/>
                  </a:moveTo>
                  <a:cubicBezTo>
                    <a:pt x="3929" y="1391"/>
                    <a:pt x="4096" y="1502"/>
                    <a:pt x="4096" y="1734"/>
                  </a:cubicBezTo>
                  <a:lnTo>
                    <a:pt x="4096" y="2175"/>
                  </a:lnTo>
                  <a:cubicBezTo>
                    <a:pt x="4254" y="2206"/>
                    <a:pt x="4349" y="2301"/>
                    <a:pt x="4475" y="2427"/>
                  </a:cubicBezTo>
                  <a:cubicBezTo>
                    <a:pt x="4716" y="2669"/>
                    <a:pt x="4494" y="3003"/>
                    <a:pt x="4235" y="3003"/>
                  </a:cubicBezTo>
                  <a:cubicBezTo>
                    <a:pt x="4157" y="3003"/>
                    <a:pt x="4075" y="2973"/>
                    <a:pt x="4002" y="2899"/>
                  </a:cubicBezTo>
                  <a:cubicBezTo>
                    <a:pt x="3926" y="2823"/>
                    <a:pt x="3839" y="2791"/>
                    <a:pt x="3756" y="2791"/>
                  </a:cubicBezTo>
                  <a:cubicBezTo>
                    <a:pt x="3493" y="2791"/>
                    <a:pt x="3266" y="3109"/>
                    <a:pt x="3529" y="3372"/>
                  </a:cubicBezTo>
                  <a:cubicBezTo>
                    <a:pt x="3624" y="3435"/>
                    <a:pt x="3687" y="3466"/>
                    <a:pt x="3781" y="3466"/>
                  </a:cubicBezTo>
                  <a:cubicBezTo>
                    <a:pt x="4317" y="3466"/>
                    <a:pt x="4790" y="3939"/>
                    <a:pt x="4790" y="4506"/>
                  </a:cubicBezTo>
                  <a:cubicBezTo>
                    <a:pt x="4790" y="4884"/>
                    <a:pt x="4569" y="5294"/>
                    <a:pt x="4128" y="5451"/>
                  </a:cubicBezTo>
                  <a:lnTo>
                    <a:pt x="4128" y="5829"/>
                  </a:lnTo>
                  <a:cubicBezTo>
                    <a:pt x="4128" y="6054"/>
                    <a:pt x="3957" y="6172"/>
                    <a:pt x="3789" y="6172"/>
                  </a:cubicBezTo>
                  <a:cubicBezTo>
                    <a:pt x="3626" y="6172"/>
                    <a:pt x="3466" y="6062"/>
                    <a:pt x="3466" y="5829"/>
                  </a:cubicBezTo>
                  <a:lnTo>
                    <a:pt x="3466" y="5451"/>
                  </a:lnTo>
                  <a:cubicBezTo>
                    <a:pt x="3309" y="5420"/>
                    <a:pt x="3183" y="5325"/>
                    <a:pt x="3057" y="5199"/>
                  </a:cubicBezTo>
                  <a:cubicBezTo>
                    <a:pt x="2815" y="4957"/>
                    <a:pt x="3037" y="4623"/>
                    <a:pt x="3296" y="4623"/>
                  </a:cubicBezTo>
                  <a:cubicBezTo>
                    <a:pt x="3374" y="4623"/>
                    <a:pt x="3456" y="4653"/>
                    <a:pt x="3529" y="4727"/>
                  </a:cubicBezTo>
                  <a:cubicBezTo>
                    <a:pt x="3603" y="4800"/>
                    <a:pt x="3684" y="4831"/>
                    <a:pt x="3763" y="4831"/>
                  </a:cubicBezTo>
                  <a:cubicBezTo>
                    <a:pt x="4022" y="4831"/>
                    <a:pt x="4244" y="4496"/>
                    <a:pt x="4002" y="4254"/>
                  </a:cubicBezTo>
                  <a:cubicBezTo>
                    <a:pt x="3939" y="4191"/>
                    <a:pt x="3844" y="4160"/>
                    <a:pt x="3781" y="4160"/>
                  </a:cubicBezTo>
                  <a:cubicBezTo>
                    <a:pt x="3214" y="4160"/>
                    <a:pt x="2742" y="3687"/>
                    <a:pt x="2742" y="3120"/>
                  </a:cubicBezTo>
                  <a:cubicBezTo>
                    <a:pt x="2742" y="2710"/>
                    <a:pt x="2994" y="2332"/>
                    <a:pt x="3403" y="2175"/>
                  </a:cubicBezTo>
                  <a:lnTo>
                    <a:pt x="3403" y="1734"/>
                  </a:lnTo>
                  <a:cubicBezTo>
                    <a:pt x="3403" y="1509"/>
                    <a:pt x="3583" y="1391"/>
                    <a:pt x="3759" y="1391"/>
                  </a:cubicBezTo>
                  <a:close/>
                  <a:moveTo>
                    <a:pt x="3781" y="1"/>
                  </a:moveTo>
                  <a:cubicBezTo>
                    <a:pt x="1734" y="1"/>
                    <a:pt x="1" y="1671"/>
                    <a:pt x="1" y="3782"/>
                  </a:cubicBezTo>
                  <a:cubicBezTo>
                    <a:pt x="1" y="4380"/>
                    <a:pt x="158" y="5010"/>
                    <a:pt x="410" y="5514"/>
                  </a:cubicBezTo>
                  <a:cubicBezTo>
                    <a:pt x="473" y="5609"/>
                    <a:pt x="473" y="5735"/>
                    <a:pt x="473" y="5798"/>
                  </a:cubicBezTo>
                  <a:lnTo>
                    <a:pt x="158" y="6774"/>
                  </a:lnTo>
                  <a:cubicBezTo>
                    <a:pt x="46" y="7141"/>
                    <a:pt x="311" y="7482"/>
                    <a:pt x="684" y="7482"/>
                  </a:cubicBezTo>
                  <a:cubicBezTo>
                    <a:pt x="728" y="7482"/>
                    <a:pt x="774" y="7478"/>
                    <a:pt x="820" y="7468"/>
                  </a:cubicBezTo>
                  <a:lnTo>
                    <a:pt x="1797" y="7121"/>
                  </a:lnTo>
                  <a:cubicBezTo>
                    <a:pt x="1831" y="7110"/>
                    <a:pt x="1866" y="7102"/>
                    <a:pt x="1900" y="7102"/>
                  </a:cubicBezTo>
                  <a:cubicBezTo>
                    <a:pt x="1960" y="7102"/>
                    <a:pt x="2020" y="7124"/>
                    <a:pt x="2080" y="7184"/>
                  </a:cubicBezTo>
                  <a:cubicBezTo>
                    <a:pt x="2584" y="7468"/>
                    <a:pt x="3214" y="7625"/>
                    <a:pt x="3813" y="7625"/>
                  </a:cubicBezTo>
                  <a:cubicBezTo>
                    <a:pt x="5892" y="7625"/>
                    <a:pt x="7594" y="5924"/>
                    <a:pt x="7594" y="3813"/>
                  </a:cubicBezTo>
                  <a:cubicBezTo>
                    <a:pt x="7499" y="1702"/>
                    <a:pt x="5861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8" name="Google Shape;8598;p86"/>
          <p:cNvGrpSpPr/>
          <p:nvPr/>
        </p:nvGrpSpPr>
        <p:grpSpPr>
          <a:xfrm>
            <a:off x="3070370" y="3311947"/>
            <a:ext cx="426462" cy="418363"/>
            <a:chOff x="-1183550" y="3586525"/>
            <a:chExt cx="296175" cy="290550"/>
          </a:xfrm>
        </p:grpSpPr>
        <p:sp>
          <p:nvSpPr>
            <p:cNvPr id="8599" name="Google Shape;8599;p86"/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0" name="Google Shape;8600;p86"/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1" name="Google Shape;8601;p86"/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86"/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3" name="Google Shape;8603;p86"/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4" name="Google Shape;8604;p86"/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5" name="Google Shape;8605;p86"/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6" name="Google Shape;8606;p86"/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7" name="Google Shape;8607;p86"/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8" name="Google Shape;8608;p86"/>
          <p:cNvGrpSpPr/>
          <p:nvPr/>
        </p:nvGrpSpPr>
        <p:grpSpPr>
          <a:xfrm>
            <a:off x="1933980" y="1689799"/>
            <a:ext cx="420811" cy="418507"/>
            <a:chOff x="-5971525" y="3273750"/>
            <a:chExt cx="292250" cy="290650"/>
          </a:xfrm>
        </p:grpSpPr>
        <p:sp>
          <p:nvSpPr>
            <p:cNvPr id="8609" name="Google Shape;8609;p86"/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0" name="Google Shape;8610;p86"/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1" name="Google Shape;8611;p86"/>
          <p:cNvGrpSpPr/>
          <p:nvPr/>
        </p:nvGrpSpPr>
        <p:grpSpPr>
          <a:xfrm>
            <a:off x="1928310" y="2203826"/>
            <a:ext cx="432150" cy="422395"/>
            <a:chOff x="-5974675" y="3632100"/>
            <a:chExt cx="300125" cy="293350"/>
          </a:xfrm>
        </p:grpSpPr>
        <p:sp>
          <p:nvSpPr>
            <p:cNvPr id="8612" name="Google Shape;8612;p86"/>
            <p:cNvSpPr/>
            <p:nvPr/>
          </p:nvSpPr>
          <p:spPr>
            <a:xfrm>
              <a:off x="-5974675" y="3701875"/>
              <a:ext cx="141025" cy="221650"/>
            </a:xfrm>
            <a:custGeom>
              <a:avLst/>
              <a:gdLst/>
              <a:ahLst/>
              <a:cxnLst/>
              <a:rect l="l" t="t" r="r" b="b"/>
              <a:pathLst>
                <a:path w="5641" h="8866" extrusionOk="0">
                  <a:moveTo>
                    <a:pt x="540" y="1"/>
                  </a:moveTo>
                  <a:cubicBezTo>
                    <a:pt x="331" y="1"/>
                    <a:pt x="123" y="188"/>
                    <a:pt x="221" y="423"/>
                  </a:cubicBezTo>
                  <a:lnTo>
                    <a:pt x="568" y="1526"/>
                  </a:lnTo>
                  <a:cubicBezTo>
                    <a:pt x="788" y="2251"/>
                    <a:pt x="1419" y="2723"/>
                    <a:pt x="2175" y="2723"/>
                  </a:cubicBezTo>
                  <a:lnTo>
                    <a:pt x="2899" y="2723"/>
                  </a:lnTo>
                  <a:lnTo>
                    <a:pt x="2899" y="4110"/>
                  </a:lnTo>
                  <a:lnTo>
                    <a:pt x="473" y="4110"/>
                  </a:lnTo>
                  <a:cubicBezTo>
                    <a:pt x="64" y="4110"/>
                    <a:pt x="1" y="4771"/>
                    <a:pt x="473" y="4771"/>
                  </a:cubicBezTo>
                  <a:lnTo>
                    <a:pt x="2899" y="4771"/>
                  </a:lnTo>
                  <a:lnTo>
                    <a:pt x="2899" y="5779"/>
                  </a:lnTo>
                  <a:cubicBezTo>
                    <a:pt x="2899" y="5905"/>
                    <a:pt x="2899" y="6031"/>
                    <a:pt x="2931" y="6126"/>
                  </a:cubicBezTo>
                  <a:lnTo>
                    <a:pt x="2175" y="6126"/>
                  </a:lnTo>
                  <a:cubicBezTo>
                    <a:pt x="1419" y="6126"/>
                    <a:pt x="788" y="6598"/>
                    <a:pt x="568" y="7323"/>
                  </a:cubicBezTo>
                  <a:lnTo>
                    <a:pt x="221" y="8426"/>
                  </a:lnTo>
                  <a:cubicBezTo>
                    <a:pt x="126" y="8691"/>
                    <a:pt x="329" y="8866"/>
                    <a:pt x="533" y="8866"/>
                  </a:cubicBezTo>
                  <a:cubicBezTo>
                    <a:pt x="667" y="8866"/>
                    <a:pt x="801" y="8790"/>
                    <a:pt x="852" y="8615"/>
                  </a:cubicBezTo>
                  <a:lnTo>
                    <a:pt x="1198" y="7512"/>
                  </a:lnTo>
                  <a:cubicBezTo>
                    <a:pt x="1356" y="7071"/>
                    <a:pt x="1734" y="6819"/>
                    <a:pt x="2175" y="6819"/>
                  </a:cubicBezTo>
                  <a:lnTo>
                    <a:pt x="3088" y="6819"/>
                  </a:lnTo>
                  <a:cubicBezTo>
                    <a:pt x="3466" y="7922"/>
                    <a:pt x="4475" y="8709"/>
                    <a:pt x="5640" y="8835"/>
                  </a:cubicBezTo>
                  <a:lnTo>
                    <a:pt x="5640" y="613"/>
                  </a:lnTo>
                  <a:lnTo>
                    <a:pt x="3939" y="613"/>
                  </a:lnTo>
                  <a:cubicBezTo>
                    <a:pt x="3372" y="676"/>
                    <a:pt x="2899" y="1148"/>
                    <a:pt x="2899" y="1684"/>
                  </a:cubicBezTo>
                  <a:lnTo>
                    <a:pt x="2899" y="2062"/>
                  </a:lnTo>
                  <a:lnTo>
                    <a:pt x="2175" y="2062"/>
                  </a:lnTo>
                  <a:cubicBezTo>
                    <a:pt x="1734" y="2062"/>
                    <a:pt x="1356" y="1778"/>
                    <a:pt x="1198" y="1337"/>
                  </a:cubicBezTo>
                  <a:lnTo>
                    <a:pt x="852" y="234"/>
                  </a:lnTo>
                  <a:cubicBezTo>
                    <a:pt x="792" y="69"/>
                    <a:pt x="666" y="1"/>
                    <a:pt x="5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3" name="Google Shape;8613;p86"/>
            <p:cNvSpPr/>
            <p:nvPr/>
          </p:nvSpPr>
          <p:spPr>
            <a:xfrm>
              <a:off x="-5880150" y="3632100"/>
              <a:ext cx="108725" cy="68550"/>
            </a:xfrm>
            <a:custGeom>
              <a:avLst/>
              <a:gdLst/>
              <a:ahLst/>
              <a:cxnLst/>
              <a:rect l="l" t="t" r="r" b="b"/>
              <a:pathLst>
                <a:path w="4349" h="2742" extrusionOk="0">
                  <a:moveTo>
                    <a:pt x="788" y="1"/>
                  </a:moveTo>
                  <a:cubicBezTo>
                    <a:pt x="599" y="1"/>
                    <a:pt x="442" y="159"/>
                    <a:pt x="442" y="348"/>
                  </a:cubicBezTo>
                  <a:lnTo>
                    <a:pt x="442" y="1009"/>
                  </a:lnTo>
                  <a:cubicBezTo>
                    <a:pt x="442" y="1324"/>
                    <a:pt x="599" y="1608"/>
                    <a:pt x="788" y="1797"/>
                  </a:cubicBezTo>
                  <a:cubicBezTo>
                    <a:pt x="442" y="2049"/>
                    <a:pt x="158" y="2364"/>
                    <a:pt x="0" y="2742"/>
                  </a:cubicBezTo>
                  <a:lnTo>
                    <a:pt x="4348" y="2742"/>
                  </a:lnTo>
                  <a:cubicBezTo>
                    <a:pt x="4159" y="2364"/>
                    <a:pt x="3876" y="2049"/>
                    <a:pt x="3561" y="1797"/>
                  </a:cubicBezTo>
                  <a:cubicBezTo>
                    <a:pt x="3813" y="1608"/>
                    <a:pt x="3907" y="1324"/>
                    <a:pt x="3907" y="1009"/>
                  </a:cubicBezTo>
                  <a:lnTo>
                    <a:pt x="3907" y="348"/>
                  </a:lnTo>
                  <a:cubicBezTo>
                    <a:pt x="3907" y="123"/>
                    <a:pt x="3736" y="5"/>
                    <a:pt x="3568" y="5"/>
                  </a:cubicBezTo>
                  <a:cubicBezTo>
                    <a:pt x="3405" y="5"/>
                    <a:pt x="3245" y="115"/>
                    <a:pt x="3245" y="348"/>
                  </a:cubicBezTo>
                  <a:lnTo>
                    <a:pt x="3245" y="1009"/>
                  </a:lnTo>
                  <a:cubicBezTo>
                    <a:pt x="3245" y="1230"/>
                    <a:pt x="3088" y="1387"/>
                    <a:pt x="2899" y="1387"/>
                  </a:cubicBezTo>
                  <a:lnTo>
                    <a:pt x="1513" y="1387"/>
                  </a:lnTo>
                  <a:cubicBezTo>
                    <a:pt x="1324" y="1387"/>
                    <a:pt x="1166" y="1230"/>
                    <a:pt x="1166" y="1009"/>
                  </a:cubicBezTo>
                  <a:lnTo>
                    <a:pt x="1166" y="348"/>
                  </a:lnTo>
                  <a:cubicBezTo>
                    <a:pt x="1166" y="159"/>
                    <a:pt x="1009" y="1"/>
                    <a:pt x="7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86"/>
            <p:cNvSpPr/>
            <p:nvPr/>
          </p:nvSpPr>
          <p:spPr>
            <a:xfrm>
              <a:off x="-5814775" y="3702500"/>
              <a:ext cx="140225" cy="222950"/>
            </a:xfrm>
            <a:custGeom>
              <a:avLst/>
              <a:gdLst/>
              <a:ahLst/>
              <a:cxnLst/>
              <a:rect l="l" t="t" r="r" b="b"/>
              <a:pathLst>
                <a:path w="5609" h="8918" extrusionOk="0">
                  <a:moveTo>
                    <a:pt x="5092" y="1"/>
                  </a:moveTo>
                  <a:cubicBezTo>
                    <a:pt x="4964" y="1"/>
                    <a:pt x="4837" y="72"/>
                    <a:pt x="4789" y="241"/>
                  </a:cubicBezTo>
                  <a:lnTo>
                    <a:pt x="4443" y="1344"/>
                  </a:lnTo>
                  <a:cubicBezTo>
                    <a:pt x="4285" y="1785"/>
                    <a:pt x="3907" y="2068"/>
                    <a:pt x="3466" y="2068"/>
                  </a:cubicBezTo>
                  <a:lnTo>
                    <a:pt x="2710" y="2068"/>
                  </a:lnTo>
                  <a:lnTo>
                    <a:pt x="2710" y="1722"/>
                  </a:lnTo>
                  <a:cubicBezTo>
                    <a:pt x="2710" y="1155"/>
                    <a:pt x="2237" y="682"/>
                    <a:pt x="1702" y="682"/>
                  </a:cubicBezTo>
                  <a:lnTo>
                    <a:pt x="0" y="682"/>
                  </a:lnTo>
                  <a:lnTo>
                    <a:pt x="0" y="8873"/>
                  </a:lnTo>
                  <a:cubicBezTo>
                    <a:pt x="1198" y="8747"/>
                    <a:pt x="2174" y="7928"/>
                    <a:pt x="2552" y="6857"/>
                  </a:cubicBezTo>
                  <a:lnTo>
                    <a:pt x="3466" y="6857"/>
                  </a:lnTo>
                  <a:cubicBezTo>
                    <a:pt x="3907" y="6857"/>
                    <a:pt x="4285" y="7140"/>
                    <a:pt x="4443" y="7582"/>
                  </a:cubicBezTo>
                  <a:lnTo>
                    <a:pt x="4789" y="8684"/>
                  </a:lnTo>
                  <a:cubicBezTo>
                    <a:pt x="4848" y="8850"/>
                    <a:pt x="4974" y="8918"/>
                    <a:pt x="5100" y="8918"/>
                  </a:cubicBezTo>
                  <a:cubicBezTo>
                    <a:pt x="5309" y="8918"/>
                    <a:pt x="5518" y="8731"/>
                    <a:pt x="5419" y="8495"/>
                  </a:cubicBezTo>
                  <a:lnTo>
                    <a:pt x="5041" y="7298"/>
                  </a:lnTo>
                  <a:cubicBezTo>
                    <a:pt x="4789" y="6573"/>
                    <a:pt x="4159" y="6101"/>
                    <a:pt x="3434" y="6101"/>
                  </a:cubicBezTo>
                  <a:lnTo>
                    <a:pt x="2678" y="6101"/>
                  </a:lnTo>
                  <a:cubicBezTo>
                    <a:pt x="2678" y="6006"/>
                    <a:pt x="2710" y="5880"/>
                    <a:pt x="2710" y="5754"/>
                  </a:cubicBezTo>
                  <a:lnTo>
                    <a:pt x="2710" y="4778"/>
                  </a:lnTo>
                  <a:lnTo>
                    <a:pt x="5136" y="4778"/>
                  </a:lnTo>
                  <a:cubicBezTo>
                    <a:pt x="5545" y="4778"/>
                    <a:pt x="5608" y="4116"/>
                    <a:pt x="5136" y="4116"/>
                  </a:cubicBezTo>
                  <a:lnTo>
                    <a:pt x="2710" y="4116"/>
                  </a:lnTo>
                  <a:lnTo>
                    <a:pt x="2710" y="2730"/>
                  </a:lnTo>
                  <a:lnTo>
                    <a:pt x="3466" y="2730"/>
                  </a:lnTo>
                  <a:cubicBezTo>
                    <a:pt x="4222" y="2730"/>
                    <a:pt x="4852" y="2257"/>
                    <a:pt x="5073" y="1564"/>
                  </a:cubicBezTo>
                  <a:lnTo>
                    <a:pt x="5419" y="461"/>
                  </a:lnTo>
                  <a:cubicBezTo>
                    <a:pt x="5517" y="189"/>
                    <a:pt x="5301" y="1"/>
                    <a:pt x="50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5" name="Google Shape;8615;p86"/>
          <p:cNvGrpSpPr/>
          <p:nvPr/>
        </p:nvGrpSpPr>
        <p:grpSpPr>
          <a:xfrm>
            <a:off x="1958351" y="2755694"/>
            <a:ext cx="395865" cy="421927"/>
            <a:chOff x="-5971525" y="3990475"/>
            <a:chExt cx="274925" cy="293025"/>
          </a:xfrm>
        </p:grpSpPr>
        <p:sp>
          <p:nvSpPr>
            <p:cNvPr id="8616" name="Google Shape;8616;p86"/>
            <p:cNvSpPr/>
            <p:nvPr/>
          </p:nvSpPr>
          <p:spPr>
            <a:xfrm>
              <a:off x="-5851000" y="4061375"/>
              <a:ext cx="102400" cy="33875"/>
            </a:xfrm>
            <a:custGeom>
              <a:avLst/>
              <a:gdLst/>
              <a:ahLst/>
              <a:cxnLst/>
              <a:rect l="l" t="t" r="r" b="b"/>
              <a:pathLst>
                <a:path w="4096" h="1355" extrusionOk="0">
                  <a:moveTo>
                    <a:pt x="0" y="0"/>
                  </a:moveTo>
                  <a:lnTo>
                    <a:pt x="0" y="1355"/>
                  </a:lnTo>
                  <a:lnTo>
                    <a:pt x="4096" y="1355"/>
                  </a:lnTo>
                  <a:lnTo>
                    <a:pt x="409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86"/>
            <p:cNvSpPr/>
            <p:nvPr/>
          </p:nvSpPr>
          <p:spPr>
            <a:xfrm>
              <a:off x="-5971525" y="3990475"/>
              <a:ext cx="69350" cy="275700"/>
            </a:xfrm>
            <a:custGeom>
              <a:avLst/>
              <a:gdLst/>
              <a:ahLst/>
              <a:cxnLst/>
              <a:rect l="l" t="t" r="r" b="b"/>
              <a:pathLst>
                <a:path w="2774" h="11028" extrusionOk="0">
                  <a:moveTo>
                    <a:pt x="1041" y="1"/>
                  </a:moveTo>
                  <a:lnTo>
                    <a:pt x="1041" y="32"/>
                  </a:lnTo>
                  <a:cubicBezTo>
                    <a:pt x="473" y="32"/>
                    <a:pt x="1" y="505"/>
                    <a:pt x="1" y="1072"/>
                  </a:cubicBezTo>
                  <a:lnTo>
                    <a:pt x="1" y="9988"/>
                  </a:lnTo>
                  <a:cubicBezTo>
                    <a:pt x="1" y="10555"/>
                    <a:pt x="473" y="11027"/>
                    <a:pt x="1041" y="11027"/>
                  </a:cubicBezTo>
                  <a:lnTo>
                    <a:pt x="2395" y="11027"/>
                  </a:lnTo>
                  <a:cubicBezTo>
                    <a:pt x="2521" y="11027"/>
                    <a:pt x="2647" y="10996"/>
                    <a:pt x="2773" y="10933"/>
                  </a:cubicBezTo>
                  <a:lnTo>
                    <a:pt x="2773" y="64"/>
                  </a:lnTo>
                  <a:cubicBezTo>
                    <a:pt x="2647" y="32"/>
                    <a:pt x="2521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86"/>
            <p:cNvSpPr/>
            <p:nvPr/>
          </p:nvSpPr>
          <p:spPr>
            <a:xfrm>
              <a:off x="-5851000" y="4214950"/>
              <a:ext cx="103200" cy="68550"/>
            </a:xfrm>
            <a:custGeom>
              <a:avLst/>
              <a:gdLst/>
              <a:ahLst/>
              <a:cxnLst/>
              <a:rect l="l" t="t" r="r" b="b"/>
              <a:pathLst>
                <a:path w="4128" h="2742" extrusionOk="0">
                  <a:moveTo>
                    <a:pt x="3056" y="694"/>
                  </a:moveTo>
                  <a:cubicBezTo>
                    <a:pt x="3277" y="694"/>
                    <a:pt x="3434" y="851"/>
                    <a:pt x="3434" y="1072"/>
                  </a:cubicBezTo>
                  <a:cubicBezTo>
                    <a:pt x="3434" y="1261"/>
                    <a:pt x="3277" y="1418"/>
                    <a:pt x="3056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32" y="1"/>
                  </a:moveTo>
                  <a:lnTo>
                    <a:pt x="32" y="2395"/>
                  </a:lnTo>
                  <a:lnTo>
                    <a:pt x="0" y="2395"/>
                  </a:lnTo>
                  <a:cubicBezTo>
                    <a:pt x="0" y="2584"/>
                    <a:pt x="158" y="2741"/>
                    <a:pt x="347" y="2741"/>
                  </a:cubicBezTo>
                  <a:lnTo>
                    <a:pt x="3781" y="2741"/>
                  </a:lnTo>
                  <a:cubicBezTo>
                    <a:pt x="3970" y="2741"/>
                    <a:pt x="4127" y="2584"/>
                    <a:pt x="4127" y="2395"/>
                  </a:cubicBezTo>
                  <a:lnTo>
                    <a:pt x="412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86"/>
            <p:cNvSpPr/>
            <p:nvPr/>
          </p:nvSpPr>
          <p:spPr>
            <a:xfrm>
              <a:off x="-5885675" y="4010175"/>
              <a:ext cx="189075" cy="239450"/>
            </a:xfrm>
            <a:custGeom>
              <a:avLst/>
              <a:gdLst/>
              <a:ahLst/>
              <a:cxnLst/>
              <a:rect l="l" t="t" r="r" b="b"/>
              <a:pathLst>
                <a:path w="7563" h="9578" extrusionOk="0">
                  <a:moveTo>
                    <a:pt x="5829" y="1323"/>
                  </a:moveTo>
                  <a:cubicBezTo>
                    <a:pt x="6018" y="1323"/>
                    <a:pt x="6176" y="1481"/>
                    <a:pt x="6176" y="1702"/>
                  </a:cubicBezTo>
                  <a:lnTo>
                    <a:pt x="6176" y="3749"/>
                  </a:lnTo>
                  <a:cubicBezTo>
                    <a:pt x="6176" y="3938"/>
                    <a:pt x="6018" y="4096"/>
                    <a:pt x="5829" y="4096"/>
                  </a:cubicBezTo>
                  <a:lnTo>
                    <a:pt x="1009" y="4096"/>
                  </a:lnTo>
                  <a:cubicBezTo>
                    <a:pt x="820" y="4096"/>
                    <a:pt x="663" y="3938"/>
                    <a:pt x="663" y="3749"/>
                  </a:cubicBezTo>
                  <a:lnTo>
                    <a:pt x="663" y="1702"/>
                  </a:lnTo>
                  <a:cubicBezTo>
                    <a:pt x="663" y="1481"/>
                    <a:pt x="820" y="1323"/>
                    <a:pt x="1009" y="1323"/>
                  </a:cubicBezTo>
                  <a:close/>
                  <a:moveTo>
                    <a:pt x="1734" y="4789"/>
                  </a:moveTo>
                  <a:cubicBezTo>
                    <a:pt x="2175" y="4789"/>
                    <a:pt x="2175" y="5482"/>
                    <a:pt x="1734" y="5482"/>
                  </a:cubicBezTo>
                  <a:lnTo>
                    <a:pt x="1072" y="5482"/>
                  </a:lnTo>
                  <a:cubicBezTo>
                    <a:pt x="631" y="5482"/>
                    <a:pt x="600" y="4789"/>
                    <a:pt x="1072" y="4789"/>
                  </a:cubicBezTo>
                  <a:close/>
                  <a:moveTo>
                    <a:pt x="3782" y="4758"/>
                  </a:moveTo>
                  <a:cubicBezTo>
                    <a:pt x="4223" y="4789"/>
                    <a:pt x="4223" y="5482"/>
                    <a:pt x="3782" y="5482"/>
                  </a:cubicBezTo>
                  <a:lnTo>
                    <a:pt x="3120" y="5482"/>
                  </a:lnTo>
                  <a:cubicBezTo>
                    <a:pt x="2899" y="5482"/>
                    <a:pt x="2742" y="5325"/>
                    <a:pt x="2742" y="5104"/>
                  </a:cubicBezTo>
                  <a:cubicBezTo>
                    <a:pt x="2742" y="4915"/>
                    <a:pt x="2899" y="4758"/>
                    <a:pt x="3120" y="4758"/>
                  </a:cubicBezTo>
                  <a:close/>
                  <a:moveTo>
                    <a:pt x="5829" y="4789"/>
                  </a:moveTo>
                  <a:cubicBezTo>
                    <a:pt x="6270" y="4789"/>
                    <a:pt x="6302" y="5482"/>
                    <a:pt x="5829" y="5482"/>
                  </a:cubicBezTo>
                  <a:lnTo>
                    <a:pt x="5168" y="5482"/>
                  </a:lnTo>
                  <a:cubicBezTo>
                    <a:pt x="4727" y="5482"/>
                    <a:pt x="4695" y="4789"/>
                    <a:pt x="5168" y="4789"/>
                  </a:cubicBezTo>
                  <a:close/>
                  <a:moveTo>
                    <a:pt x="1762" y="6174"/>
                  </a:moveTo>
                  <a:cubicBezTo>
                    <a:pt x="2175" y="6174"/>
                    <a:pt x="2165" y="6837"/>
                    <a:pt x="1734" y="6837"/>
                  </a:cubicBezTo>
                  <a:lnTo>
                    <a:pt x="1072" y="6837"/>
                  </a:lnTo>
                  <a:cubicBezTo>
                    <a:pt x="631" y="6837"/>
                    <a:pt x="600" y="6175"/>
                    <a:pt x="1072" y="6175"/>
                  </a:cubicBezTo>
                  <a:lnTo>
                    <a:pt x="1734" y="6175"/>
                  </a:lnTo>
                  <a:cubicBezTo>
                    <a:pt x="1744" y="6175"/>
                    <a:pt x="1753" y="6174"/>
                    <a:pt x="1762" y="6174"/>
                  </a:cubicBezTo>
                  <a:close/>
                  <a:moveTo>
                    <a:pt x="3782" y="6144"/>
                  </a:moveTo>
                  <a:cubicBezTo>
                    <a:pt x="4223" y="6144"/>
                    <a:pt x="4223" y="6837"/>
                    <a:pt x="3782" y="6837"/>
                  </a:cubicBezTo>
                  <a:lnTo>
                    <a:pt x="3120" y="6837"/>
                  </a:lnTo>
                  <a:cubicBezTo>
                    <a:pt x="2899" y="6837"/>
                    <a:pt x="2742" y="6679"/>
                    <a:pt x="2742" y="6490"/>
                  </a:cubicBezTo>
                  <a:cubicBezTo>
                    <a:pt x="2742" y="6301"/>
                    <a:pt x="2899" y="6144"/>
                    <a:pt x="3120" y="6144"/>
                  </a:cubicBezTo>
                  <a:close/>
                  <a:moveTo>
                    <a:pt x="5858" y="6174"/>
                  </a:moveTo>
                  <a:cubicBezTo>
                    <a:pt x="6272" y="6174"/>
                    <a:pt x="6291" y="6837"/>
                    <a:pt x="5829" y="6837"/>
                  </a:cubicBezTo>
                  <a:lnTo>
                    <a:pt x="5168" y="6837"/>
                  </a:lnTo>
                  <a:cubicBezTo>
                    <a:pt x="4727" y="6837"/>
                    <a:pt x="4695" y="6175"/>
                    <a:pt x="5168" y="6175"/>
                  </a:cubicBezTo>
                  <a:lnTo>
                    <a:pt x="5829" y="6175"/>
                  </a:lnTo>
                  <a:cubicBezTo>
                    <a:pt x="5839" y="6175"/>
                    <a:pt x="5849" y="6174"/>
                    <a:pt x="5858" y="6174"/>
                  </a:cubicBezTo>
                  <a:close/>
                  <a:moveTo>
                    <a:pt x="1" y="0"/>
                  </a:moveTo>
                  <a:lnTo>
                    <a:pt x="1" y="9578"/>
                  </a:lnTo>
                  <a:lnTo>
                    <a:pt x="663" y="9578"/>
                  </a:lnTo>
                  <a:lnTo>
                    <a:pt x="663" y="7876"/>
                  </a:lnTo>
                  <a:cubicBezTo>
                    <a:pt x="663" y="7687"/>
                    <a:pt x="820" y="7530"/>
                    <a:pt x="1009" y="7530"/>
                  </a:cubicBezTo>
                  <a:lnTo>
                    <a:pt x="5829" y="7530"/>
                  </a:lnTo>
                  <a:cubicBezTo>
                    <a:pt x="6018" y="7530"/>
                    <a:pt x="6176" y="7687"/>
                    <a:pt x="6176" y="7876"/>
                  </a:cubicBezTo>
                  <a:lnTo>
                    <a:pt x="6176" y="9578"/>
                  </a:lnTo>
                  <a:lnTo>
                    <a:pt x="6522" y="9578"/>
                  </a:lnTo>
                  <a:cubicBezTo>
                    <a:pt x="7090" y="9578"/>
                    <a:pt x="7562" y="9105"/>
                    <a:pt x="7562" y="8538"/>
                  </a:cubicBezTo>
                  <a:lnTo>
                    <a:pt x="7562" y="1008"/>
                  </a:lnTo>
                  <a:cubicBezTo>
                    <a:pt x="7531" y="473"/>
                    <a:pt x="7090" y="0"/>
                    <a:pt x="64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0" name="Google Shape;8620;p86"/>
          <p:cNvGrpSpPr/>
          <p:nvPr/>
        </p:nvGrpSpPr>
        <p:grpSpPr>
          <a:xfrm>
            <a:off x="4631558" y="1689798"/>
            <a:ext cx="420775" cy="418507"/>
            <a:chOff x="-4118225" y="3253275"/>
            <a:chExt cx="292225" cy="290650"/>
          </a:xfrm>
        </p:grpSpPr>
        <p:sp>
          <p:nvSpPr>
            <p:cNvPr id="8621" name="Google Shape;8621;p86"/>
            <p:cNvSpPr/>
            <p:nvPr/>
          </p:nvSpPr>
          <p:spPr>
            <a:xfrm>
              <a:off x="-4118225" y="3287125"/>
              <a:ext cx="256725" cy="256800"/>
            </a:xfrm>
            <a:custGeom>
              <a:avLst/>
              <a:gdLst/>
              <a:ahLst/>
              <a:cxnLst/>
              <a:rect l="l" t="t" r="r" b="b"/>
              <a:pathLst>
                <a:path w="10269" h="10272" extrusionOk="0">
                  <a:moveTo>
                    <a:pt x="5104" y="1"/>
                  </a:moveTo>
                  <a:cubicBezTo>
                    <a:pt x="2268" y="1"/>
                    <a:pt x="0" y="2301"/>
                    <a:pt x="0" y="5136"/>
                  </a:cubicBezTo>
                  <a:cubicBezTo>
                    <a:pt x="0" y="7972"/>
                    <a:pt x="2268" y="10271"/>
                    <a:pt x="5104" y="10271"/>
                  </a:cubicBezTo>
                  <a:cubicBezTo>
                    <a:pt x="7939" y="10271"/>
                    <a:pt x="10239" y="8003"/>
                    <a:pt x="10239" y="5168"/>
                  </a:cubicBezTo>
                  <a:cubicBezTo>
                    <a:pt x="10268" y="4993"/>
                    <a:pt x="10108" y="4818"/>
                    <a:pt x="9910" y="4818"/>
                  </a:cubicBezTo>
                  <a:cubicBezTo>
                    <a:pt x="9894" y="4818"/>
                    <a:pt x="9877" y="4819"/>
                    <a:pt x="9861" y="4821"/>
                  </a:cubicBezTo>
                  <a:lnTo>
                    <a:pt x="5797" y="4821"/>
                  </a:lnTo>
                  <a:cubicBezTo>
                    <a:pt x="5639" y="4821"/>
                    <a:pt x="5450" y="4695"/>
                    <a:pt x="5450" y="4506"/>
                  </a:cubicBezTo>
                  <a:lnTo>
                    <a:pt x="5450" y="347"/>
                  </a:lnTo>
                  <a:cubicBezTo>
                    <a:pt x="5450" y="158"/>
                    <a:pt x="5324" y="1"/>
                    <a:pt x="51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86"/>
            <p:cNvSpPr/>
            <p:nvPr/>
          </p:nvSpPr>
          <p:spPr>
            <a:xfrm>
              <a:off x="-3963850" y="325327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35"/>
                  </a:lnTo>
                  <a:cubicBezTo>
                    <a:pt x="0" y="5356"/>
                    <a:pt x="158" y="5514"/>
                    <a:pt x="347" y="5514"/>
                  </a:cubicBezTo>
                  <a:lnTo>
                    <a:pt x="5167" y="5514"/>
                  </a:lnTo>
                  <a:cubicBezTo>
                    <a:pt x="5356" y="5514"/>
                    <a:pt x="5513" y="5356"/>
                    <a:pt x="5513" y="5135"/>
                  </a:cubicBezTo>
                  <a:cubicBezTo>
                    <a:pt x="5513" y="2269"/>
                    <a:pt x="3182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3" name="Google Shape;8623;p86"/>
          <p:cNvGrpSpPr/>
          <p:nvPr/>
        </p:nvGrpSpPr>
        <p:grpSpPr>
          <a:xfrm>
            <a:off x="4682008" y="2204922"/>
            <a:ext cx="319874" cy="420199"/>
            <a:chOff x="-4082800" y="3612425"/>
            <a:chExt cx="222150" cy="291825"/>
          </a:xfrm>
        </p:grpSpPr>
        <p:sp>
          <p:nvSpPr>
            <p:cNvPr id="8624" name="Google Shape;8624;p86"/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86"/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86"/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7" name="Google Shape;8627;p86"/>
          <p:cNvGrpSpPr/>
          <p:nvPr/>
        </p:nvGrpSpPr>
        <p:grpSpPr>
          <a:xfrm>
            <a:off x="4643456" y="2769876"/>
            <a:ext cx="420775" cy="393561"/>
            <a:chOff x="-4118225" y="3990475"/>
            <a:chExt cx="292225" cy="273325"/>
          </a:xfrm>
        </p:grpSpPr>
        <p:sp>
          <p:nvSpPr>
            <p:cNvPr id="8628" name="Google Shape;8628;p86"/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86"/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86"/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86"/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2" name="Google Shape;8632;p86"/>
          <p:cNvGrpSpPr/>
          <p:nvPr/>
        </p:nvGrpSpPr>
        <p:grpSpPr>
          <a:xfrm>
            <a:off x="7354110" y="1688087"/>
            <a:ext cx="394713" cy="421927"/>
            <a:chOff x="-2312225" y="3238300"/>
            <a:chExt cx="274125" cy="293025"/>
          </a:xfrm>
        </p:grpSpPr>
        <p:sp>
          <p:nvSpPr>
            <p:cNvPr id="8633" name="Google Shape;8633;p86"/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86"/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5" name="Google Shape;8635;p86"/>
          <p:cNvGrpSpPr/>
          <p:nvPr/>
        </p:nvGrpSpPr>
        <p:grpSpPr>
          <a:xfrm>
            <a:off x="7341062" y="2153586"/>
            <a:ext cx="420811" cy="522864"/>
            <a:chOff x="-2310650" y="3525775"/>
            <a:chExt cx="292250" cy="363125"/>
          </a:xfrm>
        </p:grpSpPr>
        <p:sp>
          <p:nvSpPr>
            <p:cNvPr id="8636" name="Google Shape;8636;p86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7" name="Google Shape;8637;p86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86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86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0" name="Google Shape;8640;p86"/>
          <p:cNvGrpSpPr/>
          <p:nvPr/>
        </p:nvGrpSpPr>
        <p:grpSpPr>
          <a:xfrm>
            <a:off x="7351827" y="2756825"/>
            <a:ext cx="423079" cy="419659"/>
            <a:chOff x="-2310650" y="3958175"/>
            <a:chExt cx="293825" cy="291450"/>
          </a:xfrm>
        </p:grpSpPr>
        <p:sp>
          <p:nvSpPr>
            <p:cNvPr id="8641" name="Google Shape;8641;p86"/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86"/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3" name="Google Shape;8643;p86"/>
          <p:cNvGrpSpPr/>
          <p:nvPr/>
        </p:nvGrpSpPr>
        <p:grpSpPr>
          <a:xfrm>
            <a:off x="4718688" y="3308459"/>
            <a:ext cx="424159" cy="419659"/>
            <a:chOff x="-1182750" y="3962900"/>
            <a:chExt cx="294575" cy="291450"/>
          </a:xfrm>
        </p:grpSpPr>
        <p:sp>
          <p:nvSpPr>
            <p:cNvPr id="8644" name="Google Shape;8644;p86"/>
            <p:cNvSpPr/>
            <p:nvPr/>
          </p:nvSpPr>
          <p:spPr>
            <a:xfrm>
              <a:off x="-1078000" y="40306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86"/>
            <p:cNvSpPr/>
            <p:nvPr/>
          </p:nvSpPr>
          <p:spPr>
            <a:xfrm>
              <a:off x="-1129200" y="4099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86"/>
            <p:cNvSpPr/>
            <p:nvPr/>
          </p:nvSpPr>
          <p:spPr>
            <a:xfrm>
              <a:off x="-1009475" y="40818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86"/>
            <p:cNvSpPr/>
            <p:nvPr/>
          </p:nvSpPr>
          <p:spPr>
            <a:xfrm>
              <a:off x="-1182750" y="4168475"/>
              <a:ext cx="292225" cy="34675"/>
            </a:xfrm>
            <a:custGeom>
              <a:avLst/>
              <a:gdLst/>
              <a:ahLst/>
              <a:cxnLst/>
              <a:rect l="l" t="t" r="r" b="b"/>
              <a:pathLst>
                <a:path w="11689" h="1387" extrusionOk="0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86"/>
            <p:cNvSpPr/>
            <p:nvPr/>
          </p:nvSpPr>
          <p:spPr>
            <a:xfrm>
              <a:off x="-1117400" y="4220475"/>
              <a:ext cx="161500" cy="33875"/>
            </a:xfrm>
            <a:custGeom>
              <a:avLst/>
              <a:gdLst/>
              <a:ahLst/>
              <a:cxnLst/>
              <a:rect l="l" t="t" r="r" b="b"/>
              <a:pathLst>
                <a:path w="6460" h="1355" extrusionOk="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86"/>
            <p:cNvSpPr/>
            <p:nvPr/>
          </p:nvSpPr>
          <p:spPr>
            <a:xfrm>
              <a:off x="-958300" y="4014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86"/>
            <p:cNvSpPr/>
            <p:nvPr/>
          </p:nvSpPr>
          <p:spPr>
            <a:xfrm>
              <a:off x="-1180400" y="3962900"/>
              <a:ext cx="292225" cy="188275"/>
            </a:xfrm>
            <a:custGeom>
              <a:avLst/>
              <a:gdLst/>
              <a:ahLst/>
              <a:cxnLst/>
              <a:rect l="l" t="t" r="r" b="b"/>
              <a:pathLst>
                <a:path w="11689" h="7531" extrusionOk="0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1" name="Google Shape;8651;p86"/>
          <p:cNvGrpSpPr/>
          <p:nvPr/>
        </p:nvGrpSpPr>
        <p:grpSpPr>
          <a:xfrm>
            <a:off x="2471824" y="1689223"/>
            <a:ext cx="424195" cy="419659"/>
            <a:chOff x="-5611575" y="3272950"/>
            <a:chExt cx="294600" cy="291450"/>
          </a:xfrm>
        </p:grpSpPr>
        <p:sp>
          <p:nvSpPr>
            <p:cNvPr id="8652" name="Google Shape;8652;p86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86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86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86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86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7" name="Google Shape;8657;p86"/>
          <p:cNvGrpSpPr/>
          <p:nvPr/>
        </p:nvGrpSpPr>
        <p:grpSpPr>
          <a:xfrm>
            <a:off x="2471824" y="2205770"/>
            <a:ext cx="424195" cy="418507"/>
            <a:chOff x="-5613150" y="3632900"/>
            <a:chExt cx="294600" cy="290650"/>
          </a:xfrm>
        </p:grpSpPr>
        <p:sp>
          <p:nvSpPr>
            <p:cNvPr id="8658" name="Google Shape;8658;p86"/>
            <p:cNvSpPr/>
            <p:nvPr/>
          </p:nvSpPr>
          <p:spPr>
            <a:xfrm>
              <a:off x="-5440825" y="3708275"/>
              <a:ext cx="49550" cy="41450"/>
            </a:xfrm>
            <a:custGeom>
              <a:avLst/>
              <a:gdLst/>
              <a:ahLst/>
              <a:cxnLst/>
              <a:rect l="l" t="t" r="r" b="b"/>
              <a:pathLst>
                <a:path w="1982" h="1658" extrusionOk="0">
                  <a:moveTo>
                    <a:pt x="522" y="1"/>
                  </a:moveTo>
                  <a:cubicBezTo>
                    <a:pt x="249" y="1"/>
                    <a:pt x="1" y="335"/>
                    <a:pt x="291" y="577"/>
                  </a:cubicBezTo>
                  <a:lnTo>
                    <a:pt x="1267" y="1554"/>
                  </a:lnTo>
                  <a:cubicBezTo>
                    <a:pt x="1341" y="1627"/>
                    <a:pt x="1422" y="1658"/>
                    <a:pt x="1501" y="1658"/>
                  </a:cubicBezTo>
                  <a:cubicBezTo>
                    <a:pt x="1760" y="1658"/>
                    <a:pt x="1982" y="1323"/>
                    <a:pt x="1740" y="1081"/>
                  </a:cubicBezTo>
                  <a:lnTo>
                    <a:pt x="763" y="104"/>
                  </a:lnTo>
                  <a:cubicBezTo>
                    <a:pt x="690" y="31"/>
                    <a:pt x="605" y="1"/>
                    <a:pt x="5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86"/>
            <p:cNvSpPr/>
            <p:nvPr/>
          </p:nvSpPr>
          <p:spPr>
            <a:xfrm>
              <a:off x="-5613150" y="3632900"/>
              <a:ext cx="294600" cy="290650"/>
            </a:xfrm>
            <a:custGeom>
              <a:avLst/>
              <a:gdLst/>
              <a:ahLst/>
              <a:cxnLst/>
              <a:rect l="l" t="t" r="r" b="b"/>
              <a:pathLst>
                <a:path w="11784" h="11626" extrusionOk="0">
                  <a:moveTo>
                    <a:pt x="7444" y="2281"/>
                  </a:moveTo>
                  <a:cubicBezTo>
                    <a:pt x="7676" y="2281"/>
                    <a:pt x="7915" y="2370"/>
                    <a:pt x="8129" y="2584"/>
                  </a:cubicBezTo>
                  <a:lnTo>
                    <a:pt x="9106" y="3592"/>
                  </a:lnTo>
                  <a:cubicBezTo>
                    <a:pt x="9736" y="4254"/>
                    <a:pt x="9263" y="5356"/>
                    <a:pt x="8349" y="5356"/>
                  </a:cubicBezTo>
                  <a:cubicBezTo>
                    <a:pt x="8066" y="5356"/>
                    <a:pt x="7814" y="5230"/>
                    <a:pt x="7656" y="5041"/>
                  </a:cubicBezTo>
                  <a:lnTo>
                    <a:pt x="6648" y="4065"/>
                  </a:lnTo>
                  <a:cubicBezTo>
                    <a:pt x="5941" y="3333"/>
                    <a:pt x="6649" y="2281"/>
                    <a:pt x="7444" y="2281"/>
                  </a:cubicBezTo>
                  <a:close/>
                  <a:moveTo>
                    <a:pt x="5495" y="3992"/>
                  </a:moveTo>
                  <a:cubicBezTo>
                    <a:pt x="5754" y="3992"/>
                    <a:pt x="5976" y="4327"/>
                    <a:pt x="5735" y="4569"/>
                  </a:cubicBezTo>
                  <a:lnTo>
                    <a:pt x="5262" y="5041"/>
                  </a:lnTo>
                  <a:cubicBezTo>
                    <a:pt x="4978" y="5325"/>
                    <a:pt x="5262" y="5514"/>
                    <a:pt x="5483" y="5734"/>
                  </a:cubicBezTo>
                  <a:lnTo>
                    <a:pt x="6207" y="5041"/>
                  </a:lnTo>
                  <a:cubicBezTo>
                    <a:pt x="6280" y="4968"/>
                    <a:pt x="6362" y="4937"/>
                    <a:pt x="6440" y="4937"/>
                  </a:cubicBezTo>
                  <a:cubicBezTo>
                    <a:pt x="6699" y="4937"/>
                    <a:pt x="6922" y="5272"/>
                    <a:pt x="6680" y="5514"/>
                  </a:cubicBezTo>
                  <a:lnTo>
                    <a:pt x="5955" y="6207"/>
                  </a:lnTo>
                  <a:cubicBezTo>
                    <a:pt x="6132" y="6384"/>
                    <a:pt x="6294" y="6577"/>
                    <a:pt x="6462" y="6577"/>
                  </a:cubicBezTo>
                  <a:cubicBezTo>
                    <a:pt x="6533" y="6577"/>
                    <a:pt x="6605" y="6543"/>
                    <a:pt x="6680" y="6459"/>
                  </a:cubicBezTo>
                  <a:lnTo>
                    <a:pt x="7152" y="5986"/>
                  </a:lnTo>
                  <a:cubicBezTo>
                    <a:pt x="7213" y="5926"/>
                    <a:pt x="7285" y="5900"/>
                    <a:pt x="7358" y="5900"/>
                  </a:cubicBezTo>
                  <a:cubicBezTo>
                    <a:pt x="7626" y="5900"/>
                    <a:pt x="7904" y="6250"/>
                    <a:pt x="7656" y="6522"/>
                  </a:cubicBezTo>
                  <a:lnTo>
                    <a:pt x="7184" y="6995"/>
                  </a:lnTo>
                  <a:cubicBezTo>
                    <a:pt x="6963" y="7215"/>
                    <a:pt x="6743" y="7310"/>
                    <a:pt x="6459" y="7310"/>
                  </a:cubicBezTo>
                  <a:cubicBezTo>
                    <a:pt x="6176" y="7310"/>
                    <a:pt x="5924" y="7215"/>
                    <a:pt x="5766" y="6995"/>
                  </a:cubicBezTo>
                  <a:lnTo>
                    <a:pt x="4789" y="6018"/>
                  </a:lnTo>
                  <a:cubicBezTo>
                    <a:pt x="4380" y="5640"/>
                    <a:pt x="4380" y="4947"/>
                    <a:pt x="4789" y="4569"/>
                  </a:cubicBezTo>
                  <a:lnTo>
                    <a:pt x="5262" y="4096"/>
                  </a:lnTo>
                  <a:cubicBezTo>
                    <a:pt x="5335" y="4023"/>
                    <a:pt x="5417" y="3992"/>
                    <a:pt x="5495" y="3992"/>
                  </a:cubicBezTo>
                  <a:close/>
                  <a:moveTo>
                    <a:pt x="3510" y="5977"/>
                  </a:moveTo>
                  <a:cubicBezTo>
                    <a:pt x="3769" y="5977"/>
                    <a:pt x="3992" y="6312"/>
                    <a:pt x="3750" y="6553"/>
                  </a:cubicBezTo>
                  <a:lnTo>
                    <a:pt x="3277" y="7026"/>
                  </a:lnTo>
                  <a:cubicBezTo>
                    <a:pt x="3035" y="7268"/>
                    <a:pt x="3258" y="7603"/>
                    <a:pt x="3516" y="7603"/>
                  </a:cubicBezTo>
                  <a:cubicBezTo>
                    <a:pt x="3595" y="7603"/>
                    <a:pt x="3677" y="7572"/>
                    <a:pt x="3750" y="7499"/>
                  </a:cubicBezTo>
                  <a:cubicBezTo>
                    <a:pt x="3976" y="7273"/>
                    <a:pt x="4227" y="7178"/>
                    <a:pt x="4467" y="7178"/>
                  </a:cubicBezTo>
                  <a:cubicBezTo>
                    <a:pt x="5267" y="7178"/>
                    <a:pt x="5950" y="8221"/>
                    <a:pt x="5199" y="8948"/>
                  </a:cubicBezTo>
                  <a:lnTo>
                    <a:pt x="4726" y="9420"/>
                  </a:lnTo>
                  <a:cubicBezTo>
                    <a:pt x="4653" y="9494"/>
                    <a:pt x="4571" y="9524"/>
                    <a:pt x="4493" y="9524"/>
                  </a:cubicBezTo>
                  <a:cubicBezTo>
                    <a:pt x="4234" y="9524"/>
                    <a:pt x="4012" y="9190"/>
                    <a:pt x="4254" y="8948"/>
                  </a:cubicBezTo>
                  <a:lnTo>
                    <a:pt x="4726" y="8475"/>
                  </a:lnTo>
                  <a:cubicBezTo>
                    <a:pt x="4968" y="8233"/>
                    <a:pt x="4746" y="7899"/>
                    <a:pt x="4487" y="7899"/>
                  </a:cubicBezTo>
                  <a:cubicBezTo>
                    <a:pt x="4409" y="7899"/>
                    <a:pt x="4327" y="7929"/>
                    <a:pt x="4254" y="8003"/>
                  </a:cubicBezTo>
                  <a:cubicBezTo>
                    <a:pt x="4035" y="8222"/>
                    <a:pt x="3787" y="8314"/>
                    <a:pt x="3547" y="8314"/>
                  </a:cubicBezTo>
                  <a:cubicBezTo>
                    <a:pt x="2754" y="8314"/>
                    <a:pt x="2054" y="7304"/>
                    <a:pt x="2805" y="6553"/>
                  </a:cubicBezTo>
                  <a:lnTo>
                    <a:pt x="3277" y="6081"/>
                  </a:lnTo>
                  <a:cubicBezTo>
                    <a:pt x="3350" y="6008"/>
                    <a:pt x="3432" y="5977"/>
                    <a:pt x="3510" y="5977"/>
                  </a:cubicBezTo>
                  <a:close/>
                  <a:moveTo>
                    <a:pt x="11390" y="0"/>
                  </a:moveTo>
                  <a:cubicBezTo>
                    <a:pt x="11303" y="0"/>
                    <a:pt x="11216" y="32"/>
                    <a:pt x="11153" y="95"/>
                  </a:cubicBezTo>
                  <a:lnTo>
                    <a:pt x="10208" y="1009"/>
                  </a:lnTo>
                  <a:cubicBezTo>
                    <a:pt x="9893" y="820"/>
                    <a:pt x="9547" y="757"/>
                    <a:pt x="9169" y="757"/>
                  </a:cubicBezTo>
                  <a:lnTo>
                    <a:pt x="6396" y="914"/>
                  </a:lnTo>
                  <a:cubicBezTo>
                    <a:pt x="5798" y="946"/>
                    <a:pt x="5230" y="1166"/>
                    <a:pt x="4821" y="1607"/>
                  </a:cubicBezTo>
                  <a:lnTo>
                    <a:pt x="410" y="6018"/>
                  </a:lnTo>
                  <a:cubicBezTo>
                    <a:pt x="1" y="6427"/>
                    <a:pt x="1" y="7089"/>
                    <a:pt x="410" y="7467"/>
                  </a:cubicBezTo>
                  <a:lnTo>
                    <a:pt x="4254" y="11342"/>
                  </a:lnTo>
                  <a:cubicBezTo>
                    <a:pt x="4459" y="11531"/>
                    <a:pt x="4726" y="11626"/>
                    <a:pt x="4990" y="11626"/>
                  </a:cubicBezTo>
                  <a:cubicBezTo>
                    <a:pt x="5254" y="11626"/>
                    <a:pt x="5514" y="11531"/>
                    <a:pt x="5703" y="11342"/>
                  </a:cubicBezTo>
                  <a:cubicBezTo>
                    <a:pt x="9704" y="7373"/>
                    <a:pt x="8854" y="8192"/>
                    <a:pt x="9956" y="7058"/>
                  </a:cubicBezTo>
                  <a:cubicBezTo>
                    <a:pt x="10492" y="6616"/>
                    <a:pt x="10807" y="5986"/>
                    <a:pt x="10838" y="5325"/>
                  </a:cubicBezTo>
                  <a:lnTo>
                    <a:pt x="10996" y="2521"/>
                  </a:lnTo>
                  <a:cubicBezTo>
                    <a:pt x="10996" y="2174"/>
                    <a:pt x="10901" y="1765"/>
                    <a:pt x="10712" y="1481"/>
                  </a:cubicBezTo>
                  <a:lnTo>
                    <a:pt x="11689" y="568"/>
                  </a:lnTo>
                  <a:cubicBezTo>
                    <a:pt x="11784" y="442"/>
                    <a:pt x="11784" y="190"/>
                    <a:pt x="11626" y="95"/>
                  </a:cubicBezTo>
                  <a:cubicBezTo>
                    <a:pt x="11563" y="32"/>
                    <a:pt x="11476" y="0"/>
                    <a:pt x="113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60" name="Google Shape;8660;p86"/>
          <p:cNvGrpSpPr/>
          <p:nvPr/>
        </p:nvGrpSpPr>
        <p:grpSpPr>
          <a:xfrm>
            <a:off x="2483722" y="2756270"/>
            <a:ext cx="424195" cy="420775"/>
            <a:chOff x="-5613150" y="3991275"/>
            <a:chExt cx="294600" cy="292225"/>
          </a:xfrm>
        </p:grpSpPr>
        <p:sp>
          <p:nvSpPr>
            <p:cNvPr id="8661" name="Google Shape;8661;p86"/>
            <p:cNvSpPr/>
            <p:nvPr/>
          </p:nvSpPr>
          <p:spPr>
            <a:xfrm>
              <a:off x="-5480050" y="4046400"/>
              <a:ext cx="27600" cy="14200"/>
            </a:xfrm>
            <a:custGeom>
              <a:avLst/>
              <a:gdLst/>
              <a:ahLst/>
              <a:cxnLst/>
              <a:rect l="l" t="t" r="r" b="b"/>
              <a:pathLst>
                <a:path w="1104" h="568" extrusionOk="0">
                  <a:moveTo>
                    <a:pt x="537" y="1"/>
                  </a:moveTo>
                  <a:lnTo>
                    <a:pt x="1" y="568"/>
                  </a:lnTo>
                  <a:lnTo>
                    <a:pt x="1104" y="568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86"/>
            <p:cNvSpPr/>
            <p:nvPr/>
          </p:nvSpPr>
          <p:spPr>
            <a:xfrm>
              <a:off x="-553122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693" y="1"/>
                  </a:moveTo>
                  <a:lnTo>
                    <a:pt x="0" y="726"/>
                  </a:lnTo>
                  <a:lnTo>
                    <a:pt x="1103" y="726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3" name="Google Shape;8663;p86"/>
            <p:cNvSpPr/>
            <p:nvPr/>
          </p:nvSpPr>
          <p:spPr>
            <a:xfrm>
              <a:off x="-5443025" y="407712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694" y="0"/>
                  </a:moveTo>
                  <a:lnTo>
                    <a:pt x="1" y="1638"/>
                  </a:lnTo>
                  <a:lnTo>
                    <a:pt x="1" y="1638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4" name="Google Shape;8664;p86"/>
            <p:cNvSpPr/>
            <p:nvPr/>
          </p:nvSpPr>
          <p:spPr>
            <a:xfrm>
              <a:off x="-5487925" y="4077125"/>
              <a:ext cx="43350" cy="54375"/>
            </a:xfrm>
            <a:custGeom>
              <a:avLst/>
              <a:gdLst/>
              <a:ahLst/>
              <a:cxnLst/>
              <a:rect l="l" t="t" r="r" b="b"/>
              <a:pathLst>
                <a:path w="1734" h="2175" extrusionOk="0">
                  <a:moveTo>
                    <a:pt x="1" y="0"/>
                  </a:moveTo>
                  <a:lnTo>
                    <a:pt x="852" y="217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5" name="Google Shape;8665;p86"/>
            <p:cNvSpPr/>
            <p:nvPr/>
          </p:nvSpPr>
          <p:spPr>
            <a:xfrm>
              <a:off x="-544537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0" y="1"/>
                  </a:moveTo>
                  <a:lnTo>
                    <a:pt x="693" y="726"/>
                  </a:lnTo>
                  <a:lnTo>
                    <a:pt x="1764" y="726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86"/>
            <p:cNvSpPr/>
            <p:nvPr/>
          </p:nvSpPr>
          <p:spPr>
            <a:xfrm>
              <a:off x="-5531225" y="4077125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0" y="0"/>
                  </a:moveTo>
                  <a:lnTo>
                    <a:pt x="1670" y="1638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86"/>
            <p:cNvSpPr/>
            <p:nvPr/>
          </p:nvSpPr>
          <p:spPr>
            <a:xfrm>
              <a:off x="-5613150" y="4198400"/>
              <a:ext cx="292225" cy="33900"/>
            </a:xfrm>
            <a:custGeom>
              <a:avLst/>
              <a:gdLst/>
              <a:ahLst/>
              <a:cxnLst/>
              <a:rect l="l" t="t" r="r" b="b"/>
              <a:pathLst>
                <a:path w="11689" h="1356" extrusionOk="0">
                  <a:moveTo>
                    <a:pt x="1" y="1"/>
                  </a:moveTo>
                  <a:lnTo>
                    <a:pt x="1" y="347"/>
                  </a:lnTo>
                  <a:lnTo>
                    <a:pt x="32" y="347"/>
                  </a:lnTo>
                  <a:cubicBezTo>
                    <a:pt x="32" y="883"/>
                    <a:pt x="505" y="1356"/>
                    <a:pt x="1072" y="1356"/>
                  </a:cubicBezTo>
                  <a:lnTo>
                    <a:pt x="10681" y="1356"/>
                  </a:lnTo>
                  <a:cubicBezTo>
                    <a:pt x="11216" y="1356"/>
                    <a:pt x="11689" y="883"/>
                    <a:pt x="11689" y="347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8" name="Google Shape;8668;p86"/>
            <p:cNvSpPr/>
            <p:nvPr/>
          </p:nvSpPr>
          <p:spPr>
            <a:xfrm>
              <a:off x="-5610775" y="3991275"/>
              <a:ext cx="292225" cy="189050"/>
            </a:xfrm>
            <a:custGeom>
              <a:avLst/>
              <a:gdLst/>
              <a:ahLst/>
              <a:cxnLst/>
              <a:rect l="l" t="t" r="r" b="b"/>
              <a:pathLst>
                <a:path w="11689" h="7562" extrusionOk="0">
                  <a:moveTo>
                    <a:pt x="7813" y="1386"/>
                  </a:moveTo>
                  <a:cubicBezTo>
                    <a:pt x="7908" y="1386"/>
                    <a:pt x="8034" y="1418"/>
                    <a:pt x="8065" y="1512"/>
                  </a:cubicBezTo>
                  <a:cubicBezTo>
                    <a:pt x="8128" y="1575"/>
                    <a:pt x="9483" y="2867"/>
                    <a:pt x="9515" y="2993"/>
                  </a:cubicBezTo>
                  <a:cubicBezTo>
                    <a:pt x="9578" y="3088"/>
                    <a:pt x="9578" y="3214"/>
                    <a:pt x="9452" y="3340"/>
                  </a:cubicBezTo>
                  <a:lnTo>
                    <a:pt x="6018" y="6774"/>
                  </a:lnTo>
                  <a:cubicBezTo>
                    <a:pt x="5943" y="6848"/>
                    <a:pt x="5862" y="6880"/>
                    <a:pt x="5783" y="6880"/>
                  </a:cubicBezTo>
                  <a:cubicBezTo>
                    <a:pt x="5696" y="6880"/>
                    <a:pt x="5612" y="6840"/>
                    <a:pt x="5545" y="6774"/>
                  </a:cubicBezTo>
                  <a:lnTo>
                    <a:pt x="2111" y="3340"/>
                  </a:lnTo>
                  <a:cubicBezTo>
                    <a:pt x="2001" y="3230"/>
                    <a:pt x="1987" y="2976"/>
                    <a:pt x="2027" y="2976"/>
                  </a:cubicBezTo>
                  <a:cubicBezTo>
                    <a:pt x="2033" y="2976"/>
                    <a:pt x="2040" y="2981"/>
                    <a:pt x="2048" y="2993"/>
                  </a:cubicBezTo>
                  <a:cubicBezTo>
                    <a:pt x="2048" y="2962"/>
                    <a:pt x="2079" y="2930"/>
                    <a:pt x="2111" y="2867"/>
                  </a:cubicBezTo>
                  <a:lnTo>
                    <a:pt x="3497" y="1512"/>
                  </a:lnTo>
                  <a:cubicBezTo>
                    <a:pt x="3560" y="1418"/>
                    <a:pt x="3655" y="1386"/>
                    <a:pt x="3718" y="1386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7561"/>
                  </a:lnTo>
                  <a:lnTo>
                    <a:pt x="11689" y="7561"/>
                  </a:lnTo>
                  <a:lnTo>
                    <a:pt x="11689" y="1040"/>
                  </a:lnTo>
                  <a:cubicBezTo>
                    <a:pt x="11657" y="473"/>
                    <a:pt x="11184" y="0"/>
                    <a:pt x="106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9" name="Google Shape;8669;p86"/>
            <p:cNvSpPr/>
            <p:nvPr/>
          </p:nvSpPr>
          <p:spPr>
            <a:xfrm>
              <a:off x="-5546975" y="4250400"/>
              <a:ext cx="160700" cy="33100"/>
            </a:xfrm>
            <a:custGeom>
              <a:avLst/>
              <a:gdLst/>
              <a:ahLst/>
              <a:cxnLst/>
              <a:rect l="l" t="t" r="r" b="b"/>
              <a:pathLst>
                <a:path w="6428" h="1324" extrusionOk="0">
                  <a:moveTo>
                    <a:pt x="1544" y="0"/>
                  </a:moveTo>
                  <a:lnTo>
                    <a:pt x="1386" y="662"/>
                  </a:lnTo>
                  <a:lnTo>
                    <a:pt x="473" y="662"/>
                  </a:lnTo>
                  <a:cubicBezTo>
                    <a:pt x="32" y="662"/>
                    <a:pt x="0" y="1323"/>
                    <a:pt x="473" y="1323"/>
                  </a:cubicBezTo>
                  <a:lnTo>
                    <a:pt x="5955" y="1323"/>
                  </a:lnTo>
                  <a:cubicBezTo>
                    <a:pt x="6427" y="1323"/>
                    <a:pt x="6427" y="662"/>
                    <a:pt x="5986" y="662"/>
                  </a:cubicBezTo>
                  <a:lnTo>
                    <a:pt x="5072" y="662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0" name="Google Shape;8670;p86"/>
          <p:cNvGrpSpPr/>
          <p:nvPr/>
        </p:nvGrpSpPr>
        <p:grpSpPr>
          <a:xfrm>
            <a:off x="5155210" y="1689438"/>
            <a:ext cx="434634" cy="419227"/>
            <a:chOff x="-3768700" y="3253275"/>
            <a:chExt cx="301850" cy="291150"/>
          </a:xfrm>
        </p:grpSpPr>
        <p:sp>
          <p:nvSpPr>
            <p:cNvPr id="8671" name="Google Shape;8671;p86"/>
            <p:cNvSpPr/>
            <p:nvPr/>
          </p:nvSpPr>
          <p:spPr>
            <a:xfrm>
              <a:off x="-3603925" y="335565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040" y="1"/>
                  </a:moveTo>
                  <a:cubicBezTo>
                    <a:pt x="505" y="1"/>
                    <a:pt x="1" y="473"/>
                    <a:pt x="1" y="1009"/>
                  </a:cubicBezTo>
                  <a:lnTo>
                    <a:pt x="1" y="1356"/>
                  </a:lnTo>
                  <a:lnTo>
                    <a:pt x="2773" y="1356"/>
                  </a:lnTo>
                  <a:lnTo>
                    <a:pt x="2773" y="1009"/>
                  </a:lnTo>
                  <a:cubicBezTo>
                    <a:pt x="2742" y="473"/>
                    <a:pt x="2269" y="1"/>
                    <a:pt x="17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2" name="Google Shape;8672;p86"/>
            <p:cNvSpPr/>
            <p:nvPr/>
          </p:nvSpPr>
          <p:spPr>
            <a:xfrm>
              <a:off x="-3586600" y="3305250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3" y="0"/>
                  </a:moveTo>
                  <a:cubicBezTo>
                    <a:pt x="253" y="0"/>
                    <a:pt x="1" y="316"/>
                    <a:pt x="1" y="662"/>
                  </a:cubicBezTo>
                  <a:cubicBezTo>
                    <a:pt x="1" y="1009"/>
                    <a:pt x="316" y="1324"/>
                    <a:pt x="663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284"/>
                    <a:pt x="1009" y="0"/>
                    <a:pt x="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3" name="Google Shape;8673;p86"/>
            <p:cNvSpPr/>
            <p:nvPr/>
          </p:nvSpPr>
          <p:spPr>
            <a:xfrm>
              <a:off x="-3768700" y="3253275"/>
              <a:ext cx="301850" cy="291150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7947" y="1323"/>
                  </a:moveTo>
                  <a:cubicBezTo>
                    <a:pt x="8703" y="1323"/>
                    <a:pt x="9333" y="1953"/>
                    <a:pt x="9333" y="2710"/>
                  </a:cubicBezTo>
                  <a:cubicBezTo>
                    <a:pt x="9333" y="3025"/>
                    <a:pt x="9207" y="3340"/>
                    <a:pt x="9018" y="3560"/>
                  </a:cubicBezTo>
                  <a:cubicBezTo>
                    <a:pt x="9585" y="3844"/>
                    <a:pt x="9994" y="4442"/>
                    <a:pt x="9994" y="5104"/>
                  </a:cubicBezTo>
                  <a:lnTo>
                    <a:pt x="9994" y="5766"/>
                  </a:lnTo>
                  <a:lnTo>
                    <a:pt x="10026" y="5766"/>
                  </a:lnTo>
                  <a:cubicBezTo>
                    <a:pt x="10026" y="5955"/>
                    <a:pt x="9868" y="6112"/>
                    <a:pt x="9679" y="6112"/>
                  </a:cubicBezTo>
                  <a:lnTo>
                    <a:pt x="6245" y="6112"/>
                  </a:lnTo>
                  <a:cubicBezTo>
                    <a:pt x="6056" y="6112"/>
                    <a:pt x="5899" y="5955"/>
                    <a:pt x="5899" y="5766"/>
                  </a:cubicBezTo>
                  <a:lnTo>
                    <a:pt x="5899" y="5104"/>
                  </a:lnTo>
                  <a:cubicBezTo>
                    <a:pt x="5899" y="4442"/>
                    <a:pt x="6308" y="3844"/>
                    <a:pt x="6875" y="3560"/>
                  </a:cubicBezTo>
                  <a:cubicBezTo>
                    <a:pt x="6686" y="3340"/>
                    <a:pt x="6560" y="3056"/>
                    <a:pt x="6560" y="2710"/>
                  </a:cubicBezTo>
                  <a:cubicBezTo>
                    <a:pt x="6560" y="1953"/>
                    <a:pt x="7190" y="1323"/>
                    <a:pt x="7947" y="1323"/>
                  </a:cubicBezTo>
                  <a:close/>
                  <a:moveTo>
                    <a:pt x="7947" y="0"/>
                  </a:moveTo>
                  <a:cubicBezTo>
                    <a:pt x="5647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8" y="6711"/>
                  </a:cubicBezTo>
                  <a:lnTo>
                    <a:pt x="4134" y="7435"/>
                  </a:lnTo>
                  <a:cubicBezTo>
                    <a:pt x="3981" y="7364"/>
                    <a:pt x="3823" y="7329"/>
                    <a:pt x="3669" y="7329"/>
                  </a:cubicBezTo>
                  <a:cubicBezTo>
                    <a:pt x="3412" y="7329"/>
                    <a:pt x="3166" y="7427"/>
                    <a:pt x="2969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09" y="11645"/>
                  </a:cubicBezTo>
                  <a:cubicBezTo>
                    <a:pt x="1739" y="11645"/>
                    <a:pt x="1975" y="11555"/>
                    <a:pt x="2181" y="11342"/>
                  </a:cubicBezTo>
                  <a:lnTo>
                    <a:pt x="4449" y="9074"/>
                  </a:lnTo>
                  <a:cubicBezTo>
                    <a:pt x="4765" y="8759"/>
                    <a:pt x="4796" y="8286"/>
                    <a:pt x="4638" y="7939"/>
                  </a:cubicBezTo>
                  <a:lnTo>
                    <a:pt x="5332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4" y="6364"/>
                    <a:pt x="12074" y="4127"/>
                  </a:cubicBezTo>
                  <a:cubicBezTo>
                    <a:pt x="12074" y="1796"/>
                    <a:pt x="10215" y="0"/>
                    <a:pt x="79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4" name="Google Shape;8674;p86"/>
          <p:cNvGrpSpPr/>
          <p:nvPr/>
        </p:nvGrpSpPr>
        <p:grpSpPr>
          <a:xfrm>
            <a:off x="5159293" y="2217090"/>
            <a:ext cx="426462" cy="395865"/>
            <a:chOff x="-3808700" y="3628950"/>
            <a:chExt cx="296175" cy="274925"/>
          </a:xfrm>
        </p:grpSpPr>
        <p:sp>
          <p:nvSpPr>
            <p:cNvPr id="8675" name="Google Shape;8675;p86"/>
            <p:cNvSpPr/>
            <p:nvPr/>
          </p:nvSpPr>
          <p:spPr>
            <a:xfrm>
              <a:off x="-3665972" y="36809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6" name="Google Shape;8676;p86"/>
            <p:cNvSpPr/>
            <p:nvPr/>
          </p:nvSpPr>
          <p:spPr>
            <a:xfrm>
              <a:off x="-3808700" y="3664400"/>
              <a:ext cx="296175" cy="239475"/>
            </a:xfrm>
            <a:custGeom>
              <a:avLst/>
              <a:gdLst/>
              <a:ahLst/>
              <a:cxnLst/>
              <a:rect l="l" t="t" r="r" b="b"/>
              <a:pathLst>
                <a:path w="11847" h="9579" extrusionOk="0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7" name="Google Shape;8677;p86"/>
            <p:cNvSpPr/>
            <p:nvPr/>
          </p:nvSpPr>
          <p:spPr>
            <a:xfrm>
              <a:off x="-3718359" y="3628950"/>
              <a:ext cx="155975" cy="156775"/>
            </a:xfrm>
            <a:custGeom>
              <a:avLst/>
              <a:gdLst/>
              <a:ahLst/>
              <a:cxnLst/>
              <a:rect l="l" t="t" r="r" b="b"/>
              <a:pathLst>
                <a:path w="6239" h="6271" extrusionOk="0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8" name="Google Shape;8678;p86"/>
          <p:cNvGrpSpPr/>
          <p:nvPr/>
        </p:nvGrpSpPr>
        <p:grpSpPr>
          <a:xfrm>
            <a:off x="5224504" y="2756412"/>
            <a:ext cx="419443" cy="420487"/>
            <a:chOff x="-3771675" y="3971775"/>
            <a:chExt cx="291300" cy="292025"/>
          </a:xfrm>
        </p:grpSpPr>
        <p:sp>
          <p:nvSpPr>
            <p:cNvPr id="8679" name="Google Shape;8679;p86"/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0" name="Google Shape;8680;p86"/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1" name="Google Shape;8681;p86"/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2" name="Google Shape;8682;p86"/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3" name="Google Shape;8683;p86"/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4" name="Google Shape;8684;p86"/>
          <p:cNvGrpSpPr/>
          <p:nvPr/>
        </p:nvGrpSpPr>
        <p:grpSpPr>
          <a:xfrm>
            <a:off x="7885948" y="1716461"/>
            <a:ext cx="420271" cy="320774"/>
            <a:chOff x="-1951475" y="3273100"/>
            <a:chExt cx="291875" cy="222775"/>
          </a:xfrm>
        </p:grpSpPr>
        <p:sp>
          <p:nvSpPr>
            <p:cNvPr id="8685" name="Google Shape;8685;p86"/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6" name="Google Shape;8686;p86"/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7" name="Google Shape;8687;p86"/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8" name="Google Shape;8688;p86"/>
          <p:cNvGrpSpPr/>
          <p:nvPr/>
        </p:nvGrpSpPr>
        <p:grpSpPr>
          <a:xfrm>
            <a:off x="7883429" y="2205191"/>
            <a:ext cx="425310" cy="419659"/>
            <a:chOff x="-1951475" y="3597450"/>
            <a:chExt cx="295375" cy="291450"/>
          </a:xfrm>
        </p:grpSpPr>
        <p:sp>
          <p:nvSpPr>
            <p:cNvPr id="8689" name="Google Shape;8689;p86"/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0" name="Google Shape;8690;p86"/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1" name="Google Shape;8691;p86"/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2" name="Google Shape;8692;p86"/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3" name="Google Shape;8693;p86"/>
          <p:cNvGrpSpPr/>
          <p:nvPr/>
        </p:nvGrpSpPr>
        <p:grpSpPr>
          <a:xfrm>
            <a:off x="7885680" y="2756825"/>
            <a:ext cx="444605" cy="419659"/>
            <a:chOff x="-1960150" y="3956600"/>
            <a:chExt cx="308775" cy="291450"/>
          </a:xfrm>
        </p:grpSpPr>
        <p:sp>
          <p:nvSpPr>
            <p:cNvPr id="8694" name="Google Shape;8694;p86"/>
            <p:cNvSpPr/>
            <p:nvPr/>
          </p:nvSpPr>
          <p:spPr>
            <a:xfrm>
              <a:off x="-1960150" y="3956600"/>
              <a:ext cx="308775" cy="51275"/>
            </a:xfrm>
            <a:custGeom>
              <a:avLst/>
              <a:gdLst/>
              <a:ahLst/>
              <a:cxnLst/>
              <a:rect l="l" t="t" r="r" b="b"/>
              <a:pathLst>
                <a:path w="12351" h="2051" extrusionOk="0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5" name="Google Shape;8695;p86"/>
            <p:cNvSpPr/>
            <p:nvPr/>
          </p:nvSpPr>
          <p:spPr>
            <a:xfrm>
              <a:off x="-1934950" y="4025925"/>
              <a:ext cx="256000" cy="222125"/>
            </a:xfrm>
            <a:custGeom>
              <a:avLst/>
              <a:gdLst/>
              <a:ahLst/>
              <a:cxnLst/>
              <a:rect l="l" t="t" r="r" b="b"/>
              <a:pathLst>
                <a:path w="10240" h="8885" extrusionOk="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6" name="Google Shape;8696;p86"/>
          <p:cNvGrpSpPr/>
          <p:nvPr/>
        </p:nvGrpSpPr>
        <p:grpSpPr>
          <a:xfrm>
            <a:off x="1939718" y="3307636"/>
            <a:ext cx="420775" cy="420775"/>
            <a:chOff x="-804700" y="3226500"/>
            <a:chExt cx="292225" cy="292225"/>
          </a:xfrm>
        </p:grpSpPr>
        <p:sp>
          <p:nvSpPr>
            <p:cNvPr id="8697" name="Google Shape;8697;p86"/>
            <p:cNvSpPr/>
            <p:nvPr/>
          </p:nvSpPr>
          <p:spPr>
            <a:xfrm>
              <a:off x="-804700" y="3467500"/>
              <a:ext cx="85875" cy="51225"/>
            </a:xfrm>
            <a:custGeom>
              <a:avLst/>
              <a:gdLst/>
              <a:ahLst/>
              <a:cxnLst/>
              <a:rect l="l" t="t" r="r" b="b"/>
              <a:pathLst>
                <a:path w="3435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lnTo>
                    <a:pt x="2395" y="2048"/>
                  </a:lnTo>
                  <a:cubicBezTo>
                    <a:pt x="2962" y="2048"/>
                    <a:pt x="3434" y="1576"/>
                    <a:pt x="3434" y="1040"/>
                  </a:cubicBezTo>
                  <a:cubicBezTo>
                    <a:pt x="3434" y="473"/>
                    <a:pt x="2962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8" name="Google Shape;8698;p86"/>
            <p:cNvSpPr/>
            <p:nvPr/>
          </p:nvSpPr>
          <p:spPr>
            <a:xfrm>
              <a:off x="-710975" y="34667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" y="1"/>
                  </a:moveTo>
                  <a:cubicBezTo>
                    <a:pt x="221" y="253"/>
                    <a:pt x="347" y="663"/>
                    <a:pt x="347" y="1009"/>
                  </a:cubicBezTo>
                  <a:cubicBezTo>
                    <a:pt x="347" y="1419"/>
                    <a:pt x="221" y="1765"/>
                    <a:pt x="1" y="2049"/>
                  </a:cubicBezTo>
                  <a:lnTo>
                    <a:pt x="6837" y="2049"/>
                  </a:lnTo>
                  <a:cubicBezTo>
                    <a:pt x="7404" y="2049"/>
                    <a:pt x="7877" y="1576"/>
                    <a:pt x="7877" y="1009"/>
                  </a:cubicBezTo>
                  <a:cubicBezTo>
                    <a:pt x="7877" y="474"/>
                    <a:pt x="7436" y="1"/>
                    <a:pt x="68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9" name="Google Shape;8699;p86"/>
            <p:cNvSpPr/>
            <p:nvPr/>
          </p:nvSpPr>
          <p:spPr>
            <a:xfrm>
              <a:off x="-667650" y="33123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0" name="Google Shape;8700;p86"/>
            <p:cNvSpPr/>
            <p:nvPr/>
          </p:nvSpPr>
          <p:spPr>
            <a:xfrm>
              <a:off x="-683400" y="3347775"/>
              <a:ext cx="48050" cy="16575"/>
            </a:xfrm>
            <a:custGeom>
              <a:avLst/>
              <a:gdLst/>
              <a:ahLst/>
              <a:cxnLst/>
              <a:rect l="l" t="t" r="r" b="b"/>
              <a:pathLst>
                <a:path w="1922" h="663" extrusionOk="0">
                  <a:moveTo>
                    <a:pt x="977" y="1"/>
                  </a:moveTo>
                  <a:cubicBezTo>
                    <a:pt x="567" y="1"/>
                    <a:pt x="158" y="253"/>
                    <a:pt x="0" y="662"/>
                  </a:cubicBezTo>
                  <a:lnTo>
                    <a:pt x="1922" y="662"/>
                  </a:lnTo>
                  <a:cubicBezTo>
                    <a:pt x="1796" y="253"/>
                    <a:pt x="1418" y="1"/>
                    <a:pt x="9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1" name="Google Shape;8701;p86"/>
            <p:cNvSpPr/>
            <p:nvPr/>
          </p:nvSpPr>
          <p:spPr>
            <a:xfrm>
              <a:off x="-735400" y="3261925"/>
              <a:ext cx="153625" cy="187875"/>
            </a:xfrm>
            <a:custGeom>
              <a:avLst/>
              <a:gdLst/>
              <a:ahLst/>
              <a:cxnLst/>
              <a:rect l="l" t="t" r="r" b="b"/>
              <a:pathLst>
                <a:path w="6145" h="7515" extrusionOk="0">
                  <a:moveTo>
                    <a:pt x="3025" y="1324"/>
                  </a:moveTo>
                  <a:cubicBezTo>
                    <a:pt x="3561" y="1324"/>
                    <a:pt x="4034" y="1796"/>
                    <a:pt x="4034" y="2364"/>
                  </a:cubicBezTo>
                  <a:cubicBezTo>
                    <a:pt x="4034" y="2553"/>
                    <a:pt x="3970" y="2742"/>
                    <a:pt x="3844" y="2962"/>
                  </a:cubicBezTo>
                  <a:cubicBezTo>
                    <a:pt x="4349" y="3277"/>
                    <a:pt x="4727" y="3781"/>
                    <a:pt x="4727" y="4443"/>
                  </a:cubicBezTo>
                  <a:cubicBezTo>
                    <a:pt x="4758" y="4632"/>
                    <a:pt x="4601" y="4789"/>
                    <a:pt x="4443" y="4789"/>
                  </a:cubicBezTo>
                  <a:lnTo>
                    <a:pt x="1671" y="4789"/>
                  </a:lnTo>
                  <a:cubicBezTo>
                    <a:pt x="1482" y="4789"/>
                    <a:pt x="1324" y="4632"/>
                    <a:pt x="1324" y="4443"/>
                  </a:cubicBezTo>
                  <a:cubicBezTo>
                    <a:pt x="1324" y="3813"/>
                    <a:pt x="1671" y="3277"/>
                    <a:pt x="2206" y="2962"/>
                  </a:cubicBezTo>
                  <a:cubicBezTo>
                    <a:pt x="2080" y="2805"/>
                    <a:pt x="1986" y="2584"/>
                    <a:pt x="1986" y="2364"/>
                  </a:cubicBezTo>
                  <a:cubicBezTo>
                    <a:pt x="1986" y="1796"/>
                    <a:pt x="2458" y="1324"/>
                    <a:pt x="3025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5105"/>
                  </a:lnTo>
                  <a:cubicBezTo>
                    <a:pt x="1" y="5672"/>
                    <a:pt x="473" y="6144"/>
                    <a:pt x="1009" y="6144"/>
                  </a:cubicBezTo>
                  <a:lnTo>
                    <a:pt x="1954" y="6144"/>
                  </a:lnTo>
                  <a:lnTo>
                    <a:pt x="2773" y="7373"/>
                  </a:lnTo>
                  <a:cubicBezTo>
                    <a:pt x="2836" y="7467"/>
                    <a:pt x="2947" y="7515"/>
                    <a:pt x="3057" y="7515"/>
                  </a:cubicBezTo>
                  <a:cubicBezTo>
                    <a:pt x="3167" y="7515"/>
                    <a:pt x="3277" y="7467"/>
                    <a:pt x="3340" y="7373"/>
                  </a:cubicBezTo>
                  <a:lnTo>
                    <a:pt x="4160" y="6144"/>
                  </a:lnTo>
                  <a:lnTo>
                    <a:pt x="5105" y="6144"/>
                  </a:lnTo>
                  <a:cubicBezTo>
                    <a:pt x="5672" y="6144"/>
                    <a:pt x="6144" y="5672"/>
                    <a:pt x="6144" y="5105"/>
                  </a:cubicBezTo>
                  <a:lnTo>
                    <a:pt x="6144" y="1009"/>
                  </a:lnTo>
                  <a:cubicBezTo>
                    <a:pt x="6144" y="473"/>
                    <a:pt x="5672" y="1"/>
                    <a:pt x="51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2" name="Google Shape;8702;p86"/>
            <p:cNvSpPr/>
            <p:nvPr/>
          </p:nvSpPr>
          <p:spPr>
            <a:xfrm>
              <a:off x="-804700" y="3226500"/>
              <a:ext cx="118175" cy="170925"/>
            </a:xfrm>
            <a:custGeom>
              <a:avLst/>
              <a:gdLst/>
              <a:ahLst/>
              <a:cxnLst/>
              <a:rect l="l" t="t" r="r" b="b"/>
              <a:pathLst>
                <a:path w="4727" h="6837" extrusionOk="0"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4442"/>
                  </a:lnTo>
                  <a:cubicBezTo>
                    <a:pt x="0" y="5009"/>
                    <a:pt x="473" y="5450"/>
                    <a:pt x="1040" y="5450"/>
                  </a:cubicBezTo>
                  <a:cubicBezTo>
                    <a:pt x="1040" y="5450"/>
                    <a:pt x="1198" y="5986"/>
                    <a:pt x="1387" y="6490"/>
                  </a:cubicBezTo>
                  <a:cubicBezTo>
                    <a:pt x="1481" y="6679"/>
                    <a:pt x="1544" y="6837"/>
                    <a:pt x="1733" y="6837"/>
                  </a:cubicBezTo>
                  <a:cubicBezTo>
                    <a:pt x="1891" y="6837"/>
                    <a:pt x="1985" y="6774"/>
                    <a:pt x="2111" y="6648"/>
                  </a:cubicBezTo>
                  <a:lnTo>
                    <a:pt x="2111" y="6522"/>
                  </a:lnTo>
                  <a:lnTo>
                    <a:pt x="2111" y="2426"/>
                  </a:lnTo>
                  <a:cubicBezTo>
                    <a:pt x="2111" y="1481"/>
                    <a:pt x="2836" y="725"/>
                    <a:pt x="3781" y="725"/>
                  </a:cubicBezTo>
                  <a:lnTo>
                    <a:pt x="4726" y="725"/>
                  </a:lnTo>
                  <a:cubicBezTo>
                    <a:pt x="4569" y="284"/>
                    <a:pt x="4222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3" name="Google Shape;8703;p86"/>
            <p:cNvSpPr/>
            <p:nvPr/>
          </p:nvSpPr>
          <p:spPr>
            <a:xfrm>
              <a:off x="-630625" y="3226500"/>
              <a:ext cx="118150" cy="170950"/>
            </a:xfrm>
            <a:custGeom>
              <a:avLst/>
              <a:gdLst/>
              <a:ahLst/>
              <a:cxnLst/>
              <a:rect l="l" t="t" r="r" b="b"/>
              <a:pathLst>
                <a:path w="4726" h="6838" extrusionOk="0">
                  <a:moveTo>
                    <a:pt x="945" y="0"/>
                  </a:moveTo>
                  <a:cubicBezTo>
                    <a:pt x="536" y="0"/>
                    <a:pt x="126" y="284"/>
                    <a:pt x="0" y="662"/>
                  </a:cubicBezTo>
                  <a:lnTo>
                    <a:pt x="945" y="662"/>
                  </a:lnTo>
                  <a:cubicBezTo>
                    <a:pt x="1890" y="662"/>
                    <a:pt x="2646" y="1418"/>
                    <a:pt x="2646" y="2363"/>
                  </a:cubicBezTo>
                  <a:lnTo>
                    <a:pt x="2646" y="6490"/>
                  </a:lnTo>
                  <a:lnTo>
                    <a:pt x="2646" y="6616"/>
                  </a:lnTo>
                  <a:cubicBezTo>
                    <a:pt x="2766" y="6736"/>
                    <a:pt x="2868" y="6838"/>
                    <a:pt x="2993" y="6838"/>
                  </a:cubicBezTo>
                  <a:cubicBezTo>
                    <a:pt x="3032" y="6838"/>
                    <a:pt x="3074" y="6828"/>
                    <a:pt x="3119" y="6805"/>
                  </a:cubicBezTo>
                  <a:cubicBezTo>
                    <a:pt x="3245" y="6774"/>
                    <a:pt x="3277" y="6616"/>
                    <a:pt x="3308" y="6490"/>
                  </a:cubicBezTo>
                  <a:cubicBezTo>
                    <a:pt x="3497" y="6017"/>
                    <a:pt x="3686" y="5482"/>
                    <a:pt x="3686" y="5482"/>
                  </a:cubicBezTo>
                  <a:cubicBezTo>
                    <a:pt x="4222" y="5482"/>
                    <a:pt x="4694" y="5009"/>
                    <a:pt x="4694" y="4442"/>
                  </a:cubicBezTo>
                  <a:lnTo>
                    <a:pt x="4694" y="1008"/>
                  </a:lnTo>
                  <a:cubicBezTo>
                    <a:pt x="4726" y="473"/>
                    <a:pt x="4253" y="0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4" name="Google Shape;8704;p86"/>
          <p:cNvGrpSpPr/>
          <p:nvPr/>
        </p:nvGrpSpPr>
        <p:grpSpPr>
          <a:xfrm>
            <a:off x="3019809" y="1688647"/>
            <a:ext cx="420775" cy="420811"/>
            <a:chOff x="-5251625" y="3272950"/>
            <a:chExt cx="292225" cy="292250"/>
          </a:xfrm>
        </p:grpSpPr>
        <p:sp>
          <p:nvSpPr>
            <p:cNvPr id="8705" name="Google Shape;8705;p86"/>
            <p:cNvSpPr/>
            <p:nvPr/>
          </p:nvSpPr>
          <p:spPr>
            <a:xfrm>
              <a:off x="-5156325" y="3462775"/>
              <a:ext cx="33900" cy="33100"/>
            </a:xfrm>
            <a:custGeom>
              <a:avLst/>
              <a:gdLst/>
              <a:ahLst/>
              <a:cxnLst/>
              <a:rect l="l" t="t" r="r" b="b"/>
              <a:pathLst>
                <a:path w="1356" h="1324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cubicBezTo>
                    <a:pt x="1" y="1072"/>
                    <a:pt x="316" y="1324"/>
                    <a:pt x="662" y="1324"/>
                  </a:cubicBezTo>
                  <a:cubicBezTo>
                    <a:pt x="1072" y="1324"/>
                    <a:pt x="1355" y="1009"/>
                    <a:pt x="1355" y="662"/>
                  </a:cubicBezTo>
                  <a:cubicBezTo>
                    <a:pt x="1355" y="284"/>
                    <a:pt x="1040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6" name="Google Shape;8706;p86"/>
            <p:cNvSpPr/>
            <p:nvPr/>
          </p:nvSpPr>
          <p:spPr>
            <a:xfrm>
              <a:off x="-5251625" y="3272950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3699" y="2764"/>
                  </a:moveTo>
                  <a:cubicBezTo>
                    <a:pt x="3958" y="2764"/>
                    <a:pt x="4180" y="3098"/>
                    <a:pt x="3939" y="3340"/>
                  </a:cubicBezTo>
                  <a:lnTo>
                    <a:pt x="3497" y="3781"/>
                  </a:lnTo>
                  <a:lnTo>
                    <a:pt x="3939" y="4191"/>
                  </a:lnTo>
                  <a:cubicBezTo>
                    <a:pt x="4180" y="4433"/>
                    <a:pt x="3958" y="4767"/>
                    <a:pt x="3699" y="4767"/>
                  </a:cubicBezTo>
                  <a:cubicBezTo>
                    <a:pt x="3621" y="4767"/>
                    <a:pt x="3539" y="4737"/>
                    <a:pt x="3466" y="4664"/>
                  </a:cubicBezTo>
                  <a:lnTo>
                    <a:pt x="3025" y="4222"/>
                  </a:lnTo>
                  <a:lnTo>
                    <a:pt x="2584" y="4664"/>
                  </a:lnTo>
                  <a:cubicBezTo>
                    <a:pt x="2515" y="4756"/>
                    <a:pt x="2432" y="4794"/>
                    <a:pt x="2352" y="4794"/>
                  </a:cubicBezTo>
                  <a:cubicBezTo>
                    <a:pt x="2103" y="4794"/>
                    <a:pt x="1873" y="4429"/>
                    <a:pt x="2111" y="4191"/>
                  </a:cubicBezTo>
                  <a:lnTo>
                    <a:pt x="2552" y="3781"/>
                  </a:lnTo>
                  <a:lnTo>
                    <a:pt x="2111" y="3340"/>
                  </a:lnTo>
                  <a:cubicBezTo>
                    <a:pt x="1869" y="3098"/>
                    <a:pt x="2092" y="2764"/>
                    <a:pt x="2351" y="2764"/>
                  </a:cubicBezTo>
                  <a:cubicBezTo>
                    <a:pt x="2429" y="2764"/>
                    <a:pt x="2511" y="2795"/>
                    <a:pt x="2584" y="2868"/>
                  </a:cubicBezTo>
                  <a:lnTo>
                    <a:pt x="3025" y="3309"/>
                  </a:lnTo>
                  <a:lnTo>
                    <a:pt x="3466" y="2868"/>
                  </a:lnTo>
                  <a:cubicBezTo>
                    <a:pt x="3539" y="2795"/>
                    <a:pt x="3621" y="2764"/>
                    <a:pt x="3699" y="2764"/>
                  </a:cubicBezTo>
                  <a:close/>
                  <a:moveTo>
                    <a:pt x="8583" y="6922"/>
                  </a:moveTo>
                  <a:cubicBezTo>
                    <a:pt x="8841" y="6922"/>
                    <a:pt x="9064" y="7257"/>
                    <a:pt x="8822" y="7499"/>
                  </a:cubicBezTo>
                  <a:lnTo>
                    <a:pt x="8381" y="7940"/>
                  </a:lnTo>
                  <a:lnTo>
                    <a:pt x="8822" y="8381"/>
                  </a:lnTo>
                  <a:cubicBezTo>
                    <a:pt x="9064" y="8623"/>
                    <a:pt x="8841" y="8958"/>
                    <a:pt x="8583" y="8958"/>
                  </a:cubicBezTo>
                  <a:cubicBezTo>
                    <a:pt x="8504" y="8958"/>
                    <a:pt x="8422" y="8927"/>
                    <a:pt x="8349" y="8854"/>
                  </a:cubicBezTo>
                  <a:lnTo>
                    <a:pt x="7908" y="8413"/>
                  </a:lnTo>
                  <a:lnTo>
                    <a:pt x="7467" y="8854"/>
                  </a:lnTo>
                  <a:cubicBezTo>
                    <a:pt x="7394" y="8927"/>
                    <a:pt x="7312" y="8958"/>
                    <a:pt x="7234" y="8958"/>
                  </a:cubicBezTo>
                  <a:cubicBezTo>
                    <a:pt x="6975" y="8958"/>
                    <a:pt x="6753" y="8623"/>
                    <a:pt x="6995" y="8381"/>
                  </a:cubicBezTo>
                  <a:lnTo>
                    <a:pt x="7436" y="7940"/>
                  </a:lnTo>
                  <a:lnTo>
                    <a:pt x="6995" y="7499"/>
                  </a:lnTo>
                  <a:cubicBezTo>
                    <a:pt x="6753" y="7257"/>
                    <a:pt x="6975" y="6922"/>
                    <a:pt x="7234" y="6922"/>
                  </a:cubicBezTo>
                  <a:cubicBezTo>
                    <a:pt x="7312" y="6922"/>
                    <a:pt x="7394" y="6953"/>
                    <a:pt x="7467" y="7026"/>
                  </a:cubicBezTo>
                  <a:lnTo>
                    <a:pt x="7908" y="7467"/>
                  </a:lnTo>
                  <a:lnTo>
                    <a:pt x="8349" y="7026"/>
                  </a:lnTo>
                  <a:cubicBezTo>
                    <a:pt x="8422" y="6953"/>
                    <a:pt x="8504" y="6922"/>
                    <a:pt x="8583" y="6922"/>
                  </a:cubicBezTo>
                  <a:close/>
                  <a:moveTo>
                    <a:pt x="7895" y="2732"/>
                  </a:moveTo>
                  <a:cubicBezTo>
                    <a:pt x="7974" y="2732"/>
                    <a:pt x="8055" y="2763"/>
                    <a:pt x="8129" y="2836"/>
                  </a:cubicBezTo>
                  <a:lnTo>
                    <a:pt x="8790" y="3498"/>
                  </a:lnTo>
                  <a:cubicBezTo>
                    <a:pt x="8916" y="3624"/>
                    <a:pt x="8916" y="3844"/>
                    <a:pt x="8790" y="3970"/>
                  </a:cubicBezTo>
                  <a:lnTo>
                    <a:pt x="8129" y="4632"/>
                  </a:lnTo>
                  <a:cubicBezTo>
                    <a:pt x="8055" y="4705"/>
                    <a:pt x="7974" y="4736"/>
                    <a:pt x="7895" y="4736"/>
                  </a:cubicBezTo>
                  <a:cubicBezTo>
                    <a:pt x="7637" y="4736"/>
                    <a:pt x="7414" y="4401"/>
                    <a:pt x="7656" y="4159"/>
                  </a:cubicBezTo>
                  <a:lnTo>
                    <a:pt x="7719" y="4096"/>
                  </a:lnTo>
                  <a:lnTo>
                    <a:pt x="7719" y="4096"/>
                  </a:lnTo>
                  <a:cubicBezTo>
                    <a:pt x="6175" y="4159"/>
                    <a:pt x="4978" y="5388"/>
                    <a:pt x="4852" y="6932"/>
                  </a:cubicBezTo>
                  <a:cubicBezTo>
                    <a:pt x="5451" y="7089"/>
                    <a:pt x="5829" y="7593"/>
                    <a:pt x="5829" y="8224"/>
                  </a:cubicBezTo>
                  <a:cubicBezTo>
                    <a:pt x="5829" y="9011"/>
                    <a:pt x="5230" y="9641"/>
                    <a:pt x="4474" y="9641"/>
                  </a:cubicBezTo>
                  <a:cubicBezTo>
                    <a:pt x="3750" y="9641"/>
                    <a:pt x="3119" y="9011"/>
                    <a:pt x="3119" y="8255"/>
                  </a:cubicBezTo>
                  <a:cubicBezTo>
                    <a:pt x="3119" y="7625"/>
                    <a:pt x="3529" y="7089"/>
                    <a:pt x="4128" y="6932"/>
                  </a:cubicBezTo>
                  <a:cubicBezTo>
                    <a:pt x="4285" y="5042"/>
                    <a:pt x="5829" y="3498"/>
                    <a:pt x="7751" y="3403"/>
                  </a:cubicBezTo>
                  <a:lnTo>
                    <a:pt x="7656" y="3309"/>
                  </a:lnTo>
                  <a:cubicBezTo>
                    <a:pt x="7414" y="3067"/>
                    <a:pt x="7637" y="2732"/>
                    <a:pt x="7895" y="2732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584"/>
                    <a:pt x="0" y="5829"/>
                  </a:cubicBezTo>
                  <a:cubicBezTo>
                    <a:pt x="0" y="9011"/>
                    <a:pt x="2615" y="11689"/>
                    <a:pt x="5829" y="11689"/>
                  </a:cubicBezTo>
                  <a:cubicBezTo>
                    <a:pt x="9011" y="11689"/>
                    <a:pt x="11689" y="9043"/>
                    <a:pt x="11689" y="5829"/>
                  </a:cubicBezTo>
                  <a:cubicBezTo>
                    <a:pt x="11657" y="5357"/>
                    <a:pt x="11563" y="4884"/>
                    <a:pt x="11500" y="4443"/>
                  </a:cubicBezTo>
                  <a:cubicBezTo>
                    <a:pt x="11248" y="4884"/>
                    <a:pt x="10838" y="5136"/>
                    <a:pt x="10303" y="5136"/>
                  </a:cubicBezTo>
                  <a:cubicBezTo>
                    <a:pt x="9578" y="5136"/>
                    <a:pt x="8948" y="4506"/>
                    <a:pt x="8948" y="3781"/>
                  </a:cubicBezTo>
                  <a:cubicBezTo>
                    <a:pt x="8948" y="3025"/>
                    <a:pt x="9578" y="2395"/>
                    <a:pt x="10303" y="2395"/>
                  </a:cubicBezTo>
                  <a:cubicBezTo>
                    <a:pt x="10397" y="2395"/>
                    <a:pt x="10523" y="2395"/>
                    <a:pt x="10586" y="2427"/>
                  </a:cubicBezTo>
                  <a:cubicBezTo>
                    <a:pt x="9483" y="883"/>
                    <a:pt x="7719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7" name="Google Shape;8707;p86"/>
            <p:cNvSpPr/>
            <p:nvPr/>
          </p:nvSpPr>
          <p:spPr>
            <a:xfrm>
              <a:off x="-5011400" y="3350150"/>
              <a:ext cx="33900" cy="33875"/>
            </a:xfrm>
            <a:custGeom>
              <a:avLst/>
              <a:gdLst/>
              <a:ahLst/>
              <a:cxnLst/>
              <a:rect l="l" t="t" r="r" b="b"/>
              <a:pathLst>
                <a:path w="1356" h="1355" extrusionOk="0">
                  <a:moveTo>
                    <a:pt x="662" y="0"/>
                  </a:moveTo>
                  <a:cubicBezTo>
                    <a:pt x="315" y="0"/>
                    <a:pt x="0" y="284"/>
                    <a:pt x="0" y="693"/>
                  </a:cubicBezTo>
                  <a:cubicBezTo>
                    <a:pt x="0" y="1071"/>
                    <a:pt x="315" y="1355"/>
                    <a:pt x="662" y="1355"/>
                  </a:cubicBezTo>
                  <a:cubicBezTo>
                    <a:pt x="1072" y="1355"/>
                    <a:pt x="1355" y="1040"/>
                    <a:pt x="1355" y="693"/>
                  </a:cubicBezTo>
                  <a:cubicBezTo>
                    <a:pt x="1355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8" name="Google Shape;8708;p86"/>
          <p:cNvGrpSpPr/>
          <p:nvPr/>
        </p:nvGrpSpPr>
        <p:grpSpPr>
          <a:xfrm>
            <a:off x="3016407" y="2204348"/>
            <a:ext cx="427578" cy="421351"/>
            <a:chOff x="-5254775" y="3631325"/>
            <a:chExt cx="296950" cy="292625"/>
          </a:xfrm>
        </p:grpSpPr>
        <p:sp>
          <p:nvSpPr>
            <p:cNvPr id="8709" name="Google Shape;8709;p86"/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0" name="Google Shape;8710;p86"/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1" name="Google Shape;8711;p86"/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2" name="Google Shape;8712;p86"/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3" name="Google Shape;8713;p86"/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4" name="Google Shape;8714;p86"/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5" name="Google Shape;8715;p86"/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16" name="Google Shape;8716;p86"/>
          <p:cNvGrpSpPr/>
          <p:nvPr/>
        </p:nvGrpSpPr>
        <p:grpSpPr>
          <a:xfrm>
            <a:off x="3032265" y="2756270"/>
            <a:ext cx="419659" cy="420775"/>
            <a:chOff x="-5251625" y="3991275"/>
            <a:chExt cx="291450" cy="292225"/>
          </a:xfrm>
        </p:grpSpPr>
        <p:sp>
          <p:nvSpPr>
            <p:cNvPr id="8717" name="Google Shape;8717;p86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8" name="Google Shape;8718;p86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9" name="Google Shape;8719;p86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0" name="Google Shape;8720;p86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1" name="Google Shape;8721;p86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2" name="Google Shape;8722;p86"/>
          <p:cNvGrpSpPr/>
          <p:nvPr/>
        </p:nvGrpSpPr>
        <p:grpSpPr>
          <a:xfrm>
            <a:off x="5772848" y="1689240"/>
            <a:ext cx="319874" cy="419623"/>
            <a:chOff x="-3365275" y="3253275"/>
            <a:chExt cx="222150" cy="291425"/>
          </a:xfrm>
        </p:grpSpPr>
        <p:sp>
          <p:nvSpPr>
            <p:cNvPr id="8723" name="Google Shape;8723;p86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4" name="Google Shape;8724;p86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5" name="Google Shape;8725;p86"/>
          <p:cNvGrpSpPr/>
          <p:nvPr/>
        </p:nvGrpSpPr>
        <p:grpSpPr>
          <a:xfrm>
            <a:off x="5746786" y="2204058"/>
            <a:ext cx="371998" cy="421927"/>
            <a:chOff x="-3383375" y="3611625"/>
            <a:chExt cx="258350" cy="293025"/>
          </a:xfrm>
        </p:grpSpPr>
        <p:sp>
          <p:nvSpPr>
            <p:cNvPr id="8726" name="Google Shape;8726;p86"/>
            <p:cNvSpPr/>
            <p:nvPr/>
          </p:nvSpPr>
          <p:spPr>
            <a:xfrm>
              <a:off x="-3383375" y="3611625"/>
              <a:ext cx="258350" cy="85175"/>
            </a:xfrm>
            <a:custGeom>
              <a:avLst/>
              <a:gdLst/>
              <a:ahLst/>
              <a:cxnLst/>
              <a:rect l="l" t="t" r="r" b="b"/>
              <a:pathLst>
                <a:path w="10334" h="3407" extrusionOk="0">
                  <a:moveTo>
                    <a:pt x="6049" y="694"/>
                  </a:moveTo>
                  <a:cubicBezTo>
                    <a:pt x="6207" y="694"/>
                    <a:pt x="6301" y="757"/>
                    <a:pt x="6364" y="946"/>
                  </a:cubicBezTo>
                  <a:lnTo>
                    <a:pt x="6522" y="1356"/>
                  </a:lnTo>
                  <a:lnTo>
                    <a:pt x="3781" y="1356"/>
                  </a:lnTo>
                  <a:lnTo>
                    <a:pt x="4001" y="946"/>
                  </a:lnTo>
                  <a:cubicBezTo>
                    <a:pt x="4033" y="788"/>
                    <a:pt x="4190" y="694"/>
                    <a:pt x="4316" y="694"/>
                  </a:cubicBezTo>
                  <a:close/>
                  <a:moveTo>
                    <a:pt x="4316" y="1"/>
                  </a:moveTo>
                  <a:cubicBezTo>
                    <a:pt x="3875" y="1"/>
                    <a:pt x="3466" y="253"/>
                    <a:pt x="3308" y="694"/>
                  </a:cubicBezTo>
                  <a:lnTo>
                    <a:pt x="3088" y="1356"/>
                  </a:lnTo>
                  <a:lnTo>
                    <a:pt x="1040" y="1356"/>
                  </a:lnTo>
                  <a:cubicBezTo>
                    <a:pt x="473" y="1356"/>
                    <a:pt x="0" y="1828"/>
                    <a:pt x="0" y="2395"/>
                  </a:cubicBezTo>
                  <a:lnTo>
                    <a:pt x="0" y="3057"/>
                  </a:lnTo>
                  <a:cubicBezTo>
                    <a:pt x="0" y="3370"/>
                    <a:pt x="221" y="3407"/>
                    <a:pt x="480" y="3407"/>
                  </a:cubicBezTo>
                  <a:cubicBezTo>
                    <a:pt x="560" y="3407"/>
                    <a:pt x="643" y="3403"/>
                    <a:pt x="725" y="3403"/>
                  </a:cubicBezTo>
                  <a:lnTo>
                    <a:pt x="9924" y="3403"/>
                  </a:lnTo>
                  <a:cubicBezTo>
                    <a:pt x="10145" y="3403"/>
                    <a:pt x="10302" y="3246"/>
                    <a:pt x="10302" y="3057"/>
                  </a:cubicBezTo>
                  <a:lnTo>
                    <a:pt x="10302" y="2395"/>
                  </a:lnTo>
                  <a:cubicBezTo>
                    <a:pt x="10334" y="1828"/>
                    <a:pt x="9861" y="1356"/>
                    <a:pt x="9294" y="1356"/>
                  </a:cubicBezTo>
                  <a:lnTo>
                    <a:pt x="7246" y="1356"/>
                  </a:lnTo>
                  <a:lnTo>
                    <a:pt x="7026" y="694"/>
                  </a:lnTo>
                  <a:cubicBezTo>
                    <a:pt x="6868" y="253"/>
                    <a:pt x="6522" y="1"/>
                    <a:pt x="6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7" name="Google Shape;8727;p86"/>
            <p:cNvSpPr/>
            <p:nvPr/>
          </p:nvSpPr>
          <p:spPr>
            <a:xfrm>
              <a:off x="-3362900" y="3716375"/>
              <a:ext cx="218200" cy="188275"/>
            </a:xfrm>
            <a:custGeom>
              <a:avLst/>
              <a:gdLst/>
              <a:ahLst/>
              <a:cxnLst/>
              <a:rect l="l" t="t" r="r" b="b"/>
              <a:pathLst>
                <a:path w="8728" h="7531" extrusionOk="0">
                  <a:moveTo>
                    <a:pt x="2324" y="666"/>
                  </a:moveTo>
                  <a:cubicBezTo>
                    <a:pt x="2487" y="666"/>
                    <a:pt x="2647" y="777"/>
                    <a:pt x="2647" y="1009"/>
                  </a:cubicBezTo>
                  <a:lnTo>
                    <a:pt x="2647" y="5798"/>
                  </a:lnTo>
                  <a:cubicBezTo>
                    <a:pt x="2647" y="6022"/>
                    <a:pt x="2476" y="6141"/>
                    <a:pt x="2307" y="6141"/>
                  </a:cubicBezTo>
                  <a:cubicBezTo>
                    <a:pt x="2145" y="6141"/>
                    <a:pt x="1985" y="6030"/>
                    <a:pt x="1985" y="5798"/>
                  </a:cubicBezTo>
                  <a:lnTo>
                    <a:pt x="1985" y="1009"/>
                  </a:lnTo>
                  <a:cubicBezTo>
                    <a:pt x="1985" y="785"/>
                    <a:pt x="2156" y="666"/>
                    <a:pt x="2324" y="666"/>
                  </a:cubicBezTo>
                  <a:close/>
                  <a:moveTo>
                    <a:pt x="4372" y="666"/>
                  </a:moveTo>
                  <a:cubicBezTo>
                    <a:pt x="4535" y="666"/>
                    <a:pt x="4695" y="777"/>
                    <a:pt x="4695" y="1009"/>
                  </a:cubicBezTo>
                  <a:lnTo>
                    <a:pt x="4695" y="5798"/>
                  </a:lnTo>
                  <a:cubicBezTo>
                    <a:pt x="4695" y="6022"/>
                    <a:pt x="4523" y="6141"/>
                    <a:pt x="4355" y="6141"/>
                  </a:cubicBezTo>
                  <a:cubicBezTo>
                    <a:pt x="4193" y="6141"/>
                    <a:pt x="4033" y="6030"/>
                    <a:pt x="4033" y="5798"/>
                  </a:cubicBezTo>
                  <a:lnTo>
                    <a:pt x="4033" y="1009"/>
                  </a:lnTo>
                  <a:cubicBezTo>
                    <a:pt x="4033" y="785"/>
                    <a:pt x="4204" y="666"/>
                    <a:pt x="4372" y="666"/>
                  </a:cubicBezTo>
                  <a:close/>
                  <a:moveTo>
                    <a:pt x="6427" y="631"/>
                  </a:moveTo>
                  <a:cubicBezTo>
                    <a:pt x="6648" y="631"/>
                    <a:pt x="6805" y="789"/>
                    <a:pt x="6805" y="1009"/>
                  </a:cubicBezTo>
                  <a:lnTo>
                    <a:pt x="6805" y="5798"/>
                  </a:lnTo>
                  <a:cubicBezTo>
                    <a:pt x="6805" y="6022"/>
                    <a:pt x="6626" y="6141"/>
                    <a:pt x="6450" y="6141"/>
                  </a:cubicBezTo>
                  <a:cubicBezTo>
                    <a:pt x="6280" y="6141"/>
                    <a:pt x="6112" y="6030"/>
                    <a:pt x="6112" y="5798"/>
                  </a:cubicBezTo>
                  <a:lnTo>
                    <a:pt x="6112" y="1009"/>
                  </a:lnTo>
                  <a:lnTo>
                    <a:pt x="6081" y="1009"/>
                  </a:lnTo>
                  <a:cubicBezTo>
                    <a:pt x="6081" y="789"/>
                    <a:pt x="6238" y="631"/>
                    <a:pt x="6427" y="631"/>
                  </a:cubicBezTo>
                  <a:close/>
                  <a:moveTo>
                    <a:pt x="0" y="1"/>
                  </a:moveTo>
                  <a:lnTo>
                    <a:pt x="536" y="6585"/>
                  </a:lnTo>
                  <a:cubicBezTo>
                    <a:pt x="567" y="7121"/>
                    <a:pt x="1008" y="7531"/>
                    <a:pt x="1576" y="7531"/>
                  </a:cubicBezTo>
                  <a:lnTo>
                    <a:pt x="7152" y="7531"/>
                  </a:lnTo>
                  <a:cubicBezTo>
                    <a:pt x="7688" y="7531"/>
                    <a:pt x="8129" y="7121"/>
                    <a:pt x="8192" y="6585"/>
                  </a:cubicBezTo>
                  <a:lnTo>
                    <a:pt x="872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8" name="Google Shape;8728;p86"/>
          <p:cNvGrpSpPr/>
          <p:nvPr/>
        </p:nvGrpSpPr>
        <p:grpSpPr>
          <a:xfrm>
            <a:off x="5809135" y="2756826"/>
            <a:ext cx="271097" cy="419659"/>
            <a:chOff x="-3347950" y="3971575"/>
            <a:chExt cx="188275" cy="291450"/>
          </a:xfrm>
        </p:grpSpPr>
        <p:sp>
          <p:nvSpPr>
            <p:cNvPr id="8729" name="Google Shape;8729;p86"/>
            <p:cNvSpPr/>
            <p:nvPr/>
          </p:nvSpPr>
          <p:spPr>
            <a:xfrm>
              <a:off x="-3246325" y="4032225"/>
              <a:ext cx="29950" cy="42550"/>
            </a:xfrm>
            <a:custGeom>
              <a:avLst/>
              <a:gdLst/>
              <a:ahLst/>
              <a:cxnLst/>
              <a:rect l="l" t="t" r="r" b="b"/>
              <a:pathLst>
                <a:path w="1198" h="1702" extrusionOk="0">
                  <a:moveTo>
                    <a:pt x="347" y="0"/>
                  </a:moveTo>
                  <a:lnTo>
                    <a:pt x="0" y="536"/>
                  </a:lnTo>
                  <a:lnTo>
                    <a:pt x="599" y="1702"/>
                  </a:lnTo>
                  <a:lnTo>
                    <a:pt x="1197" y="1702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0" name="Google Shape;8730;p86"/>
            <p:cNvSpPr/>
            <p:nvPr/>
          </p:nvSpPr>
          <p:spPr>
            <a:xfrm>
              <a:off x="-3291225" y="4034575"/>
              <a:ext cx="40975" cy="40200"/>
            </a:xfrm>
            <a:custGeom>
              <a:avLst/>
              <a:gdLst/>
              <a:ahLst/>
              <a:cxnLst/>
              <a:rect l="l" t="t" r="r" b="b"/>
              <a:pathLst>
                <a:path w="1639" h="1608" extrusionOk="0">
                  <a:moveTo>
                    <a:pt x="819" y="1"/>
                  </a:moveTo>
                  <a:lnTo>
                    <a:pt x="0" y="1608"/>
                  </a:lnTo>
                  <a:lnTo>
                    <a:pt x="1639" y="1608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1" name="Google Shape;8731;p86"/>
            <p:cNvSpPr/>
            <p:nvPr/>
          </p:nvSpPr>
          <p:spPr>
            <a:xfrm>
              <a:off x="-3347950" y="3971575"/>
              <a:ext cx="188275" cy="291450"/>
            </a:xfrm>
            <a:custGeom>
              <a:avLst/>
              <a:gdLst/>
              <a:ahLst/>
              <a:cxnLst/>
              <a:rect l="l" t="t" r="r" b="b"/>
              <a:pathLst>
                <a:path w="7531" h="11658" extrusionOk="0">
                  <a:moveTo>
                    <a:pt x="4491" y="1351"/>
                  </a:moveTo>
                  <a:cubicBezTo>
                    <a:pt x="4609" y="1351"/>
                    <a:pt x="4725" y="1414"/>
                    <a:pt x="4790" y="1544"/>
                  </a:cubicBezTo>
                  <a:lnTo>
                    <a:pt x="6144" y="4285"/>
                  </a:lnTo>
                  <a:cubicBezTo>
                    <a:pt x="6239" y="4569"/>
                    <a:pt x="6081" y="4821"/>
                    <a:pt x="5829" y="4821"/>
                  </a:cubicBezTo>
                  <a:lnTo>
                    <a:pt x="1702" y="4821"/>
                  </a:lnTo>
                  <a:cubicBezTo>
                    <a:pt x="1482" y="4821"/>
                    <a:pt x="1261" y="4537"/>
                    <a:pt x="1387" y="4285"/>
                  </a:cubicBezTo>
                  <a:lnTo>
                    <a:pt x="2773" y="1544"/>
                  </a:lnTo>
                  <a:cubicBezTo>
                    <a:pt x="2836" y="1418"/>
                    <a:pt x="2962" y="1355"/>
                    <a:pt x="3088" y="1355"/>
                  </a:cubicBezTo>
                  <a:cubicBezTo>
                    <a:pt x="3214" y="1355"/>
                    <a:pt x="3340" y="1418"/>
                    <a:pt x="3403" y="1544"/>
                  </a:cubicBezTo>
                  <a:lnTo>
                    <a:pt x="3719" y="2174"/>
                  </a:lnTo>
                  <a:lnTo>
                    <a:pt x="4191" y="1513"/>
                  </a:lnTo>
                  <a:cubicBezTo>
                    <a:pt x="4267" y="1406"/>
                    <a:pt x="4380" y="1351"/>
                    <a:pt x="4491" y="1351"/>
                  </a:cubicBezTo>
                  <a:close/>
                  <a:moveTo>
                    <a:pt x="5136" y="5514"/>
                  </a:moveTo>
                  <a:cubicBezTo>
                    <a:pt x="5609" y="5514"/>
                    <a:pt x="5609" y="6175"/>
                    <a:pt x="5136" y="6175"/>
                  </a:cubicBezTo>
                  <a:lnTo>
                    <a:pt x="2364" y="6175"/>
                  </a:lnTo>
                  <a:cubicBezTo>
                    <a:pt x="1954" y="6175"/>
                    <a:pt x="1891" y="5514"/>
                    <a:pt x="2364" y="5514"/>
                  </a:cubicBezTo>
                  <a:close/>
                  <a:moveTo>
                    <a:pt x="5136" y="6869"/>
                  </a:moveTo>
                  <a:cubicBezTo>
                    <a:pt x="5609" y="6900"/>
                    <a:pt x="5609" y="7562"/>
                    <a:pt x="5136" y="7562"/>
                  </a:cubicBezTo>
                  <a:lnTo>
                    <a:pt x="2364" y="7562"/>
                  </a:lnTo>
                  <a:cubicBezTo>
                    <a:pt x="2175" y="7562"/>
                    <a:pt x="2017" y="7404"/>
                    <a:pt x="2017" y="7215"/>
                  </a:cubicBezTo>
                  <a:cubicBezTo>
                    <a:pt x="2017" y="7026"/>
                    <a:pt x="2175" y="6869"/>
                    <a:pt x="2364" y="6869"/>
                  </a:cubicBezTo>
                  <a:close/>
                  <a:moveTo>
                    <a:pt x="4790" y="8948"/>
                  </a:moveTo>
                  <a:lnTo>
                    <a:pt x="4790" y="10996"/>
                  </a:lnTo>
                  <a:lnTo>
                    <a:pt x="2742" y="10996"/>
                  </a:lnTo>
                  <a:lnTo>
                    <a:pt x="2742" y="8948"/>
                  </a:lnTo>
                  <a:close/>
                  <a:moveTo>
                    <a:pt x="1041" y="1"/>
                  </a:moveTo>
                  <a:cubicBezTo>
                    <a:pt x="505" y="1"/>
                    <a:pt x="1" y="473"/>
                    <a:pt x="1" y="1040"/>
                  </a:cubicBezTo>
                  <a:lnTo>
                    <a:pt x="1" y="7908"/>
                  </a:lnTo>
                  <a:cubicBezTo>
                    <a:pt x="1" y="8475"/>
                    <a:pt x="473" y="8948"/>
                    <a:pt x="1041" y="8948"/>
                  </a:cubicBezTo>
                  <a:lnTo>
                    <a:pt x="2080" y="8948"/>
                  </a:lnTo>
                  <a:lnTo>
                    <a:pt x="2080" y="10996"/>
                  </a:lnTo>
                  <a:lnTo>
                    <a:pt x="1041" y="10996"/>
                  </a:lnTo>
                  <a:cubicBezTo>
                    <a:pt x="600" y="10996"/>
                    <a:pt x="568" y="11657"/>
                    <a:pt x="1041" y="11657"/>
                  </a:cubicBezTo>
                  <a:lnTo>
                    <a:pt x="6522" y="11657"/>
                  </a:lnTo>
                  <a:cubicBezTo>
                    <a:pt x="6711" y="11657"/>
                    <a:pt x="6869" y="11500"/>
                    <a:pt x="6869" y="11311"/>
                  </a:cubicBezTo>
                  <a:cubicBezTo>
                    <a:pt x="6869" y="11122"/>
                    <a:pt x="6711" y="10964"/>
                    <a:pt x="6522" y="10964"/>
                  </a:cubicBezTo>
                  <a:lnTo>
                    <a:pt x="5483" y="10964"/>
                  </a:lnTo>
                  <a:lnTo>
                    <a:pt x="5483" y="8916"/>
                  </a:lnTo>
                  <a:lnTo>
                    <a:pt x="6522" y="8916"/>
                  </a:lnTo>
                  <a:cubicBezTo>
                    <a:pt x="7058" y="8916"/>
                    <a:pt x="7531" y="8444"/>
                    <a:pt x="7531" y="7877"/>
                  </a:cubicBezTo>
                  <a:lnTo>
                    <a:pt x="7531" y="977"/>
                  </a:lnTo>
                  <a:cubicBezTo>
                    <a:pt x="7531" y="442"/>
                    <a:pt x="7058" y="1"/>
                    <a:pt x="65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2" name="Google Shape;8732;p86"/>
          <p:cNvGrpSpPr/>
          <p:nvPr/>
        </p:nvGrpSpPr>
        <p:grpSpPr>
          <a:xfrm>
            <a:off x="858994" y="3307061"/>
            <a:ext cx="371998" cy="421927"/>
            <a:chOff x="-1575775" y="3238300"/>
            <a:chExt cx="258350" cy="293025"/>
          </a:xfrm>
        </p:grpSpPr>
        <p:sp>
          <p:nvSpPr>
            <p:cNvPr id="8733" name="Google Shape;8733;p86"/>
            <p:cNvSpPr/>
            <p:nvPr/>
          </p:nvSpPr>
          <p:spPr>
            <a:xfrm>
              <a:off x="-1489150" y="3306825"/>
              <a:ext cx="85875" cy="33100"/>
            </a:xfrm>
            <a:custGeom>
              <a:avLst/>
              <a:gdLst/>
              <a:ahLst/>
              <a:cxnLst/>
              <a:rect l="l" t="t" r="r" b="b"/>
              <a:pathLst>
                <a:path w="3435" h="1324" extrusionOk="0">
                  <a:moveTo>
                    <a:pt x="1" y="0"/>
                  </a:moveTo>
                  <a:lnTo>
                    <a:pt x="1702" y="1324"/>
                  </a:lnTo>
                  <a:lnTo>
                    <a:pt x="34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4" name="Google Shape;8734;p86"/>
            <p:cNvSpPr/>
            <p:nvPr/>
          </p:nvSpPr>
          <p:spPr>
            <a:xfrm>
              <a:off x="-1506475" y="3316275"/>
              <a:ext cx="46500" cy="67750"/>
            </a:xfrm>
            <a:custGeom>
              <a:avLst/>
              <a:gdLst/>
              <a:ahLst/>
              <a:cxnLst/>
              <a:rect l="l" t="t" r="r" b="b"/>
              <a:pathLst>
                <a:path w="1860" h="2710" extrusionOk="0">
                  <a:moveTo>
                    <a:pt x="1" y="1"/>
                  </a:moveTo>
                  <a:lnTo>
                    <a:pt x="1" y="2710"/>
                  </a:lnTo>
                  <a:lnTo>
                    <a:pt x="1859" y="13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5" name="Google Shape;8735;p86"/>
            <p:cNvSpPr/>
            <p:nvPr/>
          </p:nvSpPr>
          <p:spPr>
            <a:xfrm>
              <a:off x="-1575775" y="3238300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1418" y="694"/>
                  </a:moveTo>
                  <a:lnTo>
                    <a:pt x="1418" y="1387"/>
                  </a:lnTo>
                  <a:lnTo>
                    <a:pt x="756" y="1387"/>
                  </a:lnTo>
                  <a:lnTo>
                    <a:pt x="756" y="694"/>
                  </a:lnTo>
                  <a:close/>
                  <a:moveTo>
                    <a:pt x="9609" y="694"/>
                  </a:moveTo>
                  <a:lnTo>
                    <a:pt x="9609" y="1387"/>
                  </a:lnTo>
                  <a:lnTo>
                    <a:pt x="8947" y="1387"/>
                  </a:lnTo>
                  <a:lnTo>
                    <a:pt x="8947" y="694"/>
                  </a:lnTo>
                  <a:close/>
                  <a:moveTo>
                    <a:pt x="8002" y="2080"/>
                  </a:moveTo>
                  <a:cubicBezTo>
                    <a:pt x="8160" y="2080"/>
                    <a:pt x="8286" y="2206"/>
                    <a:pt x="8317" y="2395"/>
                  </a:cubicBezTo>
                  <a:lnTo>
                    <a:pt x="8317" y="2426"/>
                  </a:lnTo>
                  <a:lnTo>
                    <a:pt x="8317" y="6522"/>
                  </a:lnTo>
                  <a:lnTo>
                    <a:pt x="8254" y="6522"/>
                  </a:lnTo>
                  <a:cubicBezTo>
                    <a:pt x="8191" y="6774"/>
                    <a:pt x="8034" y="6900"/>
                    <a:pt x="7876" y="6900"/>
                  </a:cubicBezTo>
                  <a:lnTo>
                    <a:pt x="2457" y="6900"/>
                  </a:lnTo>
                  <a:cubicBezTo>
                    <a:pt x="2300" y="6900"/>
                    <a:pt x="2142" y="6774"/>
                    <a:pt x="2142" y="6554"/>
                  </a:cubicBezTo>
                  <a:lnTo>
                    <a:pt x="2142" y="6522"/>
                  </a:lnTo>
                  <a:lnTo>
                    <a:pt x="2142" y="2426"/>
                  </a:lnTo>
                  <a:cubicBezTo>
                    <a:pt x="2142" y="2269"/>
                    <a:pt x="2300" y="2080"/>
                    <a:pt x="2489" y="2080"/>
                  </a:cubicBezTo>
                  <a:close/>
                  <a:moveTo>
                    <a:pt x="7215" y="7562"/>
                  </a:moveTo>
                  <a:cubicBezTo>
                    <a:pt x="7687" y="7562"/>
                    <a:pt x="7687" y="8223"/>
                    <a:pt x="7215" y="8223"/>
                  </a:cubicBezTo>
                  <a:lnTo>
                    <a:pt x="3119" y="8223"/>
                  </a:lnTo>
                  <a:cubicBezTo>
                    <a:pt x="2678" y="8223"/>
                    <a:pt x="2646" y="7562"/>
                    <a:pt x="3119" y="7562"/>
                  </a:cubicBezTo>
                  <a:close/>
                  <a:moveTo>
                    <a:pt x="7215" y="8979"/>
                  </a:moveTo>
                  <a:cubicBezTo>
                    <a:pt x="7687" y="8979"/>
                    <a:pt x="7687" y="9641"/>
                    <a:pt x="7215" y="9641"/>
                  </a:cubicBezTo>
                  <a:lnTo>
                    <a:pt x="3119" y="9641"/>
                  </a:lnTo>
                  <a:cubicBezTo>
                    <a:pt x="2678" y="9641"/>
                    <a:pt x="2646" y="8979"/>
                    <a:pt x="3119" y="8979"/>
                  </a:cubicBezTo>
                  <a:close/>
                  <a:moveTo>
                    <a:pt x="1418" y="10366"/>
                  </a:moveTo>
                  <a:lnTo>
                    <a:pt x="1418" y="11027"/>
                  </a:lnTo>
                  <a:lnTo>
                    <a:pt x="756" y="11027"/>
                  </a:lnTo>
                  <a:lnTo>
                    <a:pt x="756" y="10366"/>
                  </a:lnTo>
                  <a:close/>
                  <a:moveTo>
                    <a:pt x="9609" y="10366"/>
                  </a:moveTo>
                  <a:lnTo>
                    <a:pt x="9609" y="11027"/>
                  </a:lnTo>
                  <a:lnTo>
                    <a:pt x="8947" y="11027"/>
                  </a:lnTo>
                  <a:lnTo>
                    <a:pt x="8947" y="10366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78" y="2080"/>
                  </a:cubicBezTo>
                  <a:lnTo>
                    <a:pt x="725" y="2080"/>
                  </a:lnTo>
                  <a:lnTo>
                    <a:pt x="725" y="9641"/>
                  </a:lnTo>
                  <a:lnTo>
                    <a:pt x="378" y="9641"/>
                  </a:lnTo>
                  <a:cubicBezTo>
                    <a:pt x="158" y="9641"/>
                    <a:pt x="0" y="9799"/>
                    <a:pt x="0" y="9988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78" y="11720"/>
                  </a:cubicBezTo>
                  <a:lnTo>
                    <a:pt x="1733" y="11720"/>
                  </a:lnTo>
                  <a:cubicBezTo>
                    <a:pt x="1953" y="11720"/>
                    <a:pt x="2111" y="11563"/>
                    <a:pt x="2111" y="11374"/>
                  </a:cubicBezTo>
                  <a:lnTo>
                    <a:pt x="2111" y="11027"/>
                  </a:lnTo>
                  <a:lnTo>
                    <a:pt x="8254" y="11027"/>
                  </a:lnTo>
                  <a:lnTo>
                    <a:pt x="8254" y="11374"/>
                  </a:lnTo>
                  <a:cubicBezTo>
                    <a:pt x="8254" y="11563"/>
                    <a:pt x="8412" y="11720"/>
                    <a:pt x="8601" y="11720"/>
                  </a:cubicBezTo>
                  <a:lnTo>
                    <a:pt x="9987" y="11720"/>
                  </a:lnTo>
                  <a:cubicBezTo>
                    <a:pt x="10176" y="11720"/>
                    <a:pt x="10334" y="11563"/>
                    <a:pt x="10334" y="11374"/>
                  </a:cubicBezTo>
                  <a:lnTo>
                    <a:pt x="10334" y="9988"/>
                  </a:lnTo>
                  <a:cubicBezTo>
                    <a:pt x="10334" y="9799"/>
                    <a:pt x="10176" y="9641"/>
                    <a:pt x="9987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87" y="2080"/>
                  </a:lnTo>
                  <a:cubicBezTo>
                    <a:pt x="10176" y="2080"/>
                    <a:pt x="10334" y="1922"/>
                    <a:pt x="10334" y="1733"/>
                  </a:cubicBezTo>
                  <a:lnTo>
                    <a:pt x="10334" y="347"/>
                  </a:lnTo>
                  <a:cubicBezTo>
                    <a:pt x="10334" y="158"/>
                    <a:pt x="10176" y="1"/>
                    <a:pt x="9987" y="1"/>
                  </a:cubicBezTo>
                  <a:lnTo>
                    <a:pt x="8601" y="1"/>
                  </a:lnTo>
                  <a:cubicBezTo>
                    <a:pt x="8412" y="1"/>
                    <a:pt x="8254" y="158"/>
                    <a:pt x="8254" y="347"/>
                  </a:cubicBezTo>
                  <a:lnTo>
                    <a:pt x="8254" y="694"/>
                  </a:lnTo>
                  <a:lnTo>
                    <a:pt x="2111" y="694"/>
                  </a:lnTo>
                  <a:lnTo>
                    <a:pt x="2111" y="347"/>
                  </a:lnTo>
                  <a:cubicBezTo>
                    <a:pt x="2111" y="158"/>
                    <a:pt x="1953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6" name="Google Shape;8736;p86"/>
            <p:cNvSpPr/>
            <p:nvPr/>
          </p:nvSpPr>
          <p:spPr>
            <a:xfrm>
              <a:off x="-1489150" y="3360375"/>
              <a:ext cx="85875" cy="32325"/>
            </a:xfrm>
            <a:custGeom>
              <a:avLst/>
              <a:gdLst/>
              <a:ahLst/>
              <a:cxnLst/>
              <a:rect l="l" t="t" r="r" b="b"/>
              <a:pathLst>
                <a:path w="3435" h="1293" extrusionOk="0">
                  <a:moveTo>
                    <a:pt x="1702" y="1"/>
                  </a:moveTo>
                  <a:lnTo>
                    <a:pt x="1" y="1293"/>
                  </a:lnTo>
                  <a:lnTo>
                    <a:pt x="3435" y="1293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7" name="Google Shape;8737;p86"/>
            <p:cNvSpPr/>
            <p:nvPr/>
          </p:nvSpPr>
          <p:spPr>
            <a:xfrm>
              <a:off x="-1431650" y="3316275"/>
              <a:ext cx="44925" cy="67750"/>
            </a:xfrm>
            <a:custGeom>
              <a:avLst/>
              <a:gdLst/>
              <a:ahLst/>
              <a:cxnLst/>
              <a:rect l="l" t="t" r="r" b="b"/>
              <a:pathLst>
                <a:path w="1797" h="2710" extrusionOk="0">
                  <a:moveTo>
                    <a:pt x="1796" y="1"/>
                  </a:moveTo>
                  <a:lnTo>
                    <a:pt x="0" y="1324"/>
                  </a:lnTo>
                  <a:lnTo>
                    <a:pt x="1796" y="2710"/>
                  </a:lnTo>
                  <a:lnTo>
                    <a:pt x="17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8" name="Google Shape;8738;p86"/>
          <p:cNvGrpSpPr/>
          <p:nvPr/>
        </p:nvGrpSpPr>
        <p:grpSpPr>
          <a:xfrm>
            <a:off x="2503892" y="3309051"/>
            <a:ext cx="423079" cy="424159"/>
            <a:chOff x="-1591550" y="3597475"/>
            <a:chExt cx="293825" cy="294575"/>
          </a:xfrm>
        </p:grpSpPr>
        <p:sp>
          <p:nvSpPr>
            <p:cNvPr id="8739" name="Google Shape;8739;p86"/>
            <p:cNvSpPr/>
            <p:nvPr/>
          </p:nvSpPr>
          <p:spPr>
            <a:xfrm>
              <a:off x="-1509625" y="3597475"/>
              <a:ext cx="211900" cy="207150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0" name="Google Shape;8740;p86"/>
            <p:cNvSpPr/>
            <p:nvPr/>
          </p:nvSpPr>
          <p:spPr>
            <a:xfrm>
              <a:off x="-1541125" y="3719125"/>
              <a:ext cx="120525" cy="118275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1" name="Google Shape;8741;p86"/>
            <p:cNvSpPr/>
            <p:nvPr/>
          </p:nvSpPr>
          <p:spPr>
            <a:xfrm>
              <a:off x="-1591550" y="3668825"/>
              <a:ext cx="222925" cy="223225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2" name="Google Shape;8742;p86"/>
          <p:cNvGrpSpPr/>
          <p:nvPr/>
        </p:nvGrpSpPr>
        <p:grpSpPr>
          <a:xfrm>
            <a:off x="4153362" y="3318663"/>
            <a:ext cx="421927" cy="399248"/>
            <a:chOff x="-1592325" y="3957400"/>
            <a:chExt cx="293025" cy="277275"/>
          </a:xfrm>
        </p:grpSpPr>
        <p:sp>
          <p:nvSpPr>
            <p:cNvPr id="8743" name="Google Shape;8743;p86"/>
            <p:cNvSpPr/>
            <p:nvPr/>
          </p:nvSpPr>
          <p:spPr>
            <a:xfrm>
              <a:off x="-1591550" y="395740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4" name="Google Shape;8744;p86"/>
            <p:cNvSpPr/>
            <p:nvPr/>
          </p:nvSpPr>
          <p:spPr>
            <a:xfrm>
              <a:off x="-1592325" y="4043250"/>
              <a:ext cx="291450" cy="171725"/>
            </a:xfrm>
            <a:custGeom>
              <a:avLst/>
              <a:gdLst/>
              <a:ahLst/>
              <a:cxnLst/>
              <a:rect l="l" t="t" r="r" b="b"/>
              <a:pathLst>
                <a:path w="11658" h="6869" extrusionOk="0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5" name="Google Shape;8745;p86"/>
            <p:cNvSpPr/>
            <p:nvPr/>
          </p:nvSpPr>
          <p:spPr>
            <a:xfrm>
              <a:off x="-1471825" y="41291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6" name="Google Shape;8746;p86"/>
            <p:cNvSpPr/>
            <p:nvPr/>
          </p:nvSpPr>
          <p:spPr>
            <a:xfrm>
              <a:off x="-1526175" y="4077900"/>
              <a:ext cx="156775" cy="156775"/>
            </a:xfrm>
            <a:custGeom>
              <a:avLst/>
              <a:gdLst/>
              <a:ahLst/>
              <a:cxnLst/>
              <a:rect l="l" t="t" r="r" b="b"/>
              <a:pathLst>
                <a:path w="6271" h="6271" extrusionOk="0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7" name="Google Shape;8747;p86"/>
          <p:cNvGrpSpPr/>
          <p:nvPr/>
        </p:nvGrpSpPr>
        <p:grpSpPr>
          <a:xfrm>
            <a:off x="3640232" y="3310744"/>
            <a:ext cx="369730" cy="420775"/>
            <a:chOff x="-778700" y="3612425"/>
            <a:chExt cx="256775" cy="292225"/>
          </a:xfrm>
        </p:grpSpPr>
        <p:sp>
          <p:nvSpPr>
            <p:cNvPr id="8748" name="Google Shape;8748;p86"/>
            <p:cNvSpPr/>
            <p:nvPr/>
          </p:nvSpPr>
          <p:spPr>
            <a:xfrm>
              <a:off x="-692850" y="36990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9" name="Google Shape;8749;p86"/>
            <p:cNvSpPr/>
            <p:nvPr/>
          </p:nvSpPr>
          <p:spPr>
            <a:xfrm>
              <a:off x="-777925" y="3612425"/>
              <a:ext cx="204800" cy="34675"/>
            </a:xfrm>
            <a:custGeom>
              <a:avLst/>
              <a:gdLst/>
              <a:ahLst/>
              <a:cxnLst/>
              <a:rect l="l" t="t" r="r" b="b"/>
              <a:pathLst>
                <a:path w="8192" h="1387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87"/>
                  </a:lnTo>
                  <a:lnTo>
                    <a:pt x="8192" y="1387"/>
                  </a:lnTo>
                  <a:lnTo>
                    <a:pt x="8192" y="1009"/>
                  </a:lnTo>
                  <a:cubicBezTo>
                    <a:pt x="8192" y="473"/>
                    <a:pt x="7719" y="0"/>
                    <a:pt x="71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0" name="Google Shape;8750;p86"/>
            <p:cNvSpPr/>
            <p:nvPr/>
          </p:nvSpPr>
          <p:spPr>
            <a:xfrm>
              <a:off x="-727525" y="3699050"/>
              <a:ext cx="17375" cy="17350"/>
            </a:xfrm>
            <a:custGeom>
              <a:avLst/>
              <a:gdLst/>
              <a:ahLst/>
              <a:cxnLst/>
              <a:rect l="l" t="t" r="r" b="b"/>
              <a:pathLst>
                <a:path w="695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1" name="Google Shape;8751;p86"/>
            <p:cNvSpPr/>
            <p:nvPr/>
          </p:nvSpPr>
          <p:spPr>
            <a:xfrm>
              <a:off x="-778700" y="3664400"/>
              <a:ext cx="205575" cy="102425"/>
            </a:xfrm>
            <a:custGeom>
              <a:avLst/>
              <a:gdLst/>
              <a:ahLst/>
              <a:cxnLst/>
              <a:rect l="l" t="t" r="r" b="b"/>
              <a:pathLst>
                <a:path w="8223" h="4097" extrusionOk="0">
                  <a:moveTo>
                    <a:pt x="3781" y="694"/>
                  </a:moveTo>
                  <a:cubicBezTo>
                    <a:pt x="4316" y="694"/>
                    <a:pt x="4789" y="1166"/>
                    <a:pt x="4789" y="1733"/>
                  </a:cubicBezTo>
                  <a:cubicBezTo>
                    <a:pt x="4789" y="2301"/>
                    <a:pt x="4316" y="2773"/>
                    <a:pt x="3781" y="2773"/>
                  </a:cubicBezTo>
                  <a:cubicBezTo>
                    <a:pt x="3497" y="2773"/>
                    <a:pt x="3245" y="2647"/>
                    <a:pt x="3088" y="2490"/>
                  </a:cubicBezTo>
                  <a:cubicBezTo>
                    <a:pt x="2899" y="2647"/>
                    <a:pt x="2678" y="2773"/>
                    <a:pt x="2426" y="2773"/>
                  </a:cubicBezTo>
                  <a:cubicBezTo>
                    <a:pt x="1890" y="2773"/>
                    <a:pt x="1418" y="2301"/>
                    <a:pt x="1418" y="1733"/>
                  </a:cubicBezTo>
                  <a:cubicBezTo>
                    <a:pt x="1418" y="1198"/>
                    <a:pt x="1890" y="694"/>
                    <a:pt x="2426" y="694"/>
                  </a:cubicBezTo>
                  <a:cubicBezTo>
                    <a:pt x="2710" y="694"/>
                    <a:pt x="2930" y="820"/>
                    <a:pt x="3088" y="977"/>
                  </a:cubicBezTo>
                  <a:cubicBezTo>
                    <a:pt x="3308" y="820"/>
                    <a:pt x="3529" y="694"/>
                    <a:pt x="3781" y="694"/>
                  </a:cubicBezTo>
                  <a:close/>
                  <a:moveTo>
                    <a:pt x="0" y="1"/>
                  </a:moveTo>
                  <a:lnTo>
                    <a:pt x="0" y="3088"/>
                  </a:lnTo>
                  <a:cubicBezTo>
                    <a:pt x="0" y="3624"/>
                    <a:pt x="473" y="4096"/>
                    <a:pt x="1008" y="4096"/>
                  </a:cubicBezTo>
                  <a:lnTo>
                    <a:pt x="6837" y="4096"/>
                  </a:lnTo>
                  <a:lnTo>
                    <a:pt x="6837" y="3498"/>
                  </a:lnTo>
                  <a:lnTo>
                    <a:pt x="5766" y="2458"/>
                  </a:lnTo>
                  <a:cubicBezTo>
                    <a:pt x="5034" y="1726"/>
                    <a:pt x="5756" y="674"/>
                    <a:pt x="6558" y="674"/>
                  </a:cubicBezTo>
                  <a:cubicBezTo>
                    <a:pt x="6792" y="674"/>
                    <a:pt x="7033" y="764"/>
                    <a:pt x="7246" y="977"/>
                  </a:cubicBezTo>
                  <a:lnTo>
                    <a:pt x="8223" y="1985"/>
                  </a:lnTo>
                  <a:lnTo>
                    <a:pt x="82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2" name="Google Shape;8752;p86"/>
            <p:cNvSpPr/>
            <p:nvPr/>
          </p:nvSpPr>
          <p:spPr>
            <a:xfrm>
              <a:off x="-659775" y="3835325"/>
              <a:ext cx="137850" cy="69325"/>
            </a:xfrm>
            <a:custGeom>
              <a:avLst/>
              <a:gdLst/>
              <a:ahLst/>
              <a:cxnLst/>
              <a:rect l="l" t="t" r="r" b="b"/>
              <a:pathLst>
                <a:path w="5514" h="2773" extrusionOk="0">
                  <a:moveTo>
                    <a:pt x="1733" y="693"/>
                  </a:moveTo>
                  <a:cubicBezTo>
                    <a:pt x="1922" y="693"/>
                    <a:pt x="2080" y="851"/>
                    <a:pt x="2080" y="1040"/>
                  </a:cubicBezTo>
                  <a:cubicBezTo>
                    <a:pt x="2080" y="1229"/>
                    <a:pt x="1922" y="1386"/>
                    <a:pt x="1733" y="1386"/>
                  </a:cubicBezTo>
                  <a:cubicBezTo>
                    <a:pt x="1544" y="1386"/>
                    <a:pt x="1387" y="1229"/>
                    <a:pt x="1387" y="1040"/>
                  </a:cubicBezTo>
                  <a:cubicBezTo>
                    <a:pt x="1387" y="851"/>
                    <a:pt x="1544" y="693"/>
                    <a:pt x="1733" y="693"/>
                  </a:cubicBezTo>
                  <a:close/>
                  <a:moveTo>
                    <a:pt x="63" y="0"/>
                  </a:moveTo>
                  <a:cubicBezTo>
                    <a:pt x="32" y="126"/>
                    <a:pt x="0" y="252"/>
                    <a:pt x="0" y="378"/>
                  </a:cubicBezTo>
                  <a:lnTo>
                    <a:pt x="0" y="2426"/>
                  </a:lnTo>
                  <a:cubicBezTo>
                    <a:pt x="0" y="2615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5"/>
                    <a:pt x="5514" y="2426"/>
                  </a:cubicBezTo>
                  <a:lnTo>
                    <a:pt x="5514" y="378"/>
                  </a:lnTo>
                  <a:cubicBezTo>
                    <a:pt x="5514" y="252"/>
                    <a:pt x="5482" y="126"/>
                    <a:pt x="54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3" name="Google Shape;8753;p86"/>
            <p:cNvSpPr/>
            <p:nvPr/>
          </p:nvSpPr>
          <p:spPr>
            <a:xfrm>
              <a:off x="-658200" y="3669925"/>
              <a:ext cx="136275" cy="148875"/>
            </a:xfrm>
            <a:custGeom>
              <a:avLst/>
              <a:gdLst/>
              <a:ahLst/>
              <a:cxnLst/>
              <a:rect l="l" t="t" r="r" b="b"/>
              <a:pathLst>
                <a:path w="5451" h="5955" extrusionOk="0">
                  <a:moveTo>
                    <a:pt x="4064" y="0"/>
                  </a:moveTo>
                  <a:lnTo>
                    <a:pt x="4064" y="2615"/>
                  </a:lnTo>
                  <a:cubicBezTo>
                    <a:pt x="4064" y="2829"/>
                    <a:pt x="3905" y="2970"/>
                    <a:pt x="3734" y="2970"/>
                  </a:cubicBezTo>
                  <a:cubicBezTo>
                    <a:pt x="3652" y="2970"/>
                    <a:pt x="3568" y="2938"/>
                    <a:pt x="3497" y="2867"/>
                  </a:cubicBezTo>
                  <a:lnTo>
                    <a:pt x="1922" y="1292"/>
                  </a:lnTo>
                  <a:cubicBezTo>
                    <a:pt x="1858" y="1228"/>
                    <a:pt x="1780" y="1201"/>
                    <a:pt x="1701" y="1201"/>
                  </a:cubicBezTo>
                  <a:cubicBezTo>
                    <a:pt x="1429" y="1201"/>
                    <a:pt x="1150" y="1520"/>
                    <a:pt x="1418" y="1764"/>
                  </a:cubicBezTo>
                  <a:lnTo>
                    <a:pt x="2615" y="2930"/>
                  </a:lnTo>
                  <a:cubicBezTo>
                    <a:pt x="2710" y="3025"/>
                    <a:pt x="2741" y="3088"/>
                    <a:pt x="2741" y="3182"/>
                  </a:cubicBezTo>
                  <a:lnTo>
                    <a:pt x="2741" y="3970"/>
                  </a:lnTo>
                  <a:cubicBezTo>
                    <a:pt x="2741" y="4222"/>
                    <a:pt x="2804" y="4505"/>
                    <a:pt x="2930" y="4789"/>
                  </a:cubicBezTo>
                  <a:cubicBezTo>
                    <a:pt x="3052" y="5074"/>
                    <a:pt x="2833" y="5280"/>
                    <a:pt x="2611" y="5280"/>
                  </a:cubicBezTo>
                  <a:cubicBezTo>
                    <a:pt x="2490" y="5280"/>
                    <a:pt x="2367" y="5218"/>
                    <a:pt x="2300" y="5072"/>
                  </a:cubicBezTo>
                  <a:cubicBezTo>
                    <a:pt x="2206" y="4915"/>
                    <a:pt x="2174" y="4757"/>
                    <a:pt x="2143" y="4600"/>
                  </a:cubicBezTo>
                  <a:lnTo>
                    <a:pt x="0" y="4600"/>
                  </a:lnTo>
                  <a:lnTo>
                    <a:pt x="0" y="4631"/>
                  </a:lnTo>
                  <a:cubicBezTo>
                    <a:pt x="0" y="5104"/>
                    <a:pt x="126" y="5545"/>
                    <a:pt x="378" y="5923"/>
                  </a:cubicBezTo>
                  <a:lnTo>
                    <a:pt x="5104" y="5923"/>
                  </a:lnTo>
                  <a:lnTo>
                    <a:pt x="5104" y="5955"/>
                  </a:lnTo>
                  <a:cubicBezTo>
                    <a:pt x="5325" y="5577"/>
                    <a:pt x="5451" y="5104"/>
                    <a:pt x="5451" y="4663"/>
                  </a:cubicBezTo>
                  <a:lnTo>
                    <a:pt x="5451" y="2111"/>
                  </a:lnTo>
                  <a:cubicBezTo>
                    <a:pt x="5451" y="1638"/>
                    <a:pt x="5262" y="1197"/>
                    <a:pt x="4947" y="882"/>
                  </a:cubicBezTo>
                  <a:lnTo>
                    <a:pt x="40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4" name="Google Shape;8754;p86"/>
          <p:cNvGrpSpPr/>
          <p:nvPr/>
        </p:nvGrpSpPr>
        <p:grpSpPr>
          <a:xfrm>
            <a:off x="6111733" y="3828305"/>
            <a:ext cx="340731" cy="387641"/>
            <a:chOff x="7728464" y="1561258"/>
            <a:chExt cx="349719" cy="397866"/>
          </a:xfrm>
        </p:grpSpPr>
        <p:sp>
          <p:nvSpPr>
            <p:cNvPr id="8755" name="Google Shape;8755;p86"/>
            <p:cNvSpPr/>
            <p:nvPr/>
          </p:nvSpPr>
          <p:spPr>
            <a:xfrm>
              <a:off x="7891642" y="1678585"/>
              <a:ext cx="23354" cy="23333"/>
            </a:xfrm>
            <a:custGeom>
              <a:avLst/>
              <a:gdLst/>
              <a:ahLst/>
              <a:cxnLst/>
              <a:rect l="l" t="t" r="r" b="b"/>
              <a:pathLst>
                <a:path w="1119" h="1118" extrusionOk="0">
                  <a:moveTo>
                    <a:pt x="0" y="1"/>
                  </a:moveTo>
                  <a:lnTo>
                    <a:pt x="0" y="1117"/>
                  </a:lnTo>
                  <a:lnTo>
                    <a:pt x="1118" y="1117"/>
                  </a:lnTo>
                  <a:lnTo>
                    <a:pt x="11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6" name="Google Shape;8756;p86"/>
            <p:cNvSpPr/>
            <p:nvPr/>
          </p:nvSpPr>
          <p:spPr>
            <a:xfrm>
              <a:off x="7728464" y="1561258"/>
              <a:ext cx="349719" cy="397866"/>
            </a:xfrm>
            <a:custGeom>
              <a:avLst/>
              <a:gdLst/>
              <a:ahLst/>
              <a:cxnLst/>
              <a:rect l="l" t="t" r="r" b="b"/>
              <a:pathLst>
                <a:path w="16757" h="19064" extrusionOk="0">
                  <a:moveTo>
                    <a:pt x="9496" y="2830"/>
                  </a:moveTo>
                  <a:cubicBezTo>
                    <a:pt x="9804" y="2830"/>
                    <a:pt x="10054" y="3079"/>
                    <a:pt x="10054" y="3389"/>
                  </a:cubicBezTo>
                  <a:lnTo>
                    <a:pt x="10054" y="4505"/>
                  </a:lnTo>
                  <a:lnTo>
                    <a:pt x="11172" y="4505"/>
                  </a:lnTo>
                  <a:cubicBezTo>
                    <a:pt x="11480" y="4505"/>
                    <a:pt x="11729" y="4756"/>
                    <a:pt x="11729" y="5064"/>
                  </a:cubicBezTo>
                  <a:cubicBezTo>
                    <a:pt x="11729" y="5373"/>
                    <a:pt x="11480" y="5623"/>
                    <a:pt x="11172" y="5623"/>
                  </a:cubicBezTo>
                  <a:lnTo>
                    <a:pt x="10054" y="5623"/>
                  </a:lnTo>
                  <a:lnTo>
                    <a:pt x="10054" y="6739"/>
                  </a:lnTo>
                  <a:lnTo>
                    <a:pt x="11172" y="6739"/>
                  </a:lnTo>
                  <a:cubicBezTo>
                    <a:pt x="11480" y="6739"/>
                    <a:pt x="11729" y="6990"/>
                    <a:pt x="11729" y="7298"/>
                  </a:cubicBezTo>
                  <a:cubicBezTo>
                    <a:pt x="11729" y="7608"/>
                    <a:pt x="11480" y="7857"/>
                    <a:pt x="11172" y="7857"/>
                  </a:cubicBezTo>
                  <a:lnTo>
                    <a:pt x="10054" y="7857"/>
                  </a:lnTo>
                  <a:lnTo>
                    <a:pt x="10054" y="8973"/>
                  </a:lnTo>
                  <a:cubicBezTo>
                    <a:pt x="10054" y="9283"/>
                    <a:pt x="9804" y="9532"/>
                    <a:pt x="9495" y="9532"/>
                  </a:cubicBezTo>
                  <a:cubicBezTo>
                    <a:pt x="9187" y="9532"/>
                    <a:pt x="8936" y="9283"/>
                    <a:pt x="8936" y="8973"/>
                  </a:cubicBezTo>
                  <a:lnTo>
                    <a:pt x="8936" y="7857"/>
                  </a:lnTo>
                  <a:lnTo>
                    <a:pt x="7819" y="7857"/>
                  </a:lnTo>
                  <a:lnTo>
                    <a:pt x="7819" y="8973"/>
                  </a:lnTo>
                  <a:cubicBezTo>
                    <a:pt x="7819" y="9283"/>
                    <a:pt x="7570" y="9532"/>
                    <a:pt x="7260" y="9532"/>
                  </a:cubicBezTo>
                  <a:cubicBezTo>
                    <a:pt x="6953" y="9532"/>
                    <a:pt x="6701" y="9283"/>
                    <a:pt x="6701" y="8973"/>
                  </a:cubicBezTo>
                  <a:lnTo>
                    <a:pt x="6701" y="7857"/>
                  </a:lnTo>
                  <a:lnTo>
                    <a:pt x="5585" y="7857"/>
                  </a:lnTo>
                  <a:cubicBezTo>
                    <a:pt x="5276" y="7857"/>
                    <a:pt x="5026" y="7608"/>
                    <a:pt x="5026" y="7298"/>
                  </a:cubicBezTo>
                  <a:cubicBezTo>
                    <a:pt x="5026" y="6990"/>
                    <a:pt x="5276" y="6739"/>
                    <a:pt x="5585" y="6739"/>
                  </a:cubicBezTo>
                  <a:lnTo>
                    <a:pt x="6701" y="6739"/>
                  </a:lnTo>
                  <a:lnTo>
                    <a:pt x="6701" y="5623"/>
                  </a:lnTo>
                  <a:lnTo>
                    <a:pt x="5585" y="5623"/>
                  </a:lnTo>
                  <a:cubicBezTo>
                    <a:pt x="5277" y="5623"/>
                    <a:pt x="5028" y="5373"/>
                    <a:pt x="5028" y="5064"/>
                  </a:cubicBezTo>
                  <a:cubicBezTo>
                    <a:pt x="5028" y="4756"/>
                    <a:pt x="5277" y="4505"/>
                    <a:pt x="5585" y="4505"/>
                  </a:cubicBezTo>
                  <a:lnTo>
                    <a:pt x="6703" y="4505"/>
                  </a:lnTo>
                  <a:lnTo>
                    <a:pt x="6703" y="3389"/>
                  </a:lnTo>
                  <a:cubicBezTo>
                    <a:pt x="6703" y="3079"/>
                    <a:pt x="6953" y="2830"/>
                    <a:pt x="7262" y="2830"/>
                  </a:cubicBezTo>
                  <a:cubicBezTo>
                    <a:pt x="7570" y="2830"/>
                    <a:pt x="7819" y="3079"/>
                    <a:pt x="7819" y="3389"/>
                  </a:cubicBezTo>
                  <a:lnTo>
                    <a:pt x="7819" y="4505"/>
                  </a:lnTo>
                  <a:lnTo>
                    <a:pt x="8937" y="4505"/>
                  </a:lnTo>
                  <a:lnTo>
                    <a:pt x="8937" y="3389"/>
                  </a:lnTo>
                  <a:cubicBezTo>
                    <a:pt x="8937" y="3079"/>
                    <a:pt x="9187" y="2830"/>
                    <a:pt x="9496" y="2830"/>
                  </a:cubicBezTo>
                  <a:close/>
                  <a:moveTo>
                    <a:pt x="12845" y="10091"/>
                  </a:moveTo>
                  <a:cubicBezTo>
                    <a:pt x="12952" y="10091"/>
                    <a:pt x="13060" y="10121"/>
                    <a:pt x="13157" y="10185"/>
                  </a:cubicBezTo>
                  <a:cubicBezTo>
                    <a:pt x="13413" y="10357"/>
                    <a:pt x="13482" y="10702"/>
                    <a:pt x="13310" y="10960"/>
                  </a:cubicBezTo>
                  <a:cubicBezTo>
                    <a:pt x="12210" y="12612"/>
                    <a:pt x="10365" y="13599"/>
                    <a:pt x="8378" y="13599"/>
                  </a:cubicBezTo>
                  <a:cubicBezTo>
                    <a:pt x="6392" y="13599"/>
                    <a:pt x="4547" y="12612"/>
                    <a:pt x="3445" y="10960"/>
                  </a:cubicBezTo>
                  <a:cubicBezTo>
                    <a:pt x="3275" y="10702"/>
                    <a:pt x="3344" y="10355"/>
                    <a:pt x="3600" y="10185"/>
                  </a:cubicBezTo>
                  <a:cubicBezTo>
                    <a:pt x="3696" y="10121"/>
                    <a:pt x="3804" y="10091"/>
                    <a:pt x="3910" y="10091"/>
                  </a:cubicBezTo>
                  <a:cubicBezTo>
                    <a:pt x="4090" y="10091"/>
                    <a:pt x="4267" y="10178"/>
                    <a:pt x="4375" y="10339"/>
                  </a:cubicBezTo>
                  <a:cubicBezTo>
                    <a:pt x="5269" y="11682"/>
                    <a:pt x="6765" y="12481"/>
                    <a:pt x="8378" y="12481"/>
                  </a:cubicBezTo>
                  <a:cubicBezTo>
                    <a:pt x="9990" y="12481"/>
                    <a:pt x="11487" y="11682"/>
                    <a:pt x="12382" y="10339"/>
                  </a:cubicBezTo>
                  <a:cubicBezTo>
                    <a:pt x="12488" y="10178"/>
                    <a:pt x="12665" y="10091"/>
                    <a:pt x="12845" y="10091"/>
                  </a:cubicBezTo>
                  <a:close/>
                  <a:moveTo>
                    <a:pt x="2794" y="1"/>
                  </a:moveTo>
                  <a:cubicBezTo>
                    <a:pt x="1253" y="1"/>
                    <a:pt x="0" y="1291"/>
                    <a:pt x="0" y="2830"/>
                  </a:cubicBezTo>
                  <a:lnTo>
                    <a:pt x="0" y="14001"/>
                  </a:lnTo>
                  <a:cubicBezTo>
                    <a:pt x="0" y="15540"/>
                    <a:pt x="1253" y="16792"/>
                    <a:pt x="2794" y="16792"/>
                  </a:cubicBezTo>
                  <a:lnTo>
                    <a:pt x="5912" y="16792"/>
                  </a:lnTo>
                  <a:lnTo>
                    <a:pt x="7984" y="18901"/>
                  </a:lnTo>
                  <a:cubicBezTo>
                    <a:pt x="8092" y="19009"/>
                    <a:pt x="8235" y="19064"/>
                    <a:pt x="8378" y="19064"/>
                  </a:cubicBezTo>
                  <a:cubicBezTo>
                    <a:pt x="8522" y="19064"/>
                    <a:pt x="8665" y="19009"/>
                    <a:pt x="8773" y="18901"/>
                  </a:cubicBezTo>
                  <a:lnTo>
                    <a:pt x="10844" y="16792"/>
                  </a:lnTo>
                  <a:lnTo>
                    <a:pt x="13963" y="16792"/>
                  </a:lnTo>
                  <a:cubicBezTo>
                    <a:pt x="15504" y="16792"/>
                    <a:pt x="16756" y="15540"/>
                    <a:pt x="16756" y="14001"/>
                  </a:cubicBezTo>
                  <a:lnTo>
                    <a:pt x="16756" y="2830"/>
                  </a:lnTo>
                  <a:cubicBezTo>
                    <a:pt x="16756" y="1291"/>
                    <a:pt x="15504" y="1"/>
                    <a:pt x="139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7" name="Google Shape;8757;p86"/>
          <p:cNvGrpSpPr/>
          <p:nvPr/>
        </p:nvGrpSpPr>
        <p:grpSpPr>
          <a:xfrm>
            <a:off x="4034702" y="3828305"/>
            <a:ext cx="387681" cy="387641"/>
            <a:chOff x="5611350" y="1561258"/>
            <a:chExt cx="397907" cy="397866"/>
          </a:xfrm>
        </p:grpSpPr>
        <p:sp>
          <p:nvSpPr>
            <p:cNvPr id="8758" name="Google Shape;8758;p86"/>
            <p:cNvSpPr/>
            <p:nvPr/>
          </p:nvSpPr>
          <p:spPr>
            <a:xfrm>
              <a:off x="5713589" y="1812337"/>
              <a:ext cx="38443" cy="39653"/>
            </a:xfrm>
            <a:custGeom>
              <a:avLst/>
              <a:gdLst/>
              <a:ahLst/>
              <a:cxnLst/>
              <a:rect l="l" t="t" r="r" b="b"/>
              <a:pathLst>
                <a:path w="1842" h="1900" extrusionOk="0">
                  <a:moveTo>
                    <a:pt x="1842" y="1"/>
                  </a:moveTo>
                  <a:lnTo>
                    <a:pt x="630" y="486"/>
                  </a:lnTo>
                  <a:cubicBezTo>
                    <a:pt x="81" y="705"/>
                    <a:pt x="0" y="1450"/>
                    <a:pt x="490" y="1782"/>
                  </a:cubicBezTo>
                  <a:cubicBezTo>
                    <a:pt x="608" y="1862"/>
                    <a:pt x="755" y="1900"/>
                    <a:pt x="908" y="1900"/>
                  </a:cubicBezTo>
                  <a:cubicBezTo>
                    <a:pt x="1349" y="1900"/>
                    <a:pt x="1842" y="1590"/>
                    <a:pt x="1842" y="1092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9" name="Google Shape;8759;p86"/>
            <p:cNvSpPr/>
            <p:nvPr/>
          </p:nvSpPr>
          <p:spPr>
            <a:xfrm>
              <a:off x="5830124" y="1789047"/>
              <a:ext cx="38505" cy="39653"/>
            </a:xfrm>
            <a:custGeom>
              <a:avLst/>
              <a:gdLst/>
              <a:ahLst/>
              <a:cxnLst/>
              <a:rect l="l" t="t" r="r" b="b"/>
              <a:pathLst>
                <a:path w="1845" h="1900" extrusionOk="0">
                  <a:moveTo>
                    <a:pt x="1844" y="1"/>
                  </a:moveTo>
                  <a:lnTo>
                    <a:pt x="631" y="485"/>
                  </a:lnTo>
                  <a:cubicBezTo>
                    <a:pt x="82" y="705"/>
                    <a:pt x="1" y="1450"/>
                    <a:pt x="491" y="1782"/>
                  </a:cubicBezTo>
                  <a:cubicBezTo>
                    <a:pt x="608" y="1862"/>
                    <a:pt x="755" y="1899"/>
                    <a:pt x="908" y="1899"/>
                  </a:cubicBezTo>
                  <a:cubicBezTo>
                    <a:pt x="1349" y="1899"/>
                    <a:pt x="1844" y="1588"/>
                    <a:pt x="1844" y="1090"/>
                  </a:cubicBezTo>
                  <a:lnTo>
                    <a:pt x="184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0" name="Google Shape;8760;p86"/>
            <p:cNvSpPr/>
            <p:nvPr/>
          </p:nvSpPr>
          <p:spPr>
            <a:xfrm>
              <a:off x="5611350" y="1561258"/>
              <a:ext cx="397907" cy="397866"/>
            </a:xfrm>
            <a:custGeom>
              <a:avLst/>
              <a:gdLst/>
              <a:ahLst/>
              <a:cxnLst/>
              <a:rect l="l" t="t" r="r" b="b"/>
              <a:pathLst>
                <a:path w="19066" h="19064" extrusionOk="0">
                  <a:moveTo>
                    <a:pt x="12883" y="3949"/>
                  </a:moveTo>
                  <a:cubicBezTo>
                    <a:pt x="13013" y="3949"/>
                    <a:pt x="13138" y="3991"/>
                    <a:pt x="13238" y="4073"/>
                  </a:cubicBezTo>
                  <a:cubicBezTo>
                    <a:pt x="13369" y="4179"/>
                    <a:pt x="13443" y="4339"/>
                    <a:pt x="13443" y="4505"/>
                  </a:cubicBezTo>
                  <a:lnTo>
                    <a:pt x="13443" y="12005"/>
                  </a:lnTo>
                  <a:cubicBezTo>
                    <a:pt x="13443" y="13161"/>
                    <a:pt x="12421" y="13941"/>
                    <a:pt x="11388" y="13941"/>
                  </a:cubicBezTo>
                  <a:cubicBezTo>
                    <a:pt x="10369" y="13941"/>
                    <a:pt x="9534" y="13113"/>
                    <a:pt x="9534" y="12085"/>
                  </a:cubicBezTo>
                  <a:cubicBezTo>
                    <a:pt x="9534" y="11323"/>
                    <a:pt x="9990" y="10647"/>
                    <a:pt x="10700" y="10364"/>
                  </a:cubicBezTo>
                  <a:lnTo>
                    <a:pt x="12327" y="9713"/>
                  </a:lnTo>
                  <a:lnTo>
                    <a:pt x="12327" y="7420"/>
                  </a:lnTo>
                  <a:lnTo>
                    <a:pt x="7859" y="8315"/>
                  </a:lnTo>
                  <a:lnTo>
                    <a:pt x="7859" y="13123"/>
                  </a:lnTo>
                  <a:cubicBezTo>
                    <a:pt x="7859" y="14277"/>
                    <a:pt x="6834" y="15057"/>
                    <a:pt x="5803" y="15057"/>
                  </a:cubicBezTo>
                  <a:cubicBezTo>
                    <a:pt x="4784" y="15057"/>
                    <a:pt x="3949" y="14229"/>
                    <a:pt x="3949" y="13203"/>
                  </a:cubicBezTo>
                  <a:cubicBezTo>
                    <a:pt x="3949" y="12439"/>
                    <a:pt x="4406" y="11763"/>
                    <a:pt x="5115" y="11480"/>
                  </a:cubicBezTo>
                  <a:lnTo>
                    <a:pt x="6741" y="10829"/>
                  </a:lnTo>
                  <a:lnTo>
                    <a:pt x="6741" y="5623"/>
                  </a:lnTo>
                  <a:cubicBezTo>
                    <a:pt x="6741" y="5356"/>
                    <a:pt x="6930" y="5128"/>
                    <a:pt x="7190" y="5074"/>
                  </a:cubicBezTo>
                  <a:lnTo>
                    <a:pt x="12775" y="3958"/>
                  </a:lnTo>
                  <a:cubicBezTo>
                    <a:pt x="12811" y="3952"/>
                    <a:pt x="12847" y="3949"/>
                    <a:pt x="12883" y="3949"/>
                  </a:cubicBezTo>
                  <a:close/>
                  <a:moveTo>
                    <a:pt x="9534" y="1"/>
                  </a:moveTo>
                  <a:cubicBezTo>
                    <a:pt x="4298" y="1"/>
                    <a:pt x="1" y="4296"/>
                    <a:pt x="1" y="9532"/>
                  </a:cubicBezTo>
                  <a:cubicBezTo>
                    <a:pt x="1" y="14769"/>
                    <a:pt x="4298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1" name="Google Shape;8761;p86"/>
            <p:cNvSpPr/>
            <p:nvPr/>
          </p:nvSpPr>
          <p:spPr>
            <a:xfrm>
              <a:off x="5775341" y="1669507"/>
              <a:ext cx="93247" cy="41531"/>
            </a:xfrm>
            <a:custGeom>
              <a:avLst/>
              <a:gdLst/>
              <a:ahLst/>
              <a:cxnLst/>
              <a:rect l="l" t="t" r="r" b="b"/>
              <a:pathLst>
                <a:path w="4468" h="1990" extrusionOk="0">
                  <a:moveTo>
                    <a:pt x="4467" y="1"/>
                  </a:moveTo>
                  <a:lnTo>
                    <a:pt x="1" y="894"/>
                  </a:lnTo>
                  <a:lnTo>
                    <a:pt x="1" y="1989"/>
                  </a:lnTo>
                  <a:lnTo>
                    <a:pt x="4467" y="1096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62" name="Google Shape;8762;p86"/>
          <p:cNvGrpSpPr/>
          <p:nvPr/>
        </p:nvGrpSpPr>
        <p:grpSpPr>
          <a:xfrm>
            <a:off x="4553987" y="3925571"/>
            <a:ext cx="387610" cy="193109"/>
            <a:chOff x="6140660" y="1661097"/>
            <a:chExt cx="397835" cy="198202"/>
          </a:xfrm>
        </p:grpSpPr>
        <p:sp>
          <p:nvSpPr>
            <p:cNvPr id="8763" name="Google Shape;8763;p86"/>
            <p:cNvSpPr/>
            <p:nvPr/>
          </p:nvSpPr>
          <p:spPr>
            <a:xfrm>
              <a:off x="6281298" y="1707719"/>
              <a:ext cx="58290" cy="151579"/>
            </a:xfrm>
            <a:custGeom>
              <a:avLst/>
              <a:gdLst/>
              <a:ahLst/>
              <a:cxnLst/>
              <a:rect l="l" t="t" r="r" b="b"/>
              <a:pathLst>
                <a:path w="2793" h="7263" extrusionOk="0">
                  <a:moveTo>
                    <a:pt x="1397" y="1"/>
                  </a:moveTo>
                  <a:cubicBezTo>
                    <a:pt x="627" y="1"/>
                    <a:pt x="1" y="627"/>
                    <a:pt x="1" y="1398"/>
                  </a:cubicBezTo>
                  <a:lnTo>
                    <a:pt x="1" y="5865"/>
                  </a:lnTo>
                  <a:cubicBezTo>
                    <a:pt x="1" y="6636"/>
                    <a:pt x="627" y="7262"/>
                    <a:pt x="1397" y="7262"/>
                  </a:cubicBezTo>
                  <a:cubicBezTo>
                    <a:pt x="2166" y="7262"/>
                    <a:pt x="2792" y="6634"/>
                    <a:pt x="2792" y="5865"/>
                  </a:cubicBezTo>
                  <a:lnTo>
                    <a:pt x="2792" y="1398"/>
                  </a:lnTo>
                  <a:cubicBezTo>
                    <a:pt x="2792" y="627"/>
                    <a:pt x="2166" y="1"/>
                    <a:pt x="13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4" name="Google Shape;8764;p86"/>
            <p:cNvSpPr/>
            <p:nvPr/>
          </p:nvSpPr>
          <p:spPr>
            <a:xfrm>
              <a:off x="6480225" y="1742675"/>
              <a:ext cx="58269" cy="58332"/>
            </a:xfrm>
            <a:custGeom>
              <a:avLst/>
              <a:gdLst/>
              <a:ahLst/>
              <a:cxnLst/>
              <a:rect l="l" t="t" r="r" b="b"/>
              <a:pathLst>
                <a:path w="2792" h="2795" extrusionOk="0">
                  <a:moveTo>
                    <a:pt x="1396" y="1"/>
                  </a:moveTo>
                  <a:cubicBezTo>
                    <a:pt x="627" y="1"/>
                    <a:pt x="0" y="629"/>
                    <a:pt x="0" y="1398"/>
                  </a:cubicBezTo>
                  <a:cubicBezTo>
                    <a:pt x="0" y="2168"/>
                    <a:pt x="627" y="2794"/>
                    <a:pt x="1396" y="2794"/>
                  </a:cubicBezTo>
                  <a:cubicBezTo>
                    <a:pt x="2167" y="2794"/>
                    <a:pt x="2792" y="2168"/>
                    <a:pt x="2792" y="1398"/>
                  </a:cubicBezTo>
                  <a:cubicBezTo>
                    <a:pt x="2792" y="629"/>
                    <a:pt x="2167" y="1"/>
                    <a:pt x="13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5" name="Google Shape;8765;p86"/>
            <p:cNvSpPr/>
            <p:nvPr/>
          </p:nvSpPr>
          <p:spPr>
            <a:xfrm>
              <a:off x="6352004" y="1661097"/>
              <a:ext cx="129206" cy="198202"/>
            </a:xfrm>
            <a:custGeom>
              <a:avLst/>
              <a:gdLst/>
              <a:ahLst/>
              <a:cxnLst/>
              <a:rect l="l" t="t" r="r" b="b"/>
              <a:pathLst>
                <a:path w="6191" h="9497" extrusionOk="0">
                  <a:moveTo>
                    <a:pt x="1396" y="0"/>
                  </a:moveTo>
                  <a:cubicBezTo>
                    <a:pt x="627" y="0"/>
                    <a:pt x="1" y="628"/>
                    <a:pt x="1" y="1398"/>
                  </a:cubicBezTo>
                  <a:lnTo>
                    <a:pt x="1" y="8099"/>
                  </a:lnTo>
                  <a:cubicBezTo>
                    <a:pt x="1" y="8870"/>
                    <a:pt x="627" y="9496"/>
                    <a:pt x="1396" y="9496"/>
                  </a:cubicBezTo>
                  <a:cubicBezTo>
                    <a:pt x="2168" y="9496"/>
                    <a:pt x="2792" y="8868"/>
                    <a:pt x="2792" y="8099"/>
                  </a:cubicBezTo>
                  <a:lnTo>
                    <a:pt x="2792" y="7683"/>
                  </a:lnTo>
                  <a:lnTo>
                    <a:pt x="3586" y="8874"/>
                  </a:lnTo>
                  <a:cubicBezTo>
                    <a:pt x="3845" y="9263"/>
                    <a:pt x="4280" y="9496"/>
                    <a:pt x="4749" y="9496"/>
                  </a:cubicBezTo>
                  <a:cubicBezTo>
                    <a:pt x="5025" y="9496"/>
                    <a:pt x="5293" y="9415"/>
                    <a:pt x="5522" y="9261"/>
                  </a:cubicBezTo>
                  <a:cubicBezTo>
                    <a:pt x="5833" y="9054"/>
                    <a:pt x="6044" y="8739"/>
                    <a:pt x="6118" y="8373"/>
                  </a:cubicBezTo>
                  <a:cubicBezTo>
                    <a:pt x="6190" y="8007"/>
                    <a:pt x="6116" y="7635"/>
                    <a:pt x="5909" y="7324"/>
                  </a:cubicBezTo>
                  <a:lnTo>
                    <a:pt x="4535" y="5261"/>
                  </a:lnTo>
                  <a:lnTo>
                    <a:pt x="5177" y="4619"/>
                  </a:lnTo>
                  <a:cubicBezTo>
                    <a:pt x="5722" y="4074"/>
                    <a:pt x="5722" y="3188"/>
                    <a:pt x="5177" y="2643"/>
                  </a:cubicBezTo>
                  <a:cubicBezTo>
                    <a:pt x="4904" y="2372"/>
                    <a:pt x="4547" y="2236"/>
                    <a:pt x="4190" y="2236"/>
                  </a:cubicBezTo>
                  <a:cubicBezTo>
                    <a:pt x="3832" y="2236"/>
                    <a:pt x="3475" y="2372"/>
                    <a:pt x="3203" y="2643"/>
                  </a:cubicBezTo>
                  <a:lnTo>
                    <a:pt x="2792" y="3054"/>
                  </a:lnTo>
                  <a:lnTo>
                    <a:pt x="2792" y="1398"/>
                  </a:lnTo>
                  <a:cubicBezTo>
                    <a:pt x="2792" y="627"/>
                    <a:pt x="2166" y="0"/>
                    <a:pt x="1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6" name="Google Shape;8766;p86"/>
            <p:cNvSpPr/>
            <p:nvPr/>
          </p:nvSpPr>
          <p:spPr>
            <a:xfrm>
              <a:off x="6140660" y="1661097"/>
              <a:ext cx="129185" cy="198202"/>
            </a:xfrm>
            <a:custGeom>
              <a:avLst/>
              <a:gdLst/>
              <a:ahLst/>
              <a:cxnLst/>
              <a:rect l="l" t="t" r="r" b="b"/>
              <a:pathLst>
                <a:path w="6190" h="9497" extrusionOk="0">
                  <a:moveTo>
                    <a:pt x="1396" y="0"/>
                  </a:moveTo>
                  <a:cubicBezTo>
                    <a:pt x="626" y="0"/>
                    <a:pt x="0" y="628"/>
                    <a:pt x="0" y="1398"/>
                  </a:cubicBezTo>
                  <a:lnTo>
                    <a:pt x="0" y="8099"/>
                  </a:lnTo>
                  <a:cubicBezTo>
                    <a:pt x="0" y="8870"/>
                    <a:pt x="626" y="9496"/>
                    <a:pt x="1396" y="9496"/>
                  </a:cubicBezTo>
                  <a:cubicBezTo>
                    <a:pt x="2165" y="9496"/>
                    <a:pt x="2792" y="8868"/>
                    <a:pt x="2792" y="8099"/>
                  </a:cubicBezTo>
                  <a:lnTo>
                    <a:pt x="2792" y="7683"/>
                  </a:lnTo>
                  <a:lnTo>
                    <a:pt x="3586" y="8874"/>
                  </a:lnTo>
                  <a:cubicBezTo>
                    <a:pt x="3844" y="9263"/>
                    <a:pt x="4279" y="9496"/>
                    <a:pt x="4748" y="9496"/>
                  </a:cubicBezTo>
                  <a:cubicBezTo>
                    <a:pt x="5024" y="9496"/>
                    <a:pt x="5291" y="9415"/>
                    <a:pt x="5521" y="9261"/>
                  </a:cubicBezTo>
                  <a:cubicBezTo>
                    <a:pt x="5832" y="9054"/>
                    <a:pt x="6043" y="8739"/>
                    <a:pt x="6117" y="8373"/>
                  </a:cubicBezTo>
                  <a:cubicBezTo>
                    <a:pt x="6190" y="8007"/>
                    <a:pt x="6115" y="7635"/>
                    <a:pt x="5909" y="7324"/>
                  </a:cubicBezTo>
                  <a:lnTo>
                    <a:pt x="4534" y="5261"/>
                  </a:lnTo>
                  <a:lnTo>
                    <a:pt x="5176" y="4619"/>
                  </a:lnTo>
                  <a:cubicBezTo>
                    <a:pt x="5721" y="4074"/>
                    <a:pt x="5721" y="3188"/>
                    <a:pt x="5176" y="2643"/>
                  </a:cubicBezTo>
                  <a:cubicBezTo>
                    <a:pt x="4904" y="2372"/>
                    <a:pt x="4546" y="2236"/>
                    <a:pt x="4188" y="2236"/>
                  </a:cubicBezTo>
                  <a:cubicBezTo>
                    <a:pt x="3831" y="2236"/>
                    <a:pt x="3473" y="2372"/>
                    <a:pt x="3202" y="2643"/>
                  </a:cubicBezTo>
                  <a:lnTo>
                    <a:pt x="2792" y="3054"/>
                  </a:lnTo>
                  <a:lnTo>
                    <a:pt x="2792" y="1398"/>
                  </a:lnTo>
                  <a:cubicBezTo>
                    <a:pt x="2792" y="627"/>
                    <a:pt x="2165" y="0"/>
                    <a:pt x="1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67" name="Google Shape;8767;p86"/>
          <p:cNvGrpSpPr/>
          <p:nvPr/>
        </p:nvGrpSpPr>
        <p:grpSpPr>
          <a:xfrm>
            <a:off x="5073202" y="3828305"/>
            <a:ext cx="387681" cy="387641"/>
            <a:chOff x="6669907" y="1561258"/>
            <a:chExt cx="397907" cy="397866"/>
          </a:xfrm>
        </p:grpSpPr>
        <p:sp>
          <p:nvSpPr>
            <p:cNvPr id="8768" name="Google Shape;8768;p86"/>
            <p:cNvSpPr/>
            <p:nvPr/>
          </p:nvSpPr>
          <p:spPr>
            <a:xfrm>
              <a:off x="6950454" y="1655253"/>
              <a:ext cx="23312" cy="23354"/>
            </a:xfrm>
            <a:custGeom>
              <a:avLst/>
              <a:gdLst/>
              <a:ahLst/>
              <a:cxnLst/>
              <a:rect l="l" t="t" r="r" b="b"/>
              <a:pathLst>
                <a:path w="1117" h="1119" extrusionOk="0">
                  <a:moveTo>
                    <a:pt x="558" y="1"/>
                  </a:moveTo>
                  <a:cubicBezTo>
                    <a:pt x="250" y="1"/>
                    <a:pt x="0" y="252"/>
                    <a:pt x="0" y="560"/>
                  </a:cubicBezTo>
                  <a:cubicBezTo>
                    <a:pt x="0" y="868"/>
                    <a:pt x="250" y="1119"/>
                    <a:pt x="558" y="1119"/>
                  </a:cubicBezTo>
                  <a:cubicBezTo>
                    <a:pt x="867" y="1119"/>
                    <a:pt x="1117" y="868"/>
                    <a:pt x="1117" y="560"/>
                  </a:cubicBezTo>
                  <a:cubicBezTo>
                    <a:pt x="1117" y="252"/>
                    <a:pt x="867" y="1"/>
                    <a:pt x="5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9" name="Google Shape;8769;p86"/>
            <p:cNvSpPr/>
            <p:nvPr/>
          </p:nvSpPr>
          <p:spPr>
            <a:xfrm>
              <a:off x="6740633" y="1725228"/>
              <a:ext cx="36919" cy="39632"/>
            </a:xfrm>
            <a:custGeom>
              <a:avLst/>
              <a:gdLst/>
              <a:ahLst/>
              <a:cxnLst/>
              <a:rect l="l" t="t" r="r" b="b"/>
              <a:pathLst>
                <a:path w="1769" h="1899" extrusionOk="0">
                  <a:moveTo>
                    <a:pt x="1117" y="0"/>
                  </a:moveTo>
                  <a:cubicBezTo>
                    <a:pt x="502" y="0"/>
                    <a:pt x="1" y="501"/>
                    <a:pt x="1" y="1116"/>
                  </a:cubicBezTo>
                  <a:cubicBezTo>
                    <a:pt x="1" y="1419"/>
                    <a:pt x="135" y="1691"/>
                    <a:pt x="341" y="1898"/>
                  </a:cubicBezTo>
                  <a:cubicBezTo>
                    <a:pt x="643" y="1261"/>
                    <a:pt x="1133" y="690"/>
                    <a:pt x="1768" y="219"/>
                  </a:cubicBezTo>
                  <a:cubicBezTo>
                    <a:pt x="1581" y="83"/>
                    <a:pt x="1358" y="0"/>
                    <a:pt x="11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0" name="Google Shape;8770;p86"/>
            <p:cNvSpPr/>
            <p:nvPr/>
          </p:nvSpPr>
          <p:spPr>
            <a:xfrm>
              <a:off x="6763944" y="1725228"/>
              <a:ext cx="209827" cy="139892"/>
            </a:xfrm>
            <a:custGeom>
              <a:avLst/>
              <a:gdLst/>
              <a:ahLst/>
              <a:cxnLst/>
              <a:rect l="l" t="t" r="r" b="b"/>
              <a:pathLst>
                <a:path w="10054" h="6703" extrusionOk="0">
                  <a:moveTo>
                    <a:pt x="2793" y="1116"/>
                  </a:moveTo>
                  <a:cubicBezTo>
                    <a:pt x="3409" y="1116"/>
                    <a:pt x="3910" y="1619"/>
                    <a:pt x="3910" y="2234"/>
                  </a:cubicBezTo>
                  <a:cubicBezTo>
                    <a:pt x="3910" y="2850"/>
                    <a:pt x="3409" y="3351"/>
                    <a:pt x="2793" y="3351"/>
                  </a:cubicBezTo>
                  <a:cubicBezTo>
                    <a:pt x="2178" y="3351"/>
                    <a:pt x="1675" y="2850"/>
                    <a:pt x="1675" y="2234"/>
                  </a:cubicBezTo>
                  <a:cubicBezTo>
                    <a:pt x="1675" y="1619"/>
                    <a:pt x="2178" y="1116"/>
                    <a:pt x="2793" y="1116"/>
                  </a:cubicBezTo>
                  <a:close/>
                  <a:moveTo>
                    <a:pt x="7262" y="1116"/>
                  </a:moveTo>
                  <a:cubicBezTo>
                    <a:pt x="7878" y="1116"/>
                    <a:pt x="8378" y="1619"/>
                    <a:pt x="8378" y="2234"/>
                  </a:cubicBezTo>
                  <a:cubicBezTo>
                    <a:pt x="8378" y="2850"/>
                    <a:pt x="7878" y="3351"/>
                    <a:pt x="7262" y="3351"/>
                  </a:cubicBezTo>
                  <a:cubicBezTo>
                    <a:pt x="6645" y="3351"/>
                    <a:pt x="6144" y="2850"/>
                    <a:pt x="6144" y="2234"/>
                  </a:cubicBezTo>
                  <a:cubicBezTo>
                    <a:pt x="6144" y="1619"/>
                    <a:pt x="6645" y="1116"/>
                    <a:pt x="7262" y="1116"/>
                  </a:cubicBezTo>
                  <a:close/>
                  <a:moveTo>
                    <a:pt x="7261" y="4469"/>
                  </a:moveTo>
                  <a:cubicBezTo>
                    <a:pt x="7466" y="4469"/>
                    <a:pt x="7663" y="4581"/>
                    <a:pt x="7761" y="4776"/>
                  </a:cubicBezTo>
                  <a:cubicBezTo>
                    <a:pt x="7899" y="5052"/>
                    <a:pt x="7787" y="5389"/>
                    <a:pt x="7511" y="5527"/>
                  </a:cubicBezTo>
                  <a:cubicBezTo>
                    <a:pt x="6733" y="5916"/>
                    <a:pt x="5880" y="6109"/>
                    <a:pt x="5028" y="6109"/>
                  </a:cubicBezTo>
                  <a:cubicBezTo>
                    <a:pt x="4173" y="6109"/>
                    <a:pt x="3321" y="5916"/>
                    <a:pt x="2544" y="5527"/>
                  </a:cubicBezTo>
                  <a:cubicBezTo>
                    <a:pt x="2268" y="5389"/>
                    <a:pt x="2155" y="5052"/>
                    <a:pt x="2293" y="4776"/>
                  </a:cubicBezTo>
                  <a:cubicBezTo>
                    <a:pt x="2391" y="4581"/>
                    <a:pt x="2589" y="4469"/>
                    <a:pt x="2794" y="4469"/>
                  </a:cubicBezTo>
                  <a:cubicBezTo>
                    <a:pt x="2878" y="4469"/>
                    <a:pt x="2963" y="4487"/>
                    <a:pt x="3043" y="4527"/>
                  </a:cubicBezTo>
                  <a:cubicBezTo>
                    <a:pt x="3664" y="4838"/>
                    <a:pt x="4345" y="4994"/>
                    <a:pt x="5027" y="4994"/>
                  </a:cubicBezTo>
                  <a:cubicBezTo>
                    <a:pt x="5708" y="4994"/>
                    <a:pt x="6390" y="4838"/>
                    <a:pt x="7011" y="4527"/>
                  </a:cubicBezTo>
                  <a:cubicBezTo>
                    <a:pt x="7092" y="4487"/>
                    <a:pt x="7177" y="4469"/>
                    <a:pt x="7261" y="4469"/>
                  </a:cubicBezTo>
                  <a:close/>
                  <a:moveTo>
                    <a:pt x="5028" y="0"/>
                  </a:moveTo>
                  <a:cubicBezTo>
                    <a:pt x="2256" y="0"/>
                    <a:pt x="0" y="1504"/>
                    <a:pt x="0" y="3351"/>
                  </a:cubicBezTo>
                  <a:cubicBezTo>
                    <a:pt x="0" y="5199"/>
                    <a:pt x="2256" y="6703"/>
                    <a:pt x="5028" y="6703"/>
                  </a:cubicBezTo>
                  <a:cubicBezTo>
                    <a:pt x="7798" y="6703"/>
                    <a:pt x="10054" y="5199"/>
                    <a:pt x="10054" y="3351"/>
                  </a:cubicBezTo>
                  <a:cubicBezTo>
                    <a:pt x="10054" y="1504"/>
                    <a:pt x="7798" y="0"/>
                    <a:pt x="50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1" name="Google Shape;8771;p86"/>
            <p:cNvSpPr/>
            <p:nvPr/>
          </p:nvSpPr>
          <p:spPr>
            <a:xfrm>
              <a:off x="6669907" y="1561258"/>
              <a:ext cx="397907" cy="397866"/>
            </a:xfrm>
            <a:custGeom>
              <a:avLst/>
              <a:gdLst/>
              <a:ahLst/>
              <a:cxnLst/>
              <a:rect l="l" t="t" r="r" b="b"/>
              <a:pathLst>
                <a:path w="19066" h="19064" extrusionOk="0">
                  <a:moveTo>
                    <a:pt x="10650" y="3388"/>
                  </a:moveTo>
                  <a:cubicBezTo>
                    <a:pt x="10708" y="3388"/>
                    <a:pt x="10768" y="3398"/>
                    <a:pt x="10827" y="3417"/>
                  </a:cubicBezTo>
                  <a:lnTo>
                    <a:pt x="12686" y="4038"/>
                  </a:lnTo>
                  <a:cubicBezTo>
                    <a:pt x="12994" y="3645"/>
                    <a:pt x="13466" y="3389"/>
                    <a:pt x="14001" y="3389"/>
                  </a:cubicBezTo>
                  <a:cubicBezTo>
                    <a:pt x="14924" y="3389"/>
                    <a:pt x="15676" y="4140"/>
                    <a:pt x="15676" y="5064"/>
                  </a:cubicBezTo>
                  <a:cubicBezTo>
                    <a:pt x="15676" y="5987"/>
                    <a:pt x="14924" y="6739"/>
                    <a:pt x="14001" y="6739"/>
                  </a:cubicBezTo>
                  <a:cubicBezTo>
                    <a:pt x="13088" y="6739"/>
                    <a:pt x="12345" y="6003"/>
                    <a:pt x="12329" y="5094"/>
                  </a:cubicBezTo>
                  <a:lnTo>
                    <a:pt x="11004" y="4653"/>
                  </a:lnTo>
                  <a:lnTo>
                    <a:pt x="10294" y="6778"/>
                  </a:lnTo>
                  <a:cubicBezTo>
                    <a:pt x="11251" y="6865"/>
                    <a:pt x="12140" y="7109"/>
                    <a:pt x="12909" y="7479"/>
                  </a:cubicBezTo>
                  <a:cubicBezTo>
                    <a:pt x="13327" y="7017"/>
                    <a:pt x="13919" y="6739"/>
                    <a:pt x="14560" y="6739"/>
                  </a:cubicBezTo>
                  <a:cubicBezTo>
                    <a:pt x="15791" y="6739"/>
                    <a:pt x="16794" y="7742"/>
                    <a:pt x="16794" y="8973"/>
                  </a:cubicBezTo>
                  <a:cubicBezTo>
                    <a:pt x="16794" y="9780"/>
                    <a:pt x="16336" y="10498"/>
                    <a:pt x="15655" y="10891"/>
                  </a:cubicBezTo>
                  <a:cubicBezTo>
                    <a:pt x="15665" y="10997"/>
                    <a:pt x="15676" y="11101"/>
                    <a:pt x="15676" y="11208"/>
                  </a:cubicBezTo>
                  <a:cubicBezTo>
                    <a:pt x="15676" y="13672"/>
                    <a:pt x="12921" y="15676"/>
                    <a:pt x="9532" y="15676"/>
                  </a:cubicBezTo>
                  <a:cubicBezTo>
                    <a:pt x="6144" y="15676"/>
                    <a:pt x="3388" y="13672"/>
                    <a:pt x="3388" y="11208"/>
                  </a:cubicBezTo>
                  <a:cubicBezTo>
                    <a:pt x="3388" y="11101"/>
                    <a:pt x="3401" y="10997"/>
                    <a:pt x="3411" y="10891"/>
                  </a:cubicBezTo>
                  <a:cubicBezTo>
                    <a:pt x="2730" y="10498"/>
                    <a:pt x="2272" y="9780"/>
                    <a:pt x="2272" y="8973"/>
                  </a:cubicBezTo>
                  <a:cubicBezTo>
                    <a:pt x="2272" y="7742"/>
                    <a:pt x="3273" y="6739"/>
                    <a:pt x="4506" y="6739"/>
                  </a:cubicBezTo>
                  <a:cubicBezTo>
                    <a:pt x="5145" y="6739"/>
                    <a:pt x="5737" y="7017"/>
                    <a:pt x="6157" y="7479"/>
                  </a:cubicBezTo>
                  <a:cubicBezTo>
                    <a:pt x="7018" y="7065"/>
                    <a:pt x="8034" y="6806"/>
                    <a:pt x="9125" y="6755"/>
                  </a:cubicBezTo>
                  <a:lnTo>
                    <a:pt x="10119" y="3771"/>
                  </a:lnTo>
                  <a:cubicBezTo>
                    <a:pt x="10199" y="3537"/>
                    <a:pt x="10415" y="3388"/>
                    <a:pt x="10650" y="3388"/>
                  </a:cubicBezTo>
                  <a:close/>
                  <a:moveTo>
                    <a:pt x="9534" y="1"/>
                  </a:moveTo>
                  <a:cubicBezTo>
                    <a:pt x="4297" y="1"/>
                    <a:pt x="1" y="4296"/>
                    <a:pt x="1" y="9532"/>
                  </a:cubicBezTo>
                  <a:cubicBezTo>
                    <a:pt x="1" y="14769"/>
                    <a:pt x="4297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2" name="Google Shape;8772;p86"/>
            <p:cNvSpPr/>
            <p:nvPr/>
          </p:nvSpPr>
          <p:spPr>
            <a:xfrm>
              <a:off x="6960158" y="1725228"/>
              <a:ext cx="36940" cy="39632"/>
            </a:xfrm>
            <a:custGeom>
              <a:avLst/>
              <a:gdLst/>
              <a:ahLst/>
              <a:cxnLst/>
              <a:rect l="l" t="t" r="r" b="b"/>
              <a:pathLst>
                <a:path w="1770" h="1899" extrusionOk="0">
                  <a:moveTo>
                    <a:pt x="652" y="0"/>
                  </a:moveTo>
                  <a:cubicBezTo>
                    <a:pt x="413" y="0"/>
                    <a:pt x="188" y="83"/>
                    <a:pt x="1" y="219"/>
                  </a:cubicBezTo>
                  <a:cubicBezTo>
                    <a:pt x="637" y="690"/>
                    <a:pt x="1127" y="1261"/>
                    <a:pt x="1428" y="1898"/>
                  </a:cubicBezTo>
                  <a:cubicBezTo>
                    <a:pt x="1635" y="1691"/>
                    <a:pt x="1770" y="1419"/>
                    <a:pt x="1770" y="1116"/>
                  </a:cubicBezTo>
                  <a:cubicBezTo>
                    <a:pt x="1770" y="501"/>
                    <a:pt x="1267" y="0"/>
                    <a:pt x="6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3" name="Google Shape;8773;p86"/>
          <p:cNvGrpSpPr/>
          <p:nvPr/>
        </p:nvGrpSpPr>
        <p:grpSpPr>
          <a:xfrm>
            <a:off x="5592488" y="3828305"/>
            <a:ext cx="387641" cy="387641"/>
            <a:chOff x="7199196" y="1561258"/>
            <a:chExt cx="397866" cy="397866"/>
          </a:xfrm>
        </p:grpSpPr>
        <p:sp>
          <p:nvSpPr>
            <p:cNvPr id="8774" name="Google Shape;8774;p86"/>
            <p:cNvSpPr/>
            <p:nvPr/>
          </p:nvSpPr>
          <p:spPr>
            <a:xfrm>
              <a:off x="7363167" y="1701896"/>
              <a:ext cx="69935" cy="69977"/>
            </a:xfrm>
            <a:custGeom>
              <a:avLst/>
              <a:gdLst/>
              <a:ahLst/>
              <a:cxnLst/>
              <a:rect l="l" t="t" r="r" b="b"/>
              <a:pathLst>
                <a:path w="3351" h="3353" extrusionOk="0">
                  <a:moveTo>
                    <a:pt x="1675" y="0"/>
                  </a:moveTo>
                  <a:cubicBezTo>
                    <a:pt x="1675" y="925"/>
                    <a:pt x="923" y="1677"/>
                    <a:pt x="0" y="1677"/>
                  </a:cubicBezTo>
                  <a:cubicBezTo>
                    <a:pt x="0" y="2601"/>
                    <a:pt x="752" y="3352"/>
                    <a:pt x="1675" y="3352"/>
                  </a:cubicBezTo>
                  <a:cubicBezTo>
                    <a:pt x="2599" y="3352"/>
                    <a:pt x="3351" y="2601"/>
                    <a:pt x="3351" y="1677"/>
                  </a:cubicBezTo>
                  <a:cubicBezTo>
                    <a:pt x="3351" y="752"/>
                    <a:pt x="2599" y="0"/>
                    <a:pt x="167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5" name="Google Shape;8775;p86"/>
            <p:cNvSpPr/>
            <p:nvPr/>
          </p:nvSpPr>
          <p:spPr>
            <a:xfrm>
              <a:off x="7316523" y="1655253"/>
              <a:ext cx="163203" cy="209869"/>
            </a:xfrm>
            <a:custGeom>
              <a:avLst/>
              <a:gdLst/>
              <a:ahLst/>
              <a:cxnLst/>
              <a:rect l="l" t="t" r="r" b="b"/>
              <a:pathLst>
                <a:path w="7820" h="10056" extrusionOk="0">
                  <a:moveTo>
                    <a:pt x="3910" y="1119"/>
                  </a:moveTo>
                  <a:cubicBezTo>
                    <a:pt x="5449" y="1119"/>
                    <a:pt x="6704" y="2371"/>
                    <a:pt x="6704" y="3910"/>
                  </a:cubicBezTo>
                  <a:cubicBezTo>
                    <a:pt x="6704" y="5451"/>
                    <a:pt x="5449" y="6704"/>
                    <a:pt x="3910" y="6704"/>
                  </a:cubicBezTo>
                  <a:cubicBezTo>
                    <a:pt x="2371" y="6704"/>
                    <a:pt x="1117" y="5451"/>
                    <a:pt x="1117" y="3912"/>
                  </a:cubicBezTo>
                  <a:cubicBezTo>
                    <a:pt x="1117" y="3652"/>
                    <a:pt x="1161" y="3383"/>
                    <a:pt x="1251" y="3091"/>
                  </a:cubicBezTo>
                  <a:cubicBezTo>
                    <a:pt x="1299" y="2939"/>
                    <a:pt x="1409" y="2814"/>
                    <a:pt x="1554" y="2746"/>
                  </a:cubicBezTo>
                  <a:cubicBezTo>
                    <a:pt x="1627" y="2713"/>
                    <a:pt x="1706" y="2696"/>
                    <a:pt x="1786" y="2696"/>
                  </a:cubicBezTo>
                  <a:cubicBezTo>
                    <a:pt x="1863" y="2696"/>
                    <a:pt x="1940" y="2712"/>
                    <a:pt x="2012" y="2745"/>
                  </a:cubicBezTo>
                  <a:cubicBezTo>
                    <a:pt x="2088" y="2779"/>
                    <a:pt x="2165" y="2794"/>
                    <a:pt x="2239" y="2794"/>
                  </a:cubicBezTo>
                  <a:cubicBezTo>
                    <a:pt x="2538" y="2794"/>
                    <a:pt x="2794" y="2541"/>
                    <a:pt x="2794" y="2235"/>
                  </a:cubicBezTo>
                  <a:cubicBezTo>
                    <a:pt x="2794" y="1934"/>
                    <a:pt x="2584" y="1911"/>
                    <a:pt x="2746" y="1554"/>
                  </a:cubicBezTo>
                  <a:cubicBezTo>
                    <a:pt x="2812" y="1409"/>
                    <a:pt x="2937" y="1299"/>
                    <a:pt x="3089" y="1252"/>
                  </a:cubicBezTo>
                  <a:cubicBezTo>
                    <a:pt x="3381" y="1163"/>
                    <a:pt x="3650" y="1119"/>
                    <a:pt x="3910" y="1119"/>
                  </a:cubicBezTo>
                  <a:close/>
                  <a:moveTo>
                    <a:pt x="3910" y="1"/>
                  </a:moveTo>
                  <a:cubicBezTo>
                    <a:pt x="1756" y="1"/>
                    <a:pt x="1" y="1756"/>
                    <a:pt x="1" y="3912"/>
                  </a:cubicBezTo>
                  <a:cubicBezTo>
                    <a:pt x="1" y="6194"/>
                    <a:pt x="3139" y="9964"/>
                    <a:pt x="3917" y="10056"/>
                  </a:cubicBezTo>
                  <a:cubicBezTo>
                    <a:pt x="4682" y="9964"/>
                    <a:pt x="7820" y="6194"/>
                    <a:pt x="7820" y="3912"/>
                  </a:cubicBezTo>
                  <a:cubicBezTo>
                    <a:pt x="7820" y="1756"/>
                    <a:pt x="6065" y="1"/>
                    <a:pt x="39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6" name="Google Shape;8776;p86"/>
            <p:cNvSpPr/>
            <p:nvPr/>
          </p:nvSpPr>
          <p:spPr>
            <a:xfrm>
              <a:off x="7199196" y="1561258"/>
              <a:ext cx="397866" cy="397866"/>
            </a:xfrm>
            <a:custGeom>
              <a:avLst/>
              <a:gdLst/>
              <a:ahLst/>
              <a:cxnLst/>
              <a:rect l="l" t="t" r="r" b="b"/>
              <a:pathLst>
                <a:path w="19064" h="19064" extrusionOk="0">
                  <a:moveTo>
                    <a:pt x="9532" y="3389"/>
                  </a:moveTo>
                  <a:cubicBezTo>
                    <a:pt x="12304" y="3389"/>
                    <a:pt x="14560" y="5644"/>
                    <a:pt x="14560" y="8416"/>
                  </a:cubicBezTo>
                  <a:cubicBezTo>
                    <a:pt x="14560" y="11045"/>
                    <a:pt x="11089" y="15676"/>
                    <a:pt x="9532" y="15676"/>
                  </a:cubicBezTo>
                  <a:cubicBezTo>
                    <a:pt x="7974" y="15676"/>
                    <a:pt x="4507" y="11045"/>
                    <a:pt x="4507" y="8416"/>
                  </a:cubicBezTo>
                  <a:cubicBezTo>
                    <a:pt x="4507" y="5644"/>
                    <a:pt x="6760" y="3389"/>
                    <a:pt x="9532" y="3389"/>
                  </a:cubicBezTo>
                  <a:close/>
                  <a:moveTo>
                    <a:pt x="9532" y="1"/>
                  </a:moveTo>
                  <a:cubicBezTo>
                    <a:pt x="4296" y="1"/>
                    <a:pt x="1" y="4296"/>
                    <a:pt x="1" y="9532"/>
                  </a:cubicBezTo>
                  <a:cubicBezTo>
                    <a:pt x="1" y="14769"/>
                    <a:pt x="4296" y="19064"/>
                    <a:pt x="9532" y="19064"/>
                  </a:cubicBezTo>
                  <a:cubicBezTo>
                    <a:pt x="14769" y="19064"/>
                    <a:pt x="19064" y="14769"/>
                    <a:pt x="19064" y="9532"/>
                  </a:cubicBezTo>
                  <a:cubicBezTo>
                    <a:pt x="19064" y="4296"/>
                    <a:pt x="14769" y="1"/>
                    <a:pt x="9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7" name="Google Shape;8777;p86"/>
          <p:cNvGrpSpPr/>
          <p:nvPr/>
        </p:nvGrpSpPr>
        <p:grpSpPr>
          <a:xfrm>
            <a:off x="1958433" y="3885842"/>
            <a:ext cx="387681" cy="272572"/>
            <a:chOff x="3386036" y="1746339"/>
            <a:chExt cx="397907" cy="279762"/>
          </a:xfrm>
        </p:grpSpPr>
        <p:sp>
          <p:nvSpPr>
            <p:cNvPr id="8778" name="Google Shape;8778;p86"/>
            <p:cNvSpPr/>
            <p:nvPr/>
          </p:nvSpPr>
          <p:spPr>
            <a:xfrm>
              <a:off x="3561652" y="1848954"/>
              <a:ext cx="59646" cy="74506"/>
            </a:xfrm>
            <a:custGeom>
              <a:avLst/>
              <a:gdLst/>
              <a:ahLst/>
              <a:cxnLst/>
              <a:rect l="l" t="t" r="r" b="b"/>
              <a:pathLst>
                <a:path w="2858" h="3570" extrusionOk="0">
                  <a:moveTo>
                    <a:pt x="1" y="0"/>
                  </a:moveTo>
                  <a:lnTo>
                    <a:pt x="1" y="3570"/>
                  </a:lnTo>
                  <a:lnTo>
                    <a:pt x="2858" y="1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9" name="Google Shape;8779;p86"/>
            <p:cNvSpPr/>
            <p:nvPr/>
          </p:nvSpPr>
          <p:spPr>
            <a:xfrm>
              <a:off x="3386036" y="1746339"/>
              <a:ext cx="397907" cy="279762"/>
            </a:xfrm>
            <a:custGeom>
              <a:avLst/>
              <a:gdLst/>
              <a:ahLst/>
              <a:cxnLst/>
              <a:rect l="l" t="t" r="r" b="b"/>
              <a:pathLst>
                <a:path w="19066" h="13405" extrusionOk="0">
                  <a:moveTo>
                    <a:pt x="7858" y="3351"/>
                  </a:moveTo>
                  <a:cubicBezTo>
                    <a:pt x="7961" y="3351"/>
                    <a:pt x="8064" y="3379"/>
                    <a:pt x="8154" y="3436"/>
                  </a:cubicBezTo>
                  <a:lnTo>
                    <a:pt x="12622" y="6230"/>
                  </a:lnTo>
                  <a:cubicBezTo>
                    <a:pt x="12785" y="6330"/>
                    <a:pt x="12884" y="6509"/>
                    <a:pt x="12884" y="6702"/>
                  </a:cubicBezTo>
                  <a:cubicBezTo>
                    <a:pt x="12884" y="6895"/>
                    <a:pt x="12785" y="7073"/>
                    <a:pt x="12622" y="7176"/>
                  </a:cubicBezTo>
                  <a:lnTo>
                    <a:pt x="8154" y="9968"/>
                  </a:lnTo>
                  <a:cubicBezTo>
                    <a:pt x="8063" y="10025"/>
                    <a:pt x="7961" y="10053"/>
                    <a:pt x="7859" y="10053"/>
                  </a:cubicBezTo>
                  <a:cubicBezTo>
                    <a:pt x="7765" y="10053"/>
                    <a:pt x="7671" y="10029"/>
                    <a:pt x="7588" y="9983"/>
                  </a:cubicBezTo>
                  <a:cubicBezTo>
                    <a:pt x="7409" y="9884"/>
                    <a:pt x="7299" y="9699"/>
                    <a:pt x="7299" y="9495"/>
                  </a:cubicBezTo>
                  <a:lnTo>
                    <a:pt x="7299" y="3910"/>
                  </a:lnTo>
                  <a:cubicBezTo>
                    <a:pt x="7299" y="3707"/>
                    <a:pt x="7409" y="3519"/>
                    <a:pt x="7588" y="3420"/>
                  </a:cubicBezTo>
                  <a:cubicBezTo>
                    <a:pt x="7671" y="3374"/>
                    <a:pt x="7765" y="3351"/>
                    <a:pt x="7858" y="3351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2"/>
                  </a:cubicBezTo>
                  <a:lnTo>
                    <a:pt x="1" y="10611"/>
                  </a:lnTo>
                  <a:cubicBezTo>
                    <a:pt x="1" y="12152"/>
                    <a:pt x="1255" y="13405"/>
                    <a:pt x="2794" y="13405"/>
                  </a:cubicBezTo>
                  <a:lnTo>
                    <a:pt x="16274" y="13405"/>
                  </a:lnTo>
                  <a:cubicBezTo>
                    <a:pt x="17813" y="13405"/>
                    <a:pt x="19065" y="12152"/>
                    <a:pt x="19065" y="10611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0" name="Google Shape;8780;p86"/>
          <p:cNvGrpSpPr/>
          <p:nvPr/>
        </p:nvGrpSpPr>
        <p:grpSpPr>
          <a:xfrm>
            <a:off x="2996130" y="3828288"/>
            <a:ext cx="387681" cy="387681"/>
            <a:chOff x="4417380" y="1687279"/>
            <a:chExt cx="397907" cy="397907"/>
          </a:xfrm>
        </p:grpSpPr>
        <p:sp>
          <p:nvSpPr>
            <p:cNvPr id="8781" name="Google Shape;8781;p86"/>
            <p:cNvSpPr/>
            <p:nvPr/>
          </p:nvSpPr>
          <p:spPr>
            <a:xfrm>
              <a:off x="4417380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9525" y="2794"/>
                  </a:moveTo>
                  <a:cubicBezTo>
                    <a:pt x="11382" y="2845"/>
                    <a:pt x="13514" y="4021"/>
                    <a:pt x="13514" y="6949"/>
                  </a:cubicBezTo>
                  <a:cubicBezTo>
                    <a:pt x="13514" y="7361"/>
                    <a:pt x="13500" y="7674"/>
                    <a:pt x="13486" y="7912"/>
                  </a:cubicBezTo>
                  <a:cubicBezTo>
                    <a:pt x="13689" y="7867"/>
                    <a:pt x="14004" y="7789"/>
                    <a:pt x="14208" y="7789"/>
                  </a:cubicBezTo>
                  <a:cubicBezTo>
                    <a:pt x="14882" y="7789"/>
                    <a:pt x="15370" y="8202"/>
                    <a:pt x="15370" y="8769"/>
                  </a:cubicBezTo>
                  <a:cubicBezTo>
                    <a:pt x="15370" y="9574"/>
                    <a:pt x="14598" y="9882"/>
                    <a:pt x="14137" y="10066"/>
                  </a:cubicBezTo>
                  <a:cubicBezTo>
                    <a:pt x="14020" y="10112"/>
                    <a:pt x="13857" y="10178"/>
                    <a:pt x="13767" y="10231"/>
                  </a:cubicBezTo>
                  <a:cubicBezTo>
                    <a:pt x="13822" y="10949"/>
                    <a:pt x="14437" y="11278"/>
                    <a:pt x="15354" y="11690"/>
                  </a:cubicBezTo>
                  <a:cubicBezTo>
                    <a:pt x="16061" y="12007"/>
                    <a:pt x="16794" y="12336"/>
                    <a:pt x="16794" y="13104"/>
                  </a:cubicBezTo>
                  <a:cubicBezTo>
                    <a:pt x="16794" y="13896"/>
                    <a:pt x="16088" y="14016"/>
                    <a:pt x="15520" y="14112"/>
                  </a:cubicBezTo>
                  <a:cubicBezTo>
                    <a:pt x="15333" y="14146"/>
                    <a:pt x="15111" y="14183"/>
                    <a:pt x="14855" y="14239"/>
                  </a:cubicBezTo>
                  <a:cubicBezTo>
                    <a:pt x="14768" y="14620"/>
                    <a:pt x="14600" y="15156"/>
                    <a:pt x="13939" y="15156"/>
                  </a:cubicBezTo>
                  <a:cubicBezTo>
                    <a:pt x="13709" y="15156"/>
                    <a:pt x="13258" y="15035"/>
                    <a:pt x="12916" y="15035"/>
                  </a:cubicBezTo>
                  <a:cubicBezTo>
                    <a:pt x="12370" y="15035"/>
                    <a:pt x="12048" y="15253"/>
                    <a:pt x="11642" y="15531"/>
                  </a:cubicBezTo>
                  <a:cubicBezTo>
                    <a:pt x="11160" y="15860"/>
                    <a:pt x="10556" y="16272"/>
                    <a:pt x="9534" y="16272"/>
                  </a:cubicBezTo>
                  <a:cubicBezTo>
                    <a:pt x="8510" y="16272"/>
                    <a:pt x="7908" y="15860"/>
                    <a:pt x="7425" y="15531"/>
                  </a:cubicBezTo>
                  <a:cubicBezTo>
                    <a:pt x="7020" y="15255"/>
                    <a:pt x="6698" y="15035"/>
                    <a:pt x="6151" y="15035"/>
                  </a:cubicBezTo>
                  <a:cubicBezTo>
                    <a:pt x="5810" y="15035"/>
                    <a:pt x="5357" y="15156"/>
                    <a:pt x="5129" y="15156"/>
                  </a:cubicBezTo>
                  <a:cubicBezTo>
                    <a:pt x="4467" y="15156"/>
                    <a:pt x="4298" y="14620"/>
                    <a:pt x="4211" y="14239"/>
                  </a:cubicBezTo>
                  <a:cubicBezTo>
                    <a:pt x="3956" y="14183"/>
                    <a:pt x="3735" y="14146"/>
                    <a:pt x="3547" y="14112"/>
                  </a:cubicBezTo>
                  <a:cubicBezTo>
                    <a:pt x="2980" y="14016"/>
                    <a:pt x="2272" y="13896"/>
                    <a:pt x="2272" y="13104"/>
                  </a:cubicBezTo>
                  <a:cubicBezTo>
                    <a:pt x="2272" y="12336"/>
                    <a:pt x="3004" y="12007"/>
                    <a:pt x="3712" y="11690"/>
                  </a:cubicBezTo>
                  <a:cubicBezTo>
                    <a:pt x="4630" y="11280"/>
                    <a:pt x="5246" y="10949"/>
                    <a:pt x="5299" y="10231"/>
                  </a:cubicBezTo>
                  <a:cubicBezTo>
                    <a:pt x="5209" y="10178"/>
                    <a:pt x="5046" y="10112"/>
                    <a:pt x="4929" y="10066"/>
                  </a:cubicBezTo>
                  <a:cubicBezTo>
                    <a:pt x="4469" y="9882"/>
                    <a:pt x="3696" y="9573"/>
                    <a:pt x="3696" y="8769"/>
                  </a:cubicBezTo>
                  <a:cubicBezTo>
                    <a:pt x="3696" y="8202"/>
                    <a:pt x="4186" y="7789"/>
                    <a:pt x="4858" y="7789"/>
                  </a:cubicBezTo>
                  <a:cubicBezTo>
                    <a:pt x="5062" y="7789"/>
                    <a:pt x="5378" y="7867"/>
                    <a:pt x="5580" y="7912"/>
                  </a:cubicBezTo>
                  <a:cubicBezTo>
                    <a:pt x="5568" y="7674"/>
                    <a:pt x="5554" y="7361"/>
                    <a:pt x="5554" y="6949"/>
                  </a:cubicBezTo>
                  <a:cubicBezTo>
                    <a:pt x="5554" y="4011"/>
                    <a:pt x="7692" y="2840"/>
                    <a:pt x="9525" y="2794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5" y="19065"/>
                    <a:pt x="2794" y="19065"/>
                  </a:cubicBezTo>
                  <a:lnTo>
                    <a:pt x="16274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2" name="Google Shape;8782;p86"/>
            <p:cNvSpPr/>
            <p:nvPr/>
          </p:nvSpPr>
          <p:spPr>
            <a:xfrm>
              <a:off x="4492363" y="1768878"/>
              <a:ext cx="248270" cy="234704"/>
            </a:xfrm>
            <a:custGeom>
              <a:avLst/>
              <a:gdLst/>
              <a:ahLst/>
              <a:cxnLst/>
              <a:rect l="l" t="t" r="r" b="b"/>
              <a:pathLst>
                <a:path w="11896" h="11246" extrusionOk="0">
                  <a:moveTo>
                    <a:pt x="5930" y="0"/>
                  </a:moveTo>
                  <a:cubicBezTo>
                    <a:pt x="5093" y="21"/>
                    <a:pt x="3077" y="428"/>
                    <a:pt x="3077" y="3039"/>
                  </a:cubicBezTo>
                  <a:cubicBezTo>
                    <a:pt x="3077" y="3478"/>
                    <a:pt x="3094" y="3798"/>
                    <a:pt x="3107" y="4028"/>
                  </a:cubicBezTo>
                  <a:cubicBezTo>
                    <a:pt x="3142" y="4647"/>
                    <a:pt x="3077" y="5187"/>
                    <a:pt x="2410" y="5187"/>
                  </a:cubicBezTo>
                  <a:cubicBezTo>
                    <a:pt x="2173" y="5187"/>
                    <a:pt x="1840" y="5114"/>
                    <a:pt x="1608" y="5061"/>
                  </a:cubicBezTo>
                  <a:lnTo>
                    <a:pt x="1608" y="5061"/>
                  </a:lnTo>
                  <a:cubicBezTo>
                    <a:pt x="2217" y="5314"/>
                    <a:pt x="2827" y="5535"/>
                    <a:pt x="2827" y="6215"/>
                  </a:cubicBezTo>
                  <a:cubicBezTo>
                    <a:pt x="2827" y="7791"/>
                    <a:pt x="1472" y="8398"/>
                    <a:pt x="577" y="8799"/>
                  </a:cubicBezTo>
                  <a:cubicBezTo>
                    <a:pt x="400" y="8879"/>
                    <a:pt x="169" y="8981"/>
                    <a:pt x="0" y="9077"/>
                  </a:cubicBezTo>
                  <a:cubicBezTo>
                    <a:pt x="386" y="9148"/>
                    <a:pt x="526" y="9160"/>
                    <a:pt x="965" y="9263"/>
                  </a:cubicBezTo>
                  <a:cubicBezTo>
                    <a:pt x="1348" y="9355"/>
                    <a:pt x="1603" y="9620"/>
                    <a:pt x="1713" y="10103"/>
                  </a:cubicBezTo>
                  <a:cubicBezTo>
                    <a:pt x="2012" y="10046"/>
                    <a:pt x="2244" y="10007"/>
                    <a:pt x="2558" y="10007"/>
                  </a:cubicBezTo>
                  <a:cubicBezTo>
                    <a:pt x="3450" y="10007"/>
                    <a:pt x="3988" y="10373"/>
                    <a:pt x="4460" y="10697"/>
                  </a:cubicBezTo>
                  <a:cubicBezTo>
                    <a:pt x="4892" y="10991"/>
                    <a:pt x="5261" y="11244"/>
                    <a:pt x="5941" y="11246"/>
                  </a:cubicBezTo>
                  <a:cubicBezTo>
                    <a:pt x="6620" y="11244"/>
                    <a:pt x="6990" y="10991"/>
                    <a:pt x="7420" y="10697"/>
                  </a:cubicBezTo>
                  <a:cubicBezTo>
                    <a:pt x="7894" y="10373"/>
                    <a:pt x="8430" y="10007"/>
                    <a:pt x="9323" y="10007"/>
                  </a:cubicBezTo>
                  <a:cubicBezTo>
                    <a:pt x="9638" y="10007"/>
                    <a:pt x="9870" y="10044"/>
                    <a:pt x="10169" y="10103"/>
                  </a:cubicBezTo>
                  <a:cubicBezTo>
                    <a:pt x="10280" y="9616"/>
                    <a:pt x="10535" y="9355"/>
                    <a:pt x="10917" y="9263"/>
                  </a:cubicBezTo>
                  <a:cubicBezTo>
                    <a:pt x="11308" y="9171"/>
                    <a:pt x="11524" y="9140"/>
                    <a:pt x="11895" y="9075"/>
                  </a:cubicBezTo>
                  <a:cubicBezTo>
                    <a:pt x="11727" y="8988"/>
                    <a:pt x="11487" y="8880"/>
                    <a:pt x="11304" y="8799"/>
                  </a:cubicBezTo>
                  <a:cubicBezTo>
                    <a:pt x="10409" y="8398"/>
                    <a:pt x="9054" y="7791"/>
                    <a:pt x="9054" y="6215"/>
                  </a:cubicBezTo>
                  <a:cubicBezTo>
                    <a:pt x="9054" y="5541"/>
                    <a:pt x="9663" y="5312"/>
                    <a:pt x="10271" y="5061"/>
                  </a:cubicBezTo>
                  <a:lnTo>
                    <a:pt x="10271" y="5061"/>
                  </a:lnTo>
                  <a:cubicBezTo>
                    <a:pt x="9985" y="5105"/>
                    <a:pt x="9811" y="5187"/>
                    <a:pt x="9472" y="5187"/>
                  </a:cubicBezTo>
                  <a:cubicBezTo>
                    <a:pt x="8805" y="5187"/>
                    <a:pt x="8739" y="4647"/>
                    <a:pt x="8773" y="4028"/>
                  </a:cubicBezTo>
                  <a:cubicBezTo>
                    <a:pt x="8787" y="3798"/>
                    <a:pt x="8805" y="3478"/>
                    <a:pt x="8805" y="3039"/>
                  </a:cubicBezTo>
                  <a:cubicBezTo>
                    <a:pt x="8805" y="439"/>
                    <a:pt x="6795" y="25"/>
                    <a:pt x="59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3" name="Google Shape;8783;p86"/>
          <p:cNvGrpSpPr/>
          <p:nvPr/>
        </p:nvGrpSpPr>
        <p:grpSpPr>
          <a:xfrm>
            <a:off x="7942611" y="3308537"/>
            <a:ext cx="387661" cy="387661"/>
            <a:chOff x="2869999" y="1687279"/>
            <a:chExt cx="397887" cy="397887"/>
          </a:xfrm>
        </p:grpSpPr>
        <p:sp>
          <p:nvSpPr>
            <p:cNvPr id="8784" name="Google Shape;8784;p86"/>
            <p:cNvSpPr/>
            <p:nvPr/>
          </p:nvSpPr>
          <p:spPr>
            <a:xfrm>
              <a:off x="2994590" y="1833740"/>
              <a:ext cx="148657" cy="81685"/>
            </a:xfrm>
            <a:custGeom>
              <a:avLst/>
              <a:gdLst/>
              <a:ahLst/>
              <a:cxnLst/>
              <a:rect l="l" t="t" r="r" b="b"/>
              <a:pathLst>
                <a:path w="7123" h="3914" extrusionOk="0">
                  <a:moveTo>
                    <a:pt x="2491" y="0"/>
                  </a:moveTo>
                  <a:lnTo>
                    <a:pt x="1" y="3112"/>
                  </a:lnTo>
                  <a:lnTo>
                    <a:pt x="1" y="3112"/>
                  </a:lnTo>
                  <a:lnTo>
                    <a:pt x="2196" y="2015"/>
                  </a:lnTo>
                  <a:cubicBezTo>
                    <a:pt x="2275" y="1975"/>
                    <a:pt x="2360" y="1956"/>
                    <a:pt x="2445" y="1956"/>
                  </a:cubicBezTo>
                  <a:cubicBezTo>
                    <a:pt x="2590" y="1956"/>
                    <a:pt x="2733" y="2012"/>
                    <a:pt x="2840" y="2119"/>
                  </a:cubicBezTo>
                  <a:lnTo>
                    <a:pt x="4634" y="3913"/>
                  </a:lnTo>
                  <a:lnTo>
                    <a:pt x="7123" y="800"/>
                  </a:lnTo>
                  <a:lnTo>
                    <a:pt x="4929" y="1897"/>
                  </a:lnTo>
                  <a:cubicBezTo>
                    <a:pt x="4850" y="1937"/>
                    <a:pt x="4764" y="1957"/>
                    <a:pt x="4679" y="1957"/>
                  </a:cubicBezTo>
                  <a:cubicBezTo>
                    <a:pt x="4535" y="1957"/>
                    <a:pt x="4392" y="1900"/>
                    <a:pt x="4285" y="1792"/>
                  </a:cubicBezTo>
                  <a:lnTo>
                    <a:pt x="24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5" name="Google Shape;8785;p86"/>
            <p:cNvSpPr/>
            <p:nvPr/>
          </p:nvSpPr>
          <p:spPr>
            <a:xfrm>
              <a:off x="2869999" y="1687279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8420" y="5623"/>
                  </a:moveTo>
                  <a:cubicBezTo>
                    <a:pt x="8569" y="5623"/>
                    <a:pt x="8707" y="5682"/>
                    <a:pt x="8810" y="5787"/>
                  </a:cubicBezTo>
                  <a:lnTo>
                    <a:pt x="10759" y="7736"/>
                  </a:lnTo>
                  <a:lnTo>
                    <a:pt x="14867" y="5683"/>
                  </a:lnTo>
                  <a:cubicBezTo>
                    <a:pt x="14947" y="5643"/>
                    <a:pt x="15033" y="5624"/>
                    <a:pt x="15118" y="5624"/>
                  </a:cubicBezTo>
                  <a:cubicBezTo>
                    <a:pt x="15283" y="5624"/>
                    <a:pt x="15443" y="5695"/>
                    <a:pt x="15552" y="5829"/>
                  </a:cubicBezTo>
                  <a:cubicBezTo>
                    <a:pt x="15716" y="6035"/>
                    <a:pt x="15718" y="6325"/>
                    <a:pt x="15553" y="6530"/>
                  </a:cubicBezTo>
                  <a:lnTo>
                    <a:pt x="11085" y="12116"/>
                  </a:lnTo>
                  <a:cubicBezTo>
                    <a:pt x="10973" y="12256"/>
                    <a:pt x="10812" y="12324"/>
                    <a:pt x="10652" y="12324"/>
                  </a:cubicBezTo>
                  <a:cubicBezTo>
                    <a:pt x="10507" y="12324"/>
                    <a:pt x="10363" y="12269"/>
                    <a:pt x="10255" y="12161"/>
                  </a:cubicBezTo>
                  <a:lnTo>
                    <a:pt x="8306" y="10211"/>
                  </a:lnTo>
                  <a:lnTo>
                    <a:pt x="4196" y="12267"/>
                  </a:lnTo>
                  <a:cubicBezTo>
                    <a:pt x="4117" y="12306"/>
                    <a:pt x="4032" y="12325"/>
                    <a:pt x="3948" y="12325"/>
                  </a:cubicBezTo>
                  <a:cubicBezTo>
                    <a:pt x="3784" y="12325"/>
                    <a:pt x="3622" y="12253"/>
                    <a:pt x="3514" y="12118"/>
                  </a:cubicBezTo>
                  <a:cubicBezTo>
                    <a:pt x="3347" y="11913"/>
                    <a:pt x="3347" y="11623"/>
                    <a:pt x="3510" y="11418"/>
                  </a:cubicBezTo>
                  <a:lnTo>
                    <a:pt x="7979" y="5833"/>
                  </a:lnTo>
                  <a:cubicBezTo>
                    <a:pt x="8078" y="5709"/>
                    <a:pt x="8226" y="5633"/>
                    <a:pt x="8384" y="5624"/>
                  </a:cubicBezTo>
                  <a:cubicBezTo>
                    <a:pt x="8396" y="5623"/>
                    <a:pt x="8408" y="5623"/>
                    <a:pt x="8420" y="5623"/>
                  </a:cubicBezTo>
                  <a:close/>
                  <a:moveTo>
                    <a:pt x="9532" y="1"/>
                  </a:moveTo>
                  <a:cubicBezTo>
                    <a:pt x="4297" y="1"/>
                    <a:pt x="0" y="4046"/>
                    <a:pt x="0" y="8975"/>
                  </a:cubicBezTo>
                  <a:cubicBezTo>
                    <a:pt x="0" y="11616"/>
                    <a:pt x="1255" y="14085"/>
                    <a:pt x="3388" y="15787"/>
                  </a:cubicBezTo>
                  <a:lnTo>
                    <a:pt x="3388" y="18506"/>
                  </a:lnTo>
                  <a:cubicBezTo>
                    <a:pt x="3388" y="18699"/>
                    <a:pt x="3489" y="18879"/>
                    <a:pt x="3653" y="18980"/>
                  </a:cubicBezTo>
                  <a:cubicBezTo>
                    <a:pt x="3742" y="19036"/>
                    <a:pt x="3843" y="19064"/>
                    <a:pt x="3946" y="19064"/>
                  </a:cubicBezTo>
                  <a:cubicBezTo>
                    <a:pt x="4031" y="19064"/>
                    <a:pt x="4117" y="19045"/>
                    <a:pt x="4196" y="19005"/>
                  </a:cubicBezTo>
                  <a:lnTo>
                    <a:pt x="6970" y="17581"/>
                  </a:lnTo>
                  <a:cubicBezTo>
                    <a:pt x="7802" y="17799"/>
                    <a:pt x="8661" y="17910"/>
                    <a:pt x="9532" y="17910"/>
                  </a:cubicBezTo>
                  <a:cubicBezTo>
                    <a:pt x="14768" y="17910"/>
                    <a:pt x="19065" y="13901"/>
                    <a:pt x="19065" y="8975"/>
                  </a:cubicBezTo>
                  <a:cubicBezTo>
                    <a:pt x="19065" y="4046"/>
                    <a:pt x="14768" y="1"/>
                    <a:pt x="9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6" name="Google Shape;8786;p86"/>
          <p:cNvGrpSpPr/>
          <p:nvPr/>
        </p:nvGrpSpPr>
        <p:grpSpPr>
          <a:xfrm>
            <a:off x="2477718" y="3828664"/>
            <a:ext cx="386807" cy="386929"/>
            <a:chOff x="3902887" y="1687655"/>
            <a:chExt cx="397010" cy="397135"/>
          </a:xfrm>
        </p:grpSpPr>
        <p:sp>
          <p:nvSpPr>
            <p:cNvPr id="8787" name="Google Shape;8787;p86"/>
            <p:cNvSpPr/>
            <p:nvPr/>
          </p:nvSpPr>
          <p:spPr>
            <a:xfrm>
              <a:off x="4023345" y="1785845"/>
              <a:ext cx="156275" cy="200269"/>
            </a:xfrm>
            <a:custGeom>
              <a:avLst/>
              <a:gdLst/>
              <a:ahLst/>
              <a:cxnLst/>
              <a:rect l="l" t="t" r="r" b="b"/>
              <a:pathLst>
                <a:path w="7488" h="9596" extrusionOk="0">
                  <a:moveTo>
                    <a:pt x="3585" y="1"/>
                  </a:moveTo>
                  <a:cubicBezTo>
                    <a:pt x="3550" y="1"/>
                    <a:pt x="36" y="31"/>
                    <a:pt x="36" y="2561"/>
                  </a:cubicBezTo>
                  <a:cubicBezTo>
                    <a:pt x="36" y="4296"/>
                    <a:pt x="1381" y="4712"/>
                    <a:pt x="3429" y="5147"/>
                  </a:cubicBezTo>
                  <a:cubicBezTo>
                    <a:pt x="4813" y="5440"/>
                    <a:pt x="6242" y="5745"/>
                    <a:pt x="6242" y="7084"/>
                  </a:cubicBezTo>
                  <a:cubicBezTo>
                    <a:pt x="6242" y="8290"/>
                    <a:pt x="4968" y="9010"/>
                    <a:pt x="3737" y="9010"/>
                  </a:cubicBezTo>
                  <a:cubicBezTo>
                    <a:pt x="2265" y="9010"/>
                    <a:pt x="1591" y="8227"/>
                    <a:pt x="1100" y="7655"/>
                  </a:cubicBezTo>
                  <a:cubicBezTo>
                    <a:pt x="793" y="7298"/>
                    <a:pt x="640" y="7140"/>
                    <a:pt x="463" y="7140"/>
                  </a:cubicBezTo>
                  <a:cubicBezTo>
                    <a:pt x="330" y="7140"/>
                    <a:pt x="1" y="7243"/>
                    <a:pt x="1" y="7485"/>
                  </a:cubicBezTo>
                  <a:cubicBezTo>
                    <a:pt x="1" y="8301"/>
                    <a:pt x="1016" y="9596"/>
                    <a:pt x="3744" y="9596"/>
                  </a:cubicBezTo>
                  <a:cubicBezTo>
                    <a:pt x="5165" y="9594"/>
                    <a:pt x="6203" y="9265"/>
                    <a:pt x="6831" y="8616"/>
                  </a:cubicBezTo>
                  <a:cubicBezTo>
                    <a:pt x="7479" y="7947"/>
                    <a:pt x="7487" y="7116"/>
                    <a:pt x="7482" y="6957"/>
                  </a:cubicBezTo>
                  <a:cubicBezTo>
                    <a:pt x="7482" y="5087"/>
                    <a:pt x="6088" y="4674"/>
                    <a:pt x="3964" y="4255"/>
                  </a:cubicBezTo>
                  <a:cubicBezTo>
                    <a:pt x="2598" y="3986"/>
                    <a:pt x="1186" y="3709"/>
                    <a:pt x="1186" y="2410"/>
                  </a:cubicBezTo>
                  <a:cubicBezTo>
                    <a:pt x="1186" y="1420"/>
                    <a:pt x="2170" y="675"/>
                    <a:pt x="3475" y="675"/>
                  </a:cubicBezTo>
                  <a:cubicBezTo>
                    <a:pt x="4868" y="675"/>
                    <a:pt x="5485" y="1305"/>
                    <a:pt x="5938" y="1766"/>
                  </a:cubicBezTo>
                  <a:cubicBezTo>
                    <a:pt x="6247" y="2081"/>
                    <a:pt x="6375" y="2191"/>
                    <a:pt x="6598" y="2191"/>
                  </a:cubicBezTo>
                  <a:cubicBezTo>
                    <a:pt x="6794" y="2191"/>
                    <a:pt x="7082" y="2072"/>
                    <a:pt x="7082" y="1818"/>
                  </a:cubicBezTo>
                  <a:cubicBezTo>
                    <a:pt x="7082" y="1381"/>
                    <a:pt x="5803" y="1"/>
                    <a:pt x="3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8" name="Google Shape;8788;p86"/>
            <p:cNvSpPr/>
            <p:nvPr/>
          </p:nvSpPr>
          <p:spPr>
            <a:xfrm>
              <a:off x="3902887" y="1687655"/>
              <a:ext cx="397010" cy="397135"/>
            </a:xfrm>
            <a:custGeom>
              <a:avLst/>
              <a:gdLst/>
              <a:ahLst/>
              <a:cxnLst/>
              <a:rect l="l" t="t" r="r" b="b"/>
              <a:pathLst>
                <a:path w="19023" h="19029" extrusionOk="0">
                  <a:moveTo>
                    <a:pt x="9357" y="3591"/>
                  </a:moveTo>
                  <a:cubicBezTo>
                    <a:pt x="11911" y="3591"/>
                    <a:pt x="13969" y="5196"/>
                    <a:pt x="13969" y="6523"/>
                  </a:cubicBezTo>
                  <a:cubicBezTo>
                    <a:pt x="13969" y="7455"/>
                    <a:pt x="13157" y="8010"/>
                    <a:pt x="12370" y="8010"/>
                  </a:cubicBezTo>
                  <a:cubicBezTo>
                    <a:pt x="11658" y="8010"/>
                    <a:pt x="11246" y="7589"/>
                    <a:pt x="10914" y="7251"/>
                  </a:cubicBezTo>
                  <a:cubicBezTo>
                    <a:pt x="10514" y="6845"/>
                    <a:pt x="10171" y="6494"/>
                    <a:pt x="9247" y="6494"/>
                  </a:cubicBezTo>
                  <a:cubicBezTo>
                    <a:pt x="8481" y="6494"/>
                    <a:pt x="8073" y="6855"/>
                    <a:pt x="8073" y="7115"/>
                  </a:cubicBezTo>
                  <a:cubicBezTo>
                    <a:pt x="8073" y="7497"/>
                    <a:pt x="9028" y="7685"/>
                    <a:pt x="9950" y="7867"/>
                  </a:cubicBezTo>
                  <a:cubicBezTo>
                    <a:pt x="11710" y="8214"/>
                    <a:pt x="14369" y="8739"/>
                    <a:pt x="14369" y="11635"/>
                  </a:cubicBezTo>
                  <a:cubicBezTo>
                    <a:pt x="14379" y="11960"/>
                    <a:pt x="14340" y="13128"/>
                    <a:pt x="13404" y="14096"/>
                  </a:cubicBezTo>
                  <a:cubicBezTo>
                    <a:pt x="12561" y="14970"/>
                    <a:pt x="11252" y="15414"/>
                    <a:pt x="9518" y="15415"/>
                  </a:cubicBezTo>
                  <a:lnTo>
                    <a:pt x="9516" y="15415"/>
                  </a:lnTo>
                  <a:cubicBezTo>
                    <a:pt x="5952" y="15415"/>
                    <a:pt x="4658" y="13487"/>
                    <a:pt x="4658" y="12190"/>
                  </a:cubicBezTo>
                  <a:cubicBezTo>
                    <a:pt x="4658" y="11290"/>
                    <a:pt x="5476" y="10731"/>
                    <a:pt x="6235" y="10731"/>
                  </a:cubicBezTo>
                  <a:cubicBezTo>
                    <a:pt x="6942" y="10731"/>
                    <a:pt x="7354" y="11210"/>
                    <a:pt x="7717" y="11633"/>
                  </a:cubicBezTo>
                  <a:cubicBezTo>
                    <a:pt x="8145" y="12132"/>
                    <a:pt x="8549" y="12601"/>
                    <a:pt x="9509" y="12601"/>
                  </a:cubicBezTo>
                  <a:cubicBezTo>
                    <a:pt x="10165" y="12601"/>
                    <a:pt x="10898" y="12254"/>
                    <a:pt x="10898" y="11789"/>
                  </a:cubicBezTo>
                  <a:cubicBezTo>
                    <a:pt x="10898" y="11384"/>
                    <a:pt x="10135" y="11191"/>
                    <a:pt x="8970" y="10943"/>
                  </a:cubicBezTo>
                  <a:cubicBezTo>
                    <a:pt x="7165" y="10559"/>
                    <a:pt x="4694" y="10032"/>
                    <a:pt x="4694" y="7266"/>
                  </a:cubicBezTo>
                  <a:cubicBezTo>
                    <a:pt x="4694" y="4359"/>
                    <a:pt x="7744" y="3591"/>
                    <a:pt x="9357" y="3591"/>
                  </a:cubicBezTo>
                  <a:close/>
                  <a:moveTo>
                    <a:pt x="5202" y="0"/>
                  </a:moveTo>
                  <a:cubicBezTo>
                    <a:pt x="2338" y="0"/>
                    <a:pt x="6" y="2303"/>
                    <a:pt x="1" y="5148"/>
                  </a:cubicBezTo>
                  <a:lnTo>
                    <a:pt x="1" y="5159"/>
                  </a:lnTo>
                  <a:cubicBezTo>
                    <a:pt x="2" y="6225"/>
                    <a:pt x="261" y="6830"/>
                    <a:pt x="469" y="7319"/>
                  </a:cubicBezTo>
                  <a:cubicBezTo>
                    <a:pt x="609" y="7646"/>
                    <a:pt x="712" y="7885"/>
                    <a:pt x="712" y="8212"/>
                  </a:cubicBezTo>
                  <a:cubicBezTo>
                    <a:pt x="712" y="8219"/>
                    <a:pt x="632" y="9035"/>
                    <a:pt x="632" y="9553"/>
                  </a:cubicBezTo>
                  <a:cubicBezTo>
                    <a:pt x="632" y="12302"/>
                    <a:pt x="2927" y="18423"/>
                    <a:pt x="9541" y="18423"/>
                  </a:cubicBezTo>
                  <a:cubicBezTo>
                    <a:pt x="10171" y="18423"/>
                    <a:pt x="10931" y="18343"/>
                    <a:pt x="10931" y="18343"/>
                  </a:cubicBezTo>
                  <a:cubicBezTo>
                    <a:pt x="11190" y="18343"/>
                    <a:pt x="11441" y="18446"/>
                    <a:pt x="11759" y="18577"/>
                  </a:cubicBezTo>
                  <a:cubicBezTo>
                    <a:pt x="12509" y="18886"/>
                    <a:pt x="13241" y="19028"/>
                    <a:pt x="13937" y="19028"/>
                  </a:cubicBezTo>
                  <a:cubicBezTo>
                    <a:pt x="15330" y="19028"/>
                    <a:pt x="16576" y="18458"/>
                    <a:pt x="17517" y="17520"/>
                  </a:cubicBezTo>
                  <a:cubicBezTo>
                    <a:pt x="18489" y="16555"/>
                    <a:pt x="19023" y="15260"/>
                    <a:pt x="19023" y="13878"/>
                  </a:cubicBezTo>
                  <a:cubicBezTo>
                    <a:pt x="19023" y="12804"/>
                    <a:pt x="18763" y="12198"/>
                    <a:pt x="18554" y="11708"/>
                  </a:cubicBezTo>
                  <a:cubicBezTo>
                    <a:pt x="18414" y="11380"/>
                    <a:pt x="18312" y="11141"/>
                    <a:pt x="18312" y="10814"/>
                  </a:cubicBezTo>
                  <a:cubicBezTo>
                    <a:pt x="18312" y="10804"/>
                    <a:pt x="18391" y="9993"/>
                    <a:pt x="18391" y="9473"/>
                  </a:cubicBezTo>
                  <a:cubicBezTo>
                    <a:pt x="18391" y="6724"/>
                    <a:pt x="16095" y="603"/>
                    <a:pt x="9483" y="603"/>
                  </a:cubicBezTo>
                  <a:cubicBezTo>
                    <a:pt x="8853" y="603"/>
                    <a:pt x="8092" y="683"/>
                    <a:pt x="8092" y="683"/>
                  </a:cubicBezTo>
                  <a:cubicBezTo>
                    <a:pt x="7832" y="683"/>
                    <a:pt x="7583" y="580"/>
                    <a:pt x="7264" y="450"/>
                  </a:cubicBezTo>
                  <a:cubicBezTo>
                    <a:pt x="6767" y="244"/>
                    <a:pt x="6150" y="0"/>
                    <a:pt x="52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9" name="Google Shape;8789;p86"/>
          <p:cNvGrpSpPr/>
          <p:nvPr/>
        </p:nvGrpSpPr>
        <p:grpSpPr>
          <a:xfrm>
            <a:off x="3515416" y="3828288"/>
            <a:ext cx="387681" cy="387681"/>
            <a:chOff x="4933458" y="1687279"/>
            <a:chExt cx="397907" cy="397907"/>
          </a:xfrm>
        </p:grpSpPr>
        <p:sp>
          <p:nvSpPr>
            <p:cNvPr id="8790" name="Google Shape;8790;p86"/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1" name="Google Shape;8791;p86"/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92" name="Google Shape;8792;p86"/>
          <p:cNvGrpSpPr/>
          <p:nvPr/>
        </p:nvGrpSpPr>
        <p:grpSpPr>
          <a:xfrm>
            <a:off x="6348367" y="3308537"/>
            <a:ext cx="387661" cy="387661"/>
            <a:chOff x="1379798" y="1723250"/>
            <a:chExt cx="397887" cy="397887"/>
          </a:xfrm>
        </p:grpSpPr>
        <p:sp>
          <p:nvSpPr>
            <p:cNvPr id="8793" name="Google Shape;8793;p86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4" name="Google Shape;8794;p86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5" name="Google Shape;8795;p86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6" name="Google Shape;8796;p86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97" name="Google Shape;8797;p86"/>
          <p:cNvGrpSpPr/>
          <p:nvPr/>
        </p:nvGrpSpPr>
        <p:grpSpPr>
          <a:xfrm>
            <a:off x="5286246" y="3308537"/>
            <a:ext cx="387681" cy="387661"/>
            <a:chOff x="266768" y="1721375"/>
            <a:chExt cx="397907" cy="397887"/>
          </a:xfrm>
        </p:grpSpPr>
        <p:sp>
          <p:nvSpPr>
            <p:cNvPr id="8798" name="Google Shape;8798;p86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9" name="Google Shape;8799;p86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0" name="Google Shape;8800;p86"/>
          <p:cNvGrpSpPr/>
          <p:nvPr/>
        </p:nvGrpSpPr>
        <p:grpSpPr>
          <a:xfrm>
            <a:off x="5817327" y="3308537"/>
            <a:ext cx="387641" cy="387661"/>
            <a:chOff x="864491" y="1723250"/>
            <a:chExt cx="397866" cy="397887"/>
          </a:xfrm>
        </p:grpSpPr>
        <p:sp>
          <p:nvSpPr>
            <p:cNvPr id="8801" name="Google Shape;8801;p86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2" name="Google Shape;8802;p86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3" name="Google Shape;8803;p86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04" name="Google Shape;8804;p86"/>
          <p:cNvSpPr/>
          <p:nvPr/>
        </p:nvSpPr>
        <p:spPr>
          <a:xfrm>
            <a:off x="6879427" y="3343765"/>
            <a:ext cx="388846" cy="317145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05" name="Google Shape;8805;p86"/>
          <p:cNvGrpSpPr/>
          <p:nvPr/>
        </p:nvGrpSpPr>
        <p:grpSpPr>
          <a:xfrm>
            <a:off x="7411672" y="3308924"/>
            <a:ext cx="387539" cy="386888"/>
            <a:chOff x="2408992" y="1722875"/>
            <a:chExt cx="397761" cy="397093"/>
          </a:xfrm>
        </p:grpSpPr>
        <p:sp>
          <p:nvSpPr>
            <p:cNvPr id="8806" name="Google Shape;8806;p86"/>
            <p:cNvSpPr/>
            <p:nvPr/>
          </p:nvSpPr>
          <p:spPr>
            <a:xfrm>
              <a:off x="2492135" y="1827639"/>
              <a:ext cx="213667" cy="185326"/>
            </a:xfrm>
            <a:custGeom>
              <a:avLst/>
              <a:gdLst/>
              <a:ahLst/>
              <a:cxnLst/>
              <a:rect l="l" t="t" r="r" b="b"/>
              <a:pathLst>
                <a:path w="10238" h="8880" extrusionOk="0">
                  <a:moveTo>
                    <a:pt x="2548" y="1"/>
                  </a:moveTo>
                  <a:cubicBezTo>
                    <a:pt x="2277" y="1"/>
                    <a:pt x="2002" y="169"/>
                    <a:pt x="1743" y="427"/>
                  </a:cubicBezTo>
                  <a:cubicBezTo>
                    <a:pt x="1" y="2171"/>
                    <a:pt x="2739" y="5655"/>
                    <a:pt x="3567" y="6491"/>
                  </a:cubicBezTo>
                  <a:cubicBezTo>
                    <a:pt x="4206" y="7123"/>
                    <a:pt x="6403" y="8880"/>
                    <a:pt x="8179" y="8880"/>
                  </a:cubicBezTo>
                  <a:cubicBezTo>
                    <a:pt x="8718" y="8880"/>
                    <a:pt x="9219" y="8718"/>
                    <a:pt x="9626" y="8312"/>
                  </a:cubicBezTo>
                  <a:cubicBezTo>
                    <a:pt x="10054" y="7884"/>
                    <a:pt x="10238" y="7401"/>
                    <a:pt x="9812" y="6981"/>
                  </a:cubicBezTo>
                  <a:cubicBezTo>
                    <a:pt x="9168" y="6339"/>
                    <a:pt x="8797" y="6140"/>
                    <a:pt x="8555" y="6140"/>
                  </a:cubicBezTo>
                  <a:cubicBezTo>
                    <a:pt x="8422" y="6140"/>
                    <a:pt x="8327" y="6200"/>
                    <a:pt x="8248" y="6279"/>
                  </a:cubicBezTo>
                  <a:cubicBezTo>
                    <a:pt x="8064" y="6461"/>
                    <a:pt x="7636" y="7077"/>
                    <a:pt x="7461" y="7252"/>
                  </a:cubicBezTo>
                  <a:cubicBezTo>
                    <a:pt x="7260" y="7452"/>
                    <a:pt x="7021" y="7534"/>
                    <a:pt x="6762" y="7534"/>
                  </a:cubicBezTo>
                  <a:cubicBezTo>
                    <a:pt x="5839" y="7534"/>
                    <a:pt x="4665" y="6485"/>
                    <a:pt x="4117" y="5939"/>
                  </a:cubicBezTo>
                  <a:lnTo>
                    <a:pt x="4115" y="5938"/>
                  </a:lnTo>
                  <a:cubicBezTo>
                    <a:pt x="3417" y="5235"/>
                    <a:pt x="1890" y="3505"/>
                    <a:pt x="2803" y="2592"/>
                  </a:cubicBezTo>
                  <a:cubicBezTo>
                    <a:pt x="2879" y="2516"/>
                    <a:pt x="3056" y="2378"/>
                    <a:pt x="3254" y="2228"/>
                  </a:cubicBezTo>
                  <a:cubicBezTo>
                    <a:pt x="3445" y="2083"/>
                    <a:pt x="3661" y="1922"/>
                    <a:pt x="3776" y="1807"/>
                  </a:cubicBezTo>
                  <a:cubicBezTo>
                    <a:pt x="3999" y="1584"/>
                    <a:pt x="4069" y="1241"/>
                    <a:pt x="3080" y="250"/>
                  </a:cubicBezTo>
                  <a:cubicBezTo>
                    <a:pt x="2909" y="76"/>
                    <a:pt x="2730" y="1"/>
                    <a:pt x="25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7" name="Google Shape;8807;p86"/>
            <p:cNvSpPr/>
            <p:nvPr/>
          </p:nvSpPr>
          <p:spPr>
            <a:xfrm>
              <a:off x="2408992" y="1722875"/>
              <a:ext cx="397761" cy="397093"/>
            </a:xfrm>
            <a:custGeom>
              <a:avLst/>
              <a:gdLst/>
              <a:ahLst/>
              <a:cxnLst/>
              <a:rect l="l" t="t" r="r" b="b"/>
              <a:pathLst>
                <a:path w="19059" h="19027" extrusionOk="0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odern Wave by Slidesgo">
  <a:themeElements>
    <a:clrScheme name="Simple Light">
      <a:dk1>
        <a:srgbClr val="0D0D0D"/>
      </a:dk1>
      <a:lt1>
        <a:srgbClr val="FFFFFF"/>
      </a:lt1>
      <a:dk2>
        <a:srgbClr val="0D0D0D"/>
      </a:dk2>
      <a:lt2>
        <a:srgbClr val="0D0D0D"/>
      </a:lt2>
      <a:accent1>
        <a:srgbClr val="0D0D0D"/>
      </a:accent1>
      <a:accent2>
        <a:srgbClr val="0D0D0D"/>
      </a:accent2>
      <a:accent3>
        <a:srgbClr val="0D0D0D"/>
      </a:accent3>
      <a:accent4>
        <a:srgbClr val="0D0D0D"/>
      </a:accent4>
      <a:accent5>
        <a:srgbClr val="0D0D0D"/>
      </a:accent5>
      <a:accent6>
        <a:srgbClr val="0D0D0D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886</Words>
  <Application>Microsoft Office PowerPoint</Application>
  <PresentationFormat>On-screen Show (16:9)</PresentationFormat>
  <Paragraphs>210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Roboto Medium</vt:lpstr>
      <vt:lpstr>Muli</vt:lpstr>
      <vt:lpstr>Proxima Nova Semibold</vt:lpstr>
      <vt:lpstr>Arial</vt:lpstr>
      <vt:lpstr>Calibri</vt:lpstr>
      <vt:lpstr>Lilita One</vt:lpstr>
      <vt:lpstr>Amatic SC</vt:lpstr>
      <vt:lpstr>Proxima Nova</vt:lpstr>
      <vt:lpstr>Modern Wave by Slidesgo</vt:lpstr>
      <vt:lpstr>Slidesgo Final Pages</vt:lpstr>
      <vt:lpstr>Modern Wave</vt:lpstr>
      <vt:lpstr>Whoa!</vt:lpstr>
      <vt:lpstr>—Someone Famous</vt:lpstr>
      <vt:lpstr>Table of Contents</vt:lpstr>
      <vt:lpstr>Company</vt:lpstr>
      <vt:lpstr>Maybe You Need to Divide the Content</vt:lpstr>
      <vt:lpstr>You Could Use Three Columns, Why Not?</vt:lpstr>
      <vt:lpstr>About Us</vt:lpstr>
      <vt:lpstr>The Slide Title Goes Here!</vt:lpstr>
      <vt:lpstr>Use a Graph to Show Your Data</vt:lpstr>
      <vt:lpstr>What About Using Four Columns?</vt:lpstr>
      <vt:lpstr>And Those Numbers?</vt:lpstr>
      <vt:lpstr>A Picture</vt:lpstr>
      <vt:lpstr>A Picture Is Worth a Thousand Words</vt:lpstr>
      <vt:lpstr>Awesome Words</vt:lpstr>
      <vt:lpstr>Trends Infographic</vt:lpstr>
      <vt:lpstr>Infographics Explain Your Idea Clearly...</vt:lpstr>
      <vt:lpstr>… And the Same Goes for Tables</vt:lpstr>
      <vt:lpstr>This Is a Map</vt:lpstr>
      <vt:lpstr>Try Using This Other Infographic</vt:lpstr>
      <vt:lpstr>4,300</vt:lpstr>
      <vt:lpstr>333,000.00</vt:lpstr>
      <vt:lpstr>A Timeline Always Works Well</vt:lpstr>
      <vt:lpstr>Do You Need Percentages?</vt:lpstr>
      <vt:lpstr>Conclusion</vt:lpstr>
      <vt:lpstr>Diagrams Tell Stories</vt:lpstr>
      <vt:lpstr>Do You Need a List?</vt:lpstr>
      <vt:lpstr>Reviewing Concepts Is a Good Idea</vt:lpstr>
      <vt:lpstr>Our Dream Team </vt:lpstr>
      <vt:lpstr>Mobile Web</vt:lpstr>
      <vt:lpstr>Desktop Site</vt:lpstr>
      <vt:lpstr>Tablet App</vt:lpstr>
      <vt:lpstr>Alternative Resources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Educational Icons</vt:lpstr>
      <vt:lpstr>Business Icons</vt:lpstr>
      <vt:lpstr>Help &amp; Support Icons</vt:lpstr>
      <vt:lpstr>Creative Process Icons</vt:lpstr>
      <vt:lpstr>Nature Icons</vt:lpstr>
      <vt:lpstr>SEO &amp; Marketing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Wave</dc:title>
  <dc:creator>USER</dc:creator>
  <cp:lastModifiedBy>user</cp:lastModifiedBy>
  <cp:revision>1</cp:revision>
  <dcterms:modified xsi:type="dcterms:W3CDTF">2026-03-26T15:41:23Z</dcterms:modified>
</cp:coreProperties>
</file>